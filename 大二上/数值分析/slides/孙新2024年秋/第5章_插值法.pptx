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175"/>
  </p:notesMasterIdLst>
  <p:handoutMasterIdLst>
    <p:handoutMasterId r:id="rId176"/>
  </p:handoutMasterIdLst>
  <p:sldIdLst>
    <p:sldId id="272" r:id="rId2"/>
    <p:sldId id="671" r:id="rId3"/>
    <p:sldId id="694" r:id="rId4"/>
    <p:sldId id="653" r:id="rId5"/>
    <p:sldId id="755" r:id="rId6"/>
    <p:sldId id="754" r:id="rId7"/>
    <p:sldId id="745" r:id="rId8"/>
    <p:sldId id="655" r:id="rId9"/>
    <p:sldId id="756" r:id="rId10"/>
    <p:sldId id="753" r:id="rId11"/>
    <p:sldId id="424" r:id="rId12"/>
    <p:sldId id="601" r:id="rId13"/>
    <p:sldId id="599" r:id="rId14"/>
    <p:sldId id="604" r:id="rId15"/>
    <p:sldId id="487" r:id="rId16"/>
    <p:sldId id="488" r:id="rId17"/>
    <p:sldId id="602" r:id="rId18"/>
    <p:sldId id="603" r:id="rId19"/>
    <p:sldId id="489" r:id="rId20"/>
    <p:sldId id="605" r:id="rId21"/>
    <p:sldId id="752" r:id="rId22"/>
    <p:sldId id="490" r:id="rId23"/>
    <p:sldId id="498" r:id="rId24"/>
    <p:sldId id="500" r:id="rId25"/>
    <p:sldId id="501" r:id="rId26"/>
    <p:sldId id="656" r:id="rId27"/>
    <p:sldId id="608" r:id="rId28"/>
    <p:sldId id="743" r:id="rId29"/>
    <p:sldId id="742" r:id="rId30"/>
    <p:sldId id="744" r:id="rId31"/>
    <p:sldId id="612" r:id="rId32"/>
    <p:sldId id="613" r:id="rId33"/>
    <p:sldId id="614" r:id="rId34"/>
    <p:sldId id="830" r:id="rId35"/>
    <p:sldId id="615" r:id="rId36"/>
    <p:sldId id="617" r:id="rId37"/>
    <p:sldId id="616" r:id="rId38"/>
    <p:sldId id="748" r:id="rId39"/>
    <p:sldId id="749" r:id="rId40"/>
    <p:sldId id="618" r:id="rId41"/>
    <p:sldId id="619" r:id="rId42"/>
    <p:sldId id="620" r:id="rId43"/>
    <p:sldId id="622" r:id="rId44"/>
    <p:sldId id="644" r:id="rId45"/>
    <p:sldId id="645" r:id="rId46"/>
    <p:sldId id="646" r:id="rId47"/>
    <p:sldId id="625" r:id="rId48"/>
    <p:sldId id="626" r:id="rId49"/>
    <p:sldId id="649" r:id="rId50"/>
    <p:sldId id="657" r:id="rId51"/>
    <p:sldId id="651" r:id="rId52"/>
    <p:sldId id="627" r:id="rId53"/>
    <p:sldId id="628" r:id="rId54"/>
    <p:sldId id="650" r:id="rId55"/>
    <p:sldId id="652" r:id="rId56"/>
    <p:sldId id="648" r:id="rId57"/>
    <p:sldId id="629" r:id="rId58"/>
    <p:sldId id="658" r:id="rId59"/>
    <p:sldId id="670" r:id="rId60"/>
    <p:sldId id="673" r:id="rId61"/>
    <p:sldId id="669" r:id="rId62"/>
    <p:sldId id="672" r:id="rId63"/>
    <p:sldId id="634" r:id="rId64"/>
    <p:sldId id="635" r:id="rId65"/>
    <p:sldId id="636" r:id="rId66"/>
    <p:sldId id="637" r:id="rId67"/>
    <p:sldId id="674" r:id="rId68"/>
    <p:sldId id="683" r:id="rId69"/>
    <p:sldId id="684" r:id="rId70"/>
    <p:sldId id="659" r:id="rId71"/>
    <p:sldId id="503" r:id="rId72"/>
    <p:sldId id="504" r:id="rId73"/>
    <p:sldId id="508" r:id="rId74"/>
    <p:sldId id="747" r:id="rId75"/>
    <p:sldId id="547" r:id="rId76"/>
    <p:sldId id="661" r:id="rId77"/>
    <p:sldId id="548" r:id="rId78"/>
    <p:sldId id="662" r:id="rId79"/>
    <p:sldId id="549" r:id="rId80"/>
    <p:sldId id="666" r:id="rId81"/>
    <p:sldId id="681" r:id="rId82"/>
    <p:sldId id="660" r:id="rId83"/>
    <p:sldId id="509" r:id="rId84"/>
    <p:sldId id="510" r:id="rId85"/>
    <p:sldId id="710" r:id="rId86"/>
    <p:sldId id="833" r:id="rId87"/>
    <p:sldId id="834" r:id="rId88"/>
    <p:sldId id="750" r:id="rId89"/>
    <p:sldId id="832" r:id="rId90"/>
    <p:sldId id="556" r:id="rId91"/>
    <p:sldId id="557" r:id="rId92"/>
    <p:sldId id="609" r:id="rId93"/>
    <p:sldId id="559" r:id="rId94"/>
    <p:sldId id="746" r:id="rId95"/>
    <p:sldId id="553" r:id="rId96"/>
    <p:sldId id="772" r:id="rId97"/>
    <p:sldId id="773" r:id="rId98"/>
    <p:sldId id="774" r:id="rId99"/>
    <p:sldId id="775" r:id="rId100"/>
    <p:sldId id="776" r:id="rId101"/>
    <p:sldId id="777" r:id="rId102"/>
    <p:sldId id="778" r:id="rId103"/>
    <p:sldId id="779" r:id="rId104"/>
    <p:sldId id="780" r:id="rId105"/>
    <p:sldId id="781" r:id="rId106"/>
    <p:sldId id="782" r:id="rId107"/>
    <p:sldId id="783" r:id="rId108"/>
    <p:sldId id="784" r:id="rId109"/>
    <p:sldId id="785" r:id="rId110"/>
    <p:sldId id="786" r:id="rId111"/>
    <p:sldId id="787" r:id="rId112"/>
    <p:sldId id="788" r:id="rId113"/>
    <p:sldId id="789" r:id="rId114"/>
    <p:sldId id="790" r:id="rId115"/>
    <p:sldId id="791" r:id="rId116"/>
    <p:sldId id="792" r:id="rId117"/>
    <p:sldId id="793" r:id="rId118"/>
    <p:sldId id="794" r:id="rId119"/>
    <p:sldId id="795" r:id="rId120"/>
    <p:sldId id="796" r:id="rId121"/>
    <p:sldId id="797" r:id="rId122"/>
    <p:sldId id="798" r:id="rId123"/>
    <p:sldId id="799" r:id="rId124"/>
    <p:sldId id="800" r:id="rId125"/>
    <p:sldId id="801" r:id="rId126"/>
    <p:sldId id="829" r:id="rId127"/>
    <p:sldId id="802" r:id="rId128"/>
    <p:sldId id="803" r:id="rId129"/>
    <p:sldId id="804" r:id="rId130"/>
    <p:sldId id="805" r:id="rId131"/>
    <p:sldId id="806" r:id="rId132"/>
    <p:sldId id="807" r:id="rId133"/>
    <p:sldId id="831" r:id="rId134"/>
    <p:sldId id="808" r:id="rId135"/>
    <p:sldId id="809" r:id="rId136"/>
    <p:sldId id="810" r:id="rId137"/>
    <p:sldId id="811" r:id="rId138"/>
    <p:sldId id="835" r:id="rId139"/>
    <p:sldId id="812" r:id="rId140"/>
    <p:sldId id="813" r:id="rId141"/>
    <p:sldId id="814" r:id="rId142"/>
    <p:sldId id="815" r:id="rId143"/>
    <p:sldId id="816" r:id="rId144"/>
    <p:sldId id="817" r:id="rId145"/>
    <p:sldId id="818" r:id="rId146"/>
    <p:sldId id="819" r:id="rId147"/>
    <p:sldId id="820" r:id="rId148"/>
    <p:sldId id="821" r:id="rId149"/>
    <p:sldId id="822" r:id="rId150"/>
    <p:sldId id="823" r:id="rId151"/>
    <p:sldId id="824" r:id="rId152"/>
    <p:sldId id="825" r:id="rId153"/>
    <p:sldId id="826" r:id="rId154"/>
    <p:sldId id="827" r:id="rId155"/>
    <p:sldId id="828" r:id="rId156"/>
    <p:sldId id="836" r:id="rId157"/>
    <p:sldId id="837" r:id="rId158"/>
    <p:sldId id="846" r:id="rId159"/>
    <p:sldId id="838" r:id="rId160"/>
    <p:sldId id="839" r:id="rId161"/>
    <p:sldId id="840" r:id="rId162"/>
    <p:sldId id="841" r:id="rId163"/>
    <p:sldId id="842" r:id="rId164"/>
    <p:sldId id="843" r:id="rId165"/>
    <p:sldId id="844" r:id="rId166"/>
    <p:sldId id="576" r:id="rId167"/>
    <p:sldId id="577" r:id="rId168"/>
    <p:sldId id="738" r:id="rId169"/>
    <p:sldId id="737" r:id="rId170"/>
    <p:sldId id="741" r:id="rId171"/>
    <p:sldId id="740" r:id="rId172"/>
    <p:sldId id="578" r:id="rId173"/>
    <p:sldId id="709" r:id="rId174"/>
  </p:sldIdLst>
  <p:sldSz cx="9906000" cy="6858000" type="A4"/>
  <p:notesSz cx="9774238" cy="6648450"/>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1pPr>
    <a:lvl2pPr marL="457200"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2pPr>
    <a:lvl3pPr marL="914400"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3pPr>
    <a:lvl4pPr marL="1371600"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4pPr>
    <a:lvl5pPr marL="1828800"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5pPr>
    <a:lvl6pPr marL="2286000" algn="l" defTabSz="914400" rtl="0" eaLnBrk="1" latinLnBrk="0" hangingPunct="1">
      <a:defRPr sz="2000" b="1" i="1" kern="1200">
        <a:solidFill>
          <a:schemeClr val="tx1"/>
        </a:solidFill>
        <a:latin typeface="Arial" pitchFamily="34" charset="0"/>
        <a:ea typeface="宋体" pitchFamily="2" charset="-122"/>
        <a:cs typeface="+mn-cs"/>
      </a:defRPr>
    </a:lvl6pPr>
    <a:lvl7pPr marL="2743200" algn="l" defTabSz="914400" rtl="0" eaLnBrk="1" latinLnBrk="0" hangingPunct="1">
      <a:defRPr sz="2000" b="1" i="1" kern="1200">
        <a:solidFill>
          <a:schemeClr val="tx1"/>
        </a:solidFill>
        <a:latin typeface="Arial" pitchFamily="34" charset="0"/>
        <a:ea typeface="宋体" pitchFamily="2" charset="-122"/>
        <a:cs typeface="+mn-cs"/>
      </a:defRPr>
    </a:lvl7pPr>
    <a:lvl8pPr marL="3200400" algn="l" defTabSz="914400" rtl="0" eaLnBrk="1" latinLnBrk="0" hangingPunct="1">
      <a:defRPr sz="2000" b="1" i="1" kern="1200">
        <a:solidFill>
          <a:schemeClr val="tx1"/>
        </a:solidFill>
        <a:latin typeface="Arial" pitchFamily="34" charset="0"/>
        <a:ea typeface="宋体" pitchFamily="2" charset="-122"/>
        <a:cs typeface="+mn-cs"/>
      </a:defRPr>
    </a:lvl8pPr>
    <a:lvl9pPr marL="3657600" algn="l" defTabSz="914400" rtl="0" eaLnBrk="1" latinLnBrk="0" hangingPunct="1">
      <a:defRPr sz="2000" b="1" i="1"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095">
          <p15:clr>
            <a:srgbClr val="A4A3A4"/>
          </p15:clr>
        </p15:guide>
        <p15:guide id="2" pos="307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0066FF"/>
    <a:srgbClr val="2C376C"/>
    <a:srgbClr val="CDD2ED"/>
    <a:srgbClr val="D3D8EF"/>
    <a:srgbClr val="B5BEE3"/>
    <a:srgbClr val="D5DA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458" autoAdjust="0"/>
    <p:restoredTop sz="99803" autoAdjust="0"/>
  </p:normalViewPr>
  <p:slideViewPr>
    <p:cSldViewPr>
      <p:cViewPr>
        <p:scale>
          <a:sx n="56" d="100"/>
          <a:sy n="56" d="100"/>
        </p:scale>
        <p:origin x="1181" y="792"/>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1915"/>
    </p:cViewPr>
  </p:sorterViewPr>
  <p:notesViewPr>
    <p:cSldViewPr>
      <p:cViewPr varScale="1">
        <p:scale>
          <a:sx n="82" d="100"/>
          <a:sy n="82" d="100"/>
        </p:scale>
        <p:origin x="-540" y="-72"/>
      </p:cViewPr>
      <p:guideLst>
        <p:guide orient="horz" pos="2095"/>
        <p:guide pos="3078"/>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presProps" Target="pres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handoutMaster" Target="handoutMasters/handout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9"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41.emf"/><Relationship Id="rId2" Type="http://schemas.openxmlformats.org/officeDocument/2006/relationships/image" Target="../media/image36.emf"/><Relationship Id="rId1" Type="http://schemas.openxmlformats.org/officeDocument/2006/relationships/image" Target="../media/image35.wmf"/><Relationship Id="rId6" Type="http://schemas.openxmlformats.org/officeDocument/2006/relationships/image" Target="../media/image40.emf"/><Relationship Id="rId11" Type="http://schemas.openxmlformats.org/officeDocument/2006/relationships/image" Target="../media/image45.wmf"/><Relationship Id="rId5" Type="http://schemas.openxmlformats.org/officeDocument/2006/relationships/image" Target="../media/image39.wmf"/><Relationship Id="rId10" Type="http://schemas.openxmlformats.org/officeDocument/2006/relationships/image" Target="../media/image44.wmf"/><Relationship Id="rId4" Type="http://schemas.openxmlformats.org/officeDocument/2006/relationships/image" Target="../media/image38.wmf"/><Relationship Id="rId9" Type="http://schemas.openxmlformats.org/officeDocument/2006/relationships/image" Target="../media/image4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emf"/><Relationship Id="rId5" Type="http://schemas.openxmlformats.org/officeDocument/2006/relationships/image" Target="../media/image51.wmf"/><Relationship Id="rId4" Type="http://schemas.openxmlformats.org/officeDocument/2006/relationships/image" Target="../media/image50.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5" Type="http://schemas.openxmlformats.org/officeDocument/2006/relationships/image" Target="../media/image61.wmf"/><Relationship Id="rId4" Type="http://schemas.openxmlformats.org/officeDocument/2006/relationships/image" Target="../media/image60.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69.emf"/><Relationship Id="rId3" Type="http://schemas.openxmlformats.org/officeDocument/2006/relationships/image" Target="../media/image64.wmf"/><Relationship Id="rId7" Type="http://schemas.openxmlformats.org/officeDocument/2006/relationships/image" Target="../media/image68.wmf"/><Relationship Id="rId2" Type="http://schemas.openxmlformats.org/officeDocument/2006/relationships/image" Target="../media/image63.wmf"/><Relationship Id="rId1" Type="http://schemas.openxmlformats.org/officeDocument/2006/relationships/image" Target="../media/image62.wmf"/><Relationship Id="rId6" Type="http://schemas.openxmlformats.org/officeDocument/2006/relationships/image" Target="../media/image67.wmf"/><Relationship Id="rId5" Type="http://schemas.openxmlformats.org/officeDocument/2006/relationships/image" Target="../media/image66.wmf"/><Relationship Id="rId4" Type="http://schemas.openxmlformats.org/officeDocument/2006/relationships/image" Target="../media/image6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 Id="rId5" Type="http://schemas.openxmlformats.org/officeDocument/2006/relationships/image" Target="../media/image74.emf"/><Relationship Id="rId4" Type="http://schemas.openxmlformats.org/officeDocument/2006/relationships/image" Target="../media/image73.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6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emf"/><Relationship Id="rId4" Type="http://schemas.openxmlformats.org/officeDocument/2006/relationships/image" Target="../media/image86.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wmf"/><Relationship Id="rId1" Type="http://schemas.openxmlformats.org/officeDocument/2006/relationships/image" Target="../media/image87.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emf"/><Relationship Id="rId1" Type="http://schemas.openxmlformats.org/officeDocument/2006/relationships/image" Target="../media/image87.wmf"/><Relationship Id="rId5" Type="http://schemas.openxmlformats.org/officeDocument/2006/relationships/image" Target="../media/image93.wmf"/><Relationship Id="rId4" Type="http://schemas.openxmlformats.org/officeDocument/2006/relationships/image" Target="../media/image9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image" Target="../media/image96.emf"/><Relationship Id="rId1" Type="http://schemas.openxmlformats.org/officeDocument/2006/relationships/image" Target="../media/image95.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99.wmf"/><Relationship Id="rId1" Type="http://schemas.openxmlformats.org/officeDocument/2006/relationships/image" Target="../media/image98.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emf"/><Relationship Id="rId1" Type="http://schemas.openxmlformats.org/officeDocument/2006/relationships/image" Target="../media/image100.emf"/><Relationship Id="rId5" Type="http://schemas.openxmlformats.org/officeDocument/2006/relationships/image" Target="../media/image104.wmf"/><Relationship Id="rId4" Type="http://schemas.openxmlformats.org/officeDocument/2006/relationships/image" Target="../media/image103.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image" Target="../media/image99.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07.wmf"/><Relationship Id="rId1" Type="http://schemas.openxmlformats.org/officeDocument/2006/relationships/image" Target="../media/image106.wmf"/><Relationship Id="rId6" Type="http://schemas.openxmlformats.org/officeDocument/2006/relationships/image" Target="../media/image111.wmf"/><Relationship Id="rId5" Type="http://schemas.openxmlformats.org/officeDocument/2006/relationships/image" Target="../media/image110.wmf"/><Relationship Id="rId4" Type="http://schemas.openxmlformats.org/officeDocument/2006/relationships/image" Target="../media/image109.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image" Target="../media/image112.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14.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e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20.e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24.wmf"/><Relationship Id="rId5" Type="http://schemas.openxmlformats.org/officeDocument/2006/relationships/image" Target="../media/image128.wmf"/><Relationship Id="rId4" Type="http://schemas.openxmlformats.org/officeDocument/2006/relationships/image" Target="../media/image127.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136.wmf"/><Relationship Id="rId3" Type="http://schemas.openxmlformats.org/officeDocument/2006/relationships/image" Target="../media/image131.wmf"/><Relationship Id="rId7" Type="http://schemas.openxmlformats.org/officeDocument/2006/relationships/image" Target="../media/image135.wmf"/><Relationship Id="rId2" Type="http://schemas.openxmlformats.org/officeDocument/2006/relationships/image" Target="../media/image130.wmf"/><Relationship Id="rId1" Type="http://schemas.openxmlformats.org/officeDocument/2006/relationships/image" Target="../media/image129.wmf"/><Relationship Id="rId6" Type="http://schemas.openxmlformats.org/officeDocument/2006/relationships/image" Target="../media/image134.wmf"/><Relationship Id="rId5" Type="http://schemas.openxmlformats.org/officeDocument/2006/relationships/image" Target="../media/image133.wmf"/><Relationship Id="rId4" Type="http://schemas.openxmlformats.org/officeDocument/2006/relationships/image" Target="../media/image132.wmf"/><Relationship Id="rId9" Type="http://schemas.openxmlformats.org/officeDocument/2006/relationships/image" Target="../media/image137.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38.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39.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e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44.wmf"/><Relationship Id="rId1" Type="http://schemas.openxmlformats.org/officeDocument/2006/relationships/image" Target="../media/image143.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 Id="rId5" Type="http://schemas.openxmlformats.org/officeDocument/2006/relationships/image" Target="../media/image149.wmf"/><Relationship Id="rId4" Type="http://schemas.openxmlformats.org/officeDocument/2006/relationships/image" Target="../media/image148.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51.wmf"/><Relationship Id="rId1" Type="http://schemas.openxmlformats.org/officeDocument/2006/relationships/image" Target="../media/image150.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 Id="rId5" Type="http://schemas.openxmlformats.org/officeDocument/2006/relationships/image" Target="../media/image156.wmf"/><Relationship Id="rId4" Type="http://schemas.openxmlformats.org/officeDocument/2006/relationships/image" Target="../media/image155.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image" Target="../media/image158.wmf"/><Relationship Id="rId1" Type="http://schemas.openxmlformats.org/officeDocument/2006/relationships/image" Target="../media/image157.wmf"/><Relationship Id="rId4" Type="http://schemas.openxmlformats.org/officeDocument/2006/relationships/image" Target="../media/image160.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image" Target="../media/image165.wmf"/><Relationship Id="rId1" Type="http://schemas.openxmlformats.org/officeDocument/2006/relationships/image" Target="../media/image164.wmf"/><Relationship Id="rId5" Type="http://schemas.openxmlformats.org/officeDocument/2006/relationships/image" Target="../media/image168.wmf"/><Relationship Id="rId4" Type="http://schemas.openxmlformats.org/officeDocument/2006/relationships/image" Target="../media/image167.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71.emf"/><Relationship Id="rId2" Type="http://schemas.openxmlformats.org/officeDocument/2006/relationships/image" Target="../media/image170.emf"/><Relationship Id="rId1" Type="http://schemas.openxmlformats.org/officeDocument/2006/relationships/image" Target="../media/image169.wmf"/><Relationship Id="rId4" Type="http://schemas.openxmlformats.org/officeDocument/2006/relationships/image" Target="../media/image172.e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175.wmf"/><Relationship Id="rId2" Type="http://schemas.openxmlformats.org/officeDocument/2006/relationships/image" Target="../media/image174.wmf"/><Relationship Id="rId1" Type="http://schemas.openxmlformats.org/officeDocument/2006/relationships/image" Target="../media/image173.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 Id="rId5" Type="http://schemas.openxmlformats.org/officeDocument/2006/relationships/image" Target="../media/image183.wmf"/><Relationship Id="rId4" Type="http://schemas.openxmlformats.org/officeDocument/2006/relationships/image" Target="../media/image182.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185.wmf"/><Relationship Id="rId1" Type="http://schemas.openxmlformats.org/officeDocument/2006/relationships/image" Target="../media/image184.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86.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188.emf"/><Relationship Id="rId1" Type="http://schemas.openxmlformats.org/officeDocument/2006/relationships/image" Target="../media/image187.e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191.emf"/><Relationship Id="rId1" Type="http://schemas.openxmlformats.org/officeDocument/2006/relationships/image" Target="../media/image190.e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193.emf"/><Relationship Id="rId1" Type="http://schemas.openxmlformats.org/officeDocument/2006/relationships/image" Target="../media/image49.wmf"/><Relationship Id="rId5" Type="http://schemas.openxmlformats.org/officeDocument/2006/relationships/image" Target="../media/image195.wmf"/><Relationship Id="rId4" Type="http://schemas.openxmlformats.org/officeDocument/2006/relationships/image" Target="../media/image194.e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wmf"/></Relationships>
</file>

<file path=ppt/drawings/_rels/vmlDrawing64.v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image" Target="../media/image200.wmf"/><Relationship Id="rId7" Type="http://schemas.openxmlformats.org/officeDocument/2006/relationships/image" Target="../media/image204.wmf"/><Relationship Id="rId2" Type="http://schemas.openxmlformats.org/officeDocument/2006/relationships/image" Target="../media/image199.wmf"/><Relationship Id="rId1" Type="http://schemas.openxmlformats.org/officeDocument/2006/relationships/image" Target="../media/image196.wmf"/><Relationship Id="rId6" Type="http://schemas.openxmlformats.org/officeDocument/2006/relationships/image" Target="../media/image203.wmf"/><Relationship Id="rId5" Type="http://schemas.openxmlformats.org/officeDocument/2006/relationships/image" Target="../media/image202.wmf"/><Relationship Id="rId4" Type="http://schemas.openxmlformats.org/officeDocument/2006/relationships/image" Target="../media/image201.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208.emf"/><Relationship Id="rId2" Type="http://schemas.openxmlformats.org/officeDocument/2006/relationships/image" Target="../media/image207.emf"/><Relationship Id="rId1" Type="http://schemas.openxmlformats.org/officeDocument/2006/relationships/image" Target="../media/image206.png"/></Relationships>
</file>

<file path=ppt/drawings/_rels/vmlDrawing66.vml.rels><?xml version="1.0" encoding="UTF-8" standalone="yes"?>
<Relationships xmlns="http://schemas.openxmlformats.org/package/2006/relationships"><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image" Target="../media/image209.wmf"/><Relationship Id="rId4" Type="http://schemas.openxmlformats.org/officeDocument/2006/relationships/image" Target="../media/image212.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215.wmf"/><Relationship Id="rId2" Type="http://schemas.openxmlformats.org/officeDocument/2006/relationships/image" Target="../media/image214.wmf"/><Relationship Id="rId1" Type="http://schemas.openxmlformats.org/officeDocument/2006/relationships/image" Target="../media/image213.wmf"/><Relationship Id="rId6" Type="http://schemas.openxmlformats.org/officeDocument/2006/relationships/image" Target="../media/image218.wmf"/><Relationship Id="rId5" Type="http://schemas.openxmlformats.org/officeDocument/2006/relationships/image" Target="../media/image217.wmf"/><Relationship Id="rId4" Type="http://schemas.openxmlformats.org/officeDocument/2006/relationships/image" Target="../media/image216.wmf"/></Relationships>
</file>

<file path=ppt/drawings/_rels/vmlDrawing68.vml.rels><?xml version="1.0" encoding="UTF-8" standalone="yes"?>
<Relationships xmlns="http://schemas.openxmlformats.org/package/2006/relationships"><Relationship Id="rId2" Type="http://schemas.openxmlformats.org/officeDocument/2006/relationships/image" Target="../media/image220.wmf"/><Relationship Id="rId1" Type="http://schemas.openxmlformats.org/officeDocument/2006/relationships/image" Target="../media/image219.wmf"/></Relationships>
</file>

<file path=ppt/drawings/_rels/vmlDrawing69.vml.rels><?xml version="1.0" encoding="UTF-8" standalone="yes"?>
<Relationships xmlns="http://schemas.openxmlformats.org/package/2006/relationships"><Relationship Id="rId2" Type="http://schemas.openxmlformats.org/officeDocument/2006/relationships/image" Target="../media/image222.wmf"/><Relationship Id="rId1" Type="http://schemas.openxmlformats.org/officeDocument/2006/relationships/image" Target="../media/image221.w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224.wmf"/><Relationship Id="rId2" Type="http://schemas.openxmlformats.org/officeDocument/2006/relationships/image" Target="../media/image223.wmf"/><Relationship Id="rId1" Type="http://schemas.openxmlformats.org/officeDocument/2006/relationships/image" Target="../media/image222.wmf"/><Relationship Id="rId5" Type="http://schemas.openxmlformats.org/officeDocument/2006/relationships/image" Target="../media/image226.wmf"/><Relationship Id="rId4" Type="http://schemas.openxmlformats.org/officeDocument/2006/relationships/image" Target="../media/image225.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228.wmf"/><Relationship Id="rId1" Type="http://schemas.openxmlformats.org/officeDocument/2006/relationships/image" Target="../media/image227.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230.wmf"/><Relationship Id="rId2" Type="http://schemas.openxmlformats.org/officeDocument/2006/relationships/image" Target="../media/image229.wmf"/><Relationship Id="rId1" Type="http://schemas.openxmlformats.org/officeDocument/2006/relationships/image" Target="../media/image227.wmf"/></Relationships>
</file>

<file path=ppt/drawings/_rels/vmlDrawing73.vml.rels><?xml version="1.0" encoding="UTF-8" standalone="yes"?>
<Relationships xmlns="http://schemas.openxmlformats.org/package/2006/relationships"><Relationship Id="rId3" Type="http://schemas.openxmlformats.org/officeDocument/2006/relationships/image" Target="../media/image232.wmf"/><Relationship Id="rId2" Type="http://schemas.openxmlformats.org/officeDocument/2006/relationships/image" Target="../media/image231.wmf"/><Relationship Id="rId1" Type="http://schemas.openxmlformats.org/officeDocument/2006/relationships/image" Target="../media/image227.wmf"/><Relationship Id="rId4" Type="http://schemas.openxmlformats.org/officeDocument/2006/relationships/image" Target="../media/image233.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239.wmf"/><Relationship Id="rId2" Type="http://schemas.openxmlformats.org/officeDocument/2006/relationships/image" Target="../media/image238.wmf"/><Relationship Id="rId1" Type="http://schemas.openxmlformats.org/officeDocument/2006/relationships/image" Target="../media/image237.wmf"/><Relationship Id="rId5" Type="http://schemas.openxmlformats.org/officeDocument/2006/relationships/image" Target="../media/image241.wmf"/><Relationship Id="rId4" Type="http://schemas.openxmlformats.org/officeDocument/2006/relationships/image" Target="../media/image240.wmf"/></Relationships>
</file>

<file path=ppt/drawings/_rels/vmlDrawing76.vml.rels><?xml version="1.0" encoding="UTF-8" standalone="yes"?>
<Relationships xmlns="http://schemas.openxmlformats.org/package/2006/relationships"><Relationship Id="rId2" Type="http://schemas.openxmlformats.org/officeDocument/2006/relationships/image" Target="../media/image243.wmf"/><Relationship Id="rId1" Type="http://schemas.openxmlformats.org/officeDocument/2006/relationships/image" Target="../media/image242.w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44.w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247.wmf"/><Relationship Id="rId7" Type="http://schemas.openxmlformats.org/officeDocument/2006/relationships/image" Target="../media/image251.wmf"/><Relationship Id="rId2" Type="http://schemas.openxmlformats.org/officeDocument/2006/relationships/image" Target="../media/image246.wmf"/><Relationship Id="rId1" Type="http://schemas.openxmlformats.org/officeDocument/2006/relationships/image" Target="../media/image245.wmf"/><Relationship Id="rId6" Type="http://schemas.openxmlformats.org/officeDocument/2006/relationships/image" Target="../media/image250.wmf"/><Relationship Id="rId5" Type="http://schemas.openxmlformats.org/officeDocument/2006/relationships/image" Target="../media/image249.wmf"/><Relationship Id="rId4" Type="http://schemas.openxmlformats.org/officeDocument/2006/relationships/image" Target="../media/image248.w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254.emf"/><Relationship Id="rId2" Type="http://schemas.openxmlformats.org/officeDocument/2006/relationships/image" Target="../media/image253.wmf"/><Relationship Id="rId1" Type="http://schemas.openxmlformats.org/officeDocument/2006/relationships/image" Target="../media/image252.wmf"/></Relationships>
</file>

<file path=ppt/drawings/_rels/vmlDrawing80.vml.rels><?xml version="1.0" encoding="UTF-8" standalone="yes"?>
<Relationships xmlns="http://schemas.openxmlformats.org/package/2006/relationships"><Relationship Id="rId3" Type="http://schemas.openxmlformats.org/officeDocument/2006/relationships/image" Target="../media/image257.wmf"/><Relationship Id="rId2" Type="http://schemas.openxmlformats.org/officeDocument/2006/relationships/image" Target="../media/image256.wmf"/><Relationship Id="rId1" Type="http://schemas.openxmlformats.org/officeDocument/2006/relationships/image" Target="../media/image255.emf"/><Relationship Id="rId4" Type="http://schemas.openxmlformats.org/officeDocument/2006/relationships/image" Target="../media/image258.wmf"/></Relationships>
</file>

<file path=ppt/drawings/_rels/vmlDrawing81.vml.rels><?xml version="1.0" encoding="UTF-8" standalone="yes"?>
<Relationships xmlns="http://schemas.openxmlformats.org/package/2006/relationships"><Relationship Id="rId2" Type="http://schemas.openxmlformats.org/officeDocument/2006/relationships/image" Target="../media/image260.wmf"/><Relationship Id="rId1" Type="http://schemas.openxmlformats.org/officeDocument/2006/relationships/image" Target="../media/image259.wmf"/></Relationships>
</file>

<file path=ppt/drawings/_rels/vmlDrawing82.vml.rels><?xml version="1.0" encoding="UTF-8" standalone="yes"?>
<Relationships xmlns="http://schemas.openxmlformats.org/package/2006/relationships"><Relationship Id="rId2" Type="http://schemas.openxmlformats.org/officeDocument/2006/relationships/image" Target="../media/image262.wmf"/><Relationship Id="rId1" Type="http://schemas.openxmlformats.org/officeDocument/2006/relationships/image" Target="../media/image261.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265.wmf"/><Relationship Id="rId2" Type="http://schemas.openxmlformats.org/officeDocument/2006/relationships/image" Target="../media/image264.wmf"/><Relationship Id="rId1" Type="http://schemas.openxmlformats.org/officeDocument/2006/relationships/image" Target="../media/image263.wmf"/></Relationships>
</file>

<file path=ppt/drawings/_rels/vmlDrawing84.vml.rels><?xml version="1.0" encoding="UTF-8" standalone="yes"?>
<Relationships xmlns="http://schemas.openxmlformats.org/package/2006/relationships"><Relationship Id="rId3" Type="http://schemas.openxmlformats.org/officeDocument/2006/relationships/image" Target="../media/image268.wmf"/><Relationship Id="rId2" Type="http://schemas.openxmlformats.org/officeDocument/2006/relationships/image" Target="../media/image267.wmf"/><Relationship Id="rId1" Type="http://schemas.openxmlformats.org/officeDocument/2006/relationships/image" Target="../media/image266.wmf"/><Relationship Id="rId4" Type="http://schemas.openxmlformats.org/officeDocument/2006/relationships/image" Target="../media/image269.wmf"/></Relationships>
</file>

<file path=ppt/drawings/_rels/vmlDrawing85.vml.rels><?xml version="1.0" encoding="UTF-8" standalone="yes"?>
<Relationships xmlns="http://schemas.openxmlformats.org/package/2006/relationships"><Relationship Id="rId2" Type="http://schemas.openxmlformats.org/officeDocument/2006/relationships/image" Target="../media/image271.wmf"/><Relationship Id="rId1" Type="http://schemas.openxmlformats.org/officeDocument/2006/relationships/image" Target="../media/image270.wmf"/></Relationships>
</file>

<file path=ppt/drawings/_rels/vmlDrawing86.vml.rels><?xml version="1.0" encoding="UTF-8" standalone="yes"?>
<Relationships xmlns="http://schemas.openxmlformats.org/package/2006/relationships"><Relationship Id="rId3" Type="http://schemas.openxmlformats.org/officeDocument/2006/relationships/image" Target="../media/image274.wmf"/><Relationship Id="rId2" Type="http://schemas.openxmlformats.org/officeDocument/2006/relationships/image" Target="../media/image273.wmf"/><Relationship Id="rId1" Type="http://schemas.openxmlformats.org/officeDocument/2006/relationships/image" Target="../media/image272.w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75.wmf"/></Relationships>
</file>

<file path=ppt/drawings/_rels/vmlDrawing88.vml.rels><?xml version="1.0" encoding="UTF-8" standalone="yes"?>
<Relationships xmlns="http://schemas.openxmlformats.org/package/2006/relationships"><Relationship Id="rId3" Type="http://schemas.openxmlformats.org/officeDocument/2006/relationships/image" Target="../media/image278.wmf"/><Relationship Id="rId2" Type="http://schemas.openxmlformats.org/officeDocument/2006/relationships/image" Target="../media/image277.wmf"/><Relationship Id="rId1" Type="http://schemas.openxmlformats.org/officeDocument/2006/relationships/image" Target="../media/image276.wmf"/><Relationship Id="rId4" Type="http://schemas.openxmlformats.org/officeDocument/2006/relationships/image" Target="../media/image279.wmf"/></Relationships>
</file>

<file path=ppt/drawings/_rels/vmlDrawing89.vml.rels><?xml version="1.0" encoding="UTF-8" standalone="yes"?>
<Relationships xmlns="http://schemas.openxmlformats.org/package/2006/relationships"><Relationship Id="rId3" Type="http://schemas.openxmlformats.org/officeDocument/2006/relationships/image" Target="../media/image281.wmf"/><Relationship Id="rId7" Type="http://schemas.openxmlformats.org/officeDocument/2006/relationships/image" Target="../media/image285.wmf"/><Relationship Id="rId2" Type="http://schemas.openxmlformats.org/officeDocument/2006/relationships/image" Target="../media/image280.emf"/><Relationship Id="rId1" Type="http://schemas.openxmlformats.org/officeDocument/2006/relationships/image" Target="../media/image278.wmf"/><Relationship Id="rId6" Type="http://schemas.openxmlformats.org/officeDocument/2006/relationships/image" Target="../media/image284.wmf"/><Relationship Id="rId5" Type="http://schemas.openxmlformats.org/officeDocument/2006/relationships/image" Target="../media/image283.wmf"/><Relationship Id="rId4" Type="http://schemas.openxmlformats.org/officeDocument/2006/relationships/image" Target="../media/image282.emf"/></Relationships>
</file>

<file path=ppt/drawings/_rels/vmlDrawing90.vml.rels><?xml version="1.0" encoding="UTF-8" standalone="yes"?>
<Relationships xmlns="http://schemas.openxmlformats.org/package/2006/relationships"><Relationship Id="rId8" Type="http://schemas.openxmlformats.org/officeDocument/2006/relationships/image" Target="../media/image291.wmf"/><Relationship Id="rId3" Type="http://schemas.openxmlformats.org/officeDocument/2006/relationships/image" Target="../media/image286.wmf"/><Relationship Id="rId7" Type="http://schemas.openxmlformats.org/officeDocument/2006/relationships/image" Target="../media/image290.wmf"/><Relationship Id="rId2" Type="http://schemas.openxmlformats.org/officeDocument/2006/relationships/image" Target="../media/image284.wmf"/><Relationship Id="rId1" Type="http://schemas.openxmlformats.org/officeDocument/2006/relationships/image" Target="../media/image283.wmf"/><Relationship Id="rId6" Type="http://schemas.openxmlformats.org/officeDocument/2006/relationships/image" Target="../media/image289.wmf"/><Relationship Id="rId5" Type="http://schemas.openxmlformats.org/officeDocument/2006/relationships/image" Target="../media/image288.wmf"/><Relationship Id="rId4" Type="http://schemas.openxmlformats.org/officeDocument/2006/relationships/image" Target="../media/image287.wmf"/></Relationships>
</file>

<file path=ppt/drawings/_rels/vmlDrawing91.vml.rels><?xml version="1.0" encoding="UTF-8" standalone="yes"?>
<Relationships xmlns="http://schemas.openxmlformats.org/package/2006/relationships"><Relationship Id="rId8" Type="http://schemas.openxmlformats.org/officeDocument/2006/relationships/image" Target="../media/image299.wmf"/><Relationship Id="rId3" Type="http://schemas.openxmlformats.org/officeDocument/2006/relationships/image" Target="../media/image294.emf"/><Relationship Id="rId7" Type="http://schemas.openxmlformats.org/officeDocument/2006/relationships/image" Target="../media/image298.wmf"/><Relationship Id="rId2" Type="http://schemas.openxmlformats.org/officeDocument/2006/relationships/image" Target="../media/image293.emf"/><Relationship Id="rId1" Type="http://schemas.openxmlformats.org/officeDocument/2006/relationships/image" Target="../media/image292.wmf"/><Relationship Id="rId6" Type="http://schemas.openxmlformats.org/officeDocument/2006/relationships/image" Target="../media/image297.wmf"/><Relationship Id="rId5" Type="http://schemas.openxmlformats.org/officeDocument/2006/relationships/image" Target="../media/image296.wmf"/><Relationship Id="rId10" Type="http://schemas.openxmlformats.org/officeDocument/2006/relationships/image" Target="../media/image301.wmf"/><Relationship Id="rId4" Type="http://schemas.openxmlformats.org/officeDocument/2006/relationships/image" Target="../media/image295.wmf"/><Relationship Id="rId9" Type="http://schemas.openxmlformats.org/officeDocument/2006/relationships/image" Target="../media/image300.wmf"/></Relationships>
</file>

<file path=ppt/drawings/_rels/vmlDrawing92.vml.rels><?xml version="1.0" encoding="UTF-8" standalone="yes"?>
<Relationships xmlns="http://schemas.openxmlformats.org/package/2006/relationships"><Relationship Id="rId3" Type="http://schemas.openxmlformats.org/officeDocument/2006/relationships/image" Target="../media/image303.wmf"/><Relationship Id="rId2" Type="http://schemas.openxmlformats.org/officeDocument/2006/relationships/image" Target="../media/image302.emf"/><Relationship Id="rId1" Type="http://schemas.openxmlformats.org/officeDocument/2006/relationships/image" Target="../media/image296.wmf"/><Relationship Id="rId6" Type="http://schemas.openxmlformats.org/officeDocument/2006/relationships/image" Target="../media/image301.wmf"/><Relationship Id="rId5" Type="http://schemas.openxmlformats.org/officeDocument/2006/relationships/image" Target="../media/image305.wmf"/><Relationship Id="rId4" Type="http://schemas.openxmlformats.org/officeDocument/2006/relationships/image" Target="../media/image304.wmf"/></Relationships>
</file>

<file path=ppt/drawings/_rels/vmlDrawing93.vml.rels><?xml version="1.0" encoding="UTF-8" standalone="yes"?>
<Relationships xmlns="http://schemas.openxmlformats.org/package/2006/relationships"><Relationship Id="rId3" Type="http://schemas.openxmlformats.org/officeDocument/2006/relationships/image" Target="../media/image307.wmf"/><Relationship Id="rId2" Type="http://schemas.openxmlformats.org/officeDocument/2006/relationships/image" Target="../media/image300.wmf"/><Relationship Id="rId1" Type="http://schemas.openxmlformats.org/officeDocument/2006/relationships/image" Target="../media/image306.wmf"/><Relationship Id="rId5" Type="http://schemas.openxmlformats.org/officeDocument/2006/relationships/image" Target="../media/image301.wmf"/><Relationship Id="rId4" Type="http://schemas.openxmlformats.org/officeDocument/2006/relationships/image" Target="../media/image308.wmf"/></Relationships>
</file>

<file path=ppt/drawings/_rels/vmlDrawing94.vml.rels><?xml version="1.0" encoding="UTF-8" standalone="yes"?>
<Relationships xmlns="http://schemas.openxmlformats.org/package/2006/relationships"><Relationship Id="rId3" Type="http://schemas.openxmlformats.org/officeDocument/2006/relationships/image" Target="../media/image310.wmf"/><Relationship Id="rId2" Type="http://schemas.openxmlformats.org/officeDocument/2006/relationships/image" Target="../media/image309.wmf"/><Relationship Id="rId1" Type="http://schemas.openxmlformats.org/officeDocument/2006/relationships/image" Target="../media/image308.wmf"/><Relationship Id="rId5" Type="http://schemas.openxmlformats.org/officeDocument/2006/relationships/image" Target="../media/image312.wmf"/><Relationship Id="rId4" Type="http://schemas.openxmlformats.org/officeDocument/2006/relationships/image" Target="../media/image311.wmf"/></Relationships>
</file>

<file path=ppt/drawings/_rels/vmlDrawing95.vml.rels><?xml version="1.0" encoding="UTF-8" standalone="yes"?>
<Relationships xmlns="http://schemas.openxmlformats.org/package/2006/relationships"><Relationship Id="rId3" Type="http://schemas.openxmlformats.org/officeDocument/2006/relationships/image" Target="../media/image315.wmf"/><Relationship Id="rId2" Type="http://schemas.openxmlformats.org/officeDocument/2006/relationships/image" Target="../media/image314.wmf"/><Relationship Id="rId1" Type="http://schemas.openxmlformats.org/officeDocument/2006/relationships/image" Target="../media/image313.wmf"/></Relationships>
</file>

<file path=ppt/drawings/_rels/vmlDrawing96.vml.rels><?xml version="1.0" encoding="UTF-8" standalone="yes"?>
<Relationships xmlns="http://schemas.openxmlformats.org/package/2006/relationships"><Relationship Id="rId2" Type="http://schemas.openxmlformats.org/officeDocument/2006/relationships/image" Target="../media/image317.emf"/><Relationship Id="rId1" Type="http://schemas.openxmlformats.org/officeDocument/2006/relationships/image" Target="../media/image316.emf"/></Relationships>
</file>

<file path=ppt/drawings/_rels/vmlDrawing97.vml.rels><?xml version="1.0" encoding="UTF-8" standalone="yes"?>
<Relationships xmlns="http://schemas.openxmlformats.org/package/2006/relationships"><Relationship Id="rId2" Type="http://schemas.openxmlformats.org/officeDocument/2006/relationships/image" Target="../media/image319.wmf"/><Relationship Id="rId1" Type="http://schemas.openxmlformats.org/officeDocument/2006/relationships/image" Target="../media/image318.wmf"/></Relationships>
</file>

<file path=ppt/drawings/_rels/vmlDrawing98.vml.rels><?xml version="1.0" encoding="UTF-8" standalone="yes"?>
<Relationships xmlns="http://schemas.openxmlformats.org/package/2006/relationships"><Relationship Id="rId3" Type="http://schemas.openxmlformats.org/officeDocument/2006/relationships/image" Target="../media/image325.wmf"/><Relationship Id="rId2" Type="http://schemas.openxmlformats.org/officeDocument/2006/relationships/image" Target="../media/image324.wmf"/><Relationship Id="rId1" Type="http://schemas.openxmlformats.org/officeDocument/2006/relationships/image" Target="../media/image323.wmf"/><Relationship Id="rId5" Type="http://schemas.openxmlformats.org/officeDocument/2006/relationships/image" Target="../media/image327.wmf"/><Relationship Id="rId4" Type="http://schemas.openxmlformats.org/officeDocument/2006/relationships/image" Target="../media/image326.wmf"/></Relationships>
</file>

<file path=ppt/drawings/_rels/vmlDrawing99.vml.rels><?xml version="1.0" encoding="UTF-8" standalone="yes"?>
<Relationships xmlns="http://schemas.openxmlformats.org/package/2006/relationships"><Relationship Id="rId3" Type="http://schemas.openxmlformats.org/officeDocument/2006/relationships/image" Target="../media/image330.wmf"/><Relationship Id="rId2" Type="http://schemas.openxmlformats.org/officeDocument/2006/relationships/image" Target="../media/image329.wmf"/><Relationship Id="rId1" Type="http://schemas.openxmlformats.org/officeDocument/2006/relationships/image" Target="../media/image328.wmf"/><Relationship Id="rId4" Type="http://schemas.openxmlformats.org/officeDocument/2006/relationships/image" Target="../media/image331.wmf"/></Relationships>
</file>

<file path=ppt/drawings/_rels/vmlDrawing100.vml.rels><?xml version="1.0" encoding="UTF-8" standalone="yes"?>
<Relationships xmlns="http://schemas.openxmlformats.org/package/2006/relationships"><Relationship Id="rId3" Type="http://schemas.openxmlformats.org/officeDocument/2006/relationships/image" Target="../media/image333.wmf"/><Relationship Id="rId2" Type="http://schemas.openxmlformats.org/officeDocument/2006/relationships/image" Target="../media/image329.wmf"/><Relationship Id="rId1" Type="http://schemas.openxmlformats.org/officeDocument/2006/relationships/image" Target="../media/image332.wmf"/><Relationship Id="rId4" Type="http://schemas.openxmlformats.org/officeDocument/2006/relationships/image" Target="../media/image334.wmf"/></Relationships>
</file>

<file path=ppt/drawings/_rels/vmlDrawing101.vml.rels><?xml version="1.0" encoding="UTF-8" standalone="yes"?>
<Relationships xmlns="http://schemas.openxmlformats.org/package/2006/relationships"><Relationship Id="rId3" Type="http://schemas.openxmlformats.org/officeDocument/2006/relationships/image" Target="../media/image336.wmf"/><Relationship Id="rId2" Type="http://schemas.openxmlformats.org/officeDocument/2006/relationships/image" Target="../media/image335.wmf"/><Relationship Id="rId1" Type="http://schemas.openxmlformats.org/officeDocument/2006/relationships/image" Target="../media/image333.wmf"/><Relationship Id="rId4" Type="http://schemas.openxmlformats.org/officeDocument/2006/relationships/image" Target="../media/image337.wmf"/></Relationships>
</file>

<file path=ppt/drawings/_rels/vmlDrawing102.vml.rels><?xml version="1.0" encoding="UTF-8" standalone="yes"?>
<Relationships xmlns="http://schemas.openxmlformats.org/package/2006/relationships"><Relationship Id="rId3" Type="http://schemas.openxmlformats.org/officeDocument/2006/relationships/image" Target="../media/image340.wmf"/><Relationship Id="rId2" Type="http://schemas.openxmlformats.org/officeDocument/2006/relationships/image" Target="../media/image339.wmf"/><Relationship Id="rId1" Type="http://schemas.openxmlformats.org/officeDocument/2006/relationships/image" Target="../media/image338.wmf"/></Relationships>
</file>

<file path=ppt/drawings/_rels/vmlDrawing103.vml.rels><?xml version="1.0" encoding="UTF-8" standalone="yes"?>
<Relationships xmlns="http://schemas.openxmlformats.org/package/2006/relationships"><Relationship Id="rId3" Type="http://schemas.openxmlformats.org/officeDocument/2006/relationships/image" Target="../media/image339.wmf"/><Relationship Id="rId2" Type="http://schemas.openxmlformats.org/officeDocument/2006/relationships/image" Target="../media/image342.wmf"/><Relationship Id="rId1" Type="http://schemas.openxmlformats.org/officeDocument/2006/relationships/image" Target="../media/image341.wmf"/><Relationship Id="rId4" Type="http://schemas.openxmlformats.org/officeDocument/2006/relationships/image" Target="../media/image343.wmf"/></Relationships>
</file>

<file path=ppt/drawings/_rels/vmlDrawing104.vml.rels><?xml version="1.0" encoding="UTF-8" standalone="yes"?>
<Relationships xmlns="http://schemas.openxmlformats.org/package/2006/relationships"><Relationship Id="rId8" Type="http://schemas.openxmlformats.org/officeDocument/2006/relationships/image" Target="../media/image350.wmf"/><Relationship Id="rId3" Type="http://schemas.openxmlformats.org/officeDocument/2006/relationships/image" Target="../media/image346.wmf"/><Relationship Id="rId7" Type="http://schemas.openxmlformats.org/officeDocument/2006/relationships/image" Target="../media/image349.wmf"/><Relationship Id="rId2" Type="http://schemas.openxmlformats.org/officeDocument/2006/relationships/image" Target="../media/image345.wmf"/><Relationship Id="rId1" Type="http://schemas.openxmlformats.org/officeDocument/2006/relationships/image" Target="../media/image344.wmf"/><Relationship Id="rId6" Type="http://schemas.openxmlformats.org/officeDocument/2006/relationships/image" Target="../media/image348.wmf"/><Relationship Id="rId5" Type="http://schemas.openxmlformats.org/officeDocument/2006/relationships/image" Target="../media/image340.wmf"/><Relationship Id="rId4" Type="http://schemas.openxmlformats.org/officeDocument/2006/relationships/image" Target="../media/image347.wmf"/><Relationship Id="rId9" Type="http://schemas.openxmlformats.org/officeDocument/2006/relationships/image" Target="../media/image351.wmf"/></Relationships>
</file>

<file path=ppt/drawings/_rels/vmlDrawing105.vml.rels><?xml version="1.0" encoding="UTF-8" standalone="yes"?>
<Relationships xmlns="http://schemas.openxmlformats.org/package/2006/relationships"><Relationship Id="rId3" Type="http://schemas.openxmlformats.org/officeDocument/2006/relationships/image" Target="../media/image353.wmf"/><Relationship Id="rId2" Type="http://schemas.openxmlformats.org/officeDocument/2006/relationships/image" Target="../media/image350.wmf"/><Relationship Id="rId1" Type="http://schemas.openxmlformats.org/officeDocument/2006/relationships/image" Target="../media/image352.wmf"/><Relationship Id="rId5" Type="http://schemas.openxmlformats.org/officeDocument/2006/relationships/image" Target="../media/image355.wmf"/><Relationship Id="rId4" Type="http://schemas.openxmlformats.org/officeDocument/2006/relationships/image" Target="../media/image354.wmf"/></Relationships>
</file>

<file path=ppt/drawings/_rels/vmlDrawing106.vml.rels><?xml version="1.0" encoding="UTF-8" standalone="yes"?>
<Relationships xmlns="http://schemas.openxmlformats.org/package/2006/relationships"><Relationship Id="rId3" Type="http://schemas.openxmlformats.org/officeDocument/2006/relationships/image" Target="../media/image358.emf"/><Relationship Id="rId2" Type="http://schemas.openxmlformats.org/officeDocument/2006/relationships/image" Target="../media/image357.wmf"/><Relationship Id="rId1" Type="http://schemas.openxmlformats.org/officeDocument/2006/relationships/image" Target="../media/image356.wmf"/><Relationship Id="rId4" Type="http://schemas.openxmlformats.org/officeDocument/2006/relationships/image" Target="../media/image359.wmf"/></Relationships>
</file>

<file path=ppt/drawings/_rels/vmlDrawing107.vml.rels><?xml version="1.0" encoding="UTF-8" standalone="yes"?>
<Relationships xmlns="http://schemas.openxmlformats.org/package/2006/relationships"><Relationship Id="rId8" Type="http://schemas.openxmlformats.org/officeDocument/2006/relationships/image" Target="../media/image366.emf"/><Relationship Id="rId3" Type="http://schemas.openxmlformats.org/officeDocument/2006/relationships/image" Target="../media/image357.wmf"/><Relationship Id="rId7" Type="http://schemas.openxmlformats.org/officeDocument/2006/relationships/image" Target="../media/image365.wmf"/><Relationship Id="rId2" Type="http://schemas.openxmlformats.org/officeDocument/2006/relationships/image" Target="../media/image361.wmf"/><Relationship Id="rId1" Type="http://schemas.openxmlformats.org/officeDocument/2006/relationships/image" Target="../media/image360.wmf"/><Relationship Id="rId6" Type="http://schemas.openxmlformats.org/officeDocument/2006/relationships/image" Target="../media/image364.wmf"/><Relationship Id="rId5" Type="http://schemas.openxmlformats.org/officeDocument/2006/relationships/image" Target="../media/image363.emf"/><Relationship Id="rId4" Type="http://schemas.openxmlformats.org/officeDocument/2006/relationships/image" Target="../media/image362.emf"/></Relationships>
</file>

<file path=ppt/drawings/_rels/vmlDrawing108.vml.rels><?xml version="1.0" encoding="UTF-8" standalone="yes"?>
<Relationships xmlns="http://schemas.openxmlformats.org/package/2006/relationships"><Relationship Id="rId3" Type="http://schemas.openxmlformats.org/officeDocument/2006/relationships/image" Target="../media/image369.wmf"/><Relationship Id="rId2" Type="http://schemas.openxmlformats.org/officeDocument/2006/relationships/image" Target="../media/image368.wmf"/><Relationship Id="rId1" Type="http://schemas.openxmlformats.org/officeDocument/2006/relationships/image" Target="../media/image367.wmf"/><Relationship Id="rId5" Type="http://schemas.openxmlformats.org/officeDocument/2006/relationships/image" Target="../media/image371.wmf"/><Relationship Id="rId4" Type="http://schemas.openxmlformats.org/officeDocument/2006/relationships/image" Target="../media/image370.w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69.wmf"/></Relationships>
</file>

<file path=ppt/drawings/_rels/vmlDrawing110.vml.rels><?xml version="1.0" encoding="UTF-8" standalone="yes"?>
<Relationships xmlns="http://schemas.openxmlformats.org/package/2006/relationships"><Relationship Id="rId3" Type="http://schemas.openxmlformats.org/officeDocument/2006/relationships/image" Target="../media/image374.wmf"/><Relationship Id="rId2" Type="http://schemas.openxmlformats.org/officeDocument/2006/relationships/image" Target="../media/image373.wmf"/><Relationship Id="rId1" Type="http://schemas.openxmlformats.org/officeDocument/2006/relationships/image" Target="../media/image372.wmf"/></Relationships>
</file>

<file path=ppt/drawings/_rels/vmlDrawing111.vml.rels><?xml version="1.0" encoding="UTF-8" standalone="yes"?>
<Relationships xmlns="http://schemas.openxmlformats.org/package/2006/relationships"><Relationship Id="rId2" Type="http://schemas.openxmlformats.org/officeDocument/2006/relationships/image" Target="../media/image376.wmf"/><Relationship Id="rId1" Type="http://schemas.openxmlformats.org/officeDocument/2006/relationships/image" Target="../media/image375.wmf"/></Relationships>
</file>

<file path=ppt/drawings/_rels/vmlDrawing112.vml.rels><?xml version="1.0" encoding="UTF-8" standalone="yes"?>
<Relationships xmlns="http://schemas.openxmlformats.org/package/2006/relationships"><Relationship Id="rId8" Type="http://schemas.openxmlformats.org/officeDocument/2006/relationships/image" Target="../media/image384.emf"/><Relationship Id="rId3" Type="http://schemas.openxmlformats.org/officeDocument/2006/relationships/image" Target="../media/image379.emf"/><Relationship Id="rId7" Type="http://schemas.openxmlformats.org/officeDocument/2006/relationships/image" Target="../media/image383.emf"/><Relationship Id="rId2" Type="http://schemas.openxmlformats.org/officeDocument/2006/relationships/image" Target="../media/image378.emf"/><Relationship Id="rId1" Type="http://schemas.openxmlformats.org/officeDocument/2006/relationships/image" Target="../media/image377.emf"/><Relationship Id="rId6" Type="http://schemas.openxmlformats.org/officeDocument/2006/relationships/image" Target="../media/image382.emf"/><Relationship Id="rId5" Type="http://schemas.openxmlformats.org/officeDocument/2006/relationships/image" Target="../media/image381.emf"/><Relationship Id="rId4" Type="http://schemas.openxmlformats.org/officeDocument/2006/relationships/image" Target="../media/image380.emf"/><Relationship Id="rId9" Type="http://schemas.openxmlformats.org/officeDocument/2006/relationships/image" Target="../media/image385.emf"/></Relationships>
</file>

<file path=ppt/drawings/_rels/vmlDrawing113.vml.rels><?xml version="1.0" encoding="UTF-8" standalone="yes"?>
<Relationships xmlns="http://schemas.openxmlformats.org/package/2006/relationships"><Relationship Id="rId3" Type="http://schemas.openxmlformats.org/officeDocument/2006/relationships/image" Target="../media/image388.emf"/><Relationship Id="rId2" Type="http://schemas.openxmlformats.org/officeDocument/2006/relationships/image" Target="../media/image387.emf"/><Relationship Id="rId1" Type="http://schemas.openxmlformats.org/officeDocument/2006/relationships/image" Target="../media/image386.emf"/><Relationship Id="rId4" Type="http://schemas.openxmlformats.org/officeDocument/2006/relationships/image" Target="../media/image389.emf"/></Relationships>
</file>

<file path=ppt/drawings/_rels/vmlDrawing114.vml.rels><?xml version="1.0" encoding="UTF-8" standalone="yes"?>
<Relationships xmlns="http://schemas.openxmlformats.org/package/2006/relationships"><Relationship Id="rId3" Type="http://schemas.openxmlformats.org/officeDocument/2006/relationships/image" Target="../media/image392.emf"/><Relationship Id="rId2" Type="http://schemas.openxmlformats.org/officeDocument/2006/relationships/image" Target="../media/image391.emf"/><Relationship Id="rId1" Type="http://schemas.openxmlformats.org/officeDocument/2006/relationships/image" Target="../media/image390.emf"/><Relationship Id="rId4" Type="http://schemas.openxmlformats.org/officeDocument/2006/relationships/image" Target="../media/image393.emf"/></Relationships>
</file>

<file path=ppt/drawings/_rels/vmlDrawing115.vml.rels><?xml version="1.0" encoding="UTF-8" standalone="yes"?>
<Relationships xmlns="http://schemas.openxmlformats.org/package/2006/relationships"><Relationship Id="rId2" Type="http://schemas.openxmlformats.org/officeDocument/2006/relationships/image" Target="../media/image398.wmf"/><Relationship Id="rId1" Type="http://schemas.openxmlformats.org/officeDocument/2006/relationships/image" Target="../media/image397.wmf"/></Relationships>
</file>

<file path=ppt/drawings/_rels/vmlDrawing116.vml.rels><?xml version="1.0" encoding="UTF-8" standalone="yes"?>
<Relationships xmlns="http://schemas.openxmlformats.org/package/2006/relationships"><Relationship Id="rId3" Type="http://schemas.openxmlformats.org/officeDocument/2006/relationships/image" Target="../media/image402.wmf"/><Relationship Id="rId2" Type="http://schemas.openxmlformats.org/officeDocument/2006/relationships/image" Target="../media/image401.wmf"/><Relationship Id="rId1" Type="http://schemas.openxmlformats.org/officeDocument/2006/relationships/image" Target="../media/image400.wmf"/><Relationship Id="rId4" Type="http://schemas.openxmlformats.org/officeDocument/2006/relationships/image" Target="../media/image353.wmf"/></Relationships>
</file>

<file path=ppt/drawings/_rels/vmlDrawing117.vml.rels><?xml version="1.0" encoding="UTF-8" standalone="yes"?>
<Relationships xmlns="http://schemas.openxmlformats.org/package/2006/relationships"><Relationship Id="rId2" Type="http://schemas.openxmlformats.org/officeDocument/2006/relationships/image" Target="../media/image404.wmf"/><Relationship Id="rId1" Type="http://schemas.openxmlformats.org/officeDocument/2006/relationships/image" Target="../media/image403.w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407.wmf"/></Relationships>
</file>

<file path=ppt/drawings/_rels/vmlDrawing119.vml.rels><?xml version="1.0" encoding="UTF-8" standalone="yes"?>
<Relationships xmlns="http://schemas.openxmlformats.org/package/2006/relationships"><Relationship Id="rId2" Type="http://schemas.openxmlformats.org/officeDocument/2006/relationships/image" Target="../media/image409.emf"/><Relationship Id="rId1" Type="http://schemas.openxmlformats.org/officeDocument/2006/relationships/image" Target="../media/image408.wmf"/></Relationships>
</file>

<file path=ppt/drawings/_rels/vmlDrawing120.vml.rels><?xml version="1.0" encoding="UTF-8" standalone="yes"?>
<Relationships xmlns="http://schemas.openxmlformats.org/package/2006/relationships"><Relationship Id="rId2" Type="http://schemas.openxmlformats.org/officeDocument/2006/relationships/image" Target="../media/image411.emf"/><Relationship Id="rId1" Type="http://schemas.openxmlformats.org/officeDocument/2006/relationships/image" Target="../media/image4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8114" name="Rectangle 3"/>
          <p:cNvSpPr>
            <a:spLocks noChangeArrowheads="1"/>
          </p:cNvSpPr>
          <p:nvPr/>
        </p:nvSpPr>
        <p:spPr bwMode="auto">
          <a:xfrm>
            <a:off x="5192713" y="6234113"/>
            <a:ext cx="4235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8561" tIns="43503" rIns="88561" bIns="43503" anchor="b"/>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r">
              <a:defRPr/>
            </a:pPr>
            <a:fld id="{F7AF4B97-D337-4281-B009-85D6D47A731D}" type="slidenum">
              <a:rPr lang="zh-CN" altLang="en-US" sz="1200" b="0" i="0" smtClean="0"/>
              <a:pPr algn="r">
                <a:defRPr/>
              </a:pPr>
              <a:t>‹#›</a:t>
            </a:fld>
            <a:endParaRPr lang="en-US" altLang="zh-CN" sz="1200" b="0" i="0" smtClean="0"/>
          </a:p>
        </p:txBody>
      </p:sp>
    </p:spTree>
    <p:extLst>
      <p:ext uri="{BB962C8B-B14F-4D97-AF65-F5344CB8AC3E}">
        <p14:creationId xmlns:p14="http://schemas.microsoft.com/office/powerpoint/2010/main" val="296720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3538" name="Rectangle 1028"/>
          <p:cNvSpPr>
            <a:spLocks noGrp="1" noRot="1" noChangeAspect="1" noChangeArrowheads="1" noTextEdit="1"/>
          </p:cNvSpPr>
          <p:nvPr>
            <p:ph type="sldImg" idx="2"/>
          </p:nvPr>
        </p:nvSpPr>
        <p:spPr bwMode="auto">
          <a:xfrm>
            <a:off x="3086100" y="498475"/>
            <a:ext cx="3602038" cy="2493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108549" name="Rectangle 1029"/>
          <p:cNvSpPr>
            <a:spLocks noGrp="1" noChangeArrowheads="1"/>
          </p:cNvSpPr>
          <p:nvPr>
            <p:ph type="body" sz="quarter" idx="3"/>
          </p:nvPr>
        </p:nvSpPr>
        <p:spPr bwMode="auto">
          <a:xfrm>
            <a:off x="1301750" y="3159125"/>
            <a:ext cx="7170738" cy="2990850"/>
          </a:xfrm>
          <a:prstGeom prst="rect">
            <a:avLst/>
          </a:prstGeom>
          <a:noFill/>
          <a:ln w="12700">
            <a:noFill/>
            <a:miter lim="800000"/>
            <a:headEnd/>
            <a:tailEnd/>
          </a:ln>
          <a:effectLst/>
        </p:spPr>
        <p:txBody>
          <a:bodyPr vert="horz" wrap="square" lIns="89492" tIns="44746" rIns="89492" bIns="44746"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108550" name="Rectangle 1030"/>
          <p:cNvSpPr>
            <a:spLocks noGrp="1" noChangeArrowheads="1"/>
          </p:cNvSpPr>
          <p:nvPr>
            <p:ph type="ftr" sz="quarter" idx="4"/>
          </p:nvPr>
        </p:nvSpPr>
        <p:spPr bwMode="auto">
          <a:xfrm>
            <a:off x="0" y="6316663"/>
            <a:ext cx="4235450" cy="331787"/>
          </a:xfrm>
          <a:prstGeom prst="rect">
            <a:avLst/>
          </a:prstGeom>
          <a:noFill/>
          <a:ln w="12700">
            <a:noFill/>
            <a:miter lim="800000"/>
            <a:headEnd/>
            <a:tailEnd/>
          </a:ln>
          <a:effectLst/>
        </p:spPr>
        <p:txBody>
          <a:bodyPr vert="horz" wrap="square" lIns="89492" tIns="44746" rIns="89492" bIns="44746" numCol="1" anchor="b" anchorCtr="0" compatLnSpc="1">
            <a:prstTxWarp prst="textNoShape">
              <a:avLst/>
            </a:prstTxWarp>
          </a:bodyPr>
          <a:lstStyle>
            <a:lvl1pPr algn="l" defTabSz="895350">
              <a:defRPr sz="1200" i="0"/>
            </a:lvl1pPr>
          </a:lstStyle>
          <a:p>
            <a:pPr>
              <a:defRPr/>
            </a:pPr>
            <a:r>
              <a:rPr lang="zh-CN" altLang="en-US"/>
              <a:t>Confidential, for review only</a:t>
            </a:r>
            <a:r>
              <a:rPr lang="en-US" altLang="en-US"/>
              <a:t>Borland</a:t>
            </a:r>
          </a:p>
        </p:txBody>
      </p:sp>
      <p:sp>
        <p:nvSpPr>
          <p:cNvPr id="108551" name="Rectangle 1031"/>
          <p:cNvSpPr>
            <a:spLocks noGrp="1" noChangeArrowheads="1"/>
          </p:cNvSpPr>
          <p:nvPr>
            <p:ph type="sldNum" sz="quarter" idx="5"/>
          </p:nvPr>
        </p:nvSpPr>
        <p:spPr bwMode="auto">
          <a:xfrm>
            <a:off x="5538788" y="6316663"/>
            <a:ext cx="4235450" cy="331787"/>
          </a:xfrm>
          <a:prstGeom prst="rect">
            <a:avLst/>
          </a:prstGeom>
          <a:noFill/>
          <a:ln w="12700">
            <a:noFill/>
            <a:miter lim="800000"/>
            <a:headEnd/>
            <a:tailEnd/>
          </a:ln>
          <a:effectLst/>
        </p:spPr>
        <p:txBody>
          <a:bodyPr vert="horz" wrap="square" lIns="89492" tIns="44746" rIns="89492" bIns="44746" numCol="1" anchor="b" anchorCtr="0" compatLnSpc="1">
            <a:prstTxWarp prst="textNoShape">
              <a:avLst/>
            </a:prstTxWarp>
          </a:bodyPr>
          <a:lstStyle>
            <a:lvl1pPr algn="r" defTabSz="895350">
              <a:defRPr sz="1200" i="0"/>
            </a:lvl1pPr>
          </a:lstStyle>
          <a:p>
            <a:pPr>
              <a:defRPr/>
            </a:pPr>
            <a:fld id="{071080F3-D80D-4DCD-B236-F2E00108A031}" type="slidenum">
              <a:rPr lang="zh-CN" altLang="en-US"/>
              <a:pPr>
                <a:defRPr/>
              </a:pPr>
              <a:t>‹#›</a:t>
            </a:fld>
            <a:endParaRPr lang="en-US" altLang="zh-CN"/>
          </a:p>
        </p:txBody>
      </p:sp>
    </p:spTree>
    <p:extLst>
      <p:ext uri="{BB962C8B-B14F-4D97-AF65-F5344CB8AC3E}">
        <p14:creationId xmlns:p14="http://schemas.microsoft.com/office/powerpoint/2010/main" val="1653487565"/>
      </p:ext>
    </p:extLst>
  </p:cSld>
  <p:clrMap bg1="lt1" tx1="dk1" bg2="lt2" tx2="dk2" accent1="accent1" accent2="accent2" accent3="accent3" accent4="accent4" accent5="accent5" accent6="accent6" hlink="hlink" folHlink="folHlink"/>
  <p:hf hdr="0" dt="0"/>
  <p:notesStyle>
    <a:lvl1pPr marL="222250" indent="-222250" algn="l" rtl="0" eaLnBrk="0" fontAlgn="base" hangingPunct="0">
      <a:lnSpc>
        <a:spcPct val="90000"/>
      </a:lnSpc>
      <a:spcBef>
        <a:spcPct val="20000"/>
      </a:spcBef>
      <a:spcAft>
        <a:spcPct val="0"/>
      </a:spcAft>
      <a:buSzPct val="100000"/>
      <a:buChar char="•"/>
      <a:defRPr sz="1200" kern="1200">
        <a:solidFill>
          <a:schemeClr val="tx1"/>
        </a:solidFill>
        <a:latin typeface="Times New Roman" pitchFamily="18" charset="0"/>
        <a:ea typeface="宋体" pitchFamily="2" charset="-122"/>
        <a:cs typeface="+mn-cs"/>
      </a:defRPr>
    </a:lvl1pPr>
    <a:lvl2pPr marL="520700" indent="-184150" algn="l" rtl="0" eaLnBrk="0" fontAlgn="base" hangingPunct="0">
      <a:lnSpc>
        <a:spcPct val="90000"/>
      </a:lnSpc>
      <a:spcBef>
        <a:spcPct val="20000"/>
      </a:spcBef>
      <a:spcAft>
        <a:spcPct val="0"/>
      </a:spcAft>
      <a:buSzPct val="100000"/>
      <a:buChar char="-"/>
      <a:defRPr sz="1200" kern="1200">
        <a:solidFill>
          <a:schemeClr val="tx1"/>
        </a:solidFill>
        <a:latin typeface="Times New Roman" pitchFamily="18" charset="0"/>
        <a:ea typeface="宋体" pitchFamily="2" charset="-122"/>
        <a:cs typeface="+mn-cs"/>
      </a:defRPr>
    </a:lvl2pPr>
    <a:lvl3pPr marL="914400" algn="l" rtl="0" eaLnBrk="0" fontAlgn="base" hangingPunct="0">
      <a:lnSpc>
        <a:spcPct val="89000"/>
      </a:lnSpc>
      <a:spcBef>
        <a:spcPct val="40000"/>
      </a:spcBef>
      <a:spcAft>
        <a:spcPct val="0"/>
      </a:spcAft>
      <a:buSzPct val="100000"/>
      <a:buChar char="•"/>
      <a:defRPr sz="1200" kern="1200">
        <a:solidFill>
          <a:schemeClr val="tx1"/>
        </a:solidFill>
        <a:latin typeface="Times New Roman" pitchFamily="18" charset="0"/>
        <a:ea typeface="宋体" pitchFamily="2" charset="-122"/>
        <a:cs typeface="+mn-cs"/>
      </a:defRPr>
    </a:lvl3pPr>
    <a:lvl4pPr marL="1371600" algn="l" rtl="0" eaLnBrk="0" fontAlgn="base" hangingPunct="0">
      <a:lnSpc>
        <a:spcPct val="89000"/>
      </a:lnSpc>
      <a:spcBef>
        <a:spcPct val="40000"/>
      </a:spcBef>
      <a:spcAft>
        <a:spcPct val="0"/>
      </a:spcAft>
      <a:buSzPct val="100000"/>
      <a:buChar char="•"/>
      <a:defRPr sz="1200" kern="1200">
        <a:solidFill>
          <a:schemeClr val="tx1"/>
        </a:solidFill>
        <a:latin typeface="Times New Roman" pitchFamily="18" charset="0"/>
        <a:ea typeface="宋体" pitchFamily="2" charset="-122"/>
        <a:cs typeface="+mn-cs"/>
      </a:defRPr>
    </a:lvl4pPr>
    <a:lvl5pPr marL="1828800" algn="l" rtl="0" eaLnBrk="0" fontAlgn="base" hangingPunct="0">
      <a:lnSpc>
        <a:spcPct val="89000"/>
      </a:lnSpc>
      <a:spcBef>
        <a:spcPct val="40000"/>
      </a:spcBef>
      <a:spcAft>
        <a:spcPct val="0"/>
      </a:spcAft>
      <a:buSzPct val="100000"/>
      <a:buChar char="•"/>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19456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29A4AA9-A377-4829-9ED3-2B0CA624715C}" type="slidenum">
              <a:rPr lang="zh-CN" altLang="en-US" sz="1200" i="0" smtClean="0"/>
              <a:pPr/>
              <a:t>1</a:t>
            </a:fld>
            <a:endParaRPr lang="en-US" altLang="zh-CN" sz="1200" i="0" smtClean="0"/>
          </a:p>
        </p:txBody>
      </p:sp>
      <p:sp>
        <p:nvSpPr>
          <p:cNvPr id="194564" name="Rectangle 2"/>
          <p:cNvSpPr>
            <a:spLocks noGrp="1" noRot="1" noChangeAspect="1" noChangeArrowheads="1" noTextEdit="1"/>
          </p:cNvSpPr>
          <p:nvPr>
            <p:ph type="sldImg"/>
          </p:nvPr>
        </p:nvSpPr>
        <p:spPr>
          <a:ln/>
        </p:spPr>
      </p:sp>
      <p:sp>
        <p:nvSpPr>
          <p:cNvPr id="19456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t>插值法是应用非常广泛的一种方法，例如，在查对数表时，要查的数据在表中找不到，于是就先找出它相邻的数，再从表的旁边找出其修正值，按一定关系吧此相邻的数加以修正，就可求出要找的数，这个修正关系是如何得到的呢，实际上就是一种插值</a:t>
            </a:r>
            <a:endParaRPr lang="en-US" altLang="en-US" smtClean="0"/>
          </a:p>
        </p:txBody>
      </p:sp>
    </p:spTree>
    <p:extLst>
      <p:ext uri="{BB962C8B-B14F-4D97-AF65-F5344CB8AC3E}">
        <p14:creationId xmlns:p14="http://schemas.microsoft.com/office/powerpoint/2010/main" val="3150709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19558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19BF662-9531-4761-B4B9-BEB218D463B4}" type="slidenum">
              <a:rPr lang="zh-CN" altLang="en-US" sz="1200" i="0" smtClean="0"/>
              <a:pPr/>
              <a:t>2</a:t>
            </a:fld>
            <a:endParaRPr lang="en-US" altLang="zh-CN" sz="1200" i="0" smtClean="0"/>
          </a:p>
        </p:txBody>
      </p:sp>
      <p:sp>
        <p:nvSpPr>
          <p:cNvPr id="195588" name="Rectangle 2"/>
          <p:cNvSpPr>
            <a:spLocks noGrp="1" noRot="1" noChangeAspect="1" noChangeArrowheads="1" noTextEdit="1"/>
          </p:cNvSpPr>
          <p:nvPr>
            <p:ph type="sldImg"/>
          </p:nvPr>
        </p:nvSpPr>
        <p:spPr>
          <a:ln/>
        </p:spPr>
      </p:sp>
      <p:sp>
        <p:nvSpPr>
          <p:cNvPr id="19558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t>在数学分析中我们用</a:t>
            </a:r>
            <a:r>
              <a:rPr lang="en-US" altLang="zh-CN" smtClean="0"/>
              <a:t>y=f(x)</a:t>
            </a:r>
            <a:r>
              <a:rPr lang="zh-CN" altLang="en-US" smtClean="0"/>
              <a:t>描述一条平面曲线，但在实际问题中，函数</a:t>
            </a:r>
            <a:r>
              <a:rPr lang="en-US" altLang="zh-CN" smtClean="0"/>
              <a:t>y=f(x)</a:t>
            </a:r>
            <a:r>
              <a:rPr lang="zh-CN" altLang="en-US" smtClean="0"/>
              <a:t>往往是通过实验观测得到的一组数据来给出的，即在某个区间[</a:t>
            </a:r>
            <a:r>
              <a:rPr lang="en-US" altLang="zh-CN" smtClean="0"/>
              <a:t>a,b]</a:t>
            </a:r>
            <a:r>
              <a:rPr lang="zh-CN" altLang="en-US" smtClean="0"/>
              <a:t>上给出一系列点的函数值</a:t>
            </a:r>
            <a:r>
              <a:rPr lang="en-US" altLang="zh-CN" smtClean="0"/>
              <a:t>yi=f(xi)，</a:t>
            </a:r>
            <a:r>
              <a:rPr lang="zh-CN" altLang="en-US" smtClean="0"/>
              <a:t>或者给出一个函数表，如何通过这些对应关系去找函数</a:t>
            </a:r>
            <a:r>
              <a:rPr lang="en-US" altLang="zh-CN" smtClean="0"/>
              <a:t>f(x)</a:t>
            </a:r>
            <a:r>
              <a:rPr lang="zh-CN" altLang="en-US" smtClean="0"/>
              <a:t>的近似表达式呢？就可以利用插值。</a:t>
            </a:r>
          </a:p>
          <a:p>
            <a:r>
              <a:rPr lang="zh-CN" altLang="en-US" smtClean="0"/>
              <a:t>简单的说，插值的目的就是根据给定的数据表，寻找一个解析形式的函数</a:t>
            </a:r>
            <a:r>
              <a:rPr lang="en-US" altLang="zh-CN" smtClean="0"/>
              <a:t>p(x)，</a:t>
            </a:r>
            <a:r>
              <a:rPr lang="zh-CN" altLang="en-US" smtClean="0"/>
              <a:t>近似代替</a:t>
            </a:r>
            <a:r>
              <a:rPr lang="en-US" altLang="zh-CN" smtClean="0"/>
              <a:t>f(x)</a:t>
            </a:r>
            <a:endParaRPr lang="zh-CN" altLang="en-US" smtClean="0"/>
          </a:p>
          <a:p>
            <a:endParaRPr lang="zh-CN" altLang="en-US" smtClean="0"/>
          </a:p>
        </p:txBody>
      </p:sp>
    </p:spTree>
    <p:extLst>
      <p:ext uri="{BB962C8B-B14F-4D97-AF65-F5344CB8AC3E}">
        <p14:creationId xmlns:p14="http://schemas.microsoft.com/office/powerpoint/2010/main" val="1067076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19661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748AC15-3DAE-4AEA-89DA-E87F452BC051}" type="slidenum">
              <a:rPr lang="zh-CN" altLang="en-US" sz="1200" i="0" smtClean="0"/>
              <a:pPr/>
              <a:t>4</a:t>
            </a:fld>
            <a:endParaRPr lang="en-US" altLang="zh-CN" sz="1200" i="0" smtClean="0"/>
          </a:p>
        </p:txBody>
      </p:sp>
      <p:sp>
        <p:nvSpPr>
          <p:cNvPr id="196612" name="Rectangle 2"/>
          <p:cNvSpPr>
            <a:spLocks noGrp="1" noRot="1" noChangeAspect="1" noChangeArrowheads="1" noTextEdit="1"/>
          </p:cNvSpPr>
          <p:nvPr>
            <p:ph type="sldImg"/>
          </p:nvPr>
        </p:nvSpPr>
        <p:spPr>
          <a:ln/>
        </p:spPr>
      </p:sp>
      <p:sp>
        <p:nvSpPr>
          <p:cNvPr id="19661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t>实践中有些函数解析式未知，或虽有明确解析式，但计算复杂，这时需要用比较简单且易于计算的函数</a:t>
            </a:r>
            <a:r>
              <a:rPr lang="en-US" altLang="zh-CN" smtClean="0"/>
              <a:t>p(x)</a:t>
            </a:r>
            <a:r>
              <a:rPr lang="zh-CN" altLang="en-US" smtClean="0"/>
              <a:t>去近似代替它，使得</a:t>
            </a:r>
          </a:p>
          <a:p>
            <a:pPr>
              <a:buFontTx/>
              <a:buNone/>
            </a:pPr>
            <a:r>
              <a:rPr lang="zh-CN" altLang="en-US" smtClean="0"/>
              <a:t>			 </a:t>
            </a:r>
            <a:r>
              <a:rPr lang="en-US" altLang="zh-CN" i="1" smtClean="0"/>
              <a:t>p</a:t>
            </a:r>
            <a:r>
              <a:rPr lang="en-US" altLang="zh-CN" smtClean="0"/>
              <a:t>(</a:t>
            </a:r>
            <a:r>
              <a:rPr lang="en-US" altLang="zh-CN" i="1" smtClean="0"/>
              <a:t>x</a:t>
            </a:r>
            <a:r>
              <a:rPr lang="en-US" altLang="zh-CN" baseline="-25000" smtClean="0"/>
              <a:t>i</a:t>
            </a:r>
            <a:r>
              <a:rPr lang="en-US" altLang="zh-CN" smtClean="0"/>
              <a:t>)= </a:t>
            </a:r>
            <a:r>
              <a:rPr lang="en-US" altLang="zh-CN" i="1" smtClean="0"/>
              <a:t>y</a:t>
            </a:r>
            <a:r>
              <a:rPr lang="en-US" altLang="zh-CN" baseline="-25000" smtClean="0"/>
              <a:t>i     </a:t>
            </a:r>
            <a:r>
              <a:rPr lang="en-US" altLang="zh-CN" smtClean="0"/>
              <a:t>(i=0,1,2,…,n)</a:t>
            </a:r>
          </a:p>
          <a:p>
            <a:pPr>
              <a:buFontTx/>
              <a:buNone/>
            </a:pPr>
            <a:r>
              <a:rPr lang="zh-CN" altLang="en-US" smtClean="0"/>
              <a:t>   这类问题称为</a:t>
            </a:r>
            <a:r>
              <a:rPr lang="zh-CN" altLang="en-US" u="sng" smtClean="0">
                <a:solidFill>
                  <a:srgbClr val="FF3300"/>
                </a:solidFill>
              </a:rPr>
              <a:t>插值问题</a:t>
            </a:r>
            <a:r>
              <a:rPr lang="zh-CN" altLang="en-US" smtClean="0"/>
              <a:t>。函数</a:t>
            </a:r>
            <a:r>
              <a:rPr lang="en-US" altLang="zh-CN" i="1" smtClean="0"/>
              <a:t>p</a:t>
            </a:r>
            <a:r>
              <a:rPr lang="en-US" altLang="zh-CN" smtClean="0"/>
              <a:t>(</a:t>
            </a:r>
            <a:r>
              <a:rPr lang="en-US" altLang="zh-CN" i="1" smtClean="0"/>
              <a:t>x</a:t>
            </a:r>
            <a:r>
              <a:rPr lang="en-US" altLang="zh-CN" baseline="-25000" smtClean="0"/>
              <a:t>i</a:t>
            </a:r>
            <a:r>
              <a:rPr lang="en-US" altLang="zh-CN" smtClean="0"/>
              <a:t>)</a:t>
            </a:r>
            <a:r>
              <a:rPr lang="zh-CN" altLang="en-US" smtClean="0"/>
              <a:t>称为</a:t>
            </a:r>
            <a:r>
              <a:rPr lang="zh-CN" altLang="en-US" u="sng" smtClean="0">
                <a:solidFill>
                  <a:srgbClr val="FF3300"/>
                </a:solidFill>
              </a:rPr>
              <a:t>插值函数</a:t>
            </a:r>
            <a:r>
              <a:rPr lang="zh-CN" altLang="en-US" smtClean="0"/>
              <a:t>。 </a:t>
            </a:r>
            <a:r>
              <a:rPr lang="en-US" altLang="zh-CN" i="1" smtClean="0"/>
              <a:t>x</a:t>
            </a:r>
            <a:r>
              <a:rPr lang="en-US" altLang="zh-CN" baseline="-25000" smtClean="0"/>
              <a:t>0</a:t>
            </a:r>
            <a:r>
              <a:rPr lang="en-US" altLang="zh-CN" smtClean="0"/>
              <a:t>,</a:t>
            </a:r>
            <a:r>
              <a:rPr lang="en-US" altLang="zh-CN" i="1" smtClean="0"/>
              <a:t>x</a:t>
            </a:r>
            <a:r>
              <a:rPr lang="en-US" altLang="zh-CN" baseline="-25000" smtClean="0"/>
              <a:t>1</a:t>
            </a:r>
            <a:r>
              <a:rPr lang="en-US" altLang="zh-CN" smtClean="0"/>
              <a:t>,… </a:t>
            </a:r>
            <a:r>
              <a:rPr lang="en-US" altLang="zh-CN" i="1" smtClean="0"/>
              <a:t>x</a:t>
            </a:r>
            <a:r>
              <a:rPr lang="en-US" altLang="zh-CN" baseline="-25000" smtClean="0"/>
              <a:t>n</a:t>
            </a:r>
            <a:r>
              <a:rPr lang="zh-CN" altLang="en-US" smtClean="0"/>
              <a:t>称为</a:t>
            </a:r>
            <a:r>
              <a:rPr lang="zh-CN" altLang="en-US" u="sng" smtClean="0">
                <a:solidFill>
                  <a:srgbClr val="FF3300"/>
                </a:solidFill>
              </a:rPr>
              <a:t>插值节点</a:t>
            </a:r>
            <a:r>
              <a:rPr lang="zh-CN" altLang="en-US" smtClean="0"/>
              <a:t>或简称节点。插值节点所界的区间称为</a:t>
            </a:r>
            <a:r>
              <a:rPr lang="zh-CN" altLang="en-US" u="sng" smtClean="0">
                <a:solidFill>
                  <a:srgbClr val="FF3300"/>
                </a:solidFill>
              </a:rPr>
              <a:t>插值区间</a:t>
            </a:r>
            <a:r>
              <a:rPr lang="zh-CN" altLang="en-US" smtClean="0"/>
              <a:t>。</a:t>
            </a:r>
            <a:r>
              <a:rPr lang="en-US" altLang="zh-CN" i="1" smtClean="0"/>
              <a:t>p</a:t>
            </a:r>
            <a:r>
              <a:rPr lang="en-US" altLang="zh-CN" smtClean="0"/>
              <a:t>(</a:t>
            </a:r>
            <a:r>
              <a:rPr lang="en-US" altLang="zh-CN" i="1" smtClean="0"/>
              <a:t>x</a:t>
            </a:r>
            <a:r>
              <a:rPr lang="en-US" altLang="zh-CN" baseline="-25000" smtClean="0"/>
              <a:t>i</a:t>
            </a:r>
            <a:r>
              <a:rPr lang="en-US" altLang="zh-CN" smtClean="0"/>
              <a:t>)= </a:t>
            </a:r>
            <a:r>
              <a:rPr lang="en-US" altLang="zh-CN" i="1" smtClean="0"/>
              <a:t>y</a:t>
            </a:r>
            <a:r>
              <a:rPr lang="en-US" altLang="zh-CN" baseline="-25000" smtClean="0"/>
              <a:t>i </a:t>
            </a:r>
            <a:r>
              <a:rPr lang="zh-CN" altLang="en-US" smtClean="0"/>
              <a:t>称为插值条件。</a:t>
            </a:r>
          </a:p>
          <a:p>
            <a:pPr>
              <a:buFontTx/>
              <a:buNone/>
            </a:pPr>
            <a:r>
              <a:rPr lang="en-US" altLang="zh-CN" smtClean="0"/>
              <a:t>P(x)</a:t>
            </a:r>
            <a:r>
              <a:rPr lang="zh-CN" altLang="en-US" smtClean="0"/>
              <a:t>的类型可以有各种不同的选择，但最常用的类型时代数多项式，这是因为代数多项式具有一些很好的特性，如它具有各阶导数、计算多项式的值比较方便等等，用代数多项式作为研究插值的工具，就是所谓的代数插值</a:t>
            </a:r>
          </a:p>
          <a:p>
            <a:pPr>
              <a:buFontTx/>
              <a:buNone/>
            </a:pPr>
            <a:r>
              <a:rPr lang="zh-CN" altLang="en-US" smtClean="0"/>
              <a:t>对代数插值来说，为题的提法是这样的，但给出</a:t>
            </a:r>
            <a:r>
              <a:rPr lang="en-US" altLang="zh-CN" smtClean="0"/>
              <a:t>n+1</a:t>
            </a:r>
            <a:r>
              <a:rPr lang="zh-CN" altLang="en-US" smtClean="0"/>
              <a:t>个点上的函数值后，要构造多项式</a:t>
            </a:r>
            <a:r>
              <a:rPr lang="en-US" altLang="zh-CN" smtClean="0"/>
              <a:t>p(x),</a:t>
            </a:r>
            <a:r>
              <a:rPr lang="zh-CN" altLang="en-US" smtClean="0"/>
              <a:t>满足</a:t>
            </a:r>
            <a:r>
              <a:rPr lang="en-US" altLang="zh-CN" smtClean="0"/>
              <a:t>P</a:t>
            </a:r>
            <a:r>
              <a:rPr lang="en-US" altLang="zh-CN" baseline="-25000" smtClean="0"/>
              <a:t>n</a:t>
            </a:r>
            <a:r>
              <a:rPr lang="en-US" altLang="zh-CN" smtClean="0"/>
              <a:t>(</a:t>
            </a:r>
            <a:r>
              <a:rPr lang="en-US" altLang="zh-CN" i="1" smtClean="0"/>
              <a:t>x</a:t>
            </a:r>
            <a:r>
              <a:rPr lang="en-US" altLang="zh-CN" baseline="-25000" smtClean="0"/>
              <a:t>i</a:t>
            </a:r>
            <a:r>
              <a:rPr lang="en-US" altLang="zh-CN" smtClean="0"/>
              <a:t>)= </a:t>
            </a:r>
            <a:r>
              <a:rPr lang="en-US" altLang="zh-CN" i="1" smtClean="0"/>
              <a:t>y</a:t>
            </a:r>
            <a:r>
              <a:rPr lang="en-US" altLang="zh-CN" baseline="-25000" smtClean="0"/>
              <a:t>i </a:t>
            </a:r>
            <a:endParaRPr lang="zh-CN" altLang="en-US" smtClean="0"/>
          </a:p>
          <a:p>
            <a:pPr>
              <a:buFontTx/>
              <a:buNone/>
            </a:pPr>
            <a:endParaRPr lang="zh-CN" altLang="en-US" smtClean="0"/>
          </a:p>
        </p:txBody>
      </p:sp>
    </p:spTree>
    <p:extLst>
      <p:ext uri="{BB962C8B-B14F-4D97-AF65-F5344CB8AC3E}">
        <p14:creationId xmlns:p14="http://schemas.microsoft.com/office/powerpoint/2010/main" val="553755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19763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F134AC5-7B60-4EDC-99FB-860D717ECEBE}" type="slidenum">
              <a:rPr lang="zh-CN" altLang="en-US" sz="1200" i="0" smtClean="0"/>
              <a:pPr/>
              <a:t>6</a:t>
            </a:fld>
            <a:endParaRPr lang="en-US" altLang="zh-CN" sz="1200" i="0" smtClean="0"/>
          </a:p>
        </p:txBody>
      </p:sp>
      <p:sp>
        <p:nvSpPr>
          <p:cNvPr id="197636" name="Rectangle 2"/>
          <p:cNvSpPr>
            <a:spLocks noGrp="1" noRot="1" noChangeAspect="1" noChangeArrowheads="1" noTextEdit="1"/>
          </p:cNvSpPr>
          <p:nvPr>
            <p:ph type="sldImg"/>
          </p:nvPr>
        </p:nvSpPr>
        <p:spPr>
          <a:ln/>
        </p:spPr>
      </p:sp>
      <p:sp>
        <p:nvSpPr>
          <p:cNvPr id="19763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t>实践中有些函数解析式未知，或虽有明确解析式，但计算复杂，这时需要用比较简单且易于计算的函数</a:t>
            </a:r>
            <a:r>
              <a:rPr lang="en-US" altLang="zh-CN" smtClean="0"/>
              <a:t>p(x)</a:t>
            </a:r>
            <a:r>
              <a:rPr lang="zh-CN" altLang="en-US" smtClean="0"/>
              <a:t>去近似代替它，使得</a:t>
            </a:r>
          </a:p>
          <a:p>
            <a:pPr>
              <a:buFontTx/>
              <a:buNone/>
            </a:pPr>
            <a:r>
              <a:rPr lang="zh-CN" altLang="en-US" smtClean="0"/>
              <a:t>			 </a:t>
            </a:r>
            <a:r>
              <a:rPr lang="en-US" altLang="zh-CN" i="1" smtClean="0"/>
              <a:t>p</a:t>
            </a:r>
            <a:r>
              <a:rPr lang="en-US" altLang="zh-CN" smtClean="0"/>
              <a:t>(</a:t>
            </a:r>
            <a:r>
              <a:rPr lang="en-US" altLang="zh-CN" i="1" smtClean="0"/>
              <a:t>x</a:t>
            </a:r>
            <a:r>
              <a:rPr lang="en-US" altLang="zh-CN" baseline="-25000" smtClean="0"/>
              <a:t>i</a:t>
            </a:r>
            <a:r>
              <a:rPr lang="en-US" altLang="zh-CN" smtClean="0"/>
              <a:t>)= </a:t>
            </a:r>
            <a:r>
              <a:rPr lang="en-US" altLang="zh-CN" i="1" smtClean="0"/>
              <a:t>y</a:t>
            </a:r>
            <a:r>
              <a:rPr lang="en-US" altLang="zh-CN" baseline="-25000" smtClean="0"/>
              <a:t>i     </a:t>
            </a:r>
            <a:r>
              <a:rPr lang="en-US" altLang="zh-CN" smtClean="0"/>
              <a:t>(i=0,1,2,…,n)</a:t>
            </a:r>
          </a:p>
          <a:p>
            <a:pPr>
              <a:buFontTx/>
              <a:buNone/>
            </a:pPr>
            <a:r>
              <a:rPr lang="zh-CN" altLang="en-US" smtClean="0"/>
              <a:t>   这类问题称为</a:t>
            </a:r>
            <a:r>
              <a:rPr lang="zh-CN" altLang="en-US" u="sng" smtClean="0">
                <a:solidFill>
                  <a:srgbClr val="FF3300"/>
                </a:solidFill>
              </a:rPr>
              <a:t>插值问题</a:t>
            </a:r>
            <a:r>
              <a:rPr lang="zh-CN" altLang="en-US" smtClean="0"/>
              <a:t>。函数</a:t>
            </a:r>
            <a:r>
              <a:rPr lang="en-US" altLang="zh-CN" i="1" smtClean="0"/>
              <a:t>p</a:t>
            </a:r>
            <a:r>
              <a:rPr lang="en-US" altLang="zh-CN" smtClean="0"/>
              <a:t>(</a:t>
            </a:r>
            <a:r>
              <a:rPr lang="en-US" altLang="zh-CN" i="1" smtClean="0"/>
              <a:t>x</a:t>
            </a:r>
            <a:r>
              <a:rPr lang="en-US" altLang="zh-CN" baseline="-25000" smtClean="0"/>
              <a:t>i</a:t>
            </a:r>
            <a:r>
              <a:rPr lang="en-US" altLang="zh-CN" smtClean="0"/>
              <a:t>)</a:t>
            </a:r>
            <a:r>
              <a:rPr lang="zh-CN" altLang="en-US" smtClean="0"/>
              <a:t>称为</a:t>
            </a:r>
            <a:r>
              <a:rPr lang="zh-CN" altLang="en-US" u="sng" smtClean="0">
                <a:solidFill>
                  <a:srgbClr val="FF3300"/>
                </a:solidFill>
              </a:rPr>
              <a:t>插值函数</a:t>
            </a:r>
            <a:r>
              <a:rPr lang="zh-CN" altLang="en-US" smtClean="0"/>
              <a:t>。 </a:t>
            </a:r>
            <a:r>
              <a:rPr lang="en-US" altLang="zh-CN" i="1" smtClean="0"/>
              <a:t>x</a:t>
            </a:r>
            <a:r>
              <a:rPr lang="en-US" altLang="zh-CN" baseline="-25000" smtClean="0"/>
              <a:t>0</a:t>
            </a:r>
            <a:r>
              <a:rPr lang="en-US" altLang="zh-CN" smtClean="0"/>
              <a:t>,</a:t>
            </a:r>
            <a:r>
              <a:rPr lang="en-US" altLang="zh-CN" i="1" smtClean="0"/>
              <a:t>x</a:t>
            </a:r>
            <a:r>
              <a:rPr lang="en-US" altLang="zh-CN" baseline="-25000" smtClean="0"/>
              <a:t>1</a:t>
            </a:r>
            <a:r>
              <a:rPr lang="en-US" altLang="zh-CN" smtClean="0"/>
              <a:t>,… </a:t>
            </a:r>
            <a:r>
              <a:rPr lang="en-US" altLang="zh-CN" i="1" smtClean="0"/>
              <a:t>x</a:t>
            </a:r>
            <a:r>
              <a:rPr lang="en-US" altLang="zh-CN" baseline="-25000" smtClean="0"/>
              <a:t>n</a:t>
            </a:r>
            <a:r>
              <a:rPr lang="zh-CN" altLang="en-US" smtClean="0"/>
              <a:t>称为</a:t>
            </a:r>
            <a:r>
              <a:rPr lang="zh-CN" altLang="en-US" u="sng" smtClean="0">
                <a:solidFill>
                  <a:srgbClr val="FF3300"/>
                </a:solidFill>
              </a:rPr>
              <a:t>插值节点</a:t>
            </a:r>
            <a:r>
              <a:rPr lang="zh-CN" altLang="en-US" smtClean="0"/>
              <a:t>或简称节点。插值节点所界的区间称为</a:t>
            </a:r>
            <a:r>
              <a:rPr lang="zh-CN" altLang="en-US" u="sng" smtClean="0">
                <a:solidFill>
                  <a:srgbClr val="FF3300"/>
                </a:solidFill>
              </a:rPr>
              <a:t>插值区间</a:t>
            </a:r>
            <a:r>
              <a:rPr lang="zh-CN" altLang="en-US" smtClean="0"/>
              <a:t>。</a:t>
            </a:r>
            <a:r>
              <a:rPr lang="en-US" altLang="zh-CN" i="1" smtClean="0"/>
              <a:t>p</a:t>
            </a:r>
            <a:r>
              <a:rPr lang="en-US" altLang="zh-CN" smtClean="0"/>
              <a:t>(</a:t>
            </a:r>
            <a:r>
              <a:rPr lang="en-US" altLang="zh-CN" i="1" smtClean="0"/>
              <a:t>x</a:t>
            </a:r>
            <a:r>
              <a:rPr lang="en-US" altLang="zh-CN" baseline="-25000" smtClean="0"/>
              <a:t>i</a:t>
            </a:r>
            <a:r>
              <a:rPr lang="en-US" altLang="zh-CN" smtClean="0"/>
              <a:t>)= </a:t>
            </a:r>
            <a:r>
              <a:rPr lang="en-US" altLang="zh-CN" i="1" smtClean="0"/>
              <a:t>y</a:t>
            </a:r>
            <a:r>
              <a:rPr lang="en-US" altLang="zh-CN" baseline="-25000" smtClean="0"/>
              <a:t>i </a:t>
            </a:r>
            <a:r>
              <a:rPr lang="zh-CN" altLang="en-US" smtClean="0"/>
              <a:t>称为插值条件。</a:t>
            </a:r>
          </a:p>
          <a:p>
            <a:pPr>
              <a:buFontTx/>
              <a:buNone/>
            </a:pPr>
            <a:r>
              <a:rPr lang="en-US" altLang="zh-CN" smtClean="0"/>
              <a:t>P(x)</a:t>
            </a:r>
            <a:r>
              <a:rPr lang="zh-CN" altLang="en-US" smtClean="0"/>
              <a:t>的类型可以有各种不同的选择，但最常用的类型时代数多项式，这是因为代数多项式具有一些很好的特性，如它具有各阶导数、计算多项式的值比较方便等等，用代数多项式作为研究插值的工具，就是所谓的代数插值</a:t>
            </a:r>
          </a:p>
          <a:p>
            <a:pPr>
              <a:buFontTx/>
              <a:buNone/>
            </a:pPr>
            <a:r>
              <a:rPr lang="zh-CN" altLang="en-US" smtClean="0"/>
              <a:t>对代数插值来说，为题的提法是这样的，但给出</a:t>
            </a:r>
            <a:r>
              <a:rPr lang="en-US" altLang="zh-CN" smtClean="0"/>
              <a:t>n+1</a:t>
            </a:r>
            <a:r>
              <a:rPr lang="zh-CN" altLang="en-US" smtClean="0"/>
              <a:t>个点上的函数值后，要构造多项式</a:t>
            </a:r>
            <a:r>
              <a:rPr lang="en-US" altLang="zh-CN" smtClean="0"/>
              <a:t>p(x),</a:t>
            </a:r>
            <a:r>
              <a:rPr lang="zh-CN" altLang="en-US" smtClean="0"/>
              <a:t>满足</a:t>
            </a:r>
            <a:r>
              <a:rPr lang="en-US" altLang="zh-CN" smtClean="0"/>
              <a:t>P</a:t>
            </a:r>
            <a:r>
              <a:rPr lang="en-US" altLang="zh-CN" baseline="-25000" smtClean="0"/>
              <a:t>n</a:t>
            </a:r>
            <a:r>
              <a:rPr lang="en-US" altLang="zh-CN" smtClean="0"/>
              <a:t>(</a:t>
            </a:r>
            <a:r>
              <a:rPr lang="en-US" altLang="zh-CN" i="1" smtClean="0"/>
              <a:t>x</a:t>
            </a:r>
            <a:r>
              <a:rPr lang="en-US" altLang="zh-CN" baseline="-25000" smtClean="0"/>
              <a:t>i</a:t>
            </a:r>
            <a:r>
              <a:rPr lang="en-US" altLang="zh-CN" smtClean="0"/>
              <a:t>)= </a:t>
            </a:r>
            <a:r>
              <a:rPr lang="en-US" altLang="zh-CN" i="1" smtClean="0"/>
              <a:t>y</a:t>
            </a:r>
            <a:r>
              <a:rPr lang="en-US" altLang="zh-CN" baseline="-25000" smtClean="0"/>
              <a:t>i </a:t>
            </a:r>
            <a:endParaRPr lang="zh-CN" altLang="en-US" smtClean="0"/>
          </a:p>
          <a:p>
            <a:pPr>
              <a:buFontTx/>
              <a:buNone/>
            </a:pPr>
            <a:endParaRPr lang="zh-CN" altLang="en-US" smtClean="0"/>
          </a:p>
        </p:txBody>
      </p:sp>
    </p:spTree>
    <p:extLst>
      <p:ext uri="{BB962C8B-B14F-4D97-AF65-F5344CB8AC3E}">
        <p14:creationId xmlns:p14="http://schemas.microsoft.com/office/powerpoint/2010/main" val="2903728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19865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A753719-438A-4484-AC3C-AAB6B916EB4A}" type="slidenum">
              <a:rPr lang="zh-CN" altLang="en-US" sz="1200" i="0" smtClean="0"/>
              <a:pPr/>
              <a:t>7</a:t>
            </a:fld>
            <a:endParaRPr lang="en-US" altLang="zh-CN" sz="1200" i="0" smtClean="0"/>
          </a:p>
        </p:txBody>
      </p:sp>
      <p:sp>
        <p:nvSpPr>
          <p:cNvPr id="198660" name="Rectangle 2"/>
          <p:cNvSpPr>
            <a:spLocks noGrp="1" noRot="1" noChangeAspect="1" noChangeArrowheads="1" noTextEdit="1"/>
          </p:cNvSpPr>
          <p:nvPr>
            <p:ph type="sldImg"/>
          </p:nvPr>
        </p:nvSpPr>
        <p:spPr>
          <a:ln/>
        </p:spPr>
      </p:sp>
      <p:sp>
        <p:nvSpPr>
          <p:cNvPr id="19866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t>下面我们从最简单的情形着手，介绍如何构造这种插值函数，并在一定条件下讨论插值得到的函数与被插函数的误差</a:t>
            </a:r>
          </a:p>
          <a:p>
            <a:r>
              <a:rPr lang="zh-CN" altLang="en-US" smtClean="0"/>
              <a:t>如何构造一个插值函数，能够满足通过两点的要求呢？最简单的就是通过两点作一点直线，把直线方程表示为</a:t>
            </a:r>
          </a:p>
          <a:p>
            <a:r>
              <a:rPr lang="zh-CN" altLang="en-US" smtClean="0"/>
              <a:t>实际上这就是线性插值</a:t>
            </a:r>
          </a:p>
          <a:p>
            <a:endParaRPr lang="zh-CN" altLang="en-US" smtClean="0"/>
          </a:p>
        </p:txBody>
      </p:sp>
    </p:spTree>
    <p:extLst>
      <p:ext uri="{BB962C8B-B14F-4D97-AF65-F5344CB8AC3E}">
        <p14:creationId xmlns:p14="http://schemas.microsoft.com/office/powerpoint/2010/main" val="1796837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19968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9F88B3F-3E55-4DCB-AAD7-C52E0EA1EBFC}" type="slidenum">
              <a:rPr lang="zh-CN" altLang="en-US" sz="1200" i="0" smtClean="0"/>
              <a:pPr/>
              <a:t>8</a:t>
            </a:fld>
            <a:endParaRPr lang="en-US" altLang="zh-CN" sz="1200" i="0" smtClean="0"/>
          </a:p>
        </p:txBody>
      </p:sp>
      <p:sp>
        <p:nvSpPr>
          <p:cNvPr id="199684" name="Rectangle 2"/>
          <p:cNvSpPr>
            <a:spLocks noGrp="1" noRot="1" noChangeAspect="1" noChangeArrowheads="1" noTextEdit="1"/>
          </p:cNvSpPr>
          <p:nvPr>
            <p:ph type="sldImg"/>
          </p:nvPr>
        </p:nvSpPr>
        <p:spPr>
          <a:ln/>
        </p:spPr>
      </p:sp>
      <p:sp>
        <p:nvSpPr>
          <p:cNvPr id="19968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t>线性插值是用两个点构造</a:t>
            </a:r>
            <a:r>
              <a:rPr lang="en-US" altLang="zh-CN" smtClean="0"/>
              <a:t>y=f(x)</a:t>
            </a:r>
            <a:r>
              <a:rPr lang="zh-CN" altLang="en-US" smtClean="0"/>
              <a:t>的插值函数。下面我们用三个点构造插值函数，过三点可以做一条抛物线，假设方程为</a:t>
            </a:r>
          </a:p>
          <a:p>
            <a:r>
              <a:rPr lang="zh-CN" altLang="en-US" smtClean="0"/>
              <a:t>上述方法，可以推广到</a:t>
            </a:r>
            <a:r>
              <a:rPr lang="en-US" altLang="zh-CN" smtClean="0"/>
              <a:t>n</a:t>
            </a:r>
            <a:r>
              <a:rPr lang="zh-CN" altLang="en-US" smtClean="0"/>
              <a:t>次插值的形式，但是通过解方程组来确定系数，工作量是很大的</a:t>
            </a:r>
          </a:p>
          <a:p>
            <a:endParaRPr lang="zh-CN" altLang="en-US" smtClean="0"/>
          </a:p>
        </p:txBody>
      </p:sp>
    </p:spTree>
    <p:extLst>
      <p:ext uri="{BB962C8B-B14F-4D97-AF65-F5344CB8AC3E}">
        <p14:creationId xmlns:p14="http://schemas.microsoft.com/office/powerpoint/2010/main" val="1395866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070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9B8457F-7051-460D-8006-60CF4CFC3D6A}" type="slidenum">
              <a:rPr lang="zh-CN" altLang="en-US" sz="1200" i="0" smtClean="0"/>
              <a:pPr/>
              <a:t>11</a:t>
            </a:fld>
            <a:endParaRPr lang="en-US" altLang="zh-CN" sz="1200" i="0" smtClean="0"/>
          </a:p>
        </p:txBody>
      </p:sp>
      <p:sp>
        <p:nvSpPr>
          <p:cNvPr id="200708" name="Rectangle 2"/>
          <p:cNvSpPr>
            <a:spLocks noGrp="1" noRot="1" noChangeAspect="1" noChangeArrowheads="1" noTextEdit="1"/>
          </p:cNvSpPr>
          <p:nvPr>
            <p:ph type="sldImg"/>
          </p:nvPr>
        </p:nvSpPr>
        <p:spPr>
          <a:solidFill>
            <a:srgbClr val="FFFFFF"/>
          </a:solidFill>
          <a:ln/>
        </p:spPr>
      </p:sp>
      <p:sp>
        <p:nvSpPr>
          <p:cNvPr id="200709" name="Rectangle 3"/>
          <p:cNvSpPr>
            <a:spLocks noGrp="1" noChangeArrowheads="1"/>
          </p:cNvSpPr>
          <p:nvPr>
            <p:ph type="body" idx="1"/>
          </p:nvPr>
        </p:nvSpPr>
        <p:spPr>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1589539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173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B4CD043-4D27-42FF-8432-92BE593A6A58}" type="slidenum">
              <a:rPr lang="zh-CN" altLang="en-US" sz="1200" i="0" smtClean="0"/>
              <a:pPr/>
              <a:t>14</a:t>
            </a:fld>
            <a:endParaRPr lang="en-US" altLang="zh-CN" sz="1200" i="0" smtClean="0"/>
          </a:p>
        </p:txBody>
      </p:sp>
      <p:sp>
        <p:nvSpPr>
          <p:cNvPr id="201732" name="Rectangle 2"/>
          <p:cNvSpPr>
            <a:spLocks noGrp="1" noRot="1" noChangeAspect="1" noChangeArrowheads="1" noTextEdit="1"/>
          </p:cNvSpPr>
          <p:nvPr>
            <p:ph type="sldImg"/>
          </p:nvPr>
        </p:nvSpPr>
        <p:spPr>
          <a:ln/>
        </p:spPr>
      </p:sp>
      <p:sp>
        <p:nvSpPr>
          <p:cNvPr id="20173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t>各阶差商可按下表排列方式逐列进行计算，称下表为差商表</a:t>
            </a:r>
          </a:p>
        </p:txBody>
      </p:sp>
    </p:spTree>
    <p:extLst>
      <p:ext uri="{BB962C8B-B14F-4D97-AF65-F5344CB8AC3E}">
        <p14:creationId xmlns:p14="http://schemas.microsoft.com/office/powerpoint/2010/main" val="2947443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275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3CF29D5-ED08-4478-90D9-76E82910F1E9}" type="slidenum">
              <a:rPr lang="zh-CN" altLang="en-US" sz="1200" i="0" smtClean="0"/>
              <a:pPr/>
              <a:t>16</a:t>
            </a:fld>
            <a:endParaRPr lang="en-US" altLang="zh-CN" sz="1200" i="0" smtClean="0"/>
          </a:p>
        </p:txBody>
      </p:sp>
      <p:sp>
        <p:nvSpPr>
          <p:cNvPr id="202756" name="Rectangle 2"/>
          <p:cNvSpPr>
            <a:spLocks noGrp="1" noRot="1" noChangeAspect="1" noChangeArrowheads="1" noTextEdit="1"/>
          </p:cNvSpPr>
          <p:nvPr>
            <p:ph type="sldImg"/>
          </p:nvPr>
        </p:nvSpPr>
        <p:spPr>
          <a:ln/>
        </p:spPr>
      </p:sp>
      <p:sp>
        <p:nvSpPr>
          <p:cNvPr id="20275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sym typeface="Symbol" pitchFamily="18" charset="2"/>
              </a:rPr>
              <a:t>差商的重要特性——对称性，即差商的值与同组节点排列的次序无关。</a:t>
            </a:r>
          </a:p>
        </p:txBody>
      </p:sp>
    </p:spTree>
    <p:extLst>
      <p:ext uri="{BB962C8B-B14F-4D97-AF65-F5344CB8AC3E}">
        <p14:creationId xmlns:p14="http://schemas.microsoft.com/office/powerpoint/2010/main" val="2599148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377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6475999-74B1-4B31-951A-7DD723EC9A98}" type="slidenum">
              <a:rPr lang="zh-CN" altLang="en-US" sz="1200" i="0" smtClean="0"/>
              <a:pPr/>
              <a:t>18</a:t>
            </a:fld>
            <a:endParaRPr lang="en-US" altLang="zh-CN" sz="1200" i="0" smtClean="0"/>
          </a:p>
        </p:txBody>
      </p:sp>
      <p:sp>
        <p:nvSpPr>
          <p:cNvPr id="203780" name="Rectangle 2"/>
          <p:cNvSpPr>
            <a:spLocks noGrp="1" noRot="1" noChangeAspect="1" noChangeArrowheads="1" noTextEdit="1"/>
          </p:cNvSpPr>
          <p:nvPr>
            <p:ph type="sldImg"/>
          </p:nvPr>
        </p:nvSpPr>
        <p:spPr>
          <a:ln/>
        </p:spPr>
      </p:sp>
      <p:sp>
        <p:nvSpPr>
          <p:cNvPr id="20378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2308820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480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AEA54BF-DB91-419C-A473-5AB1D81D295E}" type="slidenum">
              <a:rPr lang="zh-CN" altLang="en-US" sz="1200" i="0" smtClean="0"/>
              <a:pPr/>
              <a:t>19</a:t>
            </a:fld>
            <a:endParaRPr lang="en-US" altLang="zh-CN" sz="1200" i="0" smtClean="0"/>
          </a:p>
        </p:txBody>
      </p:sp>
      <p:sp>
        <p:nvSpPr>
          <p:cNvPr id="204804" name="Rectangle 2"/>
          <p:cNvSpPr>
            <a:spLocks noGrp="1" noRot="1" noChangeAspect="1" noChangeArrowheads="1" noTextEdit="1"/>
          </p:cNvSpPr>
          <p:nvPr>
            <p:ph type="sldImg"/>
          </p:nvPr>
        </p:nvSpPr>
        <p:spPr>
          <a:ln/>
        </p:spPr>
      </p:sp>
      <p:sp>
        <p:nvSpPr>
          <p:cNvPr id="20480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t>一般情况下，可以用数学归纳法证明</a:t>
            </a:r>
            <a:r>
              <a:rPr lang="en-US" altLang="zh-CN" i="1" smtClean="0"/>
              <a:t>f</a:t>
            </a:r>
            <a:r>
              <a:rPr lang="en-US" altLang="zh-CN" smtClean="0"/>
              <a:t>(</a:t>
            </a:r>
            <a:r>
              <a:rPr lang="en-US" altLang="zh-CN" i="1" smtClean="0"/>
              <a:t>x</a:t>
            </a:r>
            <a:r>
              <a:rPr lang="en-US" altLang="zh-CN" smtClean="0"/>
              <a:t>)</a:t>
            </a:r>
            <a:r>
              <a:rPr lang="zh-CN" altLang="en-US" smtClean="0"/>
              <a:t>的</a:t>
            </a:r>
            <a:r>
              <a:rPr lang="en-US" altLang="zh-CN" smtClean="0"/>
              <a:t>k</a:t>
            </a:r>
            <a:r>
              <a:rPr lang="zh-CN" altLang="en-US" smtClean="0"/>
              <a:t>阶差商</a:t>
            </a:r>
            <a:r>
              <a:rPr lang="en-US" altLang="zh-CN" smtClean="0"/>
              <a:t>f </a:t>
            </a:r>
            <a:r>
              <a:rPr lang="zh-CN" altLang="en-US" smtClean="0"/>
              <a:t>[</a:t>
            </a:r>
            <a:r>
              <a:rPr lang="en-US" altLang="zh-CN" i="1" smtClean="0"/>
              <a:t>x</a:t>
            </a:r>
            <a:r>
              <a:rPr lang="en-US" altLang="zh-CN" baseline="-25000" smtClean="0"/>
              <a:t>0</a:t>
            </a:r>
            <a:r>
              <a:rPr lang="zh-CN" altLang="en-US" smtClean="0"/>
              <a:t>,</a:t>
            </a:r>
            <a:r>
              <a:rPr lang="en-US" altLang="zh-CN" i="1" smtClean="0"/>
              <a:t>x</a:t>
            </a:r>
            <a:r>
              <a:rPr lang="en-US" altLang="zh-CN" baseline="-25000" smtClean="0"/>
              <a:t>1</a:t>
            </a:r>
            <a:r>
              <a:rPr lang="zh-CN" altLang="en-US" smtClean="0"/>
              <a:t>,…,</a:t>
            </a:r>
            <a:r>
              <a:rPr lang="en-US" altLang="zh-CN" i="1" smtClean="0"/>
              <a:t>x</a:t>
            </a:r>
            <a:r>
              <a:rPr lang="en-US" altLang="zh-CN" baseline="-25000" smtClean="0"/>
              <a:t>k</a:t>
            </a:r>
            <a:r>
              <a:rPr lang="en-US" altLang="zh-CN" smtClean="0"/>
              <a:t>]</a:t>
            </a:r>
            <a:r>
              <a:rPr lang="zh-CN" altLang="en-US" smtClean="0"/>
              <a:t>是节点</a:t>
            </a:r>
            <a:r>
              <a:rPr lang="en-US" altLang="zh-CN" i="1" smtClean="0"/>
              <a:t>x</a:t>
            </a:r>
            <a:r>
              <a:rPr lang="en-US" altLang="zh-CN" baseline="-25000" smtClean="0"/>
              <a:t>0</a:t>
            </a:r>
            <a:r>
              <a:rPr lang="zh-CN" altLang="en-US" smtClean="0"/>
              <a:t>,</a:t>
            </a:r>
            <a:r>
              <a:rPr lang="en-US" altLang="zh-CN" i="1" smtClean="0"/>
              <a:t>x</a:t>
            </a:r>
            <a:r>
              <a:rPr lang="en-US" altLang="zh-CN" baseline="-25000" smtClean="0"/>
              <a:t>1</a:t>
            </a:r>
            <a:r>
              <a:rPr lang="zh-CN" altLang="en-US" smtClean="0"/>
              <a:t>,…,</a:t>
            </a:r>
            <a:r>
              <a:rPr lang="en-US" altLang="zh-CN" i="1" smtClean="0"/>
              <a:t>x</a:t>
            </a:r>
            <a:r>
              <a:rPr lang="en-US" altLang="zh-CN" baseline="-25000" smtClean="0"/>
              <a:t>k</a:t>
            </a:r>
            <a:r>
              <a:rPr lang="zh-CN" altLang="en-US" smtClean="0"/>
              <a:t>的对称函数，并可表示成如下的分解式</a:t>
            </a:r>
          </a:p>
          <a:p>
            <a:endParaRPr lang="zh-CN" altLang="en-US" smtClean="0"/>
          </a:p>
        </p:txBody>
      </p:sp>
    </p:spTree>
    <p:extLst>
      <p:ext uri="{BB962C8B-B14F-4D97-AF65-F5344CB8AC3E}">
        <p14:creationId xmlns:p14="http://schemas.microsoft.com/office/powerpoint/2010/main" val="3200071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582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876E101-1594-44D1-AABC-A69304EF85BA}" type="slidenum">
              <a:rPr lang="zh-CN" altLang="en-US" sz="1200" i="0" smtClean="0"/>
              <a:pPr/>
              <a:t>22</a:t>
            </a:fld>
            <a:endParaRPr lang="en-US" altLang="zh-CN" sz="1200" i="0" smtClean="0"/>
          </a:p>
        </p:txBody>
      </p:sp>
      <p:sp>
        <p:nvSpPr>
          <p:cNvPr id="205828" name="Rectangle 2"/>
          <p:cNvSpPr>
            <a:spLocks noGrp="1" noRot="1" noChangeAspect="1" noChangeArrowheads="1" noTextEdit="1"/>
          </p:cNvSpPr>
          <p:nvPr>
            <p:ph type="sldImg"/>
          </p:nvPr>
        </p:nvSpPr>
        <p:spPr>
          <a:ln/>
        </p:spPr>
      </p:sp>
      <p:sp>
        <p:nvSpPr>
          <p:cNvPr id="20582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868802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685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C44DB82-AFEE-4E1B-A803-C680835B9267}" type="slidenum">
              <a:rPr lang="zh-CN" altLang="en-US" sz="1200" i="0" smtClean="0"/>
              <a:pPr/>
              <a:t>23</a:t>
            </a:fld>
            <a:endParaRPr lang="en-US" altLang="zh-CN" sz="1200" i="0" smtClean="0"/>
          </a:p>
        </p:txBody>
      </p:sp>
      <p:sp>
        <p:nvSpPr>
          <p:cNvPr id="206852" name="Rectangle 2"/>
          <p:cNvSpPr>
            <a:spLocks noGrp="1" noRot="1" noChangeAspect="1" noChangeArrowheads="1" noTextEdit="1"/>
          </p:cNvSpPr>
          <p:nvPr>
            <p:ph type="sldImg"/>
          </p:nvPr>
        </p:nvSpPr>
        <p:spPr>
          <a:ln/>
        </p:spPr>
      </p:sp>
      <p:sp>
        <p:nvSpPr>
          <p:cNvPr id="20685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1632686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787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A3B773F-9DDE-4C54-8F1D-DF9BA8E992A1}" type="slidenum">
              <a:rPr lang="zh-CN" altLang="en-US" sz="1200" i="0" smtClean="0"/>
              <a:pPr/>
              <a:t>24</a:t>
            </a:fld>
            <a:endParaRPr lang="en-US" altLang="zh-CN" sz="1200" i="0" smtClean="0"/>
          </a:p>
        </p:txBody>
      </p:sp>
      <p:sp>
        <p:nvSpPr>
          <p:cNvPr id="207876" name="Rectangle 2"/>
          <p:cNvSpPr>
            <a:spLocks noGrp="1" noRot="1" noChangeAspect="1" noChangeArrowheads="1" noTextEdit="1"/>
          </p:cNvSpPr>
          <p:nvPr>
            <p:ph type="sldImg"/>
          </p:nvPr>
        </p:nvSpPr>
        <p:spPr>
          <a:ln/>
        </p:spPr>
      </p:sp>
      <p:sp>
        <p:nvSpPr>
          <p:cNvPr id="20787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1937225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889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E28B672-5321-45AC-89EE-DDC85E799D14}" type="slidenum">
              <a:rPr lang="zh-CN" altLang="en-US" sz="1200" i="0" smtClean="0"/>
              <a:pPr/>
              <a:t>25</a:t>
            </a:fld>
            <a:endParaRPr lang="en-US" altLang="zh-CN" sz="1200" i="0" smtClean="0"/>
          </a:p>
        </p:txBody>
      </p:sp>
      <p:sp>
        <p:nvSpPr>
          <p:cNvPr id="208900" name="Rectangle 2"/>
          <p:cNvSpPr>
            <a:spLocks noGrp="1" noRot="1" noChangeAspect="1" noChangeArrowheads="1" noTextEdit="1"/>
          </p:cNvSpPr>
          <p:nvPr>
            <p:ph type="sldImg"/>
          </p:nvPr>
        </p:nvSpPr>
        <p:spPr>
          <a:ln/>
        </p:spPr>
      </p:sp>
      <p:sp>
        <p:nvSpPr>
          <p:cNvPr id="20890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lnSpc>
                <a:spcPct val="70000"/>
              </a:lnSpc>
            </a:pPr>
            <a:endParaRPr lang="zh-CN" altLang="en-US" smtClean="0"/>
          </a:p>
        </p:txBody>
      </p:sp>
    </p:spTree>
    <p:extLst>
      <p:ext uri="{BB962C8B-B14F-4D97-AF65-F5344CB8AC3E}">
        <p14:creationId xmlns:p14="http://schemas.microsoft.com/office/powerpoint/2010/main" val="1768708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0992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A0E014F-FF0A-4B39-8C0A-1A2205F0466C}" type="slidenum">
              <a:rPr lang="zh-CN" altLang="en-US" sz="1200" i="0" smtClean="0"/>
              <a:pPr/>
              <a:t>26</a:t>
            </a:fld>
            <a:endParaRPr lang="en-US" altLang="zh-CN" sz="1200" i="0" smtClean="0"/>
          </a:p>
        </p:txBody>
      </p:sp>
      <p:sp>
        <p:nvSpPr>
          <p:cNvPr id="209924" name="Rectangle 2"/>
          <p:cNvSpPr>
            <a:spLocks noGrp="1" noRot="1" noChangeAspect="1" noChangeArrowheads="1" noTextEdit="1"/>
          </p:cNvSpPr>
          <p:nvPr>
            <p:ph type="sldImg"/>
          </p:nvPr>
        </p:nvSpPr>
        <p:spPr>
          <a:ln/>
        </p:spPr>
      </p:sp>
      <p:sp>
        <p:nvSpPr>
          <p:cNvPr id="20992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lnSpc>
                <a:spcPct val="70000"/>
              </a:lnSpc>
            </a:pPr>
            <a:endParaRPr lang="zh-CN" altLang="en-US" smtClean="0"/>
          </a:p>
        </p:txBody>
      </p:sp>
    </p:spTree>
    <p:extLst>
      <p:ext uri="{BB962C8B-B14F-4D97-AF65-F5344CB8AC3E}">
        <p14:creationId xmlns:p14="http://schemas.microsoft.com/office/powerpoint/2010/main" val="1204924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094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3C3B118-154C-4870-B3B4-5F8C1094099A}" type="slidenum">
              <a:rPr lang="zh-CN" altLang="en-US" sz="1200" i="0" smtClean="0"/>
              <a:pPr/>
              <a:t>33</a:t>
            </a:fld>
            <a:endParaRPr lang="en-US" altLang="zh-CN" sz="1200" i="0" smtClean="0"/>
          </a:p>
        </p:txBody>
      </p:sp>
      <p:sp>
        <p:nvSpPr>
          <p:cNvPr id="210948" name="Rectangle 2"/>
          <p:cNvSpPr>
            <a:spLocks noGrp="1" noRot="1" noChangeAspect="1" noChangeArrowheads="1" noTextEdit="1"/>
          </p:cNvSpPr>
          <p:nvPr>
            <p:ph type="sldImg"/>
          </p:nvPr>
        </p:nvSpPr>
        <p:spPr>
          <a:solidFill>
            <a:srgbClr val="FFFFFF"/>
          </a:solidFill>
          <a:ln/>
        </p:spPr>
      </p:sp>
      <p:sp>
        <p:nvSpPr>
          <p:cNvPr id="210949" name="Rectangle 3"/>
          <p:cNvSpPr>
            <a:spLocks noGrp="1" noChangeArrowheads="1"/>
          </p:cNvSpPr>
          <p:nvPr>
            <p:ph type="body" idx="1"/>
          </p:nvPr>
        </p:nvSpPr>
        <p:spPr>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396430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094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3C3B118-154C-4870-B3B4-5F8C1094099A}" type="slidenum">
              <a:rPr lang="zh-CN" altLang="en-US" sz="1200" i="0" smtClean="0"/>
              <a:pPr/>
              <a:t>34</a:t>
            </a:fld>
            <a:endParaRPr lang="en-US" altLang="zh-CN" sz="1200" i="0" smtClean="0"/>
          </a:p>
        </p:txBody>
      </p:sp>
      <p:sp>
        <p:nvSpPr>
          <p:cNvPr id="210948" name="Rectangle 2"/>
          <p:cNvSpPr>
            <a:spLocks noGrp="1" noRot="1" noChangeAspect="1" noChangeArrowheads="1" noTextEdit="1"/>
          </p:cNvSpPr>
          <p:nvPr>
            <p:ph type="sldImg"/>
          </p:nvPr>
        </p:nvSpPr>
        <p:spPr>
          <a:solidFill>
            <a:srgbClr val="FFFFFF"/>
          </a:solidFill>
          <a:ln/>
        </p:spPr>
      </p:sp>
      <p:sp>
        <p:nvSpPr>
          <p:cNvPr id="210949" name="Rectangle 3"/>
          <p:cNvSpPr>
            <a:spLocks noGrp="1" noChangeArrowheads="1"/>
          </p:cNvSpPr>
          <p:nvPr>
            <p:ph type="body" idx="1"/>
          </p:nvPr>
        </p:nvSpPr>
        <p:spPr>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322326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197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9E9DB81-1524-4AE2-9132-67F70647E7C0}" type="slidenum">
              <a:rPr lang="zh-CN" altLang="en-US" sz="1200" i="0" smtClean="0"/>
              <a:pPr/>
              <a:t>40</a:t>
            </a:fld>
            <a:endParaRPr lang="en-US" altLang="zh-CN" sz="1200" i="0" smtClean="0"/>
          </a:p>
        </p:txBody>
      </p:sp>
      <p:sp>
        <p:nvSpPr>
          <p:cNvPr id="211972" name="Rectangle 2"/>
          <p:cNvSpPr>
            <a:spLocks noGrp="1" noRot="1" noChangeAspect="1" noChangeArrowheads="1" noTextEdit="1"/>
          </p:cNvSpPr>
          <p:nvPr>
            <p:ph type="sldImg"/>
          </p:nvPr>
        </p:nvSpPr>
        <p:spPr>
          <a:solidFill>
            <a:srgbClr val="FFFFFF"/>
          </a:solidFill>
          <a:ln/>
        </p:spPr>
      </p:sp>
      <p:sp>
        <p:nvSpPr>
          <p:cNvPr id="211973" name="Rectangle 3"/>
          <p:cNvSpPr>
            <a:spLocks noGrp="1" noChangeArrowheads="1"/>
          </p:cNvSpPr>
          <p:nvPr>
            <p:ph type="body" idx="1"/>
          </p:nvPr>
        </p:nvSpPr>
        <p:spPr>
          <a:solidFill>
            <a:srgbClr val="FFFFFF"/>
          </a:solidFill>
          <a:ln>
            <a:solidFill>
              <a:srgbClr val="000000"/>
            </a:solidFill>
          </a:ln>
        </p:spPr>
        <p:txBody>
          <a:bodyPr/>
          <a:lstStyle/>
          <a:p>
            <a:pPr>
              <a:buFontTx/>
              <a:buNone/>
            </a:pPr>
            <a:r>
              <a:rPr lang="zh-CN" altLang="en-US" smtClean="0"/>
              <a:t>将牛顿基本差商公式中的各阶差商，用相应差分，就得到了各种形式的等距节点插值公式</a:t>
            </a:r>
          </a:p>
        </p:txBody>
      </p:sp>
    </p:spTree>
    <p:extLst>
      <p:ext uri="{BB962C8B-B14F-4D97-AF65-F5344CB8AC3E}">
        <p14:creationId xmlns:p14="http://schemas.microsoft.com/office/powerpoint/2010/main" val="1384750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299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A716912-D538-4F83-AA1B-6F602441AB1A}" type="slidenum">
              <a:rPr lang="zh-CN" altLang="en-US" sz="1200" i="0" smtClean="0"/>
              <a:pPr/>
              <a:t>41</a:t>
            </a:fld>
            <a:endParaRPr lang="en-US" altLang="zh-CN" sz="1200" i="0" smtClean="0"/>
          </a:p>
        </p:txBody>
      </p:sp>
      <p:sp>
        <p:nvSpPr>
          <p:cNvPr id="212996" name="Rectangle 2"/>
          <p:cNvSpPr>
            <a:spLocks noGrp="1" noRot="1" noChangeAspect="1" noChangeArrowheads="1" noTextEdit="1"/>
          </p:cNvSpPr>
          <p:nvPr>
            <p:ph type="sldImg"/>
          </p:nvPr>
        </p:nvSpPr>
        <p:spPr>
          <a:ln/>
        </p:spPr>
      </p:sp>
      <p:sp>
        <p:nvSpPr>
          <p:cNvPr id="21299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smtClean="0"/>
              <a:t>实用中常采取等距节点  </a:t>
            </a:r>
            <a:r>
              <a:rPr lang="en-US" altLang="zh-CN" sz="1400" i="1" smtClean="0"/>
              <a:t>x</a:t>
            </a:r>
            <a:r>
              <a:rPr lang="en-US" altLang="zh-CN" sz="1400" baseline="-25000" smtClean="0"/>
              <a:t>i+1 </a:t>
            </a:r>
            <a:r>
              <a:rPr lang="zh-CN" altLang="en-US" smtClean="0">
                <a:sym typeface="Symbol" pitchFamily="18" charset="2"/>
              </a:rPr>
              <a:t>- </a:t>
            </a:r>
            <a:r>
              <a:rPr lang="en-US" altLang="zh-CN" sz="1400" i="1" smtClean="0"/>
              <a:t>x</a:t>
            </a:r>
            <a:r>
              <a:rPr lang="en-US" altLang="zh-CN" sz="1400" baseline="-25000" smtClean="0"/>
              <a:t>i </a:t>
            </a:r>
            <a:r>
              <a:rPr lang="zh-CN" altLang="en-US" smtClean="0">
                <a:sym typeface="Symbol" pitchFamily="18" charset="2"/>
              </a:rPr>
              <a:t>=</a:t>
            </a:r>
            <a:r>
              <a:rPr lang="en-US" altLang="zh-CN" i="1" smtClean="0">
                <a:sym typeface="Symbol" pitchFamily="18" charset="2"/>
              </a:rPr>
              <a:t> h，</a:t>
            </a:r>
            <a:r>
              <a:rPr lang="zh-CN" altLang="en-US" smtClean="0">
                <a:sym typeface="Symbol" pitchFamily="18" charset="2"/>
              </a:rPr>
              <a:t>利用此特点，引入差分概念，可简化计算</a:t>
            </a:r>
          </a:p>
        </p:txBody>
      </p:sp>
    </p:spTree>
    <p:extLst>
      <p:ext uri="{BB962C8B-B14F-4D97-AF65-F5344CB8AC3E}">
        <p14:creationId xmlns:p14="http://schemas.microsoft.com/office/powerpoint/2010/main" val="17066663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401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62F5792-0A32-451D-B7FE-8533AB6BF2D0}" type="slidenum">
              <a:rPr lang="zh-CN" altLang="en-US" sz="1200" i="0" smtClean="0"/>
              <a:pPr/>
              <a:t>70</a:t>
            </a:fld>
            <a:endParaRPr lang="en-US" altLang="zh-CN" sz="1200" i="0" smtClean="0"/>
          </a:p>
        </p:txBody>
      </p:sp>
      <p:sp>
        <p:nvSpPr>
          <p:cNvPr id="214020" name="Rectangle 2"/>
          <p:cNvSpPr>
            <a:spLocks noGrp="1" noRot="1" noChangeAspect="1" noChangeArrowheads="1" noTextEdit="1"/>
          </p:cNvSpPr>
          <p:nvPr>
            <p:ph type="sldImg"/>
          </p:nvPr>
        </p:nvSpPr>
        <p:spPr>
          <a:solidFill>
            <a:srgbClr val="FFFFFF"/>
          </a:solidFill>
          <a:ln/>
        </p:spPr>
      </p:sp>
      <p:sp>
        <p:nvSpPr>
          <p:cNvPr id="214021" name="Rectangle 3"/>
          <p:cNvSpPr>
            <a:spLocks noGrp="1" noChangeArrowheads="1"/>
          </p:cNvSpPr>
          <p:nvPr>
            <p:ph type="body" idx="1"/>
          </p:nvPr>
        </p:nvSpPr>
        <p:spPr>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551833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504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8F094E0-F403-457B-AA6E-E83FFE903A27}" type="slidenum">
              <a:rPr lang="zh-CN" altLang="en-US" sz="1200" i="0" smtClean="0"/>
              <a:pPr/>
              <a:t>71</a:t>
            </a:fld>
            <a:endParaRPr lang="en-US" altLang="zh-CN" sz="1200" i="0" smtClean="0"/>
          </a:p>
        </p:txBody>
      </p:sp>
      <p:sp>
        <p:nvSpPr>
          <p:cNvPr id="215044" name="Rectangle 2"/>
          <p:cNvSpPr>
            <a:spLocks noGrp="1" noRot="1" noChangeAspect="1" noChangeArrowheads="1" noTextEdit="1"/>
          </p:cNvSpPr>
          <p:nvPr>
            <p:ph type="sldImg"/>
          </p:nvPr>
        </p:nvSpPr>
        <p:spPr>
          <a:ln/>
        </p:spPr>
      </p:sp>
      <p:sp>
        <p:nvSpPr>
          <p:cNvPr id="21504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buFontTx/>
              <a:buNone/>
            </a:pPr>
            <a:endParaRPr lang="zh-CN" altLang="en-US" smtClean="0"/>
          </a:p>
        </p:txBody>
      </p:sp>
    </p:spTree>
    <p:extLst>
      <p:ext uri="{BB962C8B-B14F-4D97-AF65-F5344CB8AC3E}">
        <p14:creationId xmlns:p14="http://schemas.microsoft.com/office/powerpoint/2010/main" val="1800041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606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D6FDE0E-B5E2-4121-8DCC-C6C4A214EBAE}" type="slidenum">
              <a:rPr lang="zh-CN" altLang="en-US" sz="1200" i="0" smtClean="0"/>
              <a:pPr/>
              <a:t>72</a:t>
            </a:fld>
            <a:endParaRPr lang="en-US" altLang="zh-CN" sz="1200" i="0" smtClean="0"/>
          </a:p>
        </p:txBody>
      </p:sp>
      <p:sp>
        <p:nvSpPr>
          <p:cNvPr id="216068" name="Rectangle 2"/>
          <p:cNvSpPr>
            <a:spLocks noGrp="1" noRot="1" noChangeAspect="1" noChangeArrowheads="1" noTextEdit="1"/>
          </p:cNvSpPr>
          <p:nvPr>
            <p:ph type="sldImg"/>
          </p:nvPr>
        </p:nvSpPr>
        <p:spPr>
          <a:ln/>
        </p:spPr>
      </p:sp>
      <p:sp>
        <p:nvSpPr>
          <p:cNvPr id="21606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945114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709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8CFDF4A-5ED9-45CD-9042-49A1D3EB0FC0}" type="slidenum">
              <a:rPr lang="zh-CN" altLang="en-US" sz="1200" i="0" smtClean="0"/>
              <a:pPr/>
              <a:t>82</a:t>
            </a:fld>
            <a:endParaRPr lang="en-US" altLang="zh-CN" sz="1200" i="0" smtClean="0"/>
          </a:p>
        </p:txBody>
      </p:sp>
      <p:sp>
        <p:nvSpPr>
          <p:cNvPr id="217092" name="Rectangle 2"/>
          <p:cNvSpPr>
            <a:spLocks noGrp="1" noRot="1" noChangeAspect="1" noChangeArrowheads="1" noTextEdit="1"/>
          </p:cNvSpPr>
          <p:nvPr>
            <p:ph type="sldImg"/>
          </p:nvPr>
        </p:nvSpPr>
        <p:spPr>
          <a:solidFill>
            <a:srgbClr val="FFFFFF"/>
          </a:solidFill>
          <a:ln/>
        </p:spPr>
      </p:sp>
      <p:sp>
        <p:nvSpPr>
          <p:cNvPr id="217093" name="Rectangle 3"/>
          <p:cNvSpPr>
            <a:spLocks noGrp="1" noChangeArrowheads="1"/>
          </p:cNvSpPr>
          <p:nvPr>
            <p:ph type="body" idx="1"/>
          </p:nvPr>
        </p:nvSpPr>
        <p:spPr>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622404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811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F346D96-9FF0-4374-804F-60350D33F7F8}" type="slidenum">
              <a:rPr lang="zh-CN" altLang="en-US" sz="1200" i="0" smtClean="0"/>
              <a:pPr/>
              <a:t>90</a:t>
            </a:fld>
            <a:endParaRPr lang="en-US" altLang="zh-CN" sz="1200" i="0" smtClean="0"/>
          </a:p>
        </p:txBody>
      </p:sp>
      <p:sp>
        <p:nvSpPr>
          <p:cNvPr id="218116" name="Rectangle 2"/>
          <p:cNvSpPr>
            <a:spLocks noGrp="1" noRot="1" noChangeAspect="1" noChangeArrowheads="1" noTextEdit="1"/>
          </p:cNvSpPr>
          <p:nvPr>
            <p:ph type="sldImg"/>
          </p:nvPr>
        </p:nvSpPr>
        <p:spPr>
          <a:ln/>
        </p:spPr>
      </p:sp>
      <p:sp>
        <p:nvSpPr>
          <p:cNvPr id="21811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804824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1913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D5BFB86-AA4B-4852-8E30-288386DD52F5}" type="slidenum">
              <a:rPr lang="zh-CN" altLang="en-US" sz="1200" i="0" smtClean="0"/>
              <a:pPr/>
              <a:t>92</a:t>
            </a:fld>
            <a:endParaRPr lang="en-US" altLang="zh-CN" sz="1200" i="0" smtClean="0"/>
          </a:p>
        </p:txBody>
      </p:sp>
      <p:sp>
        <p:nvSpPr>
          <p:cNvPr id="219140" name="Rectangle 2"/>
          <p:cNvSpPr>
            <a:spLocks noGrp="1" noRot="1" noChangeAspect="1" noChangeArrowheads="1" noTextEdit="1"/>
          </p:cNvSpPr>
          <p:nvPr>
            <p:ph type="sldImg"/>
          </p:nvPr>
        </p:nvSpPr>
        <p:spPr>
          <a:ln/>
        </p:spPr>
      </p:sp>
      <p:sp>
        <p:nvSpPr>
          <p:cNvPr id="21914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1754335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lstStyle/>
          <a:p>
            <a:pPr>
              <a:defRPr/>
            </a:pPr>
            <a:r>
              <a:rPr lang="en-US" altLang="zh-CN" i="1" dirty="0" smtClean="0"/>
              <a:t>Lagrange </a:t>
            </a:r>
            <a:r>
              <a:rPr lang="zh-CN" altLang="en-US" dirty="0" smtClean="0">
                <a:latin typeface="楷体_GB2312" pitchFamily="1" charset="-122"/>
              </a:rPr>
              <a:t>插值的优缺点：</a:t>
            </a:r>
          </a:p>
          <a:p>
            <a:pPr>
              <a:lnSpc>
                <a:spcPct val="50000"/>
              </a:lnSpc>
              <a:spcBef>
                <a:spcPct val="50000"/>
              </a:spcBef>
              <a:spcAft>
                <a:spcPct val="50000"/>
              </a:spcAft>
              <a:defRPr/>
            </a:pPr>
            <a:r>
              <a:rPr lang="zh-CN" altLang="en-US" dirty="0" smtClean="0">
                <a:solidFill>
                  <a:srgbClr val="0000FF"/>
                </a:solidFill>
                <a:latin typeface="楷体_GB2312" pitchFamily="1" charset="-122"/>
              </a:rPr>
              <a:t> </a:t>
            </a:r>
            <a:r>
              <a:rPr lang="zh-CN" altLang="en-US" dirty="0" smtClean="0">
                <a:solidFill>
                  <a:srgbClr val="FF3300"/>
                </a:solidFill>
                <a:latin typeface="楷体_GB2312" pitchFamily="1" charset="-122"/>
              </a:rPr>
              <a:t>优点：</a:t>
            </a:r>
            <a:r>
              <a:rPr lang="zh-CN" altLang="en-US" dirty="0" smtClean="0">
                <a:latin typeface="Arial" pitchFamily="34" charset="0"/>
              </a:rPr>
              <a:t>具有严格的规律性</a:t>
            </a:r>
            <a:r>
              <a:rPr lang="en-US" altLang="zh-CN" dirty="0" smtClean="0">
                <a:latin typeface="Arial" pitchFamily="34" charset="0"/>
              </a:rPr>
              <a:t>,</a:t>
            </a:r>
            <a:r>
              <a:rPr lang="zh-CN" altLang="en-US" dirty="0" smtClean="0">
                <a:latin typeface="Arial" pitchFamily="34" charset="0"/>
              </a:rPr>
              <a:t>便于记忆。</a:t>
            </a:r>
          </a:p>
          <a:p>
            <a:pPr>
              <a:lnSpc>
                <a:spcPct val="50000"/>
              </a:lnSpc>
              <a:spcBef>
                <a:spcPct val="50000"/>
              </a:spcBef>
              <a:spcAft>
                <a:spcPct val="50000"/>
              </a:spcAft>
              <a:defRPr/>
            </a:pPr>
            <a:r>
              <a:rPr lang="zh-CN" altLang="en-US" dirty="0" smtClean="0">
                <a:solidFill>
                  <a:srgbClr val="FFFF00"/>
                </a:solidFill>
                <a:latin typeface="楷体_GB2312" pitchFamily="1" charset="-122"/>
              </a:rPr>
              <a:t>  </a:t>
            </a:r>
            <a:r>
              <a:rPr lang="zh-CN" altLang="en-US" dirty="0" smtClean="0">
                <a:solidFill>
                  <a:srgbClr val="CC0099"/>
                </a:solidFill>
                <a:latin typeface="楷体_GB2312" pitchFamily="1" charset="-122"/>
              </a:rPr>
              <a:t>缺点：</a:t>
            </a:r>
            <a:r>
              <a:rPr lang="zh-CN" altLang="en-US" dirty="0" smtClean="0">
                <a:latin typeface="楷体_GB2312" pitchFamily="1" charset="-122"/>
              </a:rPr>
              <a:t>计算量大、不具有承袭性。</a:t>
            </a:r>
            <a:endParaRPr lang="en-US" altLang="zh-CN" dirty="0" smtClean="0">
              <a:latin typeface="楷体_GB2312" pitchFamily="1" charset="-122"/>
            </a:endParaRPr>
          </a:p>
          <a:p>
            <a:pPr marL="342900" indent="-342900">
              <a:lnSpc>
                <a:spcPct val="120000"/>
              </a:lnSpc>
              <a:spcBef>
                <a:spcPct val="50000"/>
              </a:spcBef>
              <a:buClr>
                <a:schemeClr val="hlink"/>
              </a:buClr>
              <a:buSzPct val="70000"/>
              <a:buFont typeface="Wingdings" pitchFamily="2" charset="2"/>
              <a:buNone/>
              <a:defRPr/>
            </a:pPr>
            <a:r>
              <a:rPr lang="en-US" altLang="zh-CN" dirty="0" smtClean="0">
                <a:latin typeface="楷体_GB2312" pitchFamily="1" charset="-122"/>
              </a:rPr>
              <a:t>Lagrange </a:t>
            </a:r>
            <a:r>
              <a:rPr lang="zh-CN" altLang="en-US" dirty="0" smtClean="0">
                <a:latin typeface="楷体_GB2312" pitchFamily="1" charset="-122"/>
              </a:rPr>
              <a:t>插值虽然易算，但若要增加一个节点时，</a:t>
            </a:r>
          </a:p>
          <a:p>
            <a:pPr marL="342900" indent="-342900">
              <a:lnSpc>
                <a:spcPct val="120000"/>
              </a:lnSpc>
              <a:spcBef>
                <a:spcPct val="50000"/>
              </a:spcBef>
              <a:buClr>
                <a:schemeClr val="hlink"/>
              </a:buClr>
              <a:buSzPct val="70000"/>
              <a:buFont typeface="Wingdings" pitchFamily="2" charset="2"/>
              <a:buNone/>
              <a:defRPr/>
            </a:pPr>
            <a:r>
              <a:rPr lang="zh-CN" altLang="en-US" dirty="0" smtClean="0">
                <a:latin typeface="楷体_GB2312" pitchFamily="1" charset="-122"/>
              </a:rPr>
              <a:t>全部</a:t>
            </a:r>
            <a:r>
              <a:rPr lang="zh-CN" altLang="en-US" dirty="0" smtClean="0">
                <a:solidFill>
                  <a:srgbClr val="FF3399"/>
                </a:solidFill>
                <a:latin typeface="楷体_GB2312" pitchFamily="1" charset="-122"/>
              </a:rPr>
              <a:t>基函数</a:t>
            </a:r>
            <a:r>
              <a:rPr lang="en-US" altLang="zh-CN" i="1" dirty="0" smtClean="0">
                <a:solidFill>
                  <a:srgbClr val="FF3399"/>
                </a:solidFill>
              </a:rPr>
              <a:t>l</a:t>
            </a:r>
            <a:r>
              <a:rPr lang="en-US" altLang="zh-CN" i="1" baseline="-25000" dirty="0" smtClean="0">
                <a:solidFill>
                  <a:srgbClr val="FF3399"/>
                </a:solidFill>
              </a:rPr>
              <a:t>i</a:t>
            </a:r>
            <a:r>
              <a:rPr lang="en-US" altLang="zh-CN" dirty="0" smtClean="0">
                <a:solidFill>
                  <a:srgbClr val="FF3399"/>
                </a:solidFill>
              </a:rPr>
              <a:t>(</a:t>
            </a:r>
            <a:r>
              <a:rPr lang="en-US" altLang="zh-CN" i="1" dirty="0" smtClean="0">
                <a:solidFill>
                  <a:srgbClr val="FF3399"/>
                </a:solidFill>
              </a:rPr>
              <a:t>x</a:t>
            </a:r>
            <a:r>
              <a:rPr lang="en-US" altLang="zh-CN" dirty="0" smtClean="0">
                <a:solidFill>
                  <a:srgbClr val="FF3399"/>
                </a:solidFill>
              </a:rPr>
              <a:t>)</a:t>
            </a:r>
            <a:r>
              <a:rPr lang="en-US" altLang="zh-CN" dirty="0" smtClean="0">
                <a:latin typeface="Arial" pitchFamily="34" charset="0"/>
              </a:rPr>
              <a:t> </a:t>
            </a:r>
            <a:r>
              <a:rPr lang="zh-CN" altLang="en-US" dirty="0" smtClean="0">
                <a:latin typeface="Arial" pitchFamily="34" charset="0"/>
              </a:rPr>
              <a:t>都需要重新计算。</a:t>
            </a:r>
          </a:p>
          <a:p>
            <a:pPr marL="342900" indent="-342900">
              <a:buClr>
                <a:schemeClr val="hlink"/>
              </a:buClr>
              <a:buSzPct val="70000"/>
              <a:buFont typeface="Wingdings" pitchFamily="2" charset="2"/>
              <a:buNone/>
              <a:defRPr/>
            </a:pPr>
            <a:endParaRPr lang="en-US" altLang="zh-CN" dirty="0" smtClean="0">
              <a:latin typeface="Arial" pitchFamily="34" charset="0"/>
            </a:endParaRPr>
          </a:p>
          <a:p>
            <a:pPr>
              <a:lnSpc>
                <a:spcPct val="50000"/>
              </a:lnSpc>
              <a:spcBef>
                <a:spcPct val="50000"/>
              </a:spcBef>
              <a:spcAft>
                <a:spcPct val="50000"/>
              </a:spcAft>
              <a:defRPr/>
            </a:pPr>
            <a:r>
              <a:rPr lang="zh-CN" altLang="en-US" dirty="0" smtClean="0"/>
              <a:t>牛顿基本差商公式特点：每加一个节点时，</a:t>
            </a:r>
            <a:r>
              <a:rPr lang="zh-CN" altLang="en-US" dirty="0" smtClean="0">
                <a:solidFill>
                  <a:srgbClr val="3399FF"/>
                </a:solidFill>
              </a:rPr>
              <a:t>只附加一项</a:t>
            </a:r>
            <a:r>
              <a:rPr lang="zh-CN" altLang="en-US" dirty="0" smtClean="0"/>
              <a:t>上去即可</a:t>
            </a:r>
            <a:endParaRPr lang="zh-CN" altLang="en-US" dirty="0"/>
          </a:p>
        </p:txBody>
      </p:sp>
      <p:sp>
        <p:nvSpPr>
          <p:cNvPr id="220164" name="页脚占位符 3"/>
          <p:cNvSpPr>
            <a:spLocks noGrp="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20165" name="灯片编号占位符 4"/>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C0DB3C1-7FAC-42C3-9CB7-C4481D9D4228}" type="slidenum">
              <a:rPr lang="zh-CN" altLang="en-US" sz="1200" i="0" smtClean="0"/>
              <a:pPr/>
              <a:t>95</a:t>
            </a:fld>
            <a:endParaRPr lang="en-US" altLang="zh-CN" sz="1200" i="0" smtClean="0"/>
          </a:p>
        </p:txBody>
      </p:sp>
    </p:spTree>
    <p:extLst>
      <p:ext uri="{BB962C8B-B14F-4D97-AF65-F5344CB8AC3E}">
        <p14:creationId xmlns:p14="http://schemas.microsoft.com/office/powerpoint/2010/main" val="33216692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2118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D4D18E6-4E57-4E6C-978C-BE19A528666D}" type="slidenum">
              <a:rPr lang="zh-CN" altLang="en-US" sz="1200" i="0" smtClean="0"/>
              <a:pPr/>
              <a:t>96</a:t>
            </a:fld>
            <a:endParaRPr lang="en-US" altLang="zh-CN" sz="1200" i="0" smtClean="0"/>
          </a:p>
        </p:txBody>
      </p:sp>
      <p:sp>
        <p:nvSpPr>
          <p:cNvPr id="221188" name="Rectangle 2"/>
          <p:cNvSpPr>
            <a:spLocks noGrp="1" noRot="1" noChangeAspect="1" noChangeArrowheads="1" noTextEdit="1"/>
          </p:cNvSpPr>
          <p:nvPr>
            <p:ph type="sldImg"/>
          </p:nvPr>
        </p:nvSpPr>
        <p:spPr>
          <a:solidFill>
            <a:srgbClr val="FFFFFF"/>
          </a:solidFill>
          <a:ln/>
        </p:spPr>
      </p:sp>
      <p:sp>
        <p:nvSpPr>
          <p:cNvPr id="221189" name="Rectangle 3"/>
          <p:cNvSpPr>
            <a:spLocks noGrp="1" noChangeArrowheads="1"/>
          </p:cNvSpPr>
          <p:nvPr>
            <p:ph type="body" idx="1"/>
          </p:nvPr>
        </p:nvSpPr>
        <p:spPr>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58528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2221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DF799DC-F83F-4473-9FDF-CFE45F64680D}" type="slidenum">
              <a:rPr lang="zh-CN" altLang="en-US" sz="1200" i="0" smtClean="0"/>
              <a:pPr/>
              <a:t>130</a:t>
            </a:fld>
            <a:endParaRPr lang="en-US" altLang="zh-CN" sz="1200" i="0" smtClean="0"/>
          </a:p>
        </p:txBody>
      </p:sp>
      <p:sp>
        <p:nvSpPr>
          <p:cNvPr id="222212" name="Rectangle 2"/>
          <p:cNvSpPr>
            <a:spLocks noGrp="1" noRot="1" noChangeAspect="1" noChangeArrowheads="1" noTextEdit="1"/>
          </p:cNvSpPr>
          <p:nvPr>
            <p:ph type="sldImg"/>
          </p:nvPr>
        </p:nvSpPr>
        <p:spPr>
          <a:xfrm>
            <a:off x="3087688" y="498475"/>
            <a:ext cx="3602037" cy="2493963"/>
          </a:xfrm>
          <a:ln/>
        </p:spPr>
      </p:sp>
      <p:sp>
        <p:nvSpPr>
          <p:cNvPr id="22221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3033972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2323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A2500D3-1FAC-45B7-AD6D-768440AAB37B}" type="slidenum">
              <a:rPr lang="zh-CN" altLang="en-US" sz="1200" i="0" smtClean="0"/>
              <a:pPr/>
              <a:t>166</a:t>
            </a:fld>
            <a:endParaRPr lang="en-US" altLang="zh-CN" sz="1200" i="0" smtClean="0"/>
          </a:p>
        </p:txBody>
      </p:sp>
      <p:sp>
        <p:nvSpPr>
          <p:cNvPr id="223236" name="Rectangle 2"/>
          <p:cNvSpPr>
            <a:spLocks noGrp="1" noRot="1" noChangeAspect="1" noChangeArrowheads="1" noTextEdit="1"/>
          </p:cNvSpPr>
          <p:nvPr>
            <p:ph type="sldImg"/>
          </p:nvPr>
        </p:nvSpPr>
        <p:spPr>
          <a:xfrm>
            <a:off x="3087688" y="498475"/>
            <a:ext cx="3602037" cy="2493963"/>
          </a:xfrm>
          <a:solidFill>
            <a:srgbClr val="FFFFFF"/>
          </a:solidFill>
          <a:ln/>
        </p:spPr>
      </p:sp>
      <p:sp>
        <p:nvSpPr>
          <p:cNvPr id="223237" name="Rectangle 3"/>
          <p:cNvSpPr>
            <a:spLocks noGrp="1" noChangeArrowheads="1"/>
          </p:cNvSpPr>
          <p:nvPr>
            <p:ph type="body" idx="1"/>
          </p:nvPr>
        </p:nvSpPr>
        <p:spPr>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42415896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r>
              <a:rPr lang="en-US" altLang="en-US" sz="1200" i="0" smtClean="0"/>
              <a:t>Borland</a:t>
            </a:r>
          </a:p>
        </p:txBody>
      </p:sp>
      <p:sp>
        <p:nvSpPr>
          <p:cNvPr id="22425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895350">
              <a:defRPr sz="2000" b="1" i="1">
                <a:solidFill>
                  <a:schemeClr val="tx1"/>
                </a:solidFill>
                <a:latin typeface="Arial" pitchFamily="34" charset="0"/>
                <a:ea typeface="宋体" pitchFamily="2" charset="-122"/>
              </a:defRPr>
            </a:lvl1pPr>
            <a:lvl2pPr marL="742950" indent="-285750" defTabSz="895350">
              <a:defRPr sz="2000" b="1" i="1">
                <a:solidFill>
                  <a:schemeClr val="tx1"/>
                </a:solidFill>
                <a:latin typeface="Arial" pitchFamily="34" charset="0"/>
                <a:ea typeface="宋体" pitchFamily="2" charset="-122"/>
              </a:defRPr>
            </a:lvl2pPr>
            <a:lvl3pPr marL="1143000" indent="-228600" defTabSz="895350">
              <a:defRPr sz="2000" b="1" i="1">
                <a:solidFill>
                  <a:schemeClr val="tx1"/>
                </a:solidFill>
                <a:latin typeface="Arial" pitchFamily="34" charset="0"/>
                <a:ea typeface="宋体" pitchFamily="2" charset="-122"/>
              </a:defRPr>
            </a:lvl3pPr>
            <a:lvl4pPr marL="1600200" indent="-228600" defTabSz="895350">
              <a:defRPr sz="2000" b="1" i="1">
                <a:solidFill>
                  <a:schemeClr val="tx1"/>
                </a:solidFill>
                <a:latin typeface="Arial" pitchFamily="34" charset="0"/>
                <a:ea typeface="宋体" pitchFamily="2" charset="-122"/>
              </a:defRPr>
            </a:lvl4pPr>
            <a:lvl5pPr marL="2057400" indent="-228600" defTabSz="895350">
              <a:defRPr sz="2000" b="1" i="1">
                <a:solidFill>
                  <a:schemeClr val="tx1"/>
                </a:solidFill>
                <a:latin typeface="Arial" pitchFamily="34" charset="0"/>
                <a:ea typeface="宋体" pitchFamily="2" charset="-122"/>
              </a:defRPr>
            </a:lvl5pPr>
            <a:lvl6pPr marL="25146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95350"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01BFE6D-E19B-448E-8A9A-CD3BF98F0388}" type="slidenum">
              <a:rPr lang="zh-CN" altLang="en-US" sz="1200" i="0" smtClean="0"/>
              <a:pPr/>
              <a:t>173</a:t>
            </a:fld>
            <a:endParaRPr lang="en-US" altLang="zh-CN" sz="1200" i="0" smtClean="0"/>
          </a:p>
        </p:txBody>
      </p:sp>
      <p:sp>
        <p:nvSpPr>
          <p:cNvPr id="224260" name="Rectangle 2"/>
          <p:cNvSpPr>
            <a:spLocks noGrp="1" noRot="1" noChangeAspect="1" noChangeArrowheads="1" noTextEdit="1"/>
          </p:cNvSpPr>
          <p:nvPr>
            <p:ph type="sldImg"/>
          </p:nvPr>
        </p:nvSpPr>
        <p:spPr>
          <a:ln/>
        </p:spPr>
      </p:sp>
      <p:sp>
        <p:nvSpPr>
          <p:cNvPr id="22426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36740937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4" name="Picture 11" descr="BorlandTitle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7601"/>
          <a:stretch/>
        </p:blipFill>
        <p:spPr bwMode="auto">
          <a:xfrm>
            <a:off x="-24146" y="0"/>
            <a:ext cx="9930146"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5" name="Rectangle 3"/>
          <p:cNvSpPr>
            <a:spLocks noGrp="1" noChangeArrowheads="1"/>
          </p:cNvSpPr>
          <p:nvPr>
            <p:ph type="subTitle" sz="quarter" idx="1"/>
          </p:nvPr>
        </p:nvSpPr>
        <p:spPr>
          <a:xfrm>
            <a:off x="2146300" y="3505200"/>
            <a:ext cx="5745163" cy="976313"/>
          </a:xfrm>
        </p:spPr>
        <p:txBody>
          <a:bodyPr/>
          <a:lstStyle>
            <a:lvl1pPr marL="0" indent="0" algn="ctr">
              <a:lnSpc>
                <a:spcPct val="95000"/>
              </a:lnSpc>
              <a:spcBef>
                <a:spcPct val="10000"/>
              </a:spcBef>
              <a:buFont typeface="Wingdings" pitchFamily="2" charset="2"/>
              <a:buNone/>
              <a:defRPr sz="3200">
                <a:solidFill>
                  <a:srgbClr val="C1C4DD"/>
                </a:solidFill>
              </a:defRPr>
            </a:lvl1pPr>
          </a:lstStyle>
          <a:p>
            <a:r>
              <a:rPr lang="en-US" altLang="en-US"/>
              <a:t>Speaker’s Name,</a:t>
            </a:r>
          </a:p>
          <a:p>
            <a:r>
              <a:rPr lang="en-US" altLang="en-US"/>
              <a:t>Speaker’s Title</a:t>
            </a:r>
          </a:p>
        </p:txBody>
      </p:sp>
      <p:sp>
        <p:nvSpPr>
          <p:cNvPr id="105476" name="Rectangle 4"/>
          <p:cNvSpPr>
            <a:spLocks noGrp="1" noChangeArrowheads="1"/>
          </p:cNvSpPr>
          <p:nvPr>
            <p:ph type="ctrTitle" sz="quarter"/>
          </p:nvPr>
        </p:nvSpPr>
        <p:spPr>
          <a:xfrm>
            <a:off x="1096963" y="2136775"/>
            <a:ext cx="7608887" cy="1793875"/>
          </a:xfrm>
          <a:effectLst/>
        </p:spPr>
        <p:txBody>
          <a:bodyPr anchor="t"/>
          <a:lstStyle>
            <a:lvl1pPr algn="ctr">
              <a:lnSpc>
                <a:spcPct val="95000"/>
              </a:lnSpc>
              <a:buClr>
                <a:schemeClr val="folHlink"/>
              </a:buClr>
              <a:buSzPct val="95000"/>
              <a:defRPr sz="6200"/>
            </a:lvl1pPr>
          </a:lstStyle>
          <a:p>
            <a:r>
              <a:rPr lang="en-US" altLang="en-US"/>
              <a:t>Click to edit Master title style</a:t>
            </a:r>
          </a:p>
        </p:txBody>
      </p:sp>
    </p:spTree>
    <p:extLst>
      <p:ext uri="{BB962C8B-B14F-4D97-AF65-F5344CB8AC3E}">
        <p14:creationId xmlns:p14="http://schemas.microsoft.com/office/powerpoint/2010/main" val="121925598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sldNum" sz="quarter" idx="10"/>
          </p:nvPr>
        </p:nvSpPr>
        <p:spPr>
          <a:ln/>
        </p:spPr>
        <p:txBody>
          <a:bodyPr/>
          <a:lstStyle>
            <a:lvl1pPr>
              <a:defRPr/>
            </a:lvl1pPr>
          </a:lstStyle>
          <a:p>
            <a:pPr>
              <a:defRPr/>
            </a:pPr>
            <a:fld id="{B9E87F0E-A260-4104-89C8-F49C09042EAF}"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E990F945-4D3E-46DB-A135-6EC2CF9E5B37}" type="datetime1">
              <a:rPr lang="zh-CN" altLang="en-US"/>
              <a:pPr>
                <a:defRPr/>
              </a:pPr>
              <a:t>2024/10/20</a:t>
            </a:fld>
            <a:endParaRPr lang="en-US" altLang="zh-CN"/>
          </a:p>
        </p:txBody>
      </p:sp>
    </p:spTree>
    <p:extLst>
      <p:ext uri="{BB962C8B-B14F-4D97-AF65-F5344CB8AC3E}">
        <p14:creationId xmlns:p14="http://schemas.microsoft.com/office/powerpoint/2010/main" val="1594102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8"/>
          <p:cNvSpPr>
            <a:spLocks noGrp="1" noChangeArrowheads="1"/>
          </p:cNvSpPr>
          <p:nvPr>
            <p:ph type="sldNum" sz="quarter" idx="10"/>
          </p:nvPr>
        </p:nvSpPr>
        <p:spPr>
          <a:ln/>
        </p:spPr>
        <p:txBody>
          <a:bodyPr/>
          <a:lstStyle>
            <a:lvl1pPr>
              <a:defRPr/>
            </a:lvl1pPr>
          </a:lstStyle>
          <a:p>
            <a:pPr>
              <a:defRPr/>
            </a:pPr>
            <a:fld id="{61458123-610A-4DDA-9446-0661A1FC2E45}"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C41CB222-0BD4-4EE0-9C09-EACD8A302B57}" type="datetime1">
              <a:rPr lang="zh-CN" altLang="en-US"/>
              <a:pPr>
                <a:defRPr/>
              </a:pPr>
              <a:t>2024/10/20</a:t>
            </a:fld>
            <a:endParaRPr lang="en-US" altLang="zh-CN"/>
          </a:p>
        </p:txBody>
      </p:sp>
    </p:spTree>
    <p:extLst>
      <p:ext uri="{BB962C8B-B14F-4D97-AF65-F5344CB8AC3E}">
        <p14:creationId xmlns:p14="http://schemas.microsoft.com/office/powerpoint/2010/main" val="3018962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50875" y="1143000"/>
            <a:ext cx="4333875" cy="236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37150" y="1143000"/>
            <a:ext cx="4333875" cy="236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8"/>
          <p:cNvSpPr>
            <a:spLocks noGrp="1" noChangeArrowheads="1"/>
          </p:cNvSpPr>
          <p:nvPr>
            <p:ph type="sldNum" sz="quarter" idx="10"/>
          </p:nvPr>
        </p:nvSpPr>
        <p:spPr>
          <a:ln/>
        </p:spPr>
        <p:txBody>
          <a:bodyPr/>
          <a:lstStyle>
            <a:lvl1pPr>
              <a:defRPr/>
            </a:lvl1pPr>
          </a:lstStyle>
          <a:p>
            <a:pPr>
              <a:defRPr/>
            </a:pPr>
            <a:fld id="{48CF06D1-FF1C-4F46-90FA-596C2D09CB37}"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BCC3BBD0-2A0A-4711-898F-340B06DC1177}" type="datetime1">
              <a:rPr lang="zh-CN" altLang="en-US"/>
              <a:pPr>
                <a:defRPr/>
              </a:pPr>
              <a:t>2024/10/20</a:t>
            </a:fld>
            <a:endParaRPr lang="en-US" altLang="zh-CN"/>
          </a:p>
        </p:txBody>
      </p:sp>
    </p:spTree>
    <p:extLst>
      <p:ext uri="{BB962C8B-B14F-4D97-AF65-F5344CB8AC3E}">
        <p14:creationId xmlns:p14="http://schemas.microsoft.com/office/powerpoint/2010/main" val="235644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8"/>
          <p:cNvSpPr>
            <a:spLocks noGrp="1" noChangeArrowheads="1"/>
          </p:cNvSpPr>
          <p:nvPr>
            <p:ph type="sldNum" sz="quarter" idx="10"/>
          </p:nvPr>
        </p:nvSpPr>
        <p:spPr>
          <a:ln/>
        </p:spPr>
        <p:txBody>
          <a:bodyPr/>
          <a:lstStyle>
            <a:lvl1pPr>
              <a:defRPr/>
            </a:lvl1pPr>
          </a:lstStyle>
          <a:p>
            <a:pPr>
              <a:defRPr/>
            </a:pPr>
            <a:fld id="{9BEB145E-8D28-4144-9062-52DE94308BC4}" type="slidenum">
              <a:rPr lang="zh-CN" altLang="en-US"/>
              <a:pPr>
                <a:defRPr/>
              </a:pPr>
              <a:t>‹#›</a:t>
            </a:fld>
            <a:endParaRPr lang="en-US" altLang="zh-CN"/>
          </a:p>
        </p:txBody>
      </p:sp>
      <p:sp>
        <p:nvSpPr>
          <p:cNvPr id="8" name="Rectangle 7"/>
          <p:cNvSpPr>
            <a:spLocks noGrp="1" noChangeArrowheads="1"/>
          </p:cNvSpPr>
          <p:nvPr>
            <p:ph type="dt" sz="half" idx="11"/>
          </p:nvPr>
        </p:nvSpPr>
        <p:spPr>
          <a:ln/>
        </p:spPr>
        <p:txBody>
          <a:bodyPr/>
          <a:lstStyle>
            <a:lvl1pPr>
              <a:defRPr/>
            </a:lvl1pPr>
          </a:lstStyle>
          <a:p>
            <a:pPr>
              <a:defRPr/>
            </a:pPr>
            <a:fld id="{C7AAD53F-FF5F-410A-91D2-9C5852471A34}" type="datetime1">
              <a:rPr lang="zh-CN" altLang="en-US"/>
              <a:pPr>
                <a:defRPr/>
              </a:pPr>
              <a:t>2024/10/20</a:t>
            </a:fld>
            <a:endParaRPr lang="en-US" altLang="zh-CN"/>
          </a:p>
        </p:txBody>
      </p:sp>
    </p:spTree>
    <p:extLst>
      <p:ext uri="{BB962C8B-B14F-4D97-AF65-F5344CB8AC3E}">
        <p14:creationId xmlns:p14="http://schemas.microsoft.com/office/powerpoint/2010/main" val="1949387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8"/>
          <p:cNvSpPr>
            <a:spLocks noGrp="1" noChangeArrowheads="1"/>
          </p:cNvSpPr>
          <p:nvPr>
            <p:ph type="sldNum" sz="quarter" idx="10"/>
          </p:nvPr>
        </p:nvSpPr>
        <p:spPr>
          <a:ln/>
        </p:spPr>
        <p:txBody>
          <a:bodyPr/>
          <a:lstStyle>
            <a:lvl1pPr>
              <a:defRPr/>
            </a:lvl1pPr>
          </a:lstStyle>
          <a:p>
            <a:pPr>
              <a:defRPr/>
            </a:pPr>
            <a:fld id="{32CD66C7-A2B6-4A3B-BFD6-1BE0FE554AD0}" type="slidenum">
              <a:rPr lang="zh-CN" altLang="en-US"/>
              <a:pPr>
                <a:defRPr/>
              </a:pPr>
              <a:t>‹#›</a:t>
            </a:fld>
            <a:endParaRPr lang="en-US" altLang="zh-CN"/>
          </a:p>
        </p:txBody>
      </p:sp>
      <p:sp>
        <p:nvSpPr>
          <p:cNvPr id="4" name="Rectangle 7"/>
          <p:cNvSpPr>
            <a:spLocks noGrp="1" noChangeArrowheads="1"/>
          </p:cNvSpPr>
          <p:nvPr>
            <p:ph type="dt" sz="half" idx="11"/>
          </p:nvPr>
        </p:nvSpPr>
        <p:spPr>
          <a:ln/>
        </p:spPr>
        <p:txBody>
          <a:bodyPr/>
          <a:lstStyle>
            <a:lvl1pPr>
              <a:defRPr/>
            </a:lvl1pPr>
          </a:lstStyle>
          <a:p>
            <a:pPr>
              <a:defRPr/>
            </a:pPr>
            <a:fld id="{C793B1E8-8E1B-46E2-AD6B-3E208B390B8E}" type="datetime1">
              <a:rPr lang="zh-CN" altLang="en-US"/>
              <a:pPr>
                <a:defRPr/>
              </a:pPr>
              <a:t>2024/10/20</a:t>
            </a:fld>
            <a:endParaRPr lang="en-US" altLang="zh-CN"/>
          </a:p>
        </p:txBody>
      </p:sp>
    </p:spTree>
    <p:extLst>
      <p:ext uri="{BB962C8B-B14F-4D97-AF65-F5344CB8AC3E}">
        <p14:creationId xmlns:p14="http://schemas.microsoft.com/office/powerpoint/2010/main" val="715659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CFA7DCE9-AEAD-4378-B92C-2311A85E6091}" type="slidenum">
              <a:rPr lang="zh-CN" altLang="en-US"/>
              <a:pPr>
                <a:defRPr/>
              </a:pPr>
              <a:t>‹#›</a:t>
            </a:fld>
            <a:endParaRPr lang="en-US" altLang="zh-CN"/>
          </a:p>
        </p:txBody>
      </p:sp>
      <p:sp>
        <p:nvSpPr>
          <p:cNvPr id="3" name="Rectangle 7"/>
          <p:cNvSpPr>
            <a:spLocks noGrp="1" noChangeArrowheads="1"/>
          </p:cNvSpPr>
          <p:nvPr>
            <p:ph type="dt" sz="half" idx="11"/>
          </p:nvPr>
        </p:nvSpPr>
        <p:spPr>
          <a:ln/>
        </p:spPr>
        <p:txBody>
          <a:bodyPr/>
          <a:lstStyle>
            <a:lvl1pPr>
              <a:defRPr/>
            </a:lvl1pPr>
          </a:lstStyle>
          <a:p>
            <a:pPr>
              <a:defRPr/>
            </a:pPr>
            <a:fld id="{488313D3-6928-4E9E-95C5-48CBA7E4478D}" type="datetime1">
              <a:rPr lang="zh-CN" altLang="en-US"/>
              <a:pPr>
                <a:defRPr/>
              </a:pPr>
              <a:t>2024/10/20</a:t>
            </a:fld>
            <a:endParaRPr lang="en-US" altLang="zh-CN"/>
          </a:p>
        </p:txBody>
      </p:sp>
    </p:spTree>
    <p:extLst>
      <p:ext uri="{BB962C8B-B14F-4D97-AF65-F5344CB8AC3E}">
        <p14:creationId xmlns:p14="http://schemas.microsoft.com/office/powerpoint/2010/main" val="3452374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7D48848E-BCFA-42E9-9065-7E16F10800BC}"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5D178814-9C8E-40A3-AD2C-35AB992ECC8A}" type="datetime1">
              <a:rPr lang="zh-CN" altLang="en-US"/>
              <a:pPr>
                <a:defRPr/>
              </a:pPr>
              <a:t>2024/10/20</a:t>
            </a:fld>
            <a:endParaRPr lang="en-US" altLang="zh-CN"/>
          </a:p>
        </p:txBody>
      </p:sp>
    </p:spTree>
    <p:extLst>
      <p:ext uri="{BB962C8B-B14F-4D97-AF65-F5344CB8AC3E}">
        <p14:creationId xmlns:p14="http://schemas.microsoft.com/office/powerpoint/2010/main" val="94236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6EB019F8-5C26-42CC-B5AC-3BF4BD40E05E}"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1C353A68-8F07-46D9-AFFE-5B28D2F147D5}" type="datetime1">
              <a:rPr lang="zh-CN" altLang="en-US"/>
              <a:pPr>
                <a:defRPr/>
              </a:pPr>
              <a:t>2024/10/20</a:t>
            </a:fld>
            <a:endParaRPr lang="en-US" altLang="zh-CN"/>
          </a:p>
        </p:txBody>
      </p:sp>
    </p:spTree>
    <p:extLst>
      <p:ext uri="{BB962C8B-B14F-4D97-AF65-F5344CB8AC3E}">
        <p14:creationId xmlns:p14="http://schemas.microsoft.com/office/powerpoint/2010/main" val="1910261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sldNum" sz="quarter" idx="10"/>
          </p:nvPr>
        </p:nvSpPr>
        <p:spPr>
          <a:ln/>
        </p:spPr>
        <p:txBody>
          <a:bodyPr/>
          <a:lstStyle>
            <a:lvl1pPr>
              <a:defRPr/>
            </a:lvl1pPr>
          </a:lstStyle>
          <a:p>
            <a:pPr>
              <a:defRPr/>
            </a:pPr>
            <a:fld id="{50880CAC-4B9B-4270-B084-90F24D528426}"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C3E6CA06-45D1-4C2A-90DD-AFFA973D7AA5}" type="datetime1">
              <a:rPr lang="zh-CN" altLang="en-US"/>
              <a:pPr>
                <a:defRPr/>
              </a:pPr>
              <a:t>2024/10/20</a:t>
            </a:fld>
            <a:endParaRPr lang="en-US" altLang="zh-CN"/>
          </a:p>
        </p:txBody>
      </p:sp>
    </p:spTree>
    <p:extLst>
      <p:ext uri="{BB962C8B-B14F-4D97-AF65-F5344CB8AC3E}">
        <p14:creationId xmlns:p14="http://schemas.microsoft.com/office/powerpoint/2010/main" val="297844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65988" y="311150"/>
            <a:ext cx="2205037" cy="31972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50875" y="311150"/>
            <a:ext cx="6462713" cy="31972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sldNum" sz="quarter" idx="10"/>
          </p:nvPr>
        </p:nvSpPr>
        <p:spPr>
          <a:ln/>
        </p:spPr>
        <p:txBody>
          <a:bodyPr/>
          <a:lstStyle>
            <a:lvl1pPr>
              <a:defRPr/>
            </a:lvl1pPr>
          </a:lstStyle>
          <a:p>
            <a:pPr>
              <a:defRPr/>
            </a:pPr>
            <a:fld id="{B3D4C07B-2DEF-4892-A791-ECD289550EFF}"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01B4614C-453A-4AE2-977F-948C7EBABD8E}" type="datetime1">
              <a:rPr lang="zh-CN" altLang="en-US"/>
              <a:pPr>
                <a:defRPr/>
              </a:pPr>
              <a:t>2024/10/20</a:t>
            </a:fld>
            <a:endParaRPr lang="en-US" altLang="zh-CN"/>
          </a:p>
        </p:txBody>
      </p:sp>
    </p:spTree>
    <p:extLst>
      <p:ext uri="{BB962C8B-B14F-4D97-AF65-F5344CB8AC3E}">
        <p14:creationId xmlns:p14="http://schemas.microsoft.com/office/powerpoint/2010/main" val="312102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50875" y="311150"/>
            <a:ext cx="8820150" cy="6032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50875" y="1143000"/>
            <a:ext cx="4333875" cy="23653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37150" y="1143000"/>
            <a:ext cx="4333875" cy="23653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8"/>
          <p:cNvSpPr>
            <a:spLocks noGrp="1" noChangeArrowheads="1"/>
          </p:cNvSpPr>
          <p:nvPr>
            <p:ph type="sldNum" sz="quarter" idx="10"/>
          </p:nvPr>
        </p:nvSpPr>
        <p:spPr>
          <a:ln/>
        </p:spPr>
        <p:txBody>
          <a:bodyPr/>
          <a:lstStyle>
            <a:lvl1pPr>
              <a:defRPr/>
            </a:lvl1pPr>
          </a:lstStyle>
          <a:p>
            <a:pPr>
              <a:defRPr/>
            </a:pPr>
            <a:fld id="{97075AC3-33D2-4208-9463-6EDEA35B61DD}"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81745C9F-18C7-4C8E-91F8-96C24F1FCA32}" type="datetime1">
              <a:rPr lang="zh-CN" altLang="en-US"/>
              <a:pPr>
                <a:defRPr/>
              </a:pPr>
              <a:t>2024/10/20</a:t>
            </a:fld>
            <a:endParaRPr lang="en-US" altLang="zh-CN"/>
          </a:p>
        </p:txBody>
      </p:sp>
    </p:spTree>
    <p:extLst>
      <p:ext uri="{BB962C8B-B14F-4D97-AF65-F5344CB8AC3E}">
        <p14:creationId xmlns:p14="http://schemas.microsoft.com/office/powerpoint/2010/main" val="295911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bwMode="auto">
          <a:xfrm>
            <a:off x="650875" y="1143000"/>
            <a:ext cx="8820150" cy="236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ltLang="en-US" smtClean="0"/>
              <a:t>Body Text</a:t>
            </a:r>
          </a:p>
          <a:p>
            <a:pPr lvl="1"/>
            <a:r>
              <a:rPr lang="en-US" altLang="en-US" smtClean="0"/>
              <a:t> 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7" name="Rectangle 3"/>
          <p:cNvSpPr>
            <a:spLocks noChangeArrowheads="1"/>
          </p:cNvSpPr>
          <p:nvPr/>
        </p:nvSpPr>
        <p:spPr bwMode="auto">
          <a:xfrm>
            <a:off x="4852988" y="2967038"/>
            <a:ext cx="1968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defRPr/>
            </a:pPr>
            <a:endParaRPr lang="zh-CN" altLang="en-US" smtClean="0"/>
          </a:p>
        </p:txBody>
      </p:sp>
      <p:sp>
        <p:nvSpPr>
          <p:cNvPr id="104452" name="Rectangle 4"/>
          <p:cNvSpPr>
            <a:spLocks noGrp="1" noChangeArrowheads="1"/>
          </p:cNvSpPr>
          <p:nvPr>
            <p:ph type="title"/>
          </p:nvPr>
        </p:nvSpPr>
        <p:spPr bwMode="auto">
          <a:xfrm>
            <a:off x="650875" y="311150"/>
            <a:ext cx="8820150" cy="603250"/>
          </a:xfrm>
          <a:prstGeom prst="rect">
            <a:avLst/>
          </a:prstGeom>
          <a:noFill/>
          <a:ln w="12700">
            <a:noFill/>
            <a:miter lim="800000"/>
            <a:headEnd/>
            <a:tailEnd/>
          </a:ln>
          <a:effectLst>
            <a:outerShdw dist="17961" dir="2700000" algn="ctr" rotWithShape="0">
              <a:schemeClr val="bg2"/>
            </a:outerShdw>
          </a:effectLst>
        </p:spPr>
        <p:txBody>
          <a:bodyPr vert="horz" wrap="square" lIns="0" tIns="0" rIns="0" bIns="0" numCol="1" anchor="b" anchorCtr="0" compatLnSpc="1">
            <a:prstTxWarp prst="textNoShape">
              <a:avLst/>
            </a:prstTxWarp>
            <a:spAutoFit/>
          </a:bodyPr>
          <a:lstStyle/>
          <a:p>
            <a:pPr lvl="0"/>
            <a:r>
              <a:rPr lang="en-US" altLang="en-US" smtClean="0"/>
              <a:t>Slide Title</a:t>
            </a:r>
          </a:p>
        </p:txBody>
      </p:sp>
      <p:sp>
        <p:nvSpPr>
          <p:cNvPr id="104456" name="Rectangle 8"/>
          <p:cNvSpPr>
            <a:spLocks noGrp="1" noChangeArrowheads="1"/>
          </p:cNvSpPr>
          <p:nvPr>
            <p:ph type="sldNum" sz="quarter" idx="4"/>
          </p:nvPr>
        </p:nvSpPr>
        <p:spPr bwMode="auto">
          <a:xfrm>
            <a:off x="7321550" y="6324600"/>
            <a:ext cx="2501900" cy="527050"/>
          </a:xfrm>
          <a:prstGeom prst="rect">
            <a:avLst/>
          </a:prstGeom>
          <a:noFill/>
          <a:ln w="12700">
            <a:noFill/>
            <a:miter lim="800000"/>
            <a:headEnd/>
            <a:tailEnd/>
          </a:ln>
          <a:effectLst/>
        </p:spPr>
        <p:txBody>
          <a:bodyPr vert="horz" wrap="square" lIns="115646" tIns="57824" rIns="115646" bIns="57824" numCol="1" anchor="t" anchorCtr="0" compatLnSpc="1">
            <a:prstTxWarp prst="textNoShape">
              <a:avLst/>
            </a:prstTxWarp>
          </a:bodyPr>
          <a:lstStyle>
            <a:lvl1pPr algn="r">
              <a:defRPr b="0" i="0"/>
            </a:lvl1pPr>
          </a:lstStyle>
          <a:p>
            <a:pPr>
              <a:defRPr/>
            </a:pPr>
            <a:fld id="{B0A9FD19-289E-43C9-AF75-2BE4FEBDAFD1}" type="slidenum">
              <a:rPr lang="zh-CN" altLang="en-US"/>
              <a:pPr>
                <a:defRPr/>
              </a:pPr>
              <a:t>‹#›</a:t>
            </a:fld>
            <a:endParaRPr lang="en-US" altLang="zh-CN"/>
          </a:p>
        </p:txBody>
      </p:sp>
      <p:sp>
        <p:nvSpPr>
          <p:cNvPr id="104455" name="Rectangle 7"/>
          <p:cNvSpPr>
            <a:spLocks noGrp="1" noChangeArrowheads="1"/>
          </p:cNvSpPr>
          <p:nvPr>
            <p:ph type="dt" sz="half" idx="2"/>
          </p:nvPr>
        </p:nvSpPr>
        <p:spPr bwMode="auto">
          <a:xfrm>
            <a:off x="14288" y="6350000"/>
            <a:ext cx="2297112" cy="577850"/>
          </a:xfrm>
          <a:prstGeom prst="rect">
            <a:avLst/>
          </a:prstGeom>
          <a:noFill/>
          <a:ln w="12700">
            <a:noFill/>
            <a:miter lim="800000"/>
            <a:headEnd/>
            <a:tailEnd/>
          </a:ln>
          <a:effectLst/>
        </p:spPr>
        <p:txBody>
          <a:bodyPr vert="horz" wrap="square" lIns="115646" tIns="57824" rIns="115646" bIns="57824" numCol="1" anchor="t" anchorCtr="0" compatLnSpc="1">
            <a:prstTxWarp prst="textNoShape">
              <a:avLst/>
            </a:prstTxWarp>
          </a:bodyPr>
          <a:lstStyle>
            <a:lvl1pPr algn="l">
              <a:defRPr sz="1800" i="0"/>
            </a:lvl1pPr>
          </a:lstStyle>
          <a:p>
            <a:pPr>
              <a:defRPr/>
            </a:pPr>
            <a:fld id="{87FEBE05-8933-4583-93DB-D97E02E8765E}" type="datetime1">
              <a:rPr lang="zh-CN" altLang="en-US"/>
              <a:pPr>
                <a:defRPr/>
              </a:pPr>
              <a:t>2024/10/20</a:t>
            </a:fld>
            <a:endParaRPr lang="en-US" altLang="zh-CN"/>
          </a:p>
        </p:txBody>
      </p:sp>
    </p:spTree>
  </p:cSld>
  <p:clrMap bg1="lt1" tx1="dk1" bg2="lt2" tx2="dk2" accent1="accent1" accent2="accent2" accent3="accent3" accent4="accent4" accent5="accent5" accent6="accent6" hlink="hlink" folHlink="folHlink"/>
  <p:sldLayoutIdLst>
    <p:sldLayoutId id="2147484000"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4450">
                                            <p:txEl>
                                              <p:pRg st="0" end="0"/>
                                            </p:txEl>
                                          </p:spTgt>
                                        </p:tgtEl>
                                        <p:attrNameLst>
                                          <p:attrName>style.visibility</p:attrName>
                                        </p:attrNameLst>
                                      </p:cBhvr>
                                      <p:to>
                                        <p:strVal val="visible"/>
                                      </p:to>
                                    </p:set>
                                    <p:animEffect transition="in" filter="wipe(up)">
                                      <p:cBhvr>
                                        <p:cTn id="7" dur="500"/>
                                        <p:tgtEl>
                                          <p:spTgt spid="10445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4450">
                                            <p:txEl>
                                              <p:pRg st="1" end="1"/>
                                            </p:txEl>
                                          </p:spTgt>
                                        </p:tgtEl>
                                        <p:attrNameLst>
                                          <p:attrName>style.visibility</p:attrName>
                                        </p:attrNameLst>
                                      </p:cBhvr>
                                      <p:to>
                                        <p:strVal val="visible"/>
                                      </p:to>
                                    </p:set>
                                    <p:animEffect transition="in" filter="wipe(up)">
                                      <p:cBhvr>
                                        <p:cTn id="12" dur="500"/>
                                        <p:tgtEl>
                                          <p:spTgt spid="104450">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04450">
                                            <p:txEl>
                                              <p:pRg st="2" end="2"/>
                                            </p:txEl>
                                          </p:spTgt>
                                        </p:tgtEl>
                                        <p:attrNameLst>
                                          <p:attrName>style.visibility</p:attrName>
                                        </p:attrNameLst>
                                      </p:cBhvr>
                                      <p:to>
                                        <p:strVal val="visible"/>
                                      </p:to>
                                    </p:set>
                                    <p:animEffect transition="in" filter="wipe(up)">
                                      <p:cBhvr>
                                        <p:cTn id="15" dur="500"/>
                                        <p:tgtEl>
                                          <p:spTgt spid="104450">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04450">
                                            <p:txEl>
                                              <p:pRg st="3" end="3"/>
                                            </p:txEl>
                                          </p:spTgt>
                                        </p:tgtEl>
                                        <p:attrNameLst>
                                          <p:attrName>style.visibility</p:attrName>
                                        </p:attrNameLst>
                                      </p:cBhvr>
                                      <p:to>
                                        <p:strVal val="visible"/>
                                      </p:to>
                                    </p:set>
                                    <p:animEffect transition="in" filter="wipe(up)">
                                      <p:cBhvr>
                                        <p:cTn id="18" dur="500"/>
                                        <p:tgtEl>
                                          <p:spTgt spid="104450">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04450">
                                            <p:txEl>
                                              <p:pRg st="4" end="4"/>
                                            </p:txEl>
                                          </p:spTgt>
                                        </p:tgtEl>
                                        <p:attrNameLst>
                                          <p:attrName>style.visibility</p:attrName>
                                        </p:attrNameLst>
                                      </p:cBhvr>
                                      <p:to>
                                        <p:strVal val="visible"/>
                                      </p:to>
                                    </p:set>
                                    <p:animEffect transition="in" filter="wipe(up)">
                                      <p:cBhvr>
                                        <p:cTn id="21" dur="500"/>
                                        <p:tgtEl>
                                          <p:spTgt spid="1044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build="p" bldLvl="2" autoUpdateAnimBg="0">
        <p:tmplLst>
          <p:tmpl lvl="1">
            <p:tnLst>
              <p:par>
                <p:cTn presetID="22" presetClass="entr" presetSubtype="1" fill="hold" nodeType="click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 lvl="3">
            <p:tnLst>
              <p:par>
                <p:cTn presetID="22" presetClass="entr" presetSubtype="1" fill="hold" nodeType="with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 lvl="4">
            <p:tnLst>
              <p:par>
                <p:cTn presetID="22" presetClass="entr" presetSubtype="1" fill="hold" nodeType="with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 lvl="5">
            <p:tnLst>
              <p:par>
                <p:cTn presetID="22" presetClass="entr" presetSubtype="1" fill="hold" nodeType="with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Lst>
      </p:bldP>
    </p:bldLst>
  </p:timing>
  <p:hf hdr="0" ftr="0"/>
  <p:txStyles>
    <p:titleStyle>
      <a:lvl1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mj-lt"/>
          <a:ea typeface="+mj-ea"/>
          <a:cs typeface="+mj-cs"/>
        </a:defRPr>
      </a:lvl1pPr>
      <a:lvl2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pitchFamily="34" charset="0"/>
          <a:ea typeface="宋体" pitchFamily="2" charset="-122"/>
        </a:defRPr>
      </a:lvl2pPr>
      <a:lvl3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pitchFamily="34" charset="0"/>
          <a:ea typeface="宋体" pitchFamily="2" charset="-122"/>
        </a:defRPr>
      </a:lvl3pPr>
      <a:lvl4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pitchFamily="34" charset="0"/>
          <a:ea typeface="宋体" pitchFamily="2" charset="-122"/>
        </a:defRPr>
      </a:lvl4pPr>
      <a:lvl5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pitchFamily="34" charset="0"/>
          <a:ea typeface="宋体" pitchFamily="2" charset="-122"/>
        </a:defRPr>
      </a:lvl5pPr>
      <a:lvl6pPr marL="4572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pitchFamily="34" charset="0"/>
          <a:ea typeface="宋体" pitchFamily="2" charset="-122"/>
        </a:defRPr>
      </a:lvl6pPr>
      <a:lvl7pPr marL="9144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pitchFamily="34" charset="0"/>
          <a:ea typeface="宋体" pitchFamily="2" charset="-122"/>
        </a:defRPr>
      </a:lvl7pPr>
      <a:lvl8pPr marL="13716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pitchFamily="34" charset="0"/>
          <a:ea typeface="宋体" pitchFamily="2" charset="-122"/>
        </a:defRPr>
      </a:lvl8pPr>
      <a:lvl9pPr marL="18288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pitchFamily="34" charset="0"/>
          <a:ea typeface="宋体" pitchFamily="2" charset="-122"/>
        </a:defRPr>
      </a:lvl9pPr>
    </p:titleStyle>
    <p:body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7.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2.wmf"/><Relationship Id="rId5" Type="http://schemas.openxmlformats.org/officeDocument/2006/relationships/oleObject" Target="../embeddings/oleObject7.bin"/><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3.bin"/><Relationship Id="rId18" Type="http://schemas.openxmlformats.org/officeDocument/2006/relationships/image" Target="../media/image20.wmf"/><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7.wmf"/><Relationship Id="rId17" Type="http://schemas.openxmlformats.org/officeDocument/2006/relationships/oleObject" Target="../embeddings/oleObject15.bin"/><Relationship Id="rId2" Type="http://schemas.openxmlformats.org/officeDocument/2006/relationships/slideLayout" Target="../slideLayouts/slideLayout2.xml"/><Relationship Id="rId16" Type="http://schemas.openxmlformats.org/officeDocument/2006/relationships/image" Target="../media/image19.wmf"/><Relationship Id="rId20" Type="http://schemas.openxmlformats.org/officeDocument/2006/relationships/image" Target="../media/image21.wmf"/><Relationship Id="rId1" Type="http://schemas.openxmlformats.org/officeDocument/2006/relationships/vmlDrawing" Target="../drawings/vmlDrawing6.vml"/><Relationship Id="rId6" Type="http://schemas.openxmlformats.org/officeDocument/2006/relationships/image" Target="../media/image14.w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16.wmf"/><Relationship Id="rId19" Type="http://schemas.openxmlformats.org/officeDocument/2006/relationships/oleObject" Target="../embeddings/oleObject16.bin"/><Relationship Id="rId4" Type="http://schemas.openxmlformats.org/officeDocument/2006/relationships/image" Target="../media/image13.wmf"/><Relationship Id="rId9" Type="http://schemas.openxmlformats.org/officeDocument/2006/relationships/oleObject" Target="../embeddings/oleObject11.bin"/><Relationship Id="rId14" Type="http://schemas.openxmlformats.org/officeDocument/2006/relationships/image" Target="../media/image18.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2.wmf"/><Relationship Id="rId4" Type="http://schemas.openxmlformats.org/officeDocument/2006/relationships/oleObject" Target="../embeddings/oleObject17.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3.wmf"/><Relationship Id="rId4" Type="http://schemas.openxmlformats.org/officeDocument/2006/relationships/oleObject" Target="../embeddings/oleObject18.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0.bin"/><Relationship Id="rId5" Type="http://schemas.openxmlformats.org/officeDocument/2006/relationships/image" Target="../media/image24.wmf"/><Relationship Id="rId4" Type="http://schemas.openxmlformats.org/officeDocument/2006/relationships/oleObject" Target="../embeddings/oleObject19.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6.wmf"/><Relationship Id="rId4" Type="http://schemas.openxmlformats.org/officeDocument/2006/relationships/oleObject" Target="../embeddings/oleObject21.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28.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3.bin"/><Relationship Id="rId5" Type="http://schemas.openxmlformats.org/officeDocument/2006/relationships/image" Target="../media/image27.wmf"/><Relationship Id="rId4" Type="http://schemas.openxmlformats.org/officeDocument/2006/relationships/oleObject" Target="../embeddings/oleObject22.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30.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5.bin"/><Relationship Id="rId5" Type="http://schemas.openxmlformats.org/officeDocument/2006/relationships/image" Target="../media/image29.wmf"/><Relationship Id="rId4" Type="http://schemas.openxmlformats.org/officeDocument/2006/relationships/oleObject" Target="../embeddings/oleObject24.bin"/></Relationships>
</file>

<file path=ppt/slides/_rels/slide27.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2.wmf"/><Relationship Id="rId5" Type="http://schemas.openxmlformats.org/officeDocument/2006/relationships/oleObject" Target="../embeddings/oleObject27.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29.bin"/></Relationships>
</file>

<file path=ppt/slides/_rels/slide28.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35.bin"/><Relationship Id="rId18" Type="http://schemas.openxmlformats.org/officeDocument/2006/relationships/image" Target="../media/image42.wmf"/><Relationship Id="rId3" Type="http://schemas.openxmlformats.org/officeDocument/2006/relationships/oleObject" Target="../embeddings/oleObject30.bin"/><Relationship Id="rId21" Type="http://schemas.openxmlformats.org/officeDocument/2006/relationships/oleObject" Target="../embeddings/oleObject39.bin"/><Relationship Id="rId7" Type="http://schemas.openxmlformats.org/officeDocument/2006/relationships/oleObject" Target="../embeddings/oleObject32.bin"/><Relationship Id="rId12" Type="http://schemas.openxmlformats.org/officeDocument/2006/relationships/image" Target="../media/image39.wmf"/><Relationship Id="rId17" Type="http://schemas.openxmlformats.org/officeDocument/2006/relationships/oleObject" Target="../embeddings/oleObject37.bin"/><Relationship Id="rId2" Type="http://schemas.openxmlformats.org/officeDocument/2006/relationships/slideLayout" Target="../slideLayouts/slideLayout2.xml"/><Relationship Id="rId16" Type="http://schemas.openxmlformats.org/officeDocument/2006/relationships/image" Target="../media/image41.emf"/><Relationship Id="rId20" Type="http://schemas.openxmlformats.org/officeDocument/2006/relationships/image" Target="../media/image43.wmf"/><Relationship Id="rId1" Type="http://schemas.openxmlformats.org/officeDocument/2006/relationships/vmlDrawing" Target="../drawings/vmlDrawing14.vml"/><Relationship Id="rId6" Type="http://schemas.openxmlformats.org/officeDocument/2006/relationships/image" Target="../media/image36.emf"/><Relationship Id="rId11" Type="http://schemas.openxmlformats.org/officeDocument/2006/relationships/oleObject" Target="../embeddings/oleObject34.bin"/><Relationship Id="rId24" Type="http://schemas.openxmlformats.org/officeDocument/2006/relationships/image" Target="../media/image45.wmf"/><Relationship Id="rId5" Type="http://schemas.openxmlformats.org/officeDocument/2006/relationships/oleObject" Target="../embeddings/oleObject31.bin"/><Relationship Id="rId15" Type="http://schemas.openxmlformats.org/officeDocument/2006/relationships/oleObject" Target="../embeddings/oleObject36.bin"/><Relationship Id="rId23" Type="http://schemas.openxmlformats.org/officeDocument/2006/relationships/oleObject" Target="../embeddings/oleObject40.bin"/><Relationship Id="rId10" Type="http://schemas.openxmlformats.org/officeDocument/2006/relationships/image" Target="../media/image38.wmf"/><Relationship Id="rId19" Type="http://schemas.openxmlformats.org/officeDocument/2006/relationships/oleObject" Target="../embeddings/oleObject38.bin"/><Relationship Id="rId4" Type="http://schemas.openxmlformats.org/officeDocument/2006/relationships/image" Target="../media/image35.wmf"/><Relationship Id="rId9" Type="http://schemas.openxmlformats.org/officeDocument/2006/relationships/oleObject" Target="../embeddings/oleObject33.bin"/><Relationship Id="rId14" Type="http://schemas.openxmlformats.org/officeDocument/2006/relationships/image" Target="../media/image40.emf"/><Relationship Id="rId22" Type="http://schemas.openxmlformats.org/officeDocument/2006/relationships/image" Target="../media/image44.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46.wmf"/></Relationships>
</file>

<file path=ppt/slides/_rels/slide31.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47.bin"/><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51.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8.w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50.emf"/><Relationship Id="rId4" Type="http://schemas.openxmlformats.org/officeDocument/2006/relationships/image" Target="../media/image47.wmf"/><Relationship Id="rId9" Type="http://schemas.openxmlformats.org/officeDocument/2006/relationships/oleObject" Target="../embeddings/oleObject45.bin"/><Relationship Id="rId14" Type="http://schemas.openxmlformats.org/officeDocument/2006/relationships/image" Target="../media/image52.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4.wmf"/><Relationship Id="rId5" Type="http://schemas.openxmlformats.org/officeDocument/2006/relationships/oleObject" Target="../embeddings/oleObject49.bin"/><Relationship Id="rId4" Type="http://schemas.openxmlformats.org/officeDocument/2006/relationships/image" Target="../media/image53.wm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56.png"/><Relationship Id="rId5" Type="http://schemas.openxmlformats.org/officeDocument/2006/relationships/image" Target="../media/image55.wmf"/><Relationship Id="rId4" Type="http://schemas.openxmlformats.org/officeDocument/2006/relationships/oleObject" Target="../embeddings/oleObject50.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61.wmf"/><Relationship Id="rId3" Type="http://schemas.openxmlformats.org/officeDocument/2006/relationships/notesSlide" Target="../notesSlides/notesSlide18.xml"/><Relationship Id="rId7" Type="http://schemas.openxmlformats.org/officeDocument/2006/relationships/image" Target="../media/image58.wmf"/><Relationship Id="rId12"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52.bin"/><Relationship Id="rId11" Type="http://schemas.openxmlformats.org/officeDocument/2006/relationships/image" Target="../media/image60.wmf"/><Relationship Id="rId5" Type="http://schemas.openxmlformats.org/officeDocument/2006/relationships/image" Target="../media/image57.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59.wmf"/></Relationships>
</file>

<file path=ppt/slides/_rels/slide35.x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oleObject" Target="../embeddings/oleObject61.bin"/><Relationship Id="rId18" Type="http://schemas.openxmlformats.org/officeDocument/2006/relationships/image" Target="../media/image69.emf"/><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66.wmf"/><Relationship Id="rId17" Type="http://schemas.openxmlformats.org/officeDocument/2006/relationships/oleObject" Target="../embeddings/oleObject63.bin"/><Relationship Id="rId2" Type="http://schemas.openxmlformats.org/officeDocument/2006/relationships/slideLayout" Target="../slideLayouts/slideLayout2.xml"/><Relationship Id="rId16" Type="http://schemas.openxmlformats.org/officeDocument/2006/relationships/image" Target="../media/image68.wmf"/><Relationship Id="rId1" Type="http://schemas.openxmlformats.org/officeDocument/2006/relationships/vmlDrawing" Target="../drawings/vmlDrawing20.vml"/><Relationship Id="rId6" Type="http://schemas.openxmlformats.org/officeDocument/2006/relationships/image" Target="../media/image63.wmf"/><Relationship Id="rId11" Type="http://schemas.openxmlformats.org/officeDocument/2006/relationships/oleObject" Target="../embeddings/oleObject60.bin"/><Relationship Id="rId5" Type="http://schemas.openxmlformats.org/officeDocument/2006/relationships/oleObject" Target="../embeddings/oleObject57.bin"/><Relationship Id="rId15" Type="http://schemas.openxmlformats.org/officeDocument/2006/relationships/oleObject" Target="../embeddings/oleObject62.bin"/><Relationship Id="rId10" Type="http://schemas.openxmlformats.org/officeDocument/2006/relationships/image" Target="../media/image65.wmf"/><Relationship Id="rId4" Type="http://schemas.openxmlformats.org/officeDocument/2006/relationships/image" Target="../media/image62.wmf"/><Relationship Id="rId9" Type="http://schemas.openxmlformats.org/officeDocument/2006/relationships/oleObject" Target="../embeddings/oleObject59.bin"/><Relationship Id="rId14" Type="http://schemas.openxmlformats.org/officeDocument/2006/relationships/image" Target="../media/image67.wmf"/></Relationships>
</file>

<file path=ppt/slides/_rels/slide36.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64.bin"/><Relationship Id="rId7" Type="http://schemas.openxmlformats.org/officeDocument/2006/relationships/oleObject" Target="../embeddings/oleObject66.bin"/><Relationship Id="rId12" Type="http://schemas.openxmlformats.org/officeDocument/2006/relationships/image" Target="../media/image74.e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71.wmf"/><Relationship Id="rId11" Type="http://schemas.openxmlformats.org/officeDocument/2006/relationships/oleObject" Target="../embeddings/oleObject68.bin"/><Relationship Id="rId5" Type="http://schemas.openxmlformats.org/officeDocument/2006/relationships/oleObject" Target="../embeddings/oleObject65.bin"/><Relationship Id="rId10" Type="http://schemas.openxmlformats.org/officeDocument/2006/relationships/image" Target="../media/image73.emf"/><Relationship Id="rId4" Type="http://schemas.openxmlformats.org/officeDocument/2006/relationships/image" Target="../media/image70.wmf"/><Relationship Id="rId9" Type="http://schemas.openxmlformats.org/officeDocument/2006/relationships/oleObject" Target="../embeddings/oleObject67.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75.wmf"/><Relationship Id="rId5" Type="http://schemas.openxmlformats.org/officeDocument/2006/relationships/oleObject" Target="../embeddings/oleObject70.bin"/><Relationship Id="rId4" Type="http://schemas.openxmlformats.org/officeDocument/2006/relationships/image" Target="../media/image60.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76.wmf"/></Relationships>
</file>

<file path=ppt/slides/_rels/slide39.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78.wmf"/><Relationship Id="rId5" Type="http://schemas.openxmlformats.org/officeDocument/2006/relationships/oleObject" Target="../embeddings/oleObject73.bin"/><Relationship Id="rId4" Type="http://schemas.openxmlformats.org/officeDocument/2006/relationships/image" Target="../media/image77.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81.wmf"/><Relationship Id="rId5" Type="http://schemas.openxmlformats.org/officeDocument/2006/relationships/oleObject" Target="../embeddings/oleObject76.bin"/><Relationship Id="rId4" Type="http://schemas.openxmlformats.org/officeDocument/2006/relationships/image" Target="../media/image80.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82.wmf"/></Relationships>
</file>

<file path=ppt/slides/_rels/slide48.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84.wmf"/><Relationship Id="rId5" Type="http://schemas.openxmlformats.org/officeDocument/2006/relationships/oleObject" Target="../embeddings/oleObject79.bin"/><Relationship Id="rId10" Type="http://schemas.openxmlformats.org/officeDocument/2006/relationships/image" Target="../media/image86.wmf"/><Relationship Id="rId4" Type="http://schemas.openxmlformats.org/officeDocument/2006/relationships/image" Target="../media/image83.emf"/><Relationship Id="rId9" Type="http://schemas.openxmlformats.org/officeDocument/2006/relationships/oleObject" Target="../embeddings/oleObject81.bin"/></Relationships>
</file>

<file path=ppt/slides/_rels/slide49.xml.rels><?xml version="1.0" encoding="UTF-8" standalone="yes"?>
<Relationships xmlns="http://schemas.openxmlformats.org/package/2006/relationships"><Relationship Id="rId8" Type="http://schemas.openxmlformats.org/officeDocument/2006/relationships/image" Target="../media/image89.e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88.wmf"/><Relationship Id="rId5" Type="http://schemas.openxmlformats.org/officeDocument/2006/relationships/oleObject" Target="../embeddings/oleObject83.bin"/><Relationship Id="rId4" Type="http://schemas.openxmlformats.org/officeDocument/2006/relationships/image" Target="../media/image87.wmf"/></Relationships>
</file>

<file path=ppt/slides/_rels/slide50.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85.bin"/><Relationship Id="rId7" Type="http://schemas.openxmlformats.org/officeDocument/2006/relationships/oleObject" Target="../embeddings/oleObject87.bin"/><Relationship Id="rId12" Type="http://schemas.openxmlformats.org/officeDocument/2006/relationships/image" Target="../media/image93.w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90.emf"/><Relationship Id="rId11" Type="http://schemas.openxmlformats.org/officeDocument/2006/relationships/oleObject" Target="../embeddings/oleObject89.bin"/><Relationship Id="rId5" Type="http://schemas.openxmlformats.org/officeDocument/2006/relationships/oleObject" Target="../embeddings/oleObject86.bin"/><Relationship Id="rId10" Type="http://schemas.openxmlformats.org/officeDocument/2006/relationships/image" Target="../media/image92.wmf"/><Relationship Id="rId4" Type="http://schemas.openxmlformats.org/officeDocument/2006/relationships/image" Target="../media/image87.wmf"/><Relationship Id="rId9" Type="http://schemas.openxmlformats.org/officeDocument/2006/relationships/oleObject" Target="../embeddings/oleObject88.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6.xml"/><Relationship Id="rId1" Type="http://schemas.openxmlformats.org/officeDocument/2006/relationships/vmlDrawing" Target="../drawings/vmlDrawing30.vml"/><Relationship Id="rId4" Type="http://schemas.openxmlformats.org/officeDocument/2006/relationships/image" Target="../media/image94.wmf"/></Relationships>
</file>

<file path=ppt/slides/_rels/slide52.xml.rels><?xml version="1.0" encoding="UTF-8" standalone="yes"?>
<Relationships xmlns="http://schemas.openxmlformats.org/package/2006/relationships"><Relationship Id="rId8" Type="http://schemas.openxmlformats.org/officeDocument/2006/relationships/image" Target="../media/image97.e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96.emf"/><Relationship Id="rId5" Type="http://schemas.openxmlformats.org/officeDocument/2006/relationships/oleObject" Target="../embeddings/oleObject92.bin"/><Relationship Id="rId4" Type="http://schemas.openxmlformats.org/officeDocument/2006/relationships/image" Target="../media/image95.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99.wmf"/><Relationship Id="rId5" Type="http://schemas.openxmlformats.org/officeDocument/2006/relationships/oleObject" Target="../embeddings/oleObject95.bin"/><Relationship Id="rId4" Type="http://schemas.openxmlformats.org/officeDocument/2006/relationships/image" Target="../media/image98.wmf"/></Relationships>
</file>

<file path=ppt/slides/_rels/slide54.xml.rels><?xml version="1.0" encoding="UTF-8" standalone="yes"?>
<Relationships xmlns="http://schemas.openxmlformats.org/package/2006/relationships"><Relationship Id="rId8" Type="http://schemas.openxmlformats.org/officeDocument/2006/relationships/image" Target="../media/image102.wmf"/><Relationship Id="rId3" Type="http://schemas.openxmlformats.org/officeDocument/2006/relationships/oleObject" Target="../embeddings/oleObject96.bin"/><Relationship Id="rId7" Type="http://schemas.openxmlformats.org/officeDocument/2006/relationships/oleObject" Target="../embeddings/oleObject98.bin"/><Relationship Id="rId12" Type="http://schemas.openxmlformats.org/officeDocument/2006/relationships/image" Target="../media/image104.wmf"/><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101.emf"/><Relationship Id="rId11" Type="http://schemas.openxmlformats.org/officeDocument/2006/relationships/oleObject" Target="../embeddings/oleObject100.bin"/><Relationship Id="rId5" Type="http://schemas.openxmlformats.org/officeDocument/2006/relationships/oleObject" Target="../embeddings/oleObject97.bin"/><Relationship Id="rId10" Type="http://schemas.openxmlformats.org/officeDocument/2006/relationships/image" Target="../media/image103.wmf"/><Relationship Id="rId4" Type="http://schemas.openxmlformats.org/officeDocument/2006/relationships/image" Target="../media/image100.emf"/><Relationship Id="rId9" Type="http://schemas.openxmlformats.org/officeDocument/2006/relationships/oleObject" Target="../embeddings/oleObject99.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6.xml"/><Relationship Id="rId1" Type="http://schemas.openxmlformats.org/officeDocument/2006/relationships/vmlDrawing" Target="../drawings/vmlDrawing34.vml"/><Relationship Id="rId6" Type="http://schemas.openxmlformats.org/officeDocument/2006/relationships/image" Target="../media/image105.emf"/><Relationship Id="rId5" Type="http://schemas.openxmlformats.org/officeDocument/2006/relationships/oleObject" Target="../embeddings/oleObject102.bin"/><Relationship Id="rId4" Type="http://schemas.openxmlformats.org/officeDocument/2006/relationships/image" Target="../media/image99.wmf"/></Relationships>
</file>

<file path=ppt/slides/_rels/slide56.xml.rels><?xml version="1.0" encoding="UTF-8" standalone="yes"?>
<Relationships xmlns="http://schemas.openxmlformats.org/package/2006/relationships"><Relationship Id="rId8" Type="http://schemas.openxmlformats.org/officeDocument/2006/relationships/image" Target="../media/image108.emf"/><Relationship Id="rId13" Type="http://schemas.openxmlformats.org/officeDocument/2006/relationships/oleObject" Target="../embeddings/oleObject108.bin"/><Relationship Id="rId3" Type="http://schemas.openxmlformats.org/officeDocument/2006/relationships/oleObject" Target="../embeddings/oleObject103.bin"/><Relationship Id="rId7" Type="http://schemas.openxmlformats.org/officeDocument/2006/relationships/oleObject" Target="../embeddings/oleObject105.bin"/><Relationship Id="rId12" Type="http://schemas.openxmlformats.org/officeDocument/2006/relationships/image" Target="../media/image110.wmf"/><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07.wmf"/><Relationship Id="rId11" Type="http://schemas.openxmlformats.org/officeDocument/2006/relationships/oleObject" Target="../embeddings/oleObject107.bin"/><Relationship Id="rId5" Type="http://schemas.openxmlformats.org/officeDocument/2006/relationships/oleObject" Target="../embeddings/oleObject104.bin"/><Relationship Id="rId10" Type="http://schemas.openxmlformats.org/officeDocument/2006/relationships/image" Target="../media/image109.wmf"/><Relationship Id="rId4" Type="http://schemas.openxmlformats.org/officeDocument/2006/relationships/image" Target="../media/image106.wmf"/><Relationship Id="rId9" Type="http://schemas.openxmlformats.org/officeDocument/2006/relationships/oleObject" Target="../embeddings/oleObject106.bin"/><Relationship Id="rId14" Type="http://schemas.openxmlformats.org/officeDocument/2006/relationships/image" Target="../media/image111.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13.emf"/><Relationship Id="rId5" Type="http://schemas.openxmlformats.org/officeDocument/2006/relationships/oleObject" Target="../embeddings/oleObject110.bin"/><Relationship Id="rId4" Type="http://schemas.openxmlformats.org/officeDocument/2006/relationships/image" Target="../media/image112.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2.xml"/><Relationship Id="rId1" Type="http://schemas.openxmlformats.org/officeDocument/2006/relationships/vmlDrawing" Target="../drawings/vmlDrawing37.vml"/><Relationship Id="rId4" Type="http://schemas.openxmlformats.org/officeDocument/2006/relationships/image" Target="../media/image114.emf"/></Relationships>
</file>

<file path=ppt/slides/_rels/slide59.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112.bin"/><Relationship Id="rId7" Type="http://schemas.openxmlformats.org/officeDocument/2006/relationships/oleObject" Target="../embeddings/oleObject114.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16.wmf"/><Relationship Id="rId5" Type="http://schemas.openxmlformats.org/officeDocument/2006/relationships/oleObject" Target="../embeddings/oleObject113.bin"/><Relationship Id="rId4" Type="http://schemas.openxmlformats.org/officeDocument/2006/relationships/image" Target="../media/image115.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19.wmf"/><Relationship Id="rId5" Type="http://schemas.openxmlformats.org/officeDocument/2006/relationships/oleObject" Target="../embeddings/oleObject116.bin"/><Relationship Id="rId4" Type="http://schemas.openxmlformats.org/officeDocument/2006/relationships/image" Target="../media/image118.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Layout" Target="../slideLayouts/slideLayout2.xml"/><Relationship Id="rId1" Type="http://schemas.openxmlformats.org/officeDocument/2006/relationships/vmlDrawing" Target="../drawings/vmlDrawing40.vml"/><Relationship Id="rId4" Type="http://schemas.openxmlformats.org/officeDocument/2006/relationships/image" Target="../media/image120.emf"/></Relationships>
</file>

<file path=ppt/slides/_rels/slide62.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oleObject" Target="../embeddings/oleObject118.bin"/><Relationship Id="rId7" Type="http://schemas.openxmlformats.org/officeDocument/2006/relationships/oleObject" Target="../embeddings/oleObject120.bin"/><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image" Target="../media/image122.wmf"/><Relationship Id="rId5" Type="http://schemas.openxmlformats.org/officeDocument/2006/relationships/oleObject" Target="../embeddings/oleObject119.bin"/><Relationship Id="rId4" Type="http://schemas.openxmlformats.org/officeDocument/2006/relationships/image" Target="../media/image121.emf"/></Relationships>
</file>

<file path=ppt/slides/_rels/slide63.xml.rels><?xml version="1.0" encoding="UTF-8" standalone="yes"?>
<Relationships xmlns="http://schemas.openxmlformats.org/package/2006/relationships"><Relationship Id="rId8" Type="http://schemas.openxmlformats.org/officeDocument/2006/relationships/image" Target="../media/image126.wmf"/><Relationship Id="rId13" Type="http://schemas.openxmlformats.org/officeDocument/2006/relationships/image" Target="../media/image128.wmf"/><Relationship Id="rId3" Type="http://schemas.openxmlformats.org/officeDocument/2006/relationships/oleObject" Target="../embeddings/oleObject121.bin"/><Relationship Id="rId7" Type="http://schemas.openxmlformats.org/officeDocument/2006/relationships/oleObject" Target="../embeddings/oleObject123.bin"/><Relationship Id="rId12" Type="http://schemas.openxmlformats.org/officeDocument/2006/relationships/oleObject" Target="../embeddings/oleObject126.bin"/><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125.wmf"/><Relationship Id="rId11" Type="http://schemas.openxmlformats.org/officeDocument/2006/relationships/image" Target="../media/image127.wmf"/><Relationship Id="rId5" Type="http://schemas.openxmlformats.org/officeDocument/2006/relationships/oleObject" Target="../embeddings/oleObject122.bin"/><Relationship Id="rId10" Type="http://schemas.openxmlformats.org/officeDocument/2006/relationships/oleObject" Target="../embeddings/oleObject125.bin"/><Relationship Id="rId4" Type="http://schemas.openxmlformats.org/officeDocument/2006/relationships/image" Target="../media/image124.wmf"/><Relationship Id="rId9" Type="http://schemas.openxmlformats.org/officeDocument/2006/relationships/oleObject" Target="../embeddings/oleObject124.bin"/></Relationships>
</file>

<file path=ppt/slides/_rels/slide64.xml.rels><?xml version="1.0" encoding="UTF-8" standalone="yes"?>
<Relationships xmlns="http://schemas.openxmlformats.org/package/2006/relationships"><Relationship Id="rId8" Type="http://schemas.openxmlformats.org/officeDocument/2006/relationships/image" Target="../media/image131.wmf"/><Relationship Id="rId13" Type="http://schemas.openxmlformats.org/officeDocument/2006/relationships/oleObject" Target="../embeddings/oleObject132.bin"/><Relationship Id="rId18" Type="http://schemas.openxmlformats.org/officeDocument/2006/relationships/image" Target="../media/image136.wmf"/><Relationship Id="rId3" Type="http://schemas.openxmlformats.org/officeDocument/2006/relationships/oleObject" Target="../embeddings/oleObject127.bin"/><Relationship Id="rId7" Type="http://schemas.openxmlformats.org/officeDocument/2006/relationships/oleObject" Target="../embeddings/oleObject129.bin"/><Relationship Id="rId12" Type="http://schemas.openxmlformats.org/officeDocument/2006/relationships/image" Target="../media/image133.wmf"/><Relationship Id="rId17" Type="http://schemas.openxmlformats.org/officeDocument/2006/relationships/oleObject" Target="../embeddings/oleObject134.bin"/><Relationship Id="rId2" Type="http://schemas.openxmlformats.org/officeDocument/2006/relationships/slideLayout" Target="../slideLayouts/slideLayout2.xml"/><Relationship Id="rId16" Type="http://schemas.openxmlformats.org/officeDocument/2006/relationships/image" Target="../media/image135.wmf"/><Relationship Id="rId20" Type="http://schemas.openxmlformats.org/officeDocument/2006/relationships/image" Target="../media/image137.wmf"/><Relationship Id="rId1" Type="http://schemas.openxmlformats.org/officeDocument/2006/relationships/vmlDrawing" Target="../drawings/vmlDrawing43.vml"/><Relationship Id="rId6" Type="http://schemas.openxmlformats.org/officeDocument/2006/relationships/image" Target="../media/image130.wmf"/><Relationship Id="rId11" Type="http://schemas.openxmlformats.org/officeDocument/2006/relationships/oleObject" Target="../embeddings/oleObject131.bin"/><Relationship Id="rId5" Type="http://schemas.openxmlformats.org/officeDocument/2006/relationships/oleObject" Target="../embeddings/oleObject128.bin"/><Relationship Id="rId15" Type="http://schemas.openxmlformats.org/officeDocument/2006/relationships/oleObject" Target="../embeddings/oleObject133.bin"/><Relationship Id="rId10" Type="http://schemas.openxmlformats.org/officeDocument/2006/relationships/image" Target="../media/image132.wmf"/><Relationship Id="rId19" Type="http://schemas.openxmlformats.org/officeDocument/2006/relationships/oleObject" Target="../embeddings/oleObject135.bin"/><Relationship Id="rId4" Type="http://schemas.openxmlformats.org/officeDocument/2006/relationships/image" Target="../media/image129.wmf"/><Relationship Id="rId9" Type="http://schemas.openxmlformats.org/officeDocument/2006/relationships/oleObject" Target="../embeddings/oleObject130.bin"/><Relationship Id="rId14" Type="http://schemas.openxmlformats.org/officeDocument/2006/relationships/image" Target="../media/image134.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36.bin"/><Relationship Id="rId2" Type="http://schemas.openxmlformats.org/officeDocument/2006/relationships/slideLayout" Target="../slideLayouts/slideLayout2.xml"/><Relationship Id="rId1" Type="http://schemas.openxmlformats.org/officeDocument/2006/relationships/vmlDrawing" Target="../drawings/vmlDrawing44.vml"/><Relationship Id="rId4" Type="http://schemas.openxmlformats.org/officeDocument/2006/relationships/image" Target="../media/image138.w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Layout" Target="../slideLayouts/slideLayout2.xml"/><Relationship Id="rId1" Type="http://schemas.openxmlformats.org/officeDocument/2006/relationships/vmlDrawing" Target="../drawings/vmlDrawing45.vml"/><Relationship Id="rId4" Type="http://schemas.openxmlformats.org/officeDocument/2006/relationships/image" Target="../media/image139.wmf"/></Relationships>
</file>

<file path=ppt/slides/_rels/slide67.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138.bin"/><Relationship Id="rId7" Type="http://schemas.openxmlformats.org/officeDocument/2006/relationships/oleObject" Target="../embeddings/oleObject140.bin"/><Relationship Id="rId2" Type="http://schemas.openxmlformats.org/officeDocument/2006/relationships/slideLayout" Target="../slideLayouts/slideLayout2.xml"/><Relationship Id="rId1" Type="http://schemas.openxmlformats.org/officeDocument/2006/relationships/vmlDrawing" Target="../drawings/vmlDrawing46.vml"/><Relationship Id="rId6" Type="http://schemas.openxmlformats.org/officeDocument/2006/relationships/image" Target="../media/image141.wmf"/><Relationship Id="rId5" Type="http://schemas.openxmlformats.org/officeDocument/2006/relationships/oleObject" Target="../embeddings/oleObject139.bin"/><Relationship Id="rId4" Type="http://schemas.openxmlformats.org/officeDocument/2006/relationships/image" Target="../media/image140.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image" Target="../media/image144.wmf"/><Relationship Id="rId5" Type="http://schemas.openxmlformats.org/officeDocument/2006/relationships/oleObject" Target="../embeddings/oleObject142.bin"/><Relationship Id="rId4" Type="http://schemas.openxmlformats.org/officeDocument/2006/relationships/image" Target="../media/image143.wmf"/></Relationships>
</file>

<file path=ppt/slides/_rels/slide69.x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oleObject" Target="../embeddings/oleObject143.bin"/><Relationship Id="rId7" Type="http://schemas.openxmlformats.org/officeDocument/2006/relationships/oleObject" Target="../embeddings/oleObject145.bin"/><Relationship Id="rId12" Type="http://schemas.openxmlformats.org/officeDocument/2006/relationships/image" Target="../media/image149.wmf"/><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146.wmf"/><Relationship Id="rId11" Type="http://schemas.openxmlformats.org/officeDocument/2006/relationships/oleObject" Target="../embeddings/oleObject147.bin"/><Relationship Id="rId5" Type="http://schemas.openxmlformats.org/officeDocument/2006/relationships/oleObject" Target="../embeddings/oleObject144.bin"/><Relationship Id="rId10" Type="http://schemas.openxmlformats.org/officeDocument/2006/relationships/image" Target="../media/image148.wmf"/><Relationship Id="rId4" Type="http://schemas.openxmlformats.org/officeDocument/2006/relationships/image" Target="../media/image145.wmf"/><Relationship Id="rId9" Type="http://schemas.openxmlformats.org/officeDocument/2006/relationships/oleObject" Target="../embeddings/oleObject146.bin"/></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48.bin"/><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image" Target="../media/image151.wmf"/><Relationship Id="rId5" Type="http://schemas.openxmlformats.org/officeDocument/2006/relationships/oleObject" Target="../embeddings/oleObject149.bin"/><Relationship Id="rId4" Type="http://schemas.openxmlformats.org/officeDocument/2006/relationships/image" Target="../media/image150.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154.wmf"/><Relationship Id="rId3" Type="http://schemas.openxmlformats.org/officeDocument/2006/relationships/oleObject" Target="../embeddings/oleObject150.bin"/><Relationship Id="rId7" Type="http://schemas.openxmlformats.org/officeDocument/2006/relationships/oleObject" Target="../embeddings/oleObject152.bin"/><Relationship Id="rId12" Type="http://schemas.openxmlformats.org/officeDocument/2006/relationships/image" Target="../media/image156.wmf"/><Relationship Id="rId2" Type="http://schemas.openxmlformats.org/officeDocument/2006/relationships/slideLayout" Target="../slideLayouts/slideLayout2.xml"/><Relationship Id="rId1" Type="http://schemas.openxmlformats.org/officeDocument/2006/relationships/vmlDrawing" Target="../drawings/vmlDrawing50.vml"/><Relationship Id="rId6" Type="http://schemas.openxmlformats.org/officeDocument/2006/relationships/image" Target="../media/image153.wmf"/><Relationship Id="rId11" Type="http://schemas.openxmlformats.org/officeDocument/2006/relationships/oleObject" Target="../embeddings/oleObject154.bin"/><Relationship Id="rId5" Type="http://schemas.openxmlformats.org/officeDocument/2006/relationships/oleObject" Target="../embeddings/oleObject151.bin"/><Relationship Id="rId10" Type="http://schemas.openxmlformats.org/officeDocument/2006/relationships/image" Target="../media/image155.wmf"/><Relationship Id="rId4" Type="http://schemas.openxmlformats.org/officeDocument/2006/relationships/image" Target="../media/image152.wmf"/><Relationship Id="rId9" Type="http://schemas.openxmlformats.org/officeDocument/2006/relationships/oleObject" Target="../embeddings/oleObject153.bin"/></Relationships>
</file>

<file path=ppt/slides/_rels/slide76.xml.rels><?xml version="1.0" encoding="UTF-8" standalone="yes"?>
<Relationships xmlns="http://schemas.openxmlformats.org/package/2006/relationships"><Relationship Id="rId8" Type="http://schemas.openxmlformats.org/officeDocument/2006/relationships/image" Target="../media/image159.wmf"/><Relationship Id="rId3" Type="http://schemas.openxmlformats.org/officeDocument/2006/relationships/oleObject" Target="../embeddings/oleObject155.bin"/><Relationship Id="rId7" Type="http://schemas.openxmlformats.org/officeDocument/2006/relationships/oleObject" Target="../embeddings/oleObject157.bin"/><Relationship Id="rId2" Type="http://schemas.openxmlformats.org/officeDocument/2006/relationships/slideLayout" Target="../slideLayouts/slideLayout2.xml"/><Relationship Id="rId1" Type="http://schemas.openxmlformats.org/officeDocument/2006/relationships/vmlDrawing" Target="../drawings/vmlDrawing51.vml"/><Relationship Id="rId6" Type="http://schemas.openxmlformats.org/officeDocument/2006/relationships/image" Target="../media/image158.wmf"/><Relationship Id="rId5" Type="http://schemas.openxmlformats.org/officeDocument/2006/relationships/oleObject" Target="../embeddings/oleObject156.bin"/><Relationship Id="rId10" Type="http://schemas.openxmlformats.org/officeDocument/2006/relationships/image" Target="../media/image160.wmf"/><Relationship Id="rId4" Type="http://schemas.openxmlformats.org/officeDocument/2006/relationships/image" Target="../media/image157.wmf"/><Relationship Id="rId9" Type="http://schemas.openxmlformats.org/officeDocument/2006/relationships/oleObject" Target="../embeddings/oleObject158.bin"/></Relationships>
</file>

<file path=ppt/slides/_rels/slide77.xml.rels><?xml version="1.0" encoding="UTF-8" standalone="yes"?>
<Relationships xmlns="http://schemas.openxmlformats.org/package/2006/relationships"><Relationship Id="rId8" Type="http://schemas.openxmlformats.org/officeDocument/2006/relationships/image" Target="../media/image163.wmf"/><Relationship Id="rId3" Type="http://schemas.openxmlformats.org/officeDocument/2006/relationships/oleObject" Target="../embeddings/oleObject159.bin"/><Relationship Id="rId7" Type="http://schemas.openxmlformats.org/officeDocument/2006/relationships/oleObject" Target="../embeddings/oleObject161.bin"/><Relationship Id="rId2" Type="http://schemas.openxmlformats.org/officeDocument/2006/relationships/slideLayout" Target="../slideLayouts/slideLayout2.xml"/><Relationship Id="rId1" Type="http://schemas.openxmlformats.org/officeDocument/2006/relationships/vmlDrawing" Target="../drawings/vmlDrawing52.vml"/><Relationship Id="rId6" Type="http://schemas.openxmlformats.org/officeDocument/2006/relationships/image" Target="../media/image162.wmf"/><Relationship Id="rId5" Type="http://schemas.openxmlformats.org/officeDocument/2006/relationships/oleObject" Target="../embeddings/oleObject160.bin"/><Relationship Id="rId4" Type="http://schemas.openxmlformats.org/officeDocument/2006/relationships/image" Target="../media/image161.wmf"/></Relationships>
</file>

<file path=ppt/slides/_rels/slide78.x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oleObject" Target="../embeddings/oleObject162.bin"/><Relationship Id="rId7" Type="http://schemas.openxmlformats.org/officeDocument/2006/relationships/oleObject" Target="../embeddings/oleObject164.bin"/><Relationship Id="rId12" Type="http://schemas.openxmlformats.org/officeDocument/2006/relationships/image" Target="../media/image168.wmf"/><Relationship Id="rId2" Type="http://schemas.openxmlformats.org/officeDocument/2006/relationships/slideLayout" Target="../slideLayouts/slideLayout2.xml"/><Relationship Id="rId1" Type="http://schemas.openxmlformats.org/officeDocument/2006/relationships/vmlDrawing" Target="../drawings/vmlDrawing53.vml"/><Relationship Id="rId6" Type="http://schemas.openxmlformats.org/officeDocument/2006/relationships/image" Target="../media/image165.wmf"/><Relationship Id="rId11" Type="http://schemas.openxmlformats.org/officeDocument/2006/relationships/oleObject" Target="../embeddings/oleObject166.bin"/><Relationship Id="rId5" Type="http://schemas.openxmlformats.org/officeDocument/2006/relationships/oleObject" Target="../embeddings/oleObject163.bin"/><Relationship Id="rId10" Type="http://schemas.openxmlformats.org/officeDocument/2006/relationships/image" Target="../media/image167.wmf"/><Relationship Id="rId4" Type="http://schemas.openxmlformats.org/officeDocument/2006/relationships/image" Target="../media/image164.wmf"/><Relationship Id="rId9" Type="http://schemas.openxmlformats.org/officeDocument/2006/relationships/oleObject" Target="../embeddings/oleObject165.bin"/></Relationships>
</file>

<file path=ppt/slides/_rels/slide79.xml.rels><?xml version="1.0" encoding="UTF-8" standalone="yes"?>
<Relationships xmlns="http://schemas.openxmlformats.org/package/2006/relationships"><Relationship Id="rId8" Type="http://schemas.openxmlformats.org/officeDocument/2006/relationships/image" Target="../media/image171.emf"/><Relationship Id="rId3" Type="http://schemas.openxmlformats.org/officeDocument/2006/relationships/oleObject" Target="../embeddings/oleObject167.bin"/><Relationship Id="rId7" Type="http://schemas.openxmlformats.org/officeDocument/2006/relationships/oleObject" Target="../embeddings/oleObject169.bin"/><Relationship Id="rId2" Type="http://schemas.openxmlformats.org/officeDocument/2006/relationships/slideLayout" Target="../slideLayouts/slideLayout2.xml"/><Relationship Id="rId1" Type="http://schemas.openxmlformats.org/officeDocument/2006/relationships/vmlDrawing" Target="../drawings/vmlDrawing54.vml"/><Relationship Id="rId6" Type="http://schemas.openxmlformats.org/officeDocument/2006/relationships/image" Target="../media/image170.emf"/><Relationship Id="rId5" Type="http://schemas.openxmlformats.org/officeDocument/2006/relationships/oleObject" Target="../embeddings/oleObject168.bin"/><Relationship Id="rId10" Type="http://schemas.openxmlformats.org/officeDocument/2006/relationships/image" Target="../media/image172.emf"/><Relationship Id="rId4" Type="http://schemas.openxmlformats.org/officeDocument/2006/relationships/image" Target="../media/image169.wmf"/><Relationship Id="rId9" Type="http://schemas.openxmlformats.org/officeDocument/2006/relationships/oleObject" Target="../embeddings/oleObject170.bin"/></Relationships>
</file>

<file path=ppt/slides/_rels/slide80.xml.rels><?xml version="1.0" encoding="UTF-8" standalone="yes"?>
<Relationships xmlns="http://schemas.openxmlformats.org/package/2006/relationships"><Relationship Id="rId8" Type="http://schemas.openxmlformats.org/officeDocument/2006/relationships/image" Target="../media/image175.wmf"/><Relationship Id="rId13" Type="http://schemas.openxmlformats.org/officeDocument/2006/relationships/oleObject" Target="../embeddings/oleObject176.bin"/><Relationship Id="rId3" Type="http://schemas.openxmlformats.org/officeDocument/2006/relationships/oleObject" Target="../embeddings/oleObject171.bin"/><Relationship Id="rId7" Type="http://schemas.openxmlformats.org/officeDocument/2006/relationships/oleObject" Target="../embeddings/oleObject173.bin"/><Relationship Id="rId12" Type="http://schemas.openxmlformats.org/officeDocument/2006/relationships/image" Target="../media/image177.wmf"/><Relationship Id="rId2" Type="http://schemas.openxmlformats.org/officeDocument/2006/relationships/slideLayout" Target="../slideLayouts/slideLayout2.xml"/><Relationship Id="rId1" Type="http://schemas.openxmlformats.org/officeDocument/2006/relationships/vmlDrawing" Target="../drawings/vmlDrawing55.vml"/><Relationship Id="rId6" Type="http://schemas.openxmlformats.org/officeDocument/2006/relationships/image" Target="../media/image174.wmf"/><Relationship Id="rId11" Type="http://schemas.openxmlformats.org/officeDocument/2006/relationships/oleObject" Target="../embeddings/oleObject175.bin"/><Relationship Id="rId5" Type="http://schemas.openxmlformats.org/officeDocument/2006/relationships/oleObject" Target="../embeddings/oleObject172.bin"/><Relationship Id="rId10" Type="http://schemas.openxmlformats.org/officeDocument/2006/relationships/image" Target="../media/image176.wmf"/><Relationship Id="rId4" Type="http://schemas.openxmlformats.org/officeDocument/2006/relationships/image" Target="../media/image173.wmf"/><Relationship Id="rId9" Type="http://schemas.openxmlformats.org/officeDocument/2006/relationships/oleObject" Target="../embeddings/oleObject174.bin"/><Relationship Id="rId14" Type="http://schemas.openxmlformats.org/officeDocument/2006/relationships/image" Target="../media/image178.wmf"/></Relationships>
</file>

<file path=ppt/slides/_rels/slide81.xml.rels><?xml version="1.0" encoding="UTF-8" standalone="yes"?>
<Relationships xmlns="http://schemas.openxmlformats.org/package/2006/relationships"><Relationship Id="rId8" Type="http://schemas.openxmlformats.org/officeDocument/2006/relationships/image" Target="../media/image181.wmf"/><Relationship Id="rId3" Type="http://schemas.openxmlformats.org/officeDocument/2006/relationships/oleObject" Target="../embeddings/oleObject177.bin"/><Relationship Id="rId7" Type="http://schemas.openxmlformats.org/officeDocument/2006/relationships/oleObject" Target="../embeddings/oleObject179.bin"/><Relationship Id="rId12" Type="http://schemas.openxmlformats.org/officeDocument/2006/relationships/image" Target="../media/image183.wmf"/><Relationship Id="rId2" Type="http://schemas.openxmlformats.org/officeDocument/2006/relationships/slideLayout" Target="../slideLayouts/slideLayout2.xml"/><Relationship Id="rId1" Type="http://schemas.openxmlformats.org/officeDocument/2006/relationships/vmlDrawing" Target="../drawings/vmlDrawing56.vml"/><Relationship Id="rId6" Type="http://schemas.openxmlformats.org/officeDocument/2006/relationships/image" Target="../media/image180.wmf"/><Relationship Id="rId11" Type="http://schemas.openxmlformats.org/officeDocument/2006/relationships/oleObject" Target="../embeddings/oleObject181.bin"/><Relationship Id="rId5" Type="http://schemas.openxmlformats.org/officeDocument/2006/relationships/oleObject" Target="../embeddings/oleObject178.bin"/><Relationship Id="rId10" Type="http://schemas.openxmlformats.org/officeDocument/2006/relationships/image" Target="../media/image182.wmf"/><Relationship Id="rId4" Type="http://schemas.openxmlformats.org/officeDocument/2006/relationships/image" Target="../media/image179.wmf"/><Relationship Id="rId9" Type="http://schemas.openxmlformats.org/officeDocument/2006/relationships/oleObject" Target="../embeddings/oleObject180.bin"/></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82.bin"/><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image" Target="../media/image185.wmf"/><Relationship Id="rId5" Type="http://schemas.openxmlformats.org/officeDocument/2006/relationships/oleObject" Target="../embeddings/oleObject183.bin"/><Relationship Id="rId4" Type="http://schemas.openxmlformats.org/officeDocument/2006/relationships/image" Target="../media/image184.w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84.bin"/><Relationship Id="rId2" Type="http://schemas.openxmlformats.org/officeDocument/2006/relationships/slideLayout" Target="../slideLayouts/slideLayout2.xml"/><Relationship Id="rId1" Type="http://schemas.openxmlformats.org/officeDocument/2006/relationships/vmlDrawing" Target="../drawings/vmlDrawing58.vml"/><Relationship Id="rId6" Type="http://schemas.openxmlformats.org/officeDocument/2006/relationships/oleObject" Target="../embeddings/oleObject186.bin"/><Relationship Id="rId5" Type="http://schemas.openxmlformats.org/officeDocument/2006/relationships/oleObject" Target="../embeddings/oleObject185.bin"/><Relationship Id="rId4" Type="http://schemas.openxmlformats.org/officeDocument/2006/relationships/image" Target="../media/image185.w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87.bin"/><Relationship Id="rId2" Type="http://schemas.openxmlformats.org/officeDocument/2006/relationships/slideLayout" Target="../slideLayouts/slideLayout2.xml"/><Relationship Id="rId1" Type="http://schemas.openxmlformats.org/officeDocument/2006/relationships/vmlDrawing" Target="../drawings/vmlDrawing59.vml"/><Relationship Id="rId4" Type="http://schemas.openxmlformats.org/officeDocument/2006/relationships/image" Target="../media/image186.wmf"/></Relationships>
</file>

<file path=ppt/slides/_rels/slide86.xml.rels><?xml version="1.0" encoding="UTF-8" standalone="yes"?>
<Relationships xmlns="http://schemas.openxmlformats.org/package/2006/relationships"><Relationship Id="rId3" Type="http://schemas.openxmlformats.org/officeDocument/2006/relationships/image" Target="../media/image189.jpeg"/><Relationship Id="rId7" Type="http://schemas.openxmlformats.org/officeDocument/2006/relationships/image" Target="../media/image188.emf"/><Relationship Id="rId2" Type="http://schemas.openxmlformats.org/officeDocument/2006/relationships/slideLayout" Target="../slideLayouts/slideLayout2.xml"/><Relationship Id="rId1" Type="http://schemas.openxmlformats.org/officeDocument/2006/relationships/vmlDrawing" Target="../drawings/vmlDrawing60.vml"/><Relationship Id="rId6" Type="http://schemas.openxmlformats.org/officeDocument/2006/relationships/oleObject" Target="../embeddings/oleObject189.bin"/><Relationship Id="rId5" Type="http://schemas.openxmlformats.org/officeDocument/2006/relationships/image" Target="../media/image187.emf"/><Relationship Id="rId4" Type="http://schemas.openxmlformats.org/officeDocument/2006/relationships/oleObject" Target="../embeddings/oleObject188.bin"/></Relationships>
</file>

<file path=ppt/slides/_rels/slide87.xml.rels><?xml version="1.0" encoding="UTF-8" standalone="yes"?>
<Relationships xmlns="http://schemas.openxmlformats.org/package/2006/relationships"><Relationship Id="rId3" Type="http://schemas.openxmlformats.org/officeDocument/2006/relationships/image" Target="../media/image192.jpeg"/><Relationship Id="rId7" Type="http://schemas.openxmlformats.org/officeDocument/2006/relationships/image" Target="../media/image191.emf"/><Relationship Id="rId2" Type="http://schemas.openxmlformats.org/officeDocument/2006/relationships/slideLayout" Target="../slideLayouts/slideLayout2.xml"/><Relationship Id="rId1" Type="http://schemas.openxmlformats.org/officeDocument/2006/relationships/vmlDrawing" Target="../drawings/vmlDrawing61.vml"/><Relationship Id="rId6" Type="http://schemas.openxmlformats.org/officeDocument/2006/relationships/oleObject" Target="../embeddings/oleObject191.bin"/><Relationship Id="rId5" Type="http://schemas.openxmlformats.org/officeDocument/2006/relationships/image" Target="../media/image190.emf"/><Relationship Id="rId4" Type="http://schemas.openxmlformats.org/officeDocument/2006/relationships/oleObject" Target="../embeddings/oleObject190.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192.bin"/><Relationship Id="rId7" Type="http://schemas.openxmlformats.org/officeDocument/2006/relationships/oleObject" Target="../embeddings/oleObject194.bin"/><Relationship Id="rId12" Type="http://schemas.openxmlformats.org/officeDocument/2006/relationships/image" Target="../media/image195.wmf"/><Relationship Id="rId2" Type="http://schemas.openxmlformats.org/officeDocument/2006/relationships/slideLayout" Target="../slideLayouts/slideLayout2.xml"/><Relationship Id="rId1" Type="http://schemas.openxmlformats.org/officeDocument/2006/relationships/vmlDrawing" Target="../drawings/vmlDrawing62.vml"/><Relationship Id="rId6" Type="http://schemas.openxmlformats.org/officeDocument/2006/relationships/image" Target="../media/image193.emf"/><Relationship Id="rId11" Type="http://schemas.openxmlformats.org/officeDocument/2006/relationships/oleObject" Target="../embeddings/oleObject196.bin"/><Relationship Id="rId5" Type="http://schemas.openxmlformats.org/officeDocument/2006/relationships/oleObject" Target="../embeddings/oleObject193.bin"/><Relationship Id="rId10" Type="http://schemas.openxmlformats.org/officeDocument/2006/relationships/image" Target="../media/image194.emf"/><Relationship Id="rId4" Type="http://schemas.openxmlformats.org/officeDocument/2006/relationships/image" Target="../media/image49.wmf"/><Relationship Id="rId9" Type="http://schemas.openxmlformats.org/officeDocument/2006/relationships/oleObject" Target="../embeddings/oleObject195.bin"/></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199.bin"/><Relationship Id="rId3" Type="http://schemas.openxmlformats.org/officeDocument/2006/relationships/notesSlide" Target="../notesSlides/notesSlide25.xml"/><Relationship Id="rId7" Type="http://schemas.openxmlformats.org/officeDocument/2006/relationships/image" Target="../media/image197.wmf"/><Relationship Id="rId2" Type="http://schemas.openxmlformats.org/officeDocument/2006/relationships/slideLayout" Target="../slideLayouts/slideLayout2.xml"/><Relationship Id="rId1" Type="http://schemas.openxmlformats.org/officeDocument/2006/relationships/vmlDrawing" Target="../drawings/vmlDrawing63.vml"/><Relationship Id="rId6" Type="http://schemas.openxmlformats.org/officeDocument/2006/relationships/oleObject" Target="../embeddings/oleObject198.bin"/><Relationship Id="rId5" Type="http://schemas.openxmlformats.org/officeDocument/2006/relationships/image" Target="../media/image196.wmf"/><Relationship Id="rId4" Type="http://schemas.openxmlformats.org/officeDocument/2006/relationships/oleObject" Target="../embeddings/oleObject197.bin"/><Relationship Id="rId9" Type="http://schemas.openxmlformats.org/officeDocument/2006/relationships/image" Target="../media/image198.wmf"/></Relationships>
</file>

<file path=ppt/slides/_rels/slide91.xml.rels><?xml version="1.0" encoding="UTF-8" standalone="yes"?>
<Relationships xmlns="http://schemas.openxmlformats.org/package/2006/relationships"><Relationship Id="rId8" Type="http://schemas.openxmlformats.org/officeDocument/2006/relationships/image" Target="../media/image200.wmf"/><Relationship Id="rId13" Type="http://schemas.openxmlformats.org/officeDocument/2006/relationships/oleObject" Target="../embeddings/oleObject205.bin"/><Relationship Id="rId18" Type="http://schemas.openxmlformats.org/officeDocument/2006/relationships/image" Target="../media/image205.wmf"/><Relationship Id="rId3" Type="http://schemas.openxmlformats.org/officeDocument/2006/relationships/oleObject" Target="../embeddings/oleObject200.bin"/><Relationship Id="rId7" Type="http://schemas.openxmlformats.org/officeDocument/2006/relationships/oleObject" Target="../embeddings/oleObject202.bin"/><Relationship Id="rId12" Type="http://schemas.openxmlformats.org/officeDocument/2006/relationships/image" Target="../media/image202.wmf"/><Relationship Id="rId17" Type="http://schemas.openxmlformats.org/officeDocument/2006/relationships/oleObject" Target="../embeddings/oleObject207.bin"/><Relationship Id="rId2" Type="http://schemas.openxmlformats.org/officeDocument/2006/relationships/slideLayout" Target="../slideLayouts/slideLayout2.xml"/><Relationship Id="rId16" Type="http://schemas.openxmlformats.org/officeDocument/2006/relationships/image" Target="../media/image204.wmf"/><Relationship Id="rId1" Type="http://schemas.openxmlformats.org/officeDocument/2006/relationships/vmlDrawing" Target="../drawings/vmlDrawing64.vml"/><Relationship Id="rId6" Type="http://schemas.openxmlformats.org/officeDocument/2006/relationships/image" Target="../media/image199.wmf"/><Relationship Id="rId11" Type="http://schemas.openxmlformats.org/officeDocument/2006/relationships/oleObject" Target="../embeddings/oleObject204.bin"/><Relationship Id="rId5" Type="http://schemas.openxmlformats.org/officeDocument/2006/relationships/oleObject" Target="../embeddings/oleObject201.bin"/><Relationship Id="rId15" Type="http://schemas.openxmlformats.org/officeDocument/2006/relationships/oleObject" Target="../embeddings/oleObject206.bin"/><Relationship Id="rId10" Type="http://schemas.openxmlformats.org/officeDocument/2006/relationships/image" Target="../media/image201.wmf"/><Relationship Id="rId4" Type="http://schemas.openxmlformats.org/officeDocument/2006/relationships/image" Target="../media/image196.wmf"/><Relationship Id="rId9" Type="http://schemas.openxmlformats.org/officeDocument/2006/relationships/oleObject" Target="../embeddings/oleObject203.bin"/><Relationship Id="rId14" Type="http://schemas.openxmlformats.org/officeDocument/2006/relationships/image" Target="../media/image203.wmf"/></Relationships>
</file>

<file path=ppt/slides/_rels/slide92.xml.rels><?xml version="1.0" encoding="UTF-8" standalone="yes"?>
<Relationships xmlns="http://schemas.openxmlformats.org/package/2006/relationships"><Relationship Id="rId8" Type="http://schemas.openxmlformats.org/officeDocument/2006/relationships/oleObject" Target="../embeddings/oleObject210.bin"/><Relationship Id="rId3" Type="http://schemas.openxmlformats.org/officeDocument/2006/relationships/notesSlide" Target="../notesSlides/notesSlide26.xml"/><Relationship Id="rId7" Type="http://schemas.openxmlformats.org/officeDocument/2006/relationships/image" Target="../media/image207.emf"/><Relationship Id="rId2" Type="http://schemas.openxmlformats.org/officeDocument/2006/relationships/slideLayout" Target="../slideLayouts/slideLayout7.xml"/><Relationship Id="rId1" Type="http://schemas.openxmlformats.org/officeDocument/2006/relationships/vmlDrawing" Target="../drawings/vmlDrawing65.vml"/><Relationship Id="rId6" Type="http://schemas.openxmlformats.org/officeDocument/2006/relationships/oleObject" Target="../embeddings/oleObject209.bin"/><Relationship Id="rId5" Type="http://schemas.openxmlformats.org/officeDocument/2006/relationships/image" Target="../media/image206.png"/><Relationship Id="rId4" Type="http://schemas.openxmlformats.org/officeDocument/2006/relationships/oleObject" Target="../embeddings/oleObject208.bin"/><Relationship Id="rId9" Type="http://schemas.openxmlformats.org/officeDocument/2006/relationships/image" Target="../media/image208.emf"/></Relationships>
</file>

<file path=ppt/slides/_rels/slide93.xml.rels><?xml version="1.0" encoding="UTF-8" standalone="yes"?>
<Relationships xmlns="http://schemas.openxmlformats.org/package/2006/relationships"><Relationship Id="rId8" Type="http://schemas.openxmlformats.org/officeDocument/2006/relationships/image" Target="../media/image211.wmf"/><Relationship Id="rId3" Type="http://schemas.openxmlformats.org/officeDocument/2006/relationships/oleObject" Target="../embeddings/oleObject211.bin"/><Relationship Id="rId7" Type="http://schemas.openxmlformats.org/officeDocument/2006/relationships/oleObject" Target="../embeddings/oleObject213.bin"/><Relationship Id="rId2" Type="http://schemas.openxmlformats.org/officeDocument/2006/relationships/slideLayout" Target="../slideLayouts/slideLayout2.xml"/><Relationship Id="rId1" Type="http://schemas.openxmlformats.org/officeDocument/2006/relationships/vmlDrawing" Target="../drawings/vmlDrawing66.vml"/><Relationship Id="rId6" Type="http://schemas.openxmlformats.org/officeDocument/2006/relationships/image" Target="../media/image210.wmf"/><Relationship Id="rId5" Type="http://schemas.openxmlformats.org/officeDocument/2006/relationships/oleObject" Target="../embeddings/oleObject212.bin"/><Relationship Id="rId10" Type="http://schemas.openxmlformats.org/officeDocument/2006/relationships/image" Target="../media/image212.wmf"/><Relationship Id="rId4" Type="http://schemas.openxmlformats.org/officeDocument/2006/relationships/image" Target="../media/image209.wmf"/><Relationship Id="rId9" Type="http://schemas.openxmlformats.org/officeDocument/2006/relationships/oleObject" Target="../embeddings/oleObject214.bin"/></Relationships>
</file>

<file path=ppt/slides/_rels/slide94.xml.rels><?xml version="1.0" encoding="UTF-8" standalone="yes"?>
<Relationships xmlns="http://schemas.openxmlformats.org/package/2006/relationships"><Relationship Id="rId8" Type="http://schemas.openxmlformats.org/officeDocument/2006/relationships/image" Target="../media/image215.wmf"/><Relationship Id="rId13" Type="http://schemas.openxmlformats.org/officeDocument/2006/relationships/oleObject" Target="../embeddings/oleObject220.bin"/><Relationship Id="rId3" Type="http://schemas.openxmlformats.org/officeDocument/2006/relationships/oleObject" Target="../embeddings/oleObject215.bin"/><Relationship Id="rId7" Type="http://schemas.openxmlformats.org/officeDocument/2006/relationships/oleObject" Target="../embeddings/oleObject217.bin"/><Relationship Id="rId12" Type="http://schemas.openxmlformats.org/officeDocument/2006/relationships/image" Target="../media/image217.wmf"/><Relationship Id="rId2" Type="http://schemas.openxmlformats.org/officeDocument/2006/relationships/slideLayout" Target="../slideLayouts/slideLayout2.xml"/><Relationship Id="rId1" Type="http://schemas.openxmlformats.org/officeDocument/2006/relationships/vmlDrawing" Target="../drawings/vmlDrawing67.vml"/><Relationship Id="rId6" Type="http://schemas.openxmlformats.org/officeDocument/2006/relationships/image" Target="../media/image214.wmf"/><Relationship Id="rId11" Type="http://schemas.openxmlformats.org/officeDocument/2006/relationships/oleObject" Target="../embeddings/oleObject219.bin"/><Relationship Id="rId5" Type="http://schemas.openxmlformats.org/officeDocument/2006/relationships/oleObject" Target="../embeddings/oleObject216.bin"/><Relationship Id="rId10" Type="http://schemas.openxmlformats.org/officeDocument/2006/relationships/image" Target="../media/image216.wmf"/><Relationship Id="rId4" Type="http://schemas.openxmlformats.org/officeDocument/2006/relationships/image" Target="../media/image213.wmf"/><Relationship Id="rId9" Type="http://schemas.openxmlformats.org/officeDocument/2006/relationships/oleObject" Target="../embeddings/oleObject218.bin"/><Relationship Id="rId14" Type="http://schemas.openxmlformats.org/officeDocument/2006/relationships/image" Target="../media/image218.wmf"/></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220.wmf"/><Relationship Id="rId2" Type="http://schemas.openxmlformats.org/officeDocument/2006/relationships/slideLayout" Target="../slideLayouts/slideLayout2.xml"/><Relationship Id="rId1" Type="http://schemas.openxmlformats.org/officeDocument/2006/relationships/vmlDrawing" Target="../drawings/vmlDrawing68.vml"/><Relationship Id="rId6" Type="http://schemas.openxmlformats.org/officeDocument/2006/relationships/oleObject" Target="../embeddings/oleObject222.bin"/><Relationship Id="rId5" Type="http://schemas.openxmlformats.org/officeDocument/2006/relationships/image" Target="../media/image219.wmf"/><Relationship Id="rId4" Type="http://schemas.openxmlformats.org/officeDocument/2006/relationships/oleObject" Target="../embeddings/oleObject221.bin"/></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223.bin"/><Relationship Id="rId2" Type="http://schemas.openxmlformats.org/officeDocument/2006/relationships/slideLayout" Target="../slideLayouts/slideLayout2.xml"/><Relationship Id="rId1" Type="http://schemas.openxmlformats.org/officeDocument/2006/relationships/vmlDrawing" Target="../drawings/vmlDrawing69.vml"/><Relationship Id="rId6" Type="http://schemas.openxmlformats.org/officeDocument/2006/relationships/image" Target="../media/image222.wmf"/><Relationship Id="rId5" Type="http://schemas.openxmlformats.org/officeDocument/2006/relationships/oleObject" Target="../embeddings/oleObject224.bin"/><Relationship Id="rId4" Type="http://schemas.openxmlformats.org/officeDocument/2006/relationships/image" Target="../media/image221.wmf"/></Relationships>
</file>

<file path=ppt/slides/_rels/slide98.xml.rels><?xml version="1.0" encoding="UTF-8" standalone="yes"?>
<Relationships xmlns="http://schemas.openxmlformats.org/package/2006/relationships"><Relationship Id="rId8" Type="http://schemas.openxmlformats.org/officeDocument/2006/relationships/image" Target="../media/image224.wmf"/><Relationship Id="rId3" Type="http://schemas.openxmlformats.org/officeDocument/2006/relationships/oleObject" Target="../embeddings/oleObject225.bin"/><Relationship Id="rId7" Type="http://schemas.openxmlformats.org/officeDocument/2006/relationships/oleObject" Target="../embeddings/oleObject227.bin"/><Relationship Id="rId12" Type="http://schemas.openxmlformats.org/officeDocument/2006/relationships/image" Target="../media/image226.wmf"/><Relationship Id="rId2" Type="http://schemas.openxmlformats.org/officeDocument/2006/relationships/slideLayout" Target="../slideLayouts/slideLayout2.xml"/><Relationship Id="rId1" Type="http://schemas.openxmlformats.org/officeDocument/2006/relationships/vmlDrawing" Target="../drawings/vmlDrawing70.vml"/><Relationship Id="rId6" Type="http://schemas.openxmlformats.org/officeDocument/2006/relationships/image" Target="../media/image223.wmf"/><Relationship Id="rId11" Type="http://schemas.openxmlformats.org/officeDocument/2006/relationships/oleObject" Target="../embeddings/oleObject229.bin"/><Relationship Id="rId5" Type="http://schemas.openxmlformats.org/officeDocument/2006/relationships/oleObject" Target="../embeddings/oleObject226.bin"/><Relationship Id="rId10" Type="http://schemas.openxmlformats.org/officeDocument/2006/relationships/image" Target="../media/image225.wmf"/><Relationship Id="rId4" Type="http://schemas.openxmlformats.org/officeDocument/2006/relationships/image" Target="../media/image222.wmf"/><Relationship Id="rId9" Type="http://schemas.openxmlformats.org/officeDocument/2006/relationships/oleObject" Target="../embeddings/oleObject228.bin"/></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230.bin"/><Relationship Id="rId2" Type="http://schemas.openxmlformats.org/officeDocument/2006/relationships/slideLayout" Target="../slideLayouts/slideLayout2.xml"/><Relationship Id="rId1" Type="http://schemas.openxmlformats.org/officeDocument/2006/relationships/vmlDrawing" Target="../drawings/vmlDrawing71.vml"/><Relationship Id="rId6" Type="http://schemas.openxmlformats.org/officeDocument/2006/relationships/image" Target="../media/image228.wmf"/><Relationship Id="rId5" Type="http://schemas.openxmlformats.org/officeDocument/2006/relationships/oleObject" Target="../embeddings/oleObject231.bin"/><Relationship Id="rId4" Type="http://schemas.openxmlformats.org/officeDocument/2006/relationships/image" Target="../media/image227.wm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image" Target="../media/image230.wmf"/><Relationship Id="rId3" Type="http://schemas.openxmlformats.org/officeDocument/2006/relationships/oleObject" Target="../embeddings/oleObject232.bin"/><Relationship Id="rId7" Type="http://schemas.openxmlformats.org/officeDocument/2006/relationships/oleObject" Target="../embeddings/oleObject234.bin"/><Relationship Id="rId2" Type="http://schemas.openxmlformats.org/officeDocument/2006/relationships/slideLayout" Target="../slideLayouts/slideLayout2.xml"/><Relationship Id="rId1" Type="http://schemas.openxmlformats.org/officeDocument/2006/relationships/vmlDrawing" Target="../drawings/vmlDrawing72.vml"/><Relationship Id="rId6" Type="http://schemas.openxmlformats.org/officeDocument/2006/relationships/image" Target="../media/image229.wmf"/><Relationship Id="rId5" Type="http://schemas.openxmlformats.org/officeDocument/2006/relationships/oleObject" Target="../embeddings/oleObject233.bin"/><Relationship Id="rId4" Type="http://schemas.openxmlformats.org/officeDocument/2006/relationships/image" Target="../media/image227.w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8" Type="http://schemas.openxmlformats.org/officeDocument/2006/relationships/image" Target="../media/image232.wmf"/><Relationship Id="rId3" Type="http://schemas.openxmlformats.org/officeDocument/2006/relationships/oleObject" Target="../embeddings/oleObject235.bin"/><Relationship Id="rId7" Type="http://schemas.openxmlformats.org/officeDocument/2006/relationships/oleObject" Target="../embeddings/oleObject237.bin"/><Relationship Id="rId2" Type="http://schemas.openxmlformats.org/officeDocument/2006/relationships/slideLayout" Target="../slideLayouts/slideLayout2.xml"/><Relationship Id="rId1" Type="http://schemas.openxmlformats.org/officeDocument/2006/relationships/vmlDrawing" Target="../drawings/vmlDrawing73.vml"/><Relationship Id="rId6" Type="http://schemas.openxmlformats.org/officeDocument/2006/relationships/image" Target="../media/image231.wmf"/><Relationship Id="rId5" Type="http://schemas.openxmlformats.org/officeDocument/2006/relationships/oleObject" Target="../embeddings/oleObject236.bin"/><Relationship Id="rId10" Type="http://schemas.openxmlformats.org/officeDocument/2006/relationships/image" Target="../media/image233.wmf"/><Relationship Id="rId4" Type="http://schemas.openxmlformats.org/officeDocument/2006/relationships/image" Target="../media/image227.wmf"/><Relationship Id="rId9" Type="http://schemas.openxmlformats.org/officeDocument/2006/relationships/oleObject" Target="../embeddings/oleObject238.bin"/></Relationships>
</file>

<file path=ppt/slides/_rels/slide104.xml.rels><?xml version="1.0" encoding="UTF-8" standalone="yes"?>
<Relationships xmlns="http://schemas.openxmlformats.org/package/2006/relationships"><Relationship Id="rId8" Type="http://schemas.openxmlformats.org/officeDocument/2006/relationships/image" Target="../media/image236.wmf"/><Relationship Id="rId3" Type="http://schemas.openxmlformats.org/officeDocument/2006/relationships/oleObject" Target="../embeddings/oleObject239.bin"/><Relationship Id="rId7" Type="http://schemas.openxmlformats.org/officeDocument/2006/relationships/oleObject" Target="../embeddings/oleObject241.bin"/><Relationship Id="rId2" Type="http://schemas.openxmlformats.org/officeDocument/2006/relationships/slideLayout" Target="../slideLayouts/slideLayout2.xml"/><Relationship Id="rId1" Type="http://schemas.openxmlformats.org/officeDocument/2006/relationships/vmlDrawing" Target="../drawings/vmlDrawing74.vml"/><Relationship Id="rId6" Type="http://schemas.openxmlformats.org/officeDocument/2006/relationships/image" Target="../media/image235.wmf"/><Relationship Id="rId5" Type="http://schemas.openxmlformats.org/officeDocument/2006/relationships/oleObject" Target="../embeddings/oleObject240.bin"/><Relationship Id="rId4" Type="http://schemas.openxmlformats.org/officeDocument/2006/relationships/image" Target="../media/image234.wmf"/></Relationships>
</file>

<file path=ppt/slides/_rels/slide105.xml.rels><?xml version="1.0" encoding="UTF-8" standalone="yes"?>
<Relationships xmlns="http://schemas.openxmlformats.org/package/2006/relationships"><Relationship Id="rId8" Type="http://schemas.openxmlformats.org/officeDocument/2006/relationships/image" Target="../media/image239.wmf"/><Relationship Id="rId3" Type="http://schemas.openxmlformats.org/officeDocument/2006/relationships/oleObject" Target="../embeddings/oleObject242.bin"/><Relationship Id="rId7" Type="http://schemas.openxmlformats.org/officeDocument/2006/relationships/oleObject" Target="../embeddings/oleObject244.bin"/><Relationship Id="rId12" Type="http://schemas.openxmlformats.org/officeDocument/2006/relationships/image" Target="../media/image241.wmf"/><Relationship Id="rId2" Type="http://schemas.openxmlformats.org/officeDocument/2006/relationships/slideLayout" Target="../slideLayouts/slideLayout2.xml"/><Relationship Id="rId1" Type="http://schemas.openxmlformats.org/officeDocument/2006/relationships/vmlDrawing" Target="../drawings/vmlDrawing75.vml"/><Relationship Id="rId6" Type="http://schemas.openxmlformats.org/officeDocument/2006/relationships/image" Target="../media/image238.wmf"/><Relationship Id="rId11" Type="http://schemas.openxmlformats.org/officeDocument/2006/relationships/oleObject" Target="../embeddings/oleObject246.bin"/><Relationship Id="rId5" Type="http://schemas.openxmlformats.org/officeDocument/2006/relationships/oleObject" Target="../embeddings/oleObject243.bin"/><Relationship Id="rId10" Type="http://schemas.openxmlformats.org/officeDocument/2006/relationships/image" Target="../media/image240.wmf"/><Relationship Id="rId4" Type="http://schemas.openxmlformats.org/officeDocument/2006/relationships/image" Target="../media/image237.wmf"/><Relationship Id="rId9" Type="http://schemas.openxmlformats.org/officeDocument/2006/relationships/oleObject" Target="../embeddings/oleObject245.bin"/></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247.bin"/><Relationship Id="rId2" Type="http://schemas.openxmlformats.org/officeDocument/2006/relationships/slideLayout" Target="../slideLayouts/slideLayout2.xml"/><Relationship Id="rId1" Type="http://schemas.openxmlformats.org/officeDocument/2006/relationships/vmlDrawing" Target="../drawings/vmlDrawing76.vml"/><Relationship Id="rId6" Type="http://schemas.openxmlformats.org/officeDocument/2006/relationships/image" Target="../media/image243.wmf"/><Relationship Id="rId5" Type="http://schemas.openxmlformats.org/officeDocument/2006/relationships/oleObject" Target="../embeddings/oleObject248.bin"/><Relationship Id="rId4" Type="http://schemas.openxmlformats.org/officeDocument/2006/relationships/image" Target="../media/image242.wm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249.bin"/><Relationship Id="rId2" Type="http://schemas.openxmlformats.org/officeDocument/2006/relationships/slideLayout" Target="../slideLayouts/slideLayout2.xml"/><Relationship Id="rId1" Type="http://schemas.openxmlformats.org/officeDocument/2006/relationships/vmlDrawing" Target="../drawings/vmlDrawing77.vml"/><Relationship Id="rId4" Type="http://schemas.openxmlformats.org/officeDocument/2006/relationships/image" Target="../media/image244.wmf"/></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8" Type="http://schemas.openxmlformats.org/officeDocument/2006/relationships/image" Target="../media/image247.wmf"/><Relationship Id="rId13" Type="http://schemas.openxmlformats.org/officeDocument/2006/relationships/oleObject" Target="../embeddings/oleObject255.bin"/><Relationship Id="rId3" Type="http://schemas.openxmlformats.org/officeDocument/2006/relationships/oleObject" Target="../embeddings/oleObject250.bin"/><Relationship Id="rId7" Type="http://schemas.openxmlformats.org/officeDocument/2006/relationships/oleObject" Target="../embeddings/oleObject252.bin"/><Relationship Id="rId12" Type="http://schemas.openxmlformats.org/officeDocument/2006/relationships/image" Target="../media/image249.wmf"/><Relationship Id="rId2" Type="http://schemas.openxmlformats.org/officeDocument/2006/relationships/slideLayout" Target="../slideLayouts/slideLayout2.xml"/><Relationship Id="rId16" Type="http://schemas.openxmlformats.org/officeDocument/2006/relationships/image" Target="../media/image251.wmf"/><Relationship Id="rId1" Type="http://schemas.openxmlformats.org/officeDocument/2006/relationships/vmlDrawing" Target="../drawings/vmlDrawing78.vml"/><Relationship Id="rId6" Type="http://schemas.openxmlformats.org/officeDocument/2006/relationships/image" Target="../media/image246.wmf"/><Relationship Id="rId11" Type="http://schemas.openxmlformats.org/officeDocument/2006/relationships/oleObject" Target="../embeddings/oleObject254.bin"/><Relationship Id="rId5" Type="http://schemas.openxmlformats.org/officeDocument/2006/relationships/oleObject" Target="../embeddings/oleObject251.bin"/><Relationship Id="rId15" Type="http://schemas.openxmlformats.org/officeDocument/2006/relationships/oleObject" Target="../embeddings/oleObject256.bin"/><Relationship Id="rId10" Type="http://schemas.openxmlformats.org/officeDocument/2006/relationships/image" Target="../media/image248.wmf"/><Relationship Id="rId4" Type="http://schemas.openxmlformats.org/officeDocument/2006/relationships/image" Target="../media/image245.wmf"/><Relationship Id="rId9" Type="http://schemas.openxmlformats.org/officeDocument/2006/relationships/oleObject" Target="../embeddings/oleObject253.bin"/><Relationship Id="rId14" Type="http://schemas.openxmlformats.org/officeDocument/2006/relationships/image" Target="../media/image250.wmf"/></Relationships>
</file>

<file path=ppt/slides/_rels/slide111.xml.rels><?xml version="1.0" encoding="UTF-8" standalone="yes"?>
<Relationships xmlns="http://schemas.openxmlformats.org/package/2006/relationships"><Relationship Id="rId8" Type="http://schemas.openxmlformats.org/officeDocument/2006/relationships/image" Target="../media/image254.emf"/><Relationship Id="rId3" Type="http://schemas.openxmlformats.org/officeDocument/2006/relationships/oleObject" Target="../embeddings/oleObject257.bin"/><Relationship Id="rId7" Type="http://schemas.openxmlformats.org/officeDocument/2006/relationships/oleObject" Target="../embeddings/oleObject259.bin"/><Relationship Id="rId2" Type="http://schemas.openxmlformats.org/officeDocument/2006/relationships/slideLayout" Target="../slideLayouts/slideLayout2.xml"/><Relationship Id="rId1" Type="http://schemas.openxmlformats.org/officeDocument/2006/relationships/vmlDrawing" Target="../drawings/vmlDrawing79.vml"/><Relationship Id="rId6" Type="http://schemas.openxmlformats.org/officeDocument/2006/relationships/image" Target="../media/image253.wmf"/><Relationship Id="rId5" Type="http://schemas.openxmlformats.org/officeDocument/2006/relationships/oleObject" Target="../embeddings/oleObject258.bin"/><Relationship Id="rId4" Type="http://schemas.openxmlformats.org/officeDocument/2006/relationships/image" Target="../media/image252.wmf"/></Relationships>
</file>

<file path=ppt/slides/_rels/slide112.xml.rels><?xml version="1.0" encoding="UTF-8" standalone="yes"?>
<Relationships xmlns="http://schemas.openxmlformats.org/package/2006/relationships"><Relationship Id="rId8" Type="http://schemas.openxmlformats.org/officeDocument/2006/relationships/image" Target="../media/image257.wmf"/><Relationship Id="rId3" Type="http://schemas.openxmlformats.org/officeDocument/2006/relationships/oleObject" Target="../embeddings/oleObject260.bin"/><Relationship Id="rId7" Type="http://schemas.openxmlformats.org/officeDocument/2006/relationships/oleObject" Target="../embeddings/oleObject262.bin"/><Relationship Id="rId2" Type="http://schemas.openxmlformats.org/officeDocument/2006/relationships/slideLayout" Target="../slideLayouts/slideLayout2.xml"/><Relationship Id="rId1" Type="http://schemas.openxmlformats.org/officeDocument/2006/relationships/vmlDrawing" Target="../drawings/vmlDrawing80.vml"/><Relationship Id="rId6" Type="http://schemas.openxmlformats.org/officeDocument/2006/relationships/image" Target="../media/image256.wmf"/><Relationship Id="rId5" Type="http://schemas.openxmlformats.org/officeDocument/2006/relationships/oleObject" Target="../embeddings/oleObject261.bin"/><Relationship Id="rId10" Type="http://schemas.openxmlformats.org/officeDocument/2006/relationships/image" Target="../media/image258.wmf"/><Relationship Id="rId4" Type="http://schemas.openxmlformats.org/officeDocument/2006/relationships/image" Target="../media/image255.emf"/><Relationship Id="rId9" Type="http://schemas.openxmlformats.org/officeDocument/2006/relationships/oleObject" Target="../embeddings/oleObject263.bin"/></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264.bin"/><Relationship Id="rId2" Type="http://schemas.openxmlformats.org/officeDocument/2006/relationships/slideLayout" Target="../slideLayouts/slideLayout2.xml"/><Relationship Id="rId1" Type="http://schemas.openxmlformats.org/officeDocument/2006/relationships/vmlDrawing" Target="../drawings/vmlDrawing81.vml"/><Relationship Id="rId6" Type="http://schemas.openxmlformats.org/officeDocument/2006/relationships/image" Target="../media/image260.wmf"/><Relationship Id="rId5" Type="http://schemas.openxmlformats.org/officeDocument/2006/relationships/oleObject" Target="../embeddings/oleObject265.bin"/><Relationship Id="rId4" Type="http://schemas.openxmlformats.org/officeDocument/2006/relationships/image" Target="../media/image259.wmf"/></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266.bin"/><Relationship Id="rId2" Type="http://schemas.openxmlformats.org/officeDocument/2006/relationships/slideLayout" Target="../slideLayouts/slideLayout2.xml"/><Relationship Id="rId1" Type="http://schemas.openxmlformats.org/officeDocument/2006/relationships/vmlDrawing" Target="../drawings/vmlDrawing82.vml"/><Relationship Id="rId6" Type="http://schemas.openxmlformats.org/officeDocument/2006/relationships/image" Target="../media/image262.wmf"/><Relationship Id="rId5" Type="http://schemas.openxmlformats.org/officeDocument/2006/relationships/oleObject" Target="../embeddings/oleObject267.bin"/><Relationship Id="rId4" Type="http://schemas.openxmlformats.org/officeDocument/2006/relationships/image" Target="../media/image261.wmf"/></Relationships>
</file>

<file path=ppt/slides/_rels/slide115.xml.rels><?xml version="1.0" encoding="UTF-8" standalone="yes"?>
<Relationships xmlns="http://schemas.openxmlformats.org/package/2006/relationships"><Relationship Id="rId8" Type="http://schemas.openxmlformats.org/officeDocument/2006/relationships/image" Target="../media/image265.wmf"/><Relationship Id="rId3" Type="http://schemas.openxmlformats.org/officeDocument/2006/relationships/oleObject" Target="../embeddings/oleObject268.bin"/><Relationship Id="rId7" Type="http://schemas.openxmlformats.org/officeDocument/2006/relationships/oleObject" Target="../embeddings/oleObject270.bin"/><Relationship Id="rId2" Type="http://schemas.openxmlformats.org/officeDocument/2006/relationships/slideLayout" Target="../slideLayouts/slideLayout2.xml"/><Relationship Id="rId1" Type="http://schemas.openxmlformats.org/officeDocument/2006/relationships/vmlDrawing" Target="../drawings/vmlDrawing83.vml"/><Relationship Id="rId6" Type="http://schemas.openxmlformats.org/officeDocument/2006/relationships/image" Target="../media/image264.wmf"/><Relationship Id="rId5" Type="http://schemas.openxmlformats.org/officeDocument/2006/relationships/oleObject" Target="../embeddings/oleObject269.bin"/><Relationship Id="rId4" Type="http://schemas.openxmlformats.org/officeDocument/2006/relationships/image" Target="../media/image263.wmf"/></Relationships>
</file>

<file path=ppt/slides/_rels/slide116.xml.rels><?xml version="1.0" encoding="UTF-8" standalone="yes"?>
<Relationships xmlns="http://schemas.openxmlformats.org/package/2006/relationships"><Relationship Id="rId8" Type="http://schemas.openxmlformats.org/officeDocument/2006/relationships/image" Target="../media/image268.wmf"/><Relationship Id="rId3" Type="http://schemas.openxmlformats.org/officeDocument/2006/relationships/oleObject" Target="../embeddings/oleObject271.bin"/><Relationship Id="rId7" Type="http://schemas.openxmlformats.org/officeDocument/2006/relationships/oleObject" Target="../embeddings/oleObject273.bin"/><Relationship Id="rId2" Type="http://schemas.openxmlformats.org/officeDocument/2006/relationships/slideLayout" Target="../slideLayouts/slideLayout2.xml"/><Relationship Id="rId1" Type="http://schemas.openxmlformats.org/officeDocument/2006/relationships/vmlDrawing" Target="../drawings/vmlDrawing84.vml"/><Relationship Id="rId6" Type="http://schemas.openxmlformats.org/officeDocument/2006/relationships/image" Target="../media/image267.wmf"/><Relationship Id="rId5" Type="http://schemas.openxmlformats.org/officeDocument/2006/relationships/oleObject" Target="../embeddings/oleObject272.bin"/><Relationship Id="rId10" Type="http://schemas.openxmlformats.org/officeDocument/2006/relationships/image" Target="../media/image269.wmf"/><Relationship Id="rId4" Type="http://schemas.openxmlformats.org/officeDocument/2006/relationships/image" Target="../media/image266.wmf"/><Relationship Id="rId9" Type="http://schemas.openxmlformats.org/officeDocument/2006/relationships/oleObject" Target="../embeddings/oleObject274.bin"/></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275.bin"/><Relationship Id="rId2" Type="http://schemas.openxmlformats.org/officeDocument/2006/relationships/slideLayout" Target="../slideLayouts/slideLayout2.xml"/><Relationship Id="rId1" Type="http://schemas.openxmlformats.org/officeDocument/2006/relationships/vmlDrawing" Target="../drawings/vmlDrawing85.vml"/><Relationship Id="rId6" Type="http://schemas.openxmlformats.org/officeDocument/2006/relationships/image" Target="../media/image271.wmf"/><Relationship Id="rId5" Type="http://schemas.openxmlformats.org/officeDocument/2006/relationships/oleObject" Target="../embeddings/oleObject276.bin"/><Relationship Id="rId4" Type="http://schemas.openxmlformats.org/officeDocument/2006/relationships/image" Target="../media/image270.wmf"/></Relationships>
</file>

<file path=ppt/slides/_rels/slide118.xml.rels><?xml version="1.0" encoding="UTF-8" standalone="yes"?>
<Relationships xmlns="http://schemas.openxmlformats.org/package/2006/relationships"><Relationship Id="rId8" Type="http://schemas.openxmlformats.org/officeDocument/2006/relationships/image" Target="../media/image274.wmf"/><Relationship Id="rId3" Type="http://schemas.openxmlformats.org/officeDocument/2006/relationships/oleObject" Target="../embeddings/oleObject277.bin"/><Relationship Id="rId7" Type="http://schemas.openxmlformats.org/officeDocument/2006/relationships/oleObject" Target="../embeddings/oleObject279.bin"/><Relationship Id="rId2" Type="http://schemas.openxmlformats.org/officeDocument/2006/relationships/slideLayout" Target="../slideLayouts/slideLayout2.xml"/><Relationship Id="rId1" Type="http://schemas.openxmlformats.org/officeDocument/2006/relationships/vmlDrawing" Target="../drawings/vmlDrawing86.vml"/><Relationship Id="rId6" Type="http://schemas.openxmlformats.org/officeDocument/2006/relationships/image" Target="../media/image273.wmf"/><Relationship Id="rId5" Type="http://schemas.openxmlformats.org/officeDocument/2006/relationships/oleObject" Target="../embeddings/oleObject278.bin"/><Relationship Id="rId4" Type="http://schemas.openxmlformats.org/officeDocument/2006/relationships/image" Target="../media/image272.wmf"/></Relationships>
</file>

<file path=ppt/slides/_rels/slide119.xml.rels><?xml version="1.0" encoding="UTF-8" standalone="yes"?>
<Relationships xmlns="http://schemas.openxmlformats.org/package/2006/relationships"><Relationship Id="rId3" Type="http://schemas.openxmlformats.org/officeDocument/2006/relationships/oleObject" Target="../embeddings/oleObject280.bin"/><Relationship Id="rId2" Type="http://schemas.openxmlformats.org/officeDocument/2006/relationships/slideLayout" Target="../slideLayouts/slideLayout2.xml"/><Relationship Id="rId1" Type="http://schemas.openxmlformats.org/officeDocument/2006/relationships/vmlDrawing" Target="../drawings/vmlDrawing87.vml"/><Relationship Id="rId4" Type="http://schemas.openxmlformats.org/officeDocument/2006/relationships/image" Target="../media/image275.wmf"/></Relationships>
</file>

<file path=ppt/slides/_rels/slide120.xml.rels><?xml version="1.0" encoding="UTF-8" standalone="yes"?>
<Relationships xmlns="http://schemas.openxmlformats.org/package/2006/relationships"><Relationship Id="rId8" Type="http://schemas.openxmlformats.org/officeDocument/2006/relationships/image" Target="../media/image278.wmf"/><Relationship Id="rId3" Type="http://schemas.openxmlformats.org/officeDocument/2006/relationships/oleObject" Target="../embeddings/oleObject281.bin"/><Relationship Id="rId7" Type="http://schemas.openxmlformats.org/officeDocument/2006/relationships/oleObject" Target="../embeddings/oleObject283.bin"/><Relationship Id="rId2" Type="http://schemas.openxmlformats.org/officeDocument/2006/relationships/slideLayout" Target="../slideLayouts/slideLayout2.xml"/><Relationship Id="rId1" Type="http://schemas.openxmlformats.org/officeDocument/2006/relationships/vmlDrawing" Target="../drawings/vmlDrawing88.vml"/><Relationship Id="rId6" Type="http://schemas.openxmlformats.org/officeDocument/2006/relationships/image" Target="../media/image277.wmf"/><Relationship Id="rId5" Type="http://schemas.openxmlformats.org/officeDocument/2006/relationships/oleObject" Target="../embeddings/oleObject282.bin"/><Relationship Id="rId10" Type="http://schemas.openxmlformats.org/officeDocument/2006/relationships/image" Target="../media/image279.wmf"/><Relationship Id="rId4" Type="http://schemas.openxmlformats.org/officeDocument/2006/relationships/image" Target="../media/image276.wmf"/><Relationship Id="rId9" Type="http://schemas.openxmlformats.org/officeDocument/2006/relationships/oleObject" Target="../embeddings/oleObject284.bin"/></Relationships>
</file>

<file path=ppt/slides/_rels/slide121.xml.rels><?xml version="1.0" encoding="UTF-8" standalone="yes"?>
<Relationships xmlns="http://schemas.openxmlformats.org/package/2006/relationships"><Relationship Id="rId8" Type="http://schemas.openxmlformats.org/officeDocument/2006/relationships/image" Target="../media/image281.wmf"/><Relationship Id="rId13" Type="http://schemas.openxmlformats.org/officeDocument/2006/relationships/oleObject" Target="../embeddings/oleObject290.bin"/><Relationship Id="rId3" Type="http://schemas.openxmlformats.org/officeDocument/2006/relationships/oleObject" Target="../embeddings/oleObject285.bin"/><Relationship Id="rId7" Type="http://schemas.openxmlformats.org/officeDocument/2006/relationships/oleObject" Target="../embeddings/oleObject287.bin"/><Relationship Id="rId12" Type="http://schemas.openxmlformats.org/officeDocument/2006/relationships/image" Target="../media/image283.wmf"/><Relationship Id="rId2" Type="http://schemas.openxmlformats.org/officeDocument/2006/relationships/slideLayout" Target="../slideLayouts/slideLayout2.xml"/><Relationship Id="rId16" Type="http://schemas.openxmlformats.org/officeDocument/2006/relationships/image" Target="../media/image285.wmf"/><Relationship Id="rId1" Type="http://schemas.openxmlformats.org/officeDocument/2006/relationships/vmlDrawing" Target="../drawings/vmlDrawing89.vml"/><Relationship Id="rId6" Type="http://schemas.openxmlformats.org/officeDocument/2006/relationships/image" Target="../media/image280.emf"/><Relationship Id="rId11" Type="http://schemas.openxmlformats.org/officeDocument/2006/relationships/oleObject" Target="../embeddings/oleObject289.bin"/><Relationship Id="rId5" Type="http://schemas.openxmlformats.org/officeDocument/2006/relationships/oleObject" Target="../embeddings/oleObject286.bin"/><Relationship Id="rId15" Type="http://schemas.openxmlformats.org/officeDocument/2006/relationships/oleObject" Target="../embeddings/oleObject291.bin"/><Relationship Id="rId10" Type="http://schemas.openxmlformats.org/officeDocument/2006/relationships/image" Target="../media/image282.emf"/><Relationship Id="rId4" Type="http://schemas.openxmlformats.org/officeDocument/2006/relationships/image" Target="../media/image278.wmf"/><Relationship Id="rId9" Type="http://schemas.openxmlformats.org/officeDocument/2006/relationships/oleObject" Target="../embeddings/oleObject288.bin"/><Relationship Id="rId14" Type="http://schemas.openxmlformats.org/officeDocument/2006/relationships/image" Target="../media/image284.wmf"/></Relationships>
</file>

<file path=ppt/slides/_rels/slide122.xml.rels><?xml version="1.0" encoding="UTF-8" standalone="yes"?>
<Relationships xmlns="http://schemas.openxmlformats.org/package/2006/relationships"><Relationship Id="rId8" Type="http://schemas.openxmlformats.org/officeDocument/2006/relationships/image" Target="../media/image286.wmf"/><Relationship Id="rId13" Type="http://schemas.openxmlformats.org/officeDocument/2006/relationships/oleObject" Target="../embeddings/oleObject297.bin"/><Relationship Id="rId18" Type="http://schemas.openxmlformats.org/officeDocument/2006/relationships/image" Target="../media/image291.wmf"/><Relationship Id="rId3" Type="http://schemas.openxmlformats.org/officeDocument/2006/relationships/oleObject" Target="../embeddings/oleObject292.bin"/><Relationship Id="rId7" Type="http://schemas.openxmlformats.org/officeDocument/2006/relationships/oleObject" Target="../embeddings/oleObject294.bin"/><Relationship Id="rId12" Type="http://schemas.openxmlformats.org/officeDocument/2006/relationships/image" Target="../media/image288.wmf"/><Relationship Id="rId17" Type="http://schemas.openxmlformats.org/officeDocument/2006/relationships/oleObject" Target="../embeddings/oleObject299.bin"/><Relationship Id="rId2" Type="http://schemas.openxmlformats.org/officeDocument/2006/relationships/slideLayout" Target="../slideLayouts/slideLayout2.xml"/><Relationship Id="rId16" Type="http://schemas.openxmlformats.org/officeDocument/2006/relationships/image" Target="../media/image290.wmf"/><Relationship Id="rId1" Type="http://schemas.openxmlformats.org/officeDocument/2006/relationships/vmlDrawing" Target="../drawings/vmlDrawing90.vml"/><Relationship Id="rId6" Type="http://schemas.openxmlformats.org/officeDocument/2006/relationships/image" Target="../media/image284.wmf"/><Relationship Id="rId11" Type="http://schemas.openxmlformats.org/officeDocument/2006/relationships/oleObject" Target="../embeddings/oleObject296.bin"/><Relationship Id="rId5" Type="http://schemas.openxmlformats.org/officeDocument/2006/relationships/oleObject" Target="../embeddings/oleObject293.bin"/><Relationship Id="rId15" Type="http://schemas.openxmlformats.org/officeDocument/2006/relationships/oleObject" Target="../embeddings/oleObject298.bin"/><Relationship Id="rId10" Type="http://schemas.openxmlformats.org/officeDocument/2006/relationships/image" Target="../media/image287.wmf"/><Relationship Id="rId4" Type="http://schemas.openxmlformats.org/officeDocument/2006/relationships/image" Target="../media/image283.wmf"/><Relationship Id="rId9" Type="http://schemas.openxmlformats.org/officeDocument/2006/relationships/oleObject" Target="../embeddings/oleObject295.bin"/><Relationship Id="rId14" Type="http://schemas.openxmlformats.org/officeDocument/2006/relationships/image" Target="../media/image289.wmf"/></Relationships>
</file>

<file path=ppt/slides/_rels/slide123.xml.rels><?xml version="1.0" encoding="UTF-8" standalone="yes"?>
<Relationships xmlns="http://schemas.openxmlformats.org/package/2006/relationships"><Relationship Id="rId8" Type="http://schemas.openxmlformats.org/officeDocument/2006/relationships/image" Target="../media/image294.emf"/><Relationship Id="rId13" Type="http://schemas.openxmlformats.org/officeDocument/2006/relationships/oleObject" Target="../embeddings/oleObject305.bin"/><Relationship Id="rId18" Type="http://schemas.openxmlformats.org/officeDocument/2006/relationships/image" Target="../media/image299.wmf"/><Relationship Id="rId3" Type="http://schemas.openxmlformats.org/officeDocument/2006/relationships/oleObject" Target="../embeddings/oleObject300.bin"/><Relationship Id="rId21" Type="http://schemas.openxmlformats.org/officeDocument/2006/relationships/oleObject" Target="../embeddings/oleObject309.bin"/><Relationship Id="rId7" Type="http://schemas.openxmlformats.org/officeDocument/2006/relationships/oleObject" Target="../embeddings/oleObject302.bin"/><Relationship Id="rId12" Type="http://schemas.openxmlformats.org/officeDocument/2006/relationships/image" Target="../media/image296.wmf"/><Relationship Id="rId17" Type="http://schemas.openxmlformats.org/officeDocument/2006/relationships/oleObject" Target="../embeddings/oleObject307.bin"/><Relationship Id="rId2" Type="http://schemas.openxmlformats.org/officeDocument/2006/relationships/slideLayout" Target="../slideLayouts/slideLayout2.xml"/><Relationship Id="rId16" Type="http://schemas.openxmlformats.org/officeDocument/2006/relationships/image" Target="../media/image298.wmf"/><Relationship Id="rId20" Type="http://schemas.openxmlformats.org/officeDocument/2006/relationships/image" Target="../media/image300.wmf"/><Relationship Id="rId1" Type="http://schemas.openxmlformats.org/officeDocument/2006/relationships/vmlDrawing" Target="../drawings/vmlDrawing91.vml"/><Relationship Id="rId6" Type="http://schemas.openxmlformats.org/officeDocument/2006/relationships/image" Target="../media/image293.emf"/><Relationship Id="rId11" Type="http://schemas.openxmlformats.org/officeDocument/2006/relationships/oleObject" Target="../embeddings/oleObject304.bin"/><Relationship Id="rId5" Type="http://schemas.openxmlformats.org/officeDocument/2006/relationships/oleObject" Target="../embeddings/oleObject301.bin"/><Relationship Id="rId15" Type="http://schemas.openxmlformats.org/officeDocument/2006/relationships/oleObject" Target="../embeddings/oleObject306.bin"/><Relationship Id="rId10" Type="http://schemas.openxmlformats.org/officeDocument/2006/relationships/image" Target="../media/image295.wmf"/><Relationship Id="rId19" Type="http://schemas.openxmlformats.org/officeDocument/2006/relationships/oleObject" Target="../embeddings/oleObject308.bin"/><Relationship Id="rId4" Type="http://schemas.openxmlformats.org/officeDocument/2006/relationships/image" Target="../media/image292.wmf"/><Relationship Id="rId9" Type="http://schemas.openxmlformats.org/officeDocument/2006/relationships/oleObject" Target="../embeddings/oleObject303.bin"/><Relationship Id="rId14" Type="http://schemas.openxmlformats.org/officeDocument/2006/relationships/image" Target="../media/image297.wmf"/><Relationship Id="rId22" Type="http://schemas.openxmlformats.org/officeDocument/2006/relationships/image" Target="../media/image301.wmf"/></Relationships>
</file>

<file path=ppt/slides/_rels/slide124.xml.rels><?xml version="1.0" encoding="UTF-8" standalone="yes"?>
<Relationships xmlns="http://schemas.openxmlformats.org/package/2006/relationships"><Relationship Id="rId8" Type="http://schemas.openxmlformats.org/officeDocument/2006/relationships/image" Target="../media/image303.wmf"/><Relationship Id="rId13" Type="http://schemas.openxmlformats.org/officeDocument/2006/relationships/oleObject" Target="../embeddings/oleObject315.bin"/><Relationship Id="rId3" Type="http://schemas.openxmlformats.org/officeDocument/2006/relationships/oleObject" Target="../embeddings/oleObject310.bin"/><Relationship Id="rId7" Type="http://schemas.openxmlformats.org/officeDocument/2006/relationships/oleObject" Target="../embeddings/oleObject312.bin"/><Relationship Id="rId12" Type="http://schemas.openxmlformats.org/officeDocument/2006/relationships/image" Target="../media/image305.wmf"/><Relationship Id="rId2" Type="http://schemas.openxmlformats.org/officeDocument/2006/relationships/slideLayout" Target="../slideLayouts/slideLayout2.xml"/><Relationship Id="rId1" Type="http://schemas.openxmlformats.org/officeDocument/2006/relationships/vmlDrawing" Target="../drawings/vmlDrawing92.vml"/><Relationship Id="rId6" Type="http://schemas.openxmlformats.org/officeDocument/2006/relationships/image" Target="../media/image302.emf"/><Relationship Id="rId11" Type="http://schemas.openxmlformats.org/officeDocument/2006/relationships/oleObject" Target="../embeddings/oleObject314.bin"/><Relationship Id="rId5" Type="http://schemas.openxmlformats.org/officeDocument/2006/relationships/oleObject" Target="../embeddings/oleObject311.bin"/><Relationship Id="rId10" Type="http://schemas.openxmlformats.org/officeDocument/2006/relationships/image" Target="../media/image304.wmf"/><Relationship Id="rId4" Type="http://schemas.openxmlformats.org/officeDocument/2006/relationships/image" Target="../media/image296.wmf"/><Relationship Id="rId9" Type="http://schemas.openxmlformats.org/officeDocument/2006/relationships/oleObject" Target="../embeddings/oleObject313.bin"/><Relationship Id="rId14" Type="http://schemas.openxmlformats.org/officeDocument/2006/relationships/image" Target="../media/image301.wmf"/></Relationships>
</file>

<file path=ppt/slides/_rels/slide125.xml.rels><?xml version="1.0" encoding="UTF-8" standalone="yes"?>
<Relationships xmlns="http://schemas.openxmlformats.org/package/2006/relationships"><Relationship Id="rId8" Type="http://schemas.openxmlformats.org/officeDocument/2006/relationships/image" Target="../media/image307.wmf"/><Relationship Id="rId3" Type="http://schemas.openxmlformats.org/officeDocument/2006/relationships/oleObject" Target="../embeddings/oleObject316.bin"/><Relationship Id="rId7" Type="http://schemas.openxmlformats.org/officeDocument/2006/relationships/oleObject" Target="../embeddings/oleObject318.bin"/><Relationship Id="rId12" Type="http://schemas.openxmlformats.org/officeDocument/2006/relationships/image" Target="../media/image301.wmf"/><Relationship Id="rId2" Type="http://schemas.openxmlformats.org/officeDocument/2006/relationships/slideLayout" Target="../slideLayouts/slideLayout2.xml"/><Relationship Id="rId1" Type="http://schemas.openxmlformats.org/officeDocument/2006/relationships/vmlDrawing" Target="../drawings/vmlDrawing93.vml"/><Relationship Id="rId6" Type="http://schemas.openxmlformats.org/officeDocument/2006/relationships/image" Target="../media/image300.wmf"/><Relationship Id="rId11" Type="http://schemas.openxmlformats.org/officeDocument/2006/relationships/oleObject" Target="../embeddings/oleObject320.bin"/><Relationship Id="rId5" Type="http://schemas.openxmlformats.org/officeDocument/2006/relationships/oleObject" Target="../embeddings/oleObject317.bin"/><Relationship Id="rId10" Type="http://schemas.openxmlformats.org/officeDocument/2006/relationships/image" Target="../media/image308.wmf"/><Relationship Id="rId4" Type="http://schemas.openxmlformats.org/officeDocument/2006/relationships/image" Target="../media/image306.wmf"/><Relationship Id="rId9" Type="http://schemas.openxmlformats.org/officeDocument/2006/relationships/oleObject" Target="../embeddings/oleObject319.bin"/></Relationships>
</file>

<file path=ppt/slides/_rels/slide126.xml.rels><?xml version="1.0" encoding="UTF-8" standalone="yes"?>
<Relationships xmlns="http://schemas.openxmlformats.org/package/2006/relationships"><Relationship Id="rId8" Type="http://schemas.openxmlformats.org/officeDocument/2006/relationships/image" Target="../media/image310.wmf"/><Relationship Id="rId3" Type="http://schemas.openxmlformats.org/officeDocument/2006/relationships/oleObject" Target="../embeddings/oleObject321.bin"/><Relationship Id="rId7" Type="http://schemas.openxmlformats.org/officeDocument/2006/relationships/oleObject" Target="../embeddings/oleObject323.bin"/><Relationship Id="rId12" Type="http://schemas.openxmlformats.org/officeDocument/2006/relationships/image" Target="../media/image312.wmf"/><Relationship Id="rId2" Type="http://schemas.openxmlformats.org/officeDocument/2006/relationships/slideLayout" Target="../slideLayouts/slideLayout2.xml"/><Relationship Id="rId1" Type="http://schemas.openxmlformats.org/officeDocument/2006/relationships/vmlDrawing" Target="../drawings/vmlDrawing94.vml"/><Relationship Id="rId6" Type="http://schemas.openxmlformats.org/officeDocument/2006/relationships/image" Target="../media/image309.wmf"/><Relationship Id="rId11" Type="http://schemas.openxmlformats.org/officeDocument/2006/relationships/oleObject" Target="../embeddings/oleObject325.bin"/><Relationship Id="rId5" Type="http://schemas.openxmlformats.org/officeDocument/2006/relationships/oleObject" Target="../embeddings/oleObject322.bin"/><Relationship Id="rId10" Type="http://schemas.openxmlformats.org/officeDocument/2006/relationships/image" Target="../media/image311.wmf"/><Relationship Id="rId4" Type="http://schemas.openxmlformats.org/officeDocument/2006/relationships/image" Target="../media/image308.wmf"/><Relationship Id="rId9" Type="http://schemas.openxmlformats.org/officeDocument/2006/relationships/oleObject" Target="../embeddings/oleObject324.bin"/></Relationships>
</file>

<file path=ppt/slides/_rels/slide127.xml.rels><?xml version="1.0" encoding="UTF-8" standalone="yes"?>
<Relationships xmlns="http://schemas.openxmlformats.org/package/2006/relationships"><Relationship Id="rId8" Type="http://schemas.openxmlformats.org/officeDocument/2006/relationships/image" Target="../media/image315.wmf"/><Relationship Id="rId3" Type="http://schemas.openxmlformats.org/officeDocument/2006/relationships/oleObject" Target="../embeddings/oleObject326.bin"/><Relationship Id="rId7" Type="http://schemas.openxmlformats.org/officeDocument/2006/relationships/oleObject" Target="../embeddings/oleObject328.bin"/><Relationship Id="rId2" Type="http://schemas.openxmlformats.org/officeDocument/2006/relationships/slideLayout" Target="../slideLayouts/slideLayout7.xml"/><Relationship Id="rId1" Type="http://schemas.openxmlformats.org/officeDocument/2006/relationships/vmlDrawing" Target="../drawings/vmlDrawing95.vml"/><Relationship Id="rId6" Type="http://schemas.openxmlformats.org/officeDocument/2006/relationships/image" Target="../media/image314.wmf"/><Relationship Id="rId5" Type="http://schemas.openxmlformats.org/officeDocument/2006/relationships/oleObject" Target="../embeddings/oleObject327.bin"/><Relationship Id="rId4" Type="http://schemas.openxmlformats.org/officeDocument/2006/relationships/image" Target="../media/image313.wmf"/></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329.bin"/><Relationship Id="rId2" Type="http://schemas.openxmlformats.org/officeDocument/2006/relationships/slideLayout" Target="../slideLayouts/slideLayout2.xml"/><Relationship Id="rId1" Type="http://schemas.openxmlformats.org/officeDocument/2006/relationships/vmlDrawing" Target="../drawings/vmlDrawing96.vml"/><Relationship Id="rId6" Type="http://schemas.openxmlformats.org/officeDocument/2006/relationships/image" Target="../media/image317.emf"/><Relationship Id="rId5" Type="http://schemas.openxmlformats.org/officeDocument/2006/relationships/oleObject" Target="../embeddings/oleObject330.bin"/><Relationship Id="rId4" Type="http://schemas.openxmlformats.org/officeDocument/2006/relationships/image" Target="../media/image316.emf"/></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331.bin"/><Relationship Id="rId2" Type="http://schemas.openxmlformats.org/officeDocument/2006/relationships/slideLayout" Target="../slideLayouts/slideLayout2.xml"/><Relationship Id="rId1" Type="http://schemas.openxmlformats.org/officeDocument/2006/relationships/vmlDrawing" Target="../drawings/vmlDrawing97.vml"/><Relationship Id="rId6" Type="http://schemas.openxmlformats.org/officeDocument/2006/relationships/image" Target="../media/image319.wmf"/><Relationship Id="rId5" Type="http://schemas.openxmlformats.org/officeDocument/2006/relationships/oleObject" Target="../embeddings/oleObject332.bin"/><Relationship Id="rId4" Type="http://schemas.openxmlformats.org/officeDocument/2006/relationships/image" Target="../media/image318.wmf"/></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321.wm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32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8" Type="http://schemas.openxmlformats.org/officeDocument/2006/relationships/image" Target="../media/image325.wmf"/><Relationship Id="rId3" Type="http://schemas.openxmlformats.org/officeDocument/2006/relationships/oleObject" Target="../embeddings/oleObject333.bin"/><Relationship Id="rId7" Type="http://schemas.openxmlformats.org/officeDocument/2006/relationships/oleObject" Target="../embeddings/oleObject335.bin"/><Relationship Id="rId12" Type="http://schemas.openxmlformats.org/officeDocument/2006/relationships/image" Target="../media/image327.wmf"/><Relationship Id="rId2" Type="http://schemas.openxmlformats.org/officeDocument/2006/relationships/slideLayout" Target="../slideLayouts/slideLayout7.xml"/><Relationship Id="rId1" Type="http://schemas.openxmlformats.org/officeDocument/2006/relationships/vmlDrawing" Target="../drawings/vmlDrawing98.vml"/><Relationship Id="rId6" Type="http://schemas.openxmlformats.org/officeDocument/2006/relationships/image" Target="../media/image324.wmf"/><Relationship Id="rId11" Type="http://schemas.openxmlformats.org/officeDocument/2006/relationships/oleObject" Target="../embeddings/oleObject337.bin"/><Relationship Id="rId5" Type="http://schemas.openxmlformats.org/officeDocument/2006/relationships/oleObject" Target="../embeddings/oleObject334.bin"/><Relationship Id="rId10" Type="http://schemas.openxmlformats.org/officeDocument/2006/relationships/image" Target="../media/image326.wmf"/><Relationship Id="rId4" Type="http://schemas.openxmlformats.org/officeDocument/2006/relationships/image" Target="../media/image323.wmf"/><Relationship Id="rId9" Type="http://schemas.openxmlformats.org/officeDocument/2006/relationships/oleObject" Target="../embeddings/oleObject336.bin"/></Relationships>
</file>

<file path=ppt/slides/_rels/slide140.xml.rels><?xml version="1.0" encoding="UTF-8" standalone="yes"?>
<Relationships xmlns="http://schemas.openxmlformats.org/package/2006/relationships"><Relationship Id="rId8" Type="http://schemas.openxmlformats.org/officeDocument/2006/relationships/image" Target="../media/image330.wmf"/><Relationship Id="rId3" Type="http://schemas.openxmlformats.org/officeDocument/2006/relationships/oleObject" Target="../embeddings/oleObject338.bin"/><Relationship Id="rId7" Type="http://schemas.openxmlformats.org/officeDocument/2006/relationships/oleObject" Target="../embeddings/oleObject340.bin"/><Relationship Id="rId2" Type="http://schemas.openxmlformats.org/officeDocument/2006/relationships/slideLayout" Target="../slideLayouts/slideLayout7.xml"/><Relationship Id="rId1" Type="http://schemas.openxmlformats.org/officeDocument/2006/relationships/vmlDrawing" Target="../drawings/vmlDrawing99.vml"/><Relationship Id="rId6" Type="http://schemas.openxmlformats.org/officeDocument/2006/relationships/image" Target="../media/image329.wmf"/><Relationship Id="rId5" Type="http://schemas.openxmlformats.org/officeDocument/2006/relationships/oleObject" Target="../embeddings/oleObject339.bin"/><Relationship Id="rId10" Type="http://schemas.openxmlformats.org/officeDocument/2006/relationships/image" Target="../media/image331.wmf"/><Relationship Id="rId4" Type="http://schemas.openxmlformats.org/officeDocument/2006/relationships/image" Target="../media/image328.wmf"/><Relationship Id="rId9" Type="http://schemas.openxmlformats.org/officeDocument/2006/relationships/oleObject" Target="../embeddings/oleObject341.bin"/></Relationships>
</file>

<file path=ppt/slides/_rels/slide141.xml.rels><?xml version="1.0" encoding="UTF-8" standalone="yes"?>
<Relationships xmlns="http://schemas.openxmlformats.org/package/2006/relationships"><Relationship Id="rId8" Type="http://schemas.openxmlformats.org/officeDocument/2006/relationships/image" Target="../media/image333.wmf"/><Relationship Id="rId3" Type="http://schemas.openxmlformats.org/officeDocument/2006/relationships/oleObject" Target="../embeddings/oleObject342.bin"/><Relationship Id="rId7" Type="http://schemas.openxmlformats.org/officeDocument/2006/relationships/oleObject" Target="../embeddings/oleObject344.bin"/><Relationship Id="rId2" Type="http://schemas.openxmlformats.org/officeDocument/2006/relationships/slideLayout" Target="../slideLayouts/slideLayout7.xml"/><Relationship Id="rId1" Type="http://schemas.openxmlformats.org/officeDocument/2006/relationships/vmlDrawing" Target="../drawings/vmlDrawing100.vml"/><Relationship Id="rId6" Type="http://schemas.openxmlformats.org/officeDocument/2006/relationships/image" Target="../media/image329.wmf"/><Relationship Id="rId5" Type="http://schemas.openxmlformats.org/officeDocument/2006/relationships/oleObject" Target="../embeddings/oleObject343.bin"/><Relationship Id="rId10" Type="http://schemas.openxmlformats.org/officeDocument/2006/relationships/image" Target="../media/image334.wmf"/><Relationship Id="rId4" Type="http://schemas.openxmlformats.org/officeDocument/2006/relationships/image" Target="../media/image332.wmf"/><Relationship Id="rId9" Type="http://schemas.openxmlformats.org/officeDocument/2006/relationships/oleObject" Target="../embeddings/oleObject345.bin"/></Relationships>
</file>

<file path=ppt/slides/_rels/slide142.xml.rels><?xml version="1.0" encoding="UTF-8" standalone="yes"?>
<Relationships xmlns="http://schemas.openxmlformats.org/package/2006/relationships"><Relationship Id="rId8" Type="http://schemas.openxmlformats.org/officeDocument/2006/relationships/image" Target="../media/image336.wmf"/><Relationship Id="rId3" Type="http://schemas.openxmlformats.org/officeDocument/2006/relationships/oleObject" Target="../embeddings/oleObject346.bin"/><Relationship Id="rId7" Type="http://schemas.openxmlformats.org/officeDocument/2006/relationships/oleObject" Target="../embeddings/oleObject348.bin"/><Relationship Id="rId2" Type="http://schemas.openxmlformats.org/officeDocument/2006/relationships/slideLayout" Target="../slideLayouts/slideLayout7.xml"/><Relationship Id="rId1" Type="http://schemas.openxmlformats.org/officeDocument/2006/relationships/vmlDrawing" Target="../drawings/vmlDrawing101.vml"/><Relationship Id="rId6" Type="http://schemas.openxmlformats.org/officeDocument/2006/relationships/image" Target="../media/image335.wmf"/><Relationship Id="rId5" Type="http://schemas.openxmlformats.org/officeDocument/2006/relationships/oleObject" Target="../embeddings/oleObject347.bin"/><Relationship Id="rId10" Type="http://schemas.openxmlformats.org/officeDocument/2006/relationships/image" Target="../media/image337.wmf"/><Relationship Id="rId4" Type="http://schemas.openxmlformats.org/officeDocument/2006/relationships/image" Target="../media/image333.wmf"/><Relationship Id="rId9" Type="http://schemas.openxmlformats.org/officeDocument/2006/relationships/oleObject" Target="../embeddings/oleObject349.bin"/></Relationships>
</file>

<file path=ppt/slides/_rels/slide143.xml.rels><?xml version="1.0" encoding="UTF-8" standalone="yes"?>
<Relationships xmlns="http://schemas.openxmlformats.org/package/2006/relationships"><Relationship Id="rId8" Type="http://schemas.openxmlformats.org/officeDocument/2006/relationships/image" Target="../media/image340.wmf"/><Relationship Id="rId3" Type="http://schemas.openxmlformats.org/officeDocument/2006/relationships/oleObject" Target="../embeddings/oleObject350.bin"/><Relationship Id="rId7" Type="http://schemas.openxmlformats.org/officeDocument/2006/relationships/oleObject" Target="../embeddings/oleObject352.bin"/><Relationship Id="rId2" Type="http://schemas.openxmlformats.org/officeDocument/2006/relationships/slideLayout" Target="../slideLayouts/slideLayout7.xml"/><Relationship Id="rId1" Type="http://schemas.openxmlformats.org/officeDocument/2006/relationships/vmlDrawing" Target="../drawings/vmlDrawing102.vml"/><Relationship Id="rId6" Type="http://schemas.openxmlformats.org/officeDocument/2006/relationships/image" Target="../media/image339.wmf"/><Relationship Id="rId5" Type="http://schemas.openxmlformats.org/officeDocument/2006/relationships/oleObject" Target="../embeddings/oleObject351.bin"/><Relationship Id="rId4" Type="http://schemas.openxmlformats.org/officeDocument/2006/relationships/image" Target="../media/image338.wmf"/></Relationships>
</file>

<file path=ppt/slides/_rels/slide144.xml.rels><?xml version="1.0" encoding="UTF-8" standalone="yes"?>
<Relationships xmlns="http://schemas.openxmlformats.org/package/2006/relationships"><Relationship Id="rId8" Type="http://schemas.openxmlformats.org/officeDocument/2006/relationships/image" Target="../media/image339.wmf"/><Relationship Id="rId3" Type="http://schemas.openxmlformats.org/officeDocument/2006/relationships/oleObject" Target="../embeddings/oleObject353.bin"/><Relationship Id="rId7" Type="http://schemas.openxmlformats.org/officeDocument/2006/relationships/oleObject" Target="../embeddings/oleObject355.bin"/><Relationship Id="rId2" Type="http://schemas.openxmlformats.org/officeDocument/2006/relationships/slideLayout" Target="../slideLayouts/slideLayout7.xml"/><Relationship Id="rId1" Type="http://schemas.openxmlformats.org/officeDocument/2006/relationships/vmlDrawing" Target="../drawings/vmlDrawing103.vml"/><Relationship Id="rId6" Type="http://schemas.openxmlformats.org/officeDocument/2006/relationships/image" Target="../media/image342.wmf"/><Relationship Id="rId5" Type="http://schemas.openxmlformats.org/officeDocument/2006/relationships/oleObject" Target="../embeddings/oleObject354.bin"/><Relationship Id="rId10" Type="http://schemas.openxmlformats.org/officeDocument/2006/relationships/image" Target="../media/image343.wmf"/><Relationship Id="rId4" Type="http://schemas.openxmlformats.org/officeDocument/2006/relationships/image" Target="../media/image341.wmf"/><Relationship Id="rId9" Type="http://schemas.openxmlformats.org/officeDocument/2006/relationships/oleObject" Target="../embeddings/oleObject356.bin"/></Relationships>
</file>

<file path=ppt/slides/_rels/slide145.xml.rels><?xml version="1.0" encoding="UTF-8" standalone="yes"?>
<Relationships xmlns="http://schemas.openxmlformats.org/package/2006/relationships"><Relationship Id="rId8" Type="http://schemas.openxmlformats.org/officeDocument/2006/relationships/image" Target="../media/image346.wmf"/><Relationship Id="rId13" Type="http://schemas.openxmlformats.org/officeDocument/2006/relationships/oleObject" Target="../embeddings/oleObject362.bin"/><Relationship Id="rId18" Type="http://schemas.openxmlformats.org/officeDocument/2006/relationships/image" Target="../media/image350.wmf"/><Relationship Id="rId3" Type="http://schemas.openxmlformats.org/officeDocument/2006/relationships/oleObject" Target="../embeddings/oleObject357.bin"/><Relationship Id="rId7" Type="http://schemas.openxmlformats.org/officeDocument/2006/relationships/oleObject" Target="../embeddings/oleObject359.bin"/><Relationship Id="rId12" Type="http://schemas.openxmlformats.org/officeDocument/2006/relationships/image" Target="../media/image340.wmf"/><Relationship Id="rId17" Type="http://schemas.openxmlformats.org/officeDocument/2006/relationships/oleObject" Target="../embeddings/oleObject364.bin"/><Relationship Id="rId2" Type="http://schemas.openxmlformats.org/officeDocument/2006/relationships/slideLayout" Target="../slideLayouts/slideLayout7.xml"/><Relationship Id="rId16" Type="http://schemas.openxmlformats.org/officeDocument/2006/relationships/image" Target="../media/image349.wmf"/><Relationship Id="rId20" Type="http://schemas.openxmlformats.org/officeDocument/2006/relationships/image" Target="../media/image351.wmf"/><Relationship Id="rId1" Type="http://schemas.openxmlformats.org/officeDocument/2006/relationships/vmlDrawing" Target="../drawings/vmlDrawing104.vml"/><Relationship Id="rId6" Type="http://schemas.openxmlformats.org/officeDocument/2006/relationships/image" Target="../media/image345.wmf"/><Relationship Id="rId11" Type="http://schemas.openxmlformats.org/officeDocument/2006/relationships/oleObject" Target="../embeddings/oleObject361.bin"/><Relationship Id="rId5" Type="http://schemas.openxmlformats.org/officeDocument/2006/relationships/oleObject" Target="../embeddings/oleObject358.bin"/><Relationship Id="rId15" Type="http://schemas.openxmlformats.org/officeDocument/2006/relationships/oleObject" Target="../embeddings/oleObject363.bin"/><Relationship Id="rId10" Type="http://schemas.openxmlformats.org/officeDocument/2006/relationships/image" Target="../media/image347.wmf"/><Relationship Id="rId19" Type="http://schemas.openxmlformats.org/officeDocument/2006/relationships/oleObject" Target="../embeddings/oleObject365.bin"/><Relationship Id="rId4" Type="http://schemas.openxmlformats.org/officeDocument/2006/relationships/image" Target="../media/image344.wmf"/><Relationship Id="rId9" Type="http://schemas.openxmlformats.org/officeDocument/2006/relationships/oleObject" Target="../embeddings/oleObject360.bin"/><Relationship Id="rId14" Type="http://schemas.openxmlformats.org/officeDocument/2006/relationships/image" Target="../media/image348.wmf"/></Relationships>
</file>

<file path=ppt/slides/_rels/slide146.xml.rels><?xml version="1.0" encoding="UTF-8" standalone="yes"?>
<Relationships xmlns="http://schemas.openxmlformats.org/package/2006/relationships"><Relationship Id="rId8" Type="http://schemas.openxmlformats.org/officeDocument/2006/relationships/image" Target="../media/image353.wmf"/><Relationship Id="rId3" Type="http://schemas.openxmlformats.org/officeDocument/2006/relationships/oleObject" Target="../embeddings/oleObject366.bin"/><Relationship Id="rId7" Type="http://schemas.openxmlformats.org/officeDocument/2006/relationships/oleObject" Target="../embeddings/oleObject368.bin"/><Relationship Id="rId12" Type="http://schemas.openxmlformats.org/officeDocument/2006/relationships/image" Target="../media/image355.wmf"/><Relationship Id="rId2" Type="http://schemas.openxmlformats.org/officeDocument/2006/relationships/slideLayout" Target="../slideLayouts/slideLayout7.xml"/><Relationship Id="rId1" Type="http://schemas.openxmlformats.org/officeDocument/2006/relationships/vmlDrawing" Target="../drawings/vmlDrawing105.vml"/><Relationship Id="rId6" Type="http://schemas.openxmlformats.org/officeDocument/2006/relationships/image" Target="../media/image350.wmf"/><Relationship Id="rId11" Type="http://schemas.openxmlformats.org/officeDocument/2006/relationships/oleObject" Target="../embeddings/oleObject370.bin"/><Relationship Id="rId5" Type="http://schemas.openxmlformats.org/officeDocument/2006/relationships/oleObject" Target="../embeddings/oleObject367.bin"/><Relationship Id="rId10" Type="http://schemas.openxmlformats.org/officeDocument/2006/relationships/image" Target="../media/image354.wmf"/><Relationship Id="rId4" Type="http://schemas.openxmlformats.org/officeDocument/2006/relationships/image" Target="../media/image352.wmf"/><Relationship Id="rId9" Type="http://schemas.openxmlformats.org/officeDocument/2006/relationships/oleObject" Target="../embeddings/oleObject369.bin"/></Relationships>
</file>

<file path=ppt/slides/_rels/slide147.xml.rels><?xml version="1.0" encoding="UTF-8" standalone="yes"?>
<Relationships xmlns="http://schemas.openxmlformats.org/package/2006/relationships"><Relationship Id="rId8" Type="http://schemas.openxmlformats.org/officeDocument/2006/relationships/image" Target="../media/image358.emf"/><Relationship Id="rId3" Type="http://schemas.openxmlformats.org/officeDocument/2006/relationships/oleObject" Target="../embeddings/oleObject371.bin"/><Relationship Id="rId7" Type="http://schemas.openxmlformats.org/officeDocument/2006/relationships/oleObject" Target="../embeddings/oleObject373.bin"/><Relationship Id="rId2" Type="http://schemas.openxmlformats.org/officeDocument/2006/relationships/slideLayout" Target="../slideLayouts/slideLayout7.xml"/><Relationship Id="rId1" Type="http://schemas.openxmlformats.org/officeDocument/2006/relationships/vmlDrawing" Target="../drawings/vmlDrawing106.vml"/><Relationship Id="rId6" Type="http://schemas.openxmlformats.org/officeDocument/2006/relationships/image" Target="../media/image357.wmf"/><Relationship Id="rId5" Type="http://schemas.openxmlformats.org/officeDocument/2006/relationships/oleObject" Target="../embeddings/oleObject372.bin"/><Relationship Id="rId10" Type="http://schemas.openxmlformats.org/officeDocument/2006/relationships/image" Target="../media/image359.wmf"/><Relationship Id="rId4" Type="http://schemas.openxmlformats.org/officeDocument/2006/relationships/image" Target="../media/image356.wmf"/><Relationship Id="rId9" Type="http://schemas.openxmlformats.org/officeDocument/2006/relationships/oleObject" Target="../embeddings/oleObject374.bin"/></Relationships>
</file>

<file path=ppt/slides/_rels/slide148.xml.rels><?xml version="1.0" encoding="UTF-8" standalone="yes"?>
<Relationships xmlns="http://schemas.openxmlformats.org/package/2006/relationships"><Relationship Id="rId8" Type="http://schemas.openxmlformats.org/officeDocument/2006/relationships/image" Target="../media/image357.wmf"/><Relationship Id="rId13" Type="http://schemas.openxmlformats.org/officeDocument/2006/relationships/oleObject" Target="../embeddings/oleObject380.bin"/><Relationship Id="rId18" Type="http://schemas.openxmlformats.org/officeDocument/2006/relationships/image" Target="../media/image366.emf"/><Relationship Id="rId3" Type="http://schemas.openxmlformats.org/officeDocument/2006/relationships/oleObject" Target="../embeddings/oleObject375.bin"/><Relationship Id="rId7" Type="http://schemas.openxmlformats.org/officeDocument/2006/relationships/oleObject" Target="../embeddings/oleObject377.bin"/><Relationship Id="rId12" Type="http://schemas.openxmlformats.org/officeDocument/2006/relationships/image" Target="../media/image363.emf"/><Relationship Id="rId17" Type="http://schemas.openxmlformats.org/officeDocument/2006/relationships/oleObject" Target="../embeddings/oleObject382.bin"/><Relationship Id="rId2" Type="http://schemas.openxmlformats.org/officeDocument/2006/relationships/slideLayout" Target="../slideLayouts/slideLayout7.xml"/><Relationship Id="rId16" Type="http://schemas.openxmlformats.org/officeDocument/2006/relationships/image" Target="../media/image365.wmf"/><Relationship Id="rId1" Type="http://schemas.openxmlformats.org/officeDocument/2006/relationships/vmlDrawing" Target="../drawings/vmlDrawing107.vml"/><Relationship Id="rId6" Type="http://schemas.openxmlformats.org/officeDocument/2006/relationships/image" Target="../media/image361.wmf"/><Relationship Id="rId11" Type="http://schemas.openxmlformats.org/officeDocument/2006/relationships/oleObject" Target="../embeddings/oleObject379.bin"/><Relationship Id="rId5" Type="http://schemas.openxmlformats.org/officeDocument/2006/relationships/oleObject" Target="../embeddings/oleObject376.bin"/><Relationship Id="rId15" Type="http://schemas.openxmlformats.org/officeDocument/2006/relationships/oleObject" Target="../embeddings/oleObject381.bin"/><Relationship Id="rId10" Type="http://schemas.openxmlformats.org/officeDocument/2006/relationships/image" Target="../media/image362.emf"/><Relationship Id="rId4" Type="http://schemas.openxmlformats.org/officeDocument/2006/relationships/image" Target="../media/image360.wmf"/><Relationship Id="rId9" Type="http://schemas.openxmlformats.org/officeDocument/2006/relationships/oleObject" Target="../embeddings/oleObject378.bin"/><Relationship Id="rId14" Type="http://schemas.openxmlformats.org/officeDocument/2006/relationships/image" Target="../media/image364.wmf"/></Relationships>
</file>

<file path=ppt/slides/_rels/slide149.xml.rels><?xml version="1.0" encoding="UTF-8" standalone="yes"?>
<Relationships xmlns="http://schemas.openxmlformats.org/package/2006/relationships"><Relationship Id="rId8" Type="http://schemas.openxmlformats.org/officeDocument/2006/relationships/image" Target="../media/image369.wmf"/><Relationship Id="rId3" Type="http://schemas.openxmlformats.org/officeDocument/2006/relationships/oleObject" Target="../embeddings/oleObject383.bin"/><Relationship Id="rId7" Type="http://schemas.openxmlformats.org/officeDocument/2006/relationships/oleObject" Target="../embeddings/oleObject385.bin"/><Relationship Id="rId12" Type="http://schemas.openxmlformats.org/officeDocument/2006/relationships/image" Target="../media/image371.wmf"/><Relationship Id="rId2" Type="http://schemas.openxmlformats.org/officeDocument/2006/relationships/slideLayout" Target="../slideLayouts/slideLayout7.xml"/><Relationship Id="rId1" Type="http://schemas.openxmlformats.org/officeDocument/2006/relationships/vmlDrawing" Target="../drawings/vmlDrawing108.vml"/><Relationship Id="rId6" Type="http://schemas.openxmlformats.org/officeDocument/2006/relationships/image" Target="../media/image368.wmf"/><Relationship Id="rId11" Type="http://schemas.openxmlformats.org/officeDocument/2006/relationships/oleObject" Target="../embeddings/oleObject387.bin"/><Relationship Id="rId5" Type="http://schemas.openxmlformats.org/officeDocument/2006/relationships/oleObject" Target="../embeddings/oleObject384.bin"/><Relationship Id="rId10" Type="http://schemas.openxmlformats.org/officeDocument/2006/relationships/image" Target="../media/image370.wmf"/><Relationship Id="rId4" Type="http://schemas.openxmlformats.org/officeDocument/2006/relationships/image" Target="../media/image367.wmf"/><Relationship Id="rId9" Type="http://schemas.openxmlformats.org/officeDocument/2006/relationships/oleObject" Target="../embeddings/oleObject386.bin"/></Relationships>
</file>

<file path=ppt/slides/_rels/slide150.xml.rels><?xml version="1.0" encoding="UTF-8" standalone="yes"?>
<Relationships xmlns="http://schemas.openxmlformats.org/package/2006/relationships"><Relationship Id="rId3" Type="http://schemas.openxmlformats.org/officeDocument/2006/relationships/oleObject" Target="../embeddings/oleObject388.bin"/><Relationship Id="rId2" Type="http://schemas.openxmlformats.org/officeDocument/2006/relationships/slideLayout" Target="../slideLayouts/slideLayout7.xml"/><Relationship Id="rId1" Type="http://schemas.openxmlformats.org/officeDocument/2006/relationships/vmlDrawing" Target="../drawings/vmlDrawing109.vml"/><Relationship Id="rId4" Type="http://schemas.openxmlformats.org/officeDocument/2006/relationships/image" Target="../media/image369.wmf"/></Relationships>
</file>

<file path=ppt/slides/_rels/slide151.xml.rels><?xml version="1.0" encoding="UTF-8" standalone="yes"?>
<Relationships xmlns="http://schemas.openxmlformats.org/package/2006/relationships"><Relationship Id="rId8" Type="http://schemas.openxmlformats.org/officeDocument/2006/relationships/image" Target="../media/image374.wmf"/><Relationship Id="rId3" Type="http://schemas.openxmlformats.org/officeDocument/2006/relationships/oleObject" Target="../embeddings/oleObject389.bin"/><Relationship Id="rId7" Type="http://schemas.openxmlformats.org/officeDocument/2006/relationships/oleObject" Target="../embeddings/oleObject391.bin"/><Relationship Id="rId2" Type="http://schemas.openxmlformats.org/officeDocument/2006/relationships/slideLayout" Target="../slideLayouts/slideLayout7.xml"/><Relationship Id="rId1" Type="http://schemas.openxmlformats.org/officeDocument/2006/relationships/vmlDrawing" Target="../drawings/vmlDrawing110.vml"/><Relationship Id="rId6" Type="http://schemas.openxmlformats.org/officeDocument/2006/relationships/image" Target="../media/image373.wmf"/><Relationship Id="rId5" Type="http://schemas.openxmlformats.org/officeDocument/2006/relationships/oleObject" Target="../embeddings/oleObject390.bin"/><Relationship Id="rId4" Type="http://schemas.openxmlformats.org/officeDocument/2006/relationships/image" Target="../media/image372.wmf"/></Relationships>
</file>

<file path=ppt/slides/_rels/slide152.xml.rels><?xml version="1.0" encoding="UTF-8" standalone="yes"?>
<Relationships xmlns="http://schemas.openxmlformats.org/package/2006/relationships"><Relationship Id="rId3" Type="http://schemas.openxmlformats.org/officeDocument/2006/relationships/oleObject" Target="../embeddings/oleObject392.bin"/><Relationship Id="rId2" Type="http://schemas.openxmlformats.org/officeDocument/2006/relationships/slideLayout" Target="../slideLayouts/slideLayout7.xml"/><Relationship Id="rId1" Type="http://schemas.openxmlformats.org/officeDocument/2006/relationships/vmlDrawing" Target="../drawings/vmlDrawing111.vml"/><Relationship Id="rId6" Type="http://schemas.openxmlformats.org/officeDocument/2006/relationships/image" Target="../media/image376.wmf"/><Relationship Id="rId5" Type="http://schemas.openxmlformats.org/officeDocument/2006/relationships/oleObject" Target="../embeddings/oleObject393.bin"/><Relationship Id="rId4" Type="http://schemas.openxmlformats.org/officeDocument/2006/relationships/image" Target="../media/image375.wmf"/></Relationships>
</file>

<file path=ppt/slides/_rels/slide153.xml.rels><?xml version="1.0" encoding="UTF-8" standalone="yes"?>
<Relationships xmlns="http://schemas.openxmlformats.org/package/2006/relationships"><Relationship Id="rId8" Type="http://schemas.openxmlformats.org/officeDocument/2006/relationships/image" Target="../media/image379.emf"/><Relationship Id="rId13" Type="http://schemas.openxmlformats.org/officeDocument/2006/relationships/oleObject" Target="../embeddings/oleObject399.bin"/><Relationship Id="rId18" Type="http://schemas.openxmlformats.org/officeDocument/2006/relationships/image" Target="../media/image384.emf"/><Relationship Id="rId3" Type="http://schemas.openxmlformats.org/officeDocument/2006/relationships/oleObject" Target="../embeddings/oleObject394.bin"/><Relationship Id="rId7" Type="http://schemas.openxmlformats.org/officeDocument/2006/relationships/oleObject" Target="../embeddings/oleObject396.bin"/><Relationship Id="rId12" Type="http://schemas.openxmlformats.org/officeDocument/2006/relationships/image" Target="../media/image381.emf"/><Relationship Id="rId17" Type="http://schemas.openxmlformats.org/officeDocument/2006/relationships/oleObject" Target="../embeddings/oleObject401.bin"/><Relationship Id="rId2" Type="http://schemas.openxmlformats.org/officeDocument/2006/relationships/slideLayout" Target="../slideLayouts/slideLayout7.xml"/><Relationship Id="rId16" Type="http://schemas.openxmlformats.org/officeDocument/2006/relationships/image" Target="../media/image383.emf"/><Relationship Id="rId20" Type="http://schemas.openxmlformats.org/officeDocument/2006/relationships/image" Target="../media/image385.emf"/><Relationship Id="rId1" Type="http://schemas.openxmlformats.org/officeDocument/2006/relationships/vmlDrawing" Target="../drawings/vmlDrawing112.vml"/><Relationship Id="rId6" Type="http://schemas.openxmlformats.org/officeDocument/2006/relationships/image" Target="../media/image378.emf"/><Relationship Id="rId11" Type="http://schemas.openxmlformats.org/officeDocument/2006/relationships/oleObject" Target="../embeddings/oleObject398.bin"/><Relationship Id="rId5" Type="http://schemas.openxmlformats.org/officeDocument/2006/relationships/oleObject" Target="../embeddings/oleObject395.bin"/><Relationship Id="rId15" Type="http://schemas.openxmlformats.org/officeDocument/2006/relationships/oleObject" Target="../embeddings/oleObject400.bin"/><Relationship Id="rId10" Type="http://schemas.openxmlformats.org/officeDocument/2006/relationships/image" Target="../media/image380.emf"/><Relationship Id="rId19" Type="http://schemas.openxmlformats.org/officeDocument/2006/relationships/oleObject" Target="../embeddings/oleObject402.bin"/><Relationship Id="rId4" Type="http://schemas.openxmlformats.org/officeDocument/2006/relationships/image" Target="../media/image377.emf"/><Relationship Id="rId9" Type="http://schemas.openxmlformats.org/officeDocument/2006/relationships/oleObject" Target="../embeddings/oleObject397.bin"/><Relationship Id="rId14" Type="http://schemas.openxmlformats.org/officeDocument/2006/relationships/image" Target="../media/image382.emf"/></Relationships>
</file>

<file path=ppt/slides/_rels/slide154.xml.rels><?xml version="1.0" encoding="UTF-8" standalone="yes"?>
<Relationships xmlns="http://schemas.openxmlformats.org/package/2006/relationships"><Relationship Id="rId8" Type="http://schemas.openxmlformats.org/officeDocument/2006/relationships/image" Target="../media/image388.emf"/><Relationship Id="rId3" Type="http://schemas.openxmlformats.org/officeDocument/2006/relationships/oleObject" Target="../embeddings/oleObject403.bin"/><Relationship Id="rId7" Type="http://schemas.openxmlformats.org/officeDocument/2006/relationships/oleObject" Target="../embeddings/oleObject405.bin"/><Relationship Id="rId2" Type="http://schemas.openxmlformats.org/officeDocument/2006/relationships/slideLayout" Target="../slideLayouts/slideLayout7.xml"/><Relationship Id="rId1" Type="http://schemas.openxmlformats.org/officeDocument/2006/relationships/vmlDrawing" Target="../drawings/vmlDrawing113.vml"/><Relationship Id="rId6" Type="http://schemas.openxmlformats.org/officeDocument/2006/relationships/image" Target="../media/image387.emf"/><Relationship Id="rId5" Type="http://schemas.openxmlformats.org/officeDocument/2006/relationships/oleObject" Target="../embeddings/oleObject404.bin"/><Relationship Id="rId10" Type="http://schemas.openxmlformats.org/officeDocument/2006/relationships/image" Target="../media/image389.emf"/><Relationship Id="rId4" Type="http://schemas.openxmlformats.org/officeDocument/2006/relationships/image" Target="../media/image386.emf"/><Relationship Id="rId9" Type="http://schemas.openxmlformats.org/officeDocument/2006/relationships/oleObject" Target="../embeddings/oleObject406.bin"/></Relationships>
</file>

<file path=ppt/slides/_rels/slide155.xml.rels><?xml version="1.0" encoding="UTF-8" standalone="yes"?>
<Relationships xmlns="http://schemas.openxmlformats.org/package/2006/relationships"><Relationship Id="rId8" Type="http://schemas.openxmlformats.org/officeDocument/2006/relationships/image" Target="../media/image392.emf"/><Relationship Id="rId3" Type="http://schemas.openxmlformats.org/officeDocument/2006/relationships/oleObject" Target="../embeddings/oleObject407.bin"/><Relationship Id="rId7" Type="http://schemas.openxmlformats.org/officeDocument/2006/relationships/oleObject" Target="../embeddings/oleObject409.bin"/><Relationship Id="rId2" Type="http://schemas.openxmlformats.org/officeDocument/2006/relationships/slideLayout" Target="../slideLayouts/slideLayout7.xml"/><Relationship Id="rId1" Type="http://schemas.openxmlformats.org/officeDocument/2006/relationships/vmlDrawing" Target="../drawings/vmlDrawing114.vml"/><Relationship Id="rId6" Type="http://schemas.openxmlformats.org/officeDocument/2006/relationships/image" Target="../media/image391.emf"/><Relationship Id="rId5" Type="http://schemas.openxmlformats.org/officeDocument/2006/relationships/oleObject" Target="../embeddings/oleObject408.bin"/><Relationship Id="rId10" Type="http://schemas.openxmlformats.org/officeDocument/2006/relationships/image" Target="../media/image393.emf"/><Relationship Id="rId4" Type="http://schemas.openxmlformats.org/officeDocument/2006/relationships/image" Target="../media/image390.emf"/><Relationship Id="rId9" Type="http://schemas.openxmlformats.org/officeDocument/2006/relationships/oleObject" Target="../embeddings/oleObject410.bin"/></Relationships>
</file>

<file path=ppt/slides/_rels/slide156.xml.rels><?xml version="1.0" encoding="UTF-8" standalone="yes"?>
<Relationships xmlns="http://schemas.openxmlformats.org/package/2006/relationships"><Relationship Id="rId2" Type="http://schemas.openxmlformats.org/officeDocument/2006/relationships/image" Target="../media/image394.jpe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396.jpeg"/><Relationship Id="rId2" Type="http://schemas.openxmlformats.org/officeDocument/2006/relationships/image" Target="../media/image395.jpe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399.png"/><Relationship Id="rId7" Type="http://schemas.openxmlformats.org/officeDocument/2006/relationships/image" Target="../media/image398.wmf"/><Relationship Id="rId2" Type="http://schemas.openxmlformats.org/officeDocument/2006/relationships/slideLayout" Target="../slideLayouts/slideLayout7.xml"/><Relationship Id="rId1" Type="http://schemas.openxmlformats.org/officeDocument/2006/relationships/vmlDrawing" Target="../drawings/vmlDrawing115.vml"/><Relationship Id="rId6" Type="http://schemas.openxmlformats.org/officeDocument/2006/relationships/oleObject" Target="../embeddings/oleObject412.bin"/><Relationship Id="rId5" Type="http://schemas.openxmlformats.org/officeDocument/2006/relationships/image" Target="../media/image397.wmf"/><Relationship Id="rId4" Type="http://schemas.openxmlformats.org/officeDocument/2006/relationships/oleObject" Target="../embeddings/oleObject411.bin"/></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8" Type="http://schemas.openxmlformats.org/officeDocument/2006/relationships/image" Target="../media/image402.wmf"/><Relationship Id="rId3" Type="http://schemas.openxmlformats.org/officeDocument/2006/relationships/oleObject" Target="../embeddings/oleObject413.bin"/><Relationship Id="rId7" Type="http://schemas.openxmlformats.org/officeDocument/2006/relationships/oleObject" Target="../embeddings/oleObject415.bin"/><Relationship Id="rId2" Type="http://schemas.openxmlformats.org/officeDocument/2006/relationships/slideLayout" Target="../slideLayouts/slideLayout2.xml"/><Relationship Id="rId1" Type="http://schemas.openxmlformats.org/officeDocument/2006/relationships/vmlDrawing" Target="../drawings/vmlDrawing116.vml"/><Relationship Id="rId6" Type="http://schemas.openxmlformats.org/officeDocument/2006/relationships/image" Target="../media/image401.wmf"/><Relationship Id="rId5" Type="http://schemas.openxmlformats.org/officeDocument/2006/relationships/oleObject" Target="../embeddings/oleObject414.bin"/><Relationship Id="rId10" Type="http://schemas.openxmlformats.org/officeDocument/2006/relationships/image" Target="../media/image353.wmf"/><Relationship Id="rId4" Type="http://schemas.openxmlformats.org/officeDocument/2006/relationships/image" Target="../media/image400.wmf"/><Relationship Id="rId9" Type="http://schemas.openxmlformats.org/officeDocument/2006/relationships/oleObject" Target="../embeddings/oleObject416.bin"/></Relationships>
</file>

<file path=ppt/slides/_rels/slide162.xml.rels><?xml version="1.0" encoding="UTF-8" standalone="yes"?>
<Relationships xmlns="http://schemas.openxmlformats.org/package/2006/relationships"><Relationship Id="rId3" Type="http://schemas.openxmlformats.org/officeDocument/2006/relationships/oleObject" Target="../embeddings/oleObject417.bin"/><Relationship Id="rId2" Type="http://schemas.openxmlformats.org/officeDocument/2006/relationships/slideLayout" Target="../slideLayouts/slideLayout2.xml"/><Relationship Id="rId1" Type="http://schemas.openxmlformats.org/officeDocument/2006/relationships/vmlDrawing" Target="../drawings/vmlDrawing117.vml"/><Relationship Id="rId6" Type="http://schemas.openxmlformats.org/officeDocument/2006/relationships/image" Target="../media/image404.wmf"/><Relationship Id="rId5" Type="http://schemas.openxmlformats.org/officeDocument/2006/relationships/oleObject" Target="../embeddings/oleObject418.bin"/><Relationship Id="rId4" Type="http://schemas.openxmlformats.org/officeDocument/2006/relationships/image" Target="../media/image403.wmf"/></Relationships>
</file>

<file path=ppt/slides/_rels/slide163.xml.rels><?xml version="1.0" encoding="UTF-8" standalone="yes"?>
<Relationships xmlns="http://schemas.openxmlformats.org/package/2006/relationships"><Relationship Id="rId2" Type="http://schemas.openxmlformats.org/officeDocument/2006/relationships/image" Target="../media/image405.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406.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oleObject" Target="../embeddings/oleObject419.bin"/><Relationship Id="rId2" Type="http://schemas.openxmlformats.org/officeDocument/2006/relationships/slideLayout" Target="../slideLayouts/slideLayout2.xml"/><Relationship Id="rId1" Type="http://schemas.openxmlformats.org/officeDocument/2006/relationships/vmlDrawing" Target="../drawings/vmlDrawing118.vml"/><Relationship Id="rId4" Type="http://schemas.openxmlformats.org/officeDocument/2006/relationships/image" Target="../media/image407.wmf"/></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oleObject" Target="../embeddings/oleObject420.bin"/><Relationship Id="rId2" Type="http://schemas.openxmlformats.org/officeDocument/2006/relationships/slideLayout" Target="../slideLayouts/slideLayout2.xml"/><Relationship Id="rId1" Type="http://schemas.openxmlformats.org/officeDocument/2006/relationships/vmlDrawing" Target="../drawings/vmlDrawing119.vml"/><Relationship Id="rId6" Type="http://schemas.openxmlformats.org/officeDocument/2006/relationships/image" Target="../media/image409.emf"/><Relationship Id="rId5" Type="http://schemas.openxmlformats.org/officeDocument/2006/relationships/oleObject" Target="../embeddings/oleObject421.bin"/><Relationship Id="rId4" Type="http://schemas.openxmlformats.org/officeDocument/2006/relationships/image" Target="../media/image408.wmf"/></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oleObject" Target="../embeddings/oleObject422.bin"/><Relationship Id="rId2" Type="http://schemas.openxmlformats.org/officeDocument/2006/relationships/slideLayout" Target="../slideLayouts/slideLayout2.xml"/><Relationship Id="rId1" Type="http://schemas.openxmlformats.org/officeDocument/2006/relationships/vmlDrawing" Target="../drawings/vmlDrawing120.vml"/><Relationship Id="rId6" Type="http://schemas.openxmlformats.org/officeDocument/2006/relationships/image" Target="../media/image411.emf"/><Relationship Id="rId5" Type="http://schemas.openxmlformats.org/officeDocument/2006/relationships/oleObject" Target="../embeddings/oleObject423.bin"/><Relationship Id="rId4" Type="http://schemas.openxmlformats.org/officeDocument/2006/relationships/image" Target="../media/image410.wmf"/></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95" name="Rectangle 23"/>
          <p:cNvSpPr>
            <a:spLocks noGrp="1" noChangeArrowheads="1"/>
          </p:cNvSpPr>
          <p:nvPr>
            <p:ph type="ctrTitle"/>
          </p:nvPr>
        </p:nvSpPr>
        <p:spPr>
          <a:xfrm>
            <a:off x="825500" y="1447800"/>
            <a:ext cx="8337550" cy="2314575"/>
          </a:xfrm>
        </p:spPr>
        <p:txBody>
          <a:bodyPr/>
          <a:lstStyle/>
          <a:p>
            <a:pPr>
              <a:lnSpc>
                <a:spcPct val="115000"/>
              </a:lnSpc>
              <a:defRPr/>
            </a:pPr>
            <a:r>
              <a:rPr lang="zh-CN" altLang="en-US" sz="6600" dirty="0" smtClean="0"/>
              <a:t>第五章  </a:t>
            </a:r>
            <a:br>
              <a:rPr lang="zh-CN" altLang="en-US" sz="6600" dirty="0" smtClean="0"/>
            </a:br>
            <a:r>
              <a:rPr lang="zh-CN" altLang="en-US" sz="6600" dirty="0" smtClean="0"/>
              <a:t>插   值   法</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444442C-E6BD-4C47-B573-C0B2CBCD0956}" type="slidenum">
              <a:rPr lang="zh-CN" altLang="en-US" b="0" i="0" smtClean="0"/>
              <a:pPr/>
              <a:t>2</a:t>
            </a:fld>
            <a:endParaRPr lang="en-US" altLang="zh-CN" b="0" i="0" smtClean="0"/>
          </a:p>
        </p:txBody>
      </p:sp>
      <p:sp>
        <p:nvSpPr>
          <p:cNvPr id="2048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7902B1E-05FB-4E5A-9F01-B44C4881BA4C}" type="datetime1">
              <a:rPr lang="zh-CN" altLang="en-US" sz="1800" i="0" smtClean="0"/>
              <a:pPr/>
              <a:t>2024/10/20</a:t>
            </a:fld>
            <a:endParaRPr lang="en-US" altLang="zh-CN" sz="1800" i="0" smtClean="0"/>
          </a:p>
        </p:txBody>
      </p:sp>
      <p:sp>
        <p:nvSpPr>
          <p:cNvPr id="715778" name="Rectangle 2"/>
          <p:cNvSpPr>
            <a:spLocks noGrp="1" noChangeArrowheads="1"/>
          </p:cNvSpPr>
          <p:nvPr>
            <p:ph type="title"/>
          </p:nvPr>
        </p:nvSpPr>
        <p:spPr/>
        <p:txBody>
          <a:bodyPr/>
          <a:lstStyle/>
          <a:p>
            <a:pPr>
              <a:defRPr/>
            </a:pPr>
            <a:r>
              <a:rPr lang="zh-CN" altLang="en-US" smtClean="0">
                <a:latin typeface="宋体" pitchFamily="2" charset="-122"/>
              </a:rPr>
              <a:t>问题的提出</a:t>
            </a:r>
          </a:p>
        </p:txBody>
      </p:sp>
      <p:sp>
        <p:nvSpPr>
          <p:cNvPr id="20485" name="Rectangle 3"/>
          <p:cNvSpPr>
            <a:spLocks noGrp="1" noChangeArrowheads="1"/>
          </p:cNvSpPr>
          <p:nvPr>
            <p:ph type="body" idx="1"/>
          </p:nvPr>
        </p:nvSpPr>
        <p:spPr>
          <a:xfrm>
            <a:off x="650875" y="1143000"/>
            <a:ext cx="8820150" cy="3135313"/>
          </a:xfrm>
        </p:spPr>
        <p:txBody>
          <a:bodyPr/>
          <a:lstStyle/>
          <a:p>
            <a:pPr>
              <a:lnSpc>
                <a:spcPct val="80000"/>
              </a:lnSpc>
              <a:buFont typeface="Wingdings" pitchFamily="2" charset="2"/>
              <a:buNone/>
            </a:pPr>
            <a:r>
              <a:rPr lang="zh-CN" altLang="en-US" smtClean="0">
                <a:solidFill>
                  <a:srgbClr val="FF0000"/>
                </a:solidFill>
              </a:rPr>
              <a:t>插值</a:t>
            </a:r>
            <a:r>
              <a:rPr lang="en-US" altLang="zh-CN" smtClean="0">
                <a:solidFill>
                  <a:srgbClr val="FF0000"/>
                </a:solidFill>
              </a:rPr>
              <a:t>:</a:t>
            </a:r>
            <a:r>
              <a:rPr lang="en-US" altLang="zh-CN" smtClean="0"/>
              <a:t> </a:t>
            </a:r>
            <a:r>
              <a:rPr lang="zh-CN" altLang="en-US" smtClean="0">
                <a:solidFill>
                  <a:srgbClr val="FF0000"/>
                </a:solidFill>
              </a:rPr>
              <a:t>已知某些</a:t>
            </a:r>
            <a:r>
              <a:rPr lang="en-US" altLang="zh-CN" smtClean="0">
                <a:solidFill>
                  <a:srgbClr val="FF0000"/>
                </a:solidFill>
              </a:rPr>
              <a:t>(</a:t>
            </a:r>
            <a:r>
              <a:rPr lang="zh-CN" altLang="en-US" smtClean="0">
                <a:solidFill>
                  <a:srgbClr val="FF0000"/>
                </a:solidFill>
              </a:rPr>
              <a:t>有限</a:t>
            </a:r>
            <a:r>
              <a:rPr lang="en-US" altLang="zh-CN" smtClean="0">
                <a:solidFill>
                  <a:srgbClr val="FF0000"/>
                </a:solidFill>
              </a:rPr>
              <a:t>)</a:t>
            </a:r>
            <a:r>
              <a:rPr lang="zh-CN" altLang="en-US" smtClean="0">
                <a:solidFill>
                  <a:srgbClr val="FF0000"/>
                </a:solidFill>
              </a:rPr>
              <a:t>点的函数值求其余点的函数值。</a:t>
            </a:r>
          </a:p>
          <a:p>
            <a:pPr>
              <a:lnSpc>
                <a:spcPct val="80000"/>
              </a:lnSpc>
            </a:pPr>
            <a:r>
              <a:rPr lang="zh-CN" altLang="en-US" smtClean="0"/>
              <a:t>函数解析式未知，</a:t>
            </a:r>
          </a:p>
          <a:p>
            <a:pPr lvl="1">
              <a:lnSpc>
                <a:spcPct val="80000"/>
              </a:lnSpc>
            </a:pPr>
            <a:r>
              <a:rPr lang="zh-CN" altLang="en-US" smtClean="0"/>
              <a:t>通过实验观测得到的一组数据，即在某个区间[</a:t>
            </a:r>
            <a:r>
              <a:rPr lang="en-US" altLang="zh-CN" smtClean="0"/>
              <a:t>a,b]</a:t>
            </a:r>
            <a:r>
              <a:rPr lang="zh-CN" altLang="en-US" smtClean="0"/>
              <a:t>上给出一系列点的函数值</a:t>
            </a:r>
            <a:r>
              <a:rPr lang="en-US" altLang="zh-CN" i="1" smtClean="0"/>
              <a:t>y</a:t>
            </a:r>
            <a:r>
              <a:rPr lang="en-US" altLang="zh-CN" i="1" baseline="-25000" smtClean="0"/>
              <a:t>i</a:t>
            </a:r>
            <a:r>
              <a:rPr lang="en-US" altLang="zh-CN" smtClean="0"/>
              <a:t>=</a:t>
            </a:r>
            <a:r>
              <a:rPr lang="en-US" altLang="zh-CN" i="1" smtClean="0"/>
              <a:t>f</a:t>
            </a:r>
            <a:r>
              <a:rPr lang="en-US" altLang="zh-CN" smtClean="0"/>
              <a:t>(</a:t>
            </a:r>
            <a:r>
              <a:rPr lang="en-US" altLang="zh-CN" i="1" smtClean="0"/>
              <a:t>x</a:t>
            </a:r>
            <a:r>
              <a:rPr lang="en-US" altLang="zh-CN" i="1" baseline="-25000" smtClean="0"/>
              <a:t>i</a:t>
            </a:r>
            <a:r>
              <a:rPr lang="en-US" altLang="zh-CN" smtClean="0"/>
              <a:t>)，</a:t>
            </a:r>
          </a:p>
          <a:p>
            <a:pPr lvl="1">
              <a:lnSpc>
                <a:spcPct val="80000"/>
              </a:lnSpc>
            </a:pPr>
            <a:r>
              <a:rPr lang="zh-CN" altLang="en-US" smtClean="0"/>
              <a:t>给出函数表</a:t>
            </a:r>
          </a:p>
          <a:p>
            <a:pPr>
              <a:lnSpc>
                <a:spcPct val="80000"/>
              </a:lnSpc>
            </a:pPr>
            <a:endParaRPr lang="zh-CN" altLang="en-US" smtClean="0"/>
          </a:p>
          <a:p>
            <a:pPr>
              <a:lnSpc>
                <a:spcPct val="80000"/>
              </a:lnSpc>
            </a:pPr>
            <a:r>
              <a:rPr lang="zh-CN" altLang="en-US" smtClean="0"/>
              <a:t>虽有明确解析式，但计算复杂</a:t>
            </a:r>
          </a:p>
        </p:txBody>
      </p:sp>
      <p:graphicFrame>
        <p:nvGraphicFramePr>
          <p:cNvPr id="715823" name="Group 47"/>
          <p:cNvGraphicFramePr>
            <a:graphicFrameLocks noGrp="1"/>
          </p:cNvGraphicFramePr>
          <p:nvPr/>
        </p:nvGraphicFramePr>
        <p:xfrm>
          <a:off x="3429000" y="2852738"/>
          <a:ext cx="5943600" cy="950928"/>
        </p:xfrm>
        <a:graphic>
          <a:graphicData uri="http://schemas.openxmlformats.org/drawingml/2006/table">
            <a:tbl>
              <a:tblPr/>
              <a:tblGrid>
                <a:gridCol w="990600"/>
                <a:gridCol w="990600"/>
                <a:gridCol w="990600"/>
                <a:gridCol w="1006475"/>
                <a:gridCol w="974725"/>
                <a:gridCol w="990600"/>
              </a:tblGrid>
              <a:tr h="47545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1" u="none" strike="noStrike" cap="none" normalizeH="0" baseline="-25000" smtClean="0">
                          <a:ln>
                            <a:noFill/>
                          </a:ln>
                          <a:solidFill>
                            <a:schemeClr val="tx1"/>
                          </a:solidFill>
                          <a:effectLst/>
                          <a:latin typeface="Times New Roman" pitchFamily="18" charset="0"/>
                          <a:ea typeface="黑体" pitchFamily="49" charset="-122"/>
                        </a:rPr>
                        <a:t>n</a:t>
                      </a:r>
                      <a:endParaRPr kumimoji="0" lang="zh-CN" altLang="en-US" sz="2800" b="1" i="1" u="none" strike="noStrike" cap="none" normalizeH="0" baseline="-25000" smtClean="0">
                        <a:ln>
                          <a:noFill/>
                        </a:ln>
                        <a:solidFill>
                          <a:schemeClr val="tx1"/>
                        </a:solidFill>
                        <a:effectLst/>
                        <a:latin typeface="Times New Roman" pitchFamily="18" charset="0"/>
                        <a:ea typeface="黑体" pitchFamily="49"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45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1</a:t>
                      </a: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r>
                        <a:rPr kumimoji="0" lang="en-US" altLang="zh-CN" sz="2800" b="1" i="1" u="none" strike="noStrike" cap="none" normalizeH="0" baseline="-25000" smtClean="0">
                          <a:ln>
                            <a:noFill/>
                          </a:ln>
                          <a:solidFill>
                            <a:schemeClr val="tx1"/>
                          </a:solidFill>
                          <a:effectLst/>
                          <a:latin typeface="Times New Roman" pitchFamily="18" charset="0"/>
                          <a:ea typeface="黑体" pitchFamily="49" charset="-122"/>
                        </a:rPr>
                        <a:t>n</a:t>
                      </a:r>
                      <a:endParaRPr kumimoji="0" lang="zh-CN" altLang="en-US" sz="2800" b="1" i="1" u="none" strike="noStrike" cap="none" normalizeH="0" baseline="-25000" smtClean="0">
                        <a:ln>
                          <a:noFill/>
                        </a:ln>
                        <a:solidFill>
                          <a:schemeClr val="tx1"/>
                        </a:solidFill>
                        <a:effectLst/>
                        <a:latin typeface="Times New Roman" pitchFamily="18" charset="0"/>
                        <a:ea typeface="黑体" pitchFamily="49"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15803" name="Rectangle 27"/>
          <p:cNvSpPr>
            <a:spLocks noChangeArrowheads="1"/>
          </p:cNvSpPr>
          <p:nvPr/>
        </p:nvSpPr>
        <p:spPr bwMode="auto">
          <a:xfrm>
            <a:off x="849313" y="4221163"/>
            <a:ext cx="8632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800" i="0">
                <a:solidFill>
                  <a:srgbClr val="FF3300"/>
                </a:solidFill>
                <a:latin typeface="Times New Roman" pitchFamily="18" charset="0"/>
                <a:ea typeface="黑体" pitchFamily="49" charset="-122"/>
              </a:rPr>
              <a:t>——需要用比较简单且易于计算的函数</a:t>
            </a:r>
            <a:r>
              <a:rPr lang="en-US" altLang="zh-CN" sz="2800">
                <a:solidFill>
                  <a:srgbClr val="FF3300"/>
                </a:solidFill>
                <a:latin typeface="Times New Roman" pitchFamily="18" charset="0"/>
                <a:ea typeface="黑体" pitchFamily="49" charset="-122"/>
              </a:rPr>
              <a:t>p</a:t>
            </a:r>
            <a:r>
              <a:rPr lang="en-US" altLang="zh-CN" sz="2800" i="0">
                <a:solidFill>
                  <a:srgbClr val="FF3300"/>
                </a:solidFill>
                <a:latin typeface="Times New Roman" pitchFamily="18" charset="0"/>
                <a:ea typeface="黑体" pitchFamily="49" charset="-122"/>
              </a:rPr>
              <a:t>(</a:t>
            </a:r>
            <a:r>
              <a:rPr lang="en-US" altLang="zh-CN" sz="2800">
                <a:solidFill>
                  <a:srgbClr val="FF3300"/>
                </a:solidFill>
                <a:latin typeface="Times New Roman" pitchFamily="18" charset="0"/>
                <a:ea typeface="黑体" pitchFamily="49" charset="-122"/>
              </a:rPr>
              <a:t>x</a:t>
            </a:r>
            <a:r>
              <a:rPr lang="en-US" altLang="zh-CN" sz="2800" i="0">
                <a:solidFill>
                  <a:srgbClr val="FF3300"/>
                </a:solidFill>
                <a:latin typeface="Times New Roman" pitchFamily="18" charset="0"/>
                <a:ea typeface="黑体" pitchFamily="49" charset="-122"/>
              </a:rPr>
              <a:t>)</a:t>
            </a:r>
            <a:r>
              <a:rPr lang="zh-CN" altLang="en-US" sz="2800" i="0">
                <a:solidFill>
                  <a:srgbClr val="FF3300"/>
                </a:solidFill>
                <a:latin typeface="Times New Roman" pitchFamily="18" charset="0"/>
                <a:ea typeface="黑体" pitchFamily="49" charset="-122"/>
              </a:rPr>
              <a:t>去近似代替</a:t>
            </a:r>
          </a:p>
        </p:txBody>
      </p:sp>
      <p:sp>
        <p:nvSpPr>
          <p:cNvPr id="715804" name="Arc 28"/>
          <p:cNvSpPr>
            <a:spLocks/>
          </p:cNvSpPr>
          <p:nvPr/>
        </p:nvSpPr>
        <p:spPr bwMode="auto">
          <a:xfrm rot="10800000" flipV="1">
            <a:off x="2967038" y="4849813"/>
            <a:ext cx="3379787" cy="1885950"/>
          </a:xfrm>
          <a:custGeom>
            <a:avLst/>
            <a:gdLst>
              <a:gd name="T0" fmla="*/ 0 w 21085"/>
              <a:gd name="T1" fmla="*/ 0 h 21600"/>
              <a:gd name="T2" fmla="*/ 2147483647 w 21085"/>
              <a:gd name="T3" fmla="*/ 2147483647 h 21600"/>
              <a:gd name="T4" fmla="*/ 0 w 21085"/>
              <a:gd name="T5" fmla="*/ 2147483647 h 21600"/>
              <a:gd name="T6" fmla="*/ 0 60000 65536"/>
              <a:gd name="T7" fmla="*/ 0 60000 65536"/>
              <a:gd name="T8" fmla="*/ 0 60000 65536"/>
              <a:gd name="T9" fmla="*/ 0 w 21085"/>
              <a:gd name="T10" fmla="*/ 0 h 21600"/>
              <a:gd name="T11" fmla="*/ 21085 w 21085"/>
              <a:gd name="T12" fmla="*/ 21600 h 21600"/>
            </a:gdLst>
            <a:ahLst/>
            <a:cxnLst>
              <a:cxn ang="T6">
                <a:pos x="T0" y="T1"/>
              </a:cxn>
              <a:cxn ang="T7">
                <a:pos x="T2" y="T3"/>
              </a:cxn>
              <a:cxn ang="T8">
                <a:pos x="T4" y="T5"/>
              </a:cxn>
            </a:cxnLst>
            <a:rect l="T9" t="T10" r="T11" b="T12"/>
            <a:pathLst>
              <a:path w="21085" h="21600" fill="none" extrusionOk="0">
                <a:moveTo>
                  <a:pt x="-1" y="0"/>
                </a:moveTo>
                <a:cubicBezTo>
                  <a:pt x="10122" y="0"/>
                  <a:pt x="18887" y="7029"/>
                  <a:pt x="21084" y="16911"/>
                </a:cubicBezTo>
              </a:path>
              <a:path w="21085" h="21600" stroke="0" extrusionOk="0">
                <a:moveTo>
                  <a:pt x="-1" y="0"/>
                </a:moveTo>
                <a:cubicBezTo>
                  <a:pt x="10122" y="0"/>
                  <a:pt x="18887" y="7029"/>
                  <a:pt x="21084" y="16911"/>
                </a:cubicBezTo>
                <a:lnTo>
                  <a:pt x="0" y="21600"/>
                </a:lnTo>
                <a:lnTo>
                  <a:pt x="-1" y="0"/>
                </a:lnTo>
                <a:close/>
              </a:path>
            </a:pathLst>
          </a:custGeom>
          <a:noFill/>
          <a:ln w="5080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5805" name="Freeform 29"/>
          <p:cNvSpPr>
            <a:spLocks/>
          </p:cNvSpPr>
          <p:nvPr/>
        </p:nvSpPr>
        <p:spPr bwMode="auto">
          <a:xfrm>
            <a:off x="2806700" y="4737100"/>
            <a:ext cx="3519488" cy="1755775"/>
          </a:xfrm>
          <a:custGeom>
            <a:avLst/>
            <a:gdLst>
              <a:gd name="T0" fmla="*/ 0 w 2976"/>
              <a:gd name="T1" fmla="*/ 2147483647 h 1832"/>
              <a:gd name="T2" fmla="*/ 2147483647 w 2976"/>
              <a:gd name="T3" fmla="*/ 2147483647 h 1832"/>
              <a:gd name="T4" fmla="*/ 2147483647 w 2976"/>
              <a:gd name="T5" fmla="*/ 2147483647 h 1832"/>
              <a:gd name="T6" fmla="*/ 2147483647 w 2976"/>
              <a:gd name="T7" fmla="*/ 2147483647 h 1832"/>
              <a:gd name="T8" fmla="*/ 2147483647 w 2976"/>
              <a:gd name="T9" fmla="*/ 2147483647 h 1832"/>
              <a:gd name="T10" fmla="*/ 2147483647 w 2976"/>
              <a:gd name="T11" fmla="*/ 2147483647 h 1832"/>
              <a:gd name="T12" fmla="*/ 2147483647 w 2976"/>
              <a:gd name="T13" fmla="*/ 2147483647 h 1832"/>
              <a:gd name="T14" fmla="*/ 2147483647 w 2976"/>
              <a:gd name="T15" fmla="*/ 2147483647 h 1832"/>
              <a:gd name="T16" fmla="*/ 2147483647 w 2976"/>
              <a:gd name="T17" fmla="*/ 2147483647 h 1832"/>
              <a:gd name="T18" fmla="*/ 2147483647 w 2976"/>
              <a:gd name="T19" fmla="*/ 2147483647 h 1832"/>
              <a:gd name="T20" fmla="*/ 2147483647 w 2976"/>
              <a:gd name="T21" fmla="*/ 2147483647 h 1832"/>
              <a:gd name="T22" fmla="*/ 2147483647 w 2976"/>
              <a:gd name="T23" fmla="*/ 2147483647 h 1832"/>
              <a:gd name="T24" fmla="*/ 2147483647 w 2976"/>
              <a:gd name="T25" fmla="*/ 2147483647 h 1832"/>
              <a:gd name="T26" fmla="*/ 2147483647 w 2976"/>
              <a:gd name="T27" fmla="*/ 2147483647 h 18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76"/>
              <a:gd name="T43" fmla="*/ 0 h 1832"/>
              <a:gd name="T44" fmla="*/ 2976 w 2976"/>
              <a:gd name="T45" fmla="*/ 1832 h 18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76" h="1832">
                <a:moveTo>
                  <a:pt x="0" y="1832"/>
                </a:moveTo>
                <a:cubicBezTo>
                  <a:pt x="100" y="1812"/>
                  <a:pt x="200" y="1792"/>
                  <a:pt x="288" y="1736"/>
                </a:cubicBezTo>
                <a:cubicBezTo>
                  <a:pt x="376" y="1680"/>
                  <a:pt x="464" y="1616"/>
                  <a:pt x="528" y="1496"/>
                </a:cubicBezTo>
                <a:cubicBezTo>
                  <a:pt x="592" y="1376"/>
                  <a:pt x="648" y="1176"/>
                  <a:pt x="672" y="1016"/>
                </a:cubicBezTo>
                <a:cubicBezTo>
                  <a:pt x="696" y="856"/>
                  <a:pt x="640" y="648"/>
                  <a:pt x="672" y="536"/>
                </a:cubicBezTo>
                <a:cubicBezTo>
                  <a:pt x="704" y="424"/>
                  <a:pt x="784" y="328"/>
                  <a:pt x="864" y="344"/>
                </a:cubicBezTo>
                <a:cubicBezTo>
                  <a:pt x="944" y="360"/>
                  <a:pt x="1056" y="552"/>
                  <a:pt x="1152" y="632"/>
                </a:cubicBezTo>
                <a:cubicBezTo>
                  <a:pt x="1248" y="712"/>
                  <a:pt x="1368" y="832"/>
                  <a:pt x="1440" y="824"/>
                </a:cubicBezTo>
                <a:cubicBezTo>
                  <a:pt x="1512" y="816"/>
                  <a:pt x="1536" y="656"/>
                  <a:pt x="1584" y="584"/>
                </a:cubicBezTo>
                <a:cubicBezTo>
                  <a:pt x="1632" y="512"/>
                  <a:pt x="1688" y="456"/>
                  <a:pt x="1728" y="392"/>
                </a:cubicBezTo>
                <a:cubicBezTo>
                  <a:pt x="1768" y="328"/>
                  <a:pt x="1784" y="264"/>
                  <a:pt x="1824" y="200"/>
                </a:cubicBezTo>
                <a:cubicBezTo>
                  <a:pt x="1864" y="136"/>
                  <a:pt x="1872" y="0"/>
                  <a:pt x="1968" y="8"/>
                </a:cubicBezTo>
                <a:cubicBezTo>
                  <a:pt x="2064" y="16"/>
                  <a:pt x="2232" y="176"/>
                  <a:pt x="2400" y="248"/>
                </a:cubicBezTo>
                <a:cubicBezTo>
                  <a:pt x="2568" y="320"/>
                  <a:pt x="2772" y="380"/>
                  <a:pt x="2976" y="440"/>
                </a:cubicBezTo>
              </a:path>
            </a:pathLst>
          </a:custGeom>
          <a:noFill/>
          <a:ln w="50800">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5806" name="Rectangle 30"/>
          <p:cNvSpPr>
            <a:spLocks noChangeArrowheads="1"/>
          </p:cNvSpPr>
          <p:nvPr/>
        </p:nvSpPr>
        <p:spPr bwMode="auto">
          <a:xfrm>
            <a:off x="6048375" y="5073650"/>
            <a:ext cx="1206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type="none" w="lg" len="lg"/>
              </a14:hiddenLine>
            </a:ext>
          </a:extLst>
        </p:spPr>
        <p:txBody>
          <a:bodyPr wrap="none">
            <a:spAutoFit/>
          </a:bodyPr>
          <a:lstStyle/>
          <a:p>
            <a:r>
              <a:rPr lang="en-US" altLang="zh-CN" sz="3200">
                <a:solidFill>
                  <a:srgbClr val="FF0000"/>
                </a:solidFill>
                <a:latin typeface="Times New Roman" pitchFamily="18" charset="0"/>
                <a:ea typeface="黑体" pitchFamily="49" charset="-122"/>
              </a:rPr>
              <a:t>y=f</a:t>
            </a:r>
            <a:r>
              <a:rPr lang="en-US" altLang="zh-CN" sz="3200" i="0">
                <a:solidFill>
                  <a:srgbClr val="FF0000"/>
                </a:solidFill>
                <a:latin typeface="Times New Roman" pitchFamily="18" charset="0"/>
                <a:ea typeface="黑体" pitchFamily="49" charset="-122"/>
              </a:rPr>
              <a:t>(</a:t>
            </a:r>
            <a:r>
              <a:rPr lang="en-US" altLang="zh-CN" sz="3200">
                <a:solidFill>
                  <a:srgbClr val="FF0000"/>
                </a:solidFill>
                <a:latin typeface="Times New Roman" pitchFamily="18" charset="0"/>
                <a:ea typeface="黑体" pitchFamily="49" charset="-122"/>
              </a:rPr>
              <a:t>x</a:t>
            </a:r>
            <a:r>
              <a:rPr lang="en-US" altLang="zh-CN" sz="3200" i="0">
                <a:solidFill>
                  <a:srgbClr val="FF0000"/>
                </a:solidFill>
                <a:latin typeface="Times New Roman" pitchFamily="18" charset="0"/>
                <a:ea typeface="黑体" pitchFamily="49" charset="-122"/>
              </a:rPr>
              <a:t>)</a:t>
            </a:r>
            <a:endParaRPr lang="zh-CN" altLang="en-US" sz="3200" i="0">
              <a:solidFill>
                <a:srgbClr val="FF0000"/>
              </a:solidFill>
              <a:latin typeface="Times New Roman" pitchFamily="18" charset="0"/>
              <a:ea typeface="黑体" pitchFamily="49" charset="-122"/>
            </a:endParaRPr>
          </a:p>
        </p:txBody>
      </p:sp>
      <p:sp>
        <p:nvSpPr>
          <p:cNvPr id="715807" name="Rectangle 31"/>
          <p:cNvSpPr>
            <a:spLocks noChangeArrowheads="1"/>
          </p:cNvSpPr>
          <p:nvPr/>
        </p:nvSpPr>
        <p:spPr bwMode="auto">
          <a:xfrm>
            <a:off x="6030913" y="4435475"/>
            <a:ext cx="15890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type="none" w="lg" len="lg"/>
              </a14:hiddenLine>
            </a:ext>
          </a:extLst>
        </p:spPr>
        <p:txBody>
          <a:bodyPr>
            <a:spAutoFit/>
          </a:bodyPr>
          <a:lstStyle/>
          <a:p>
            <a:r>
              <a:rPr lang="en-US" altLang="zh-CN" sz="3200">
                <a:latin typeface="Times New Roman" pitchFamily="18" charset="0"/>
                <a:ea typeface="黑体" pitchFamily="49" charset="-122"/>
              </a:rPr>
              <a:t>y</a:t>
            </a:r>
            <a:r>
              <a:rPr lang="en-US" altLang="zh-CN" sz="3200" i="0">
                <a:latin typeface="Times New Roman" pitchFamily="18" charset="0"/>
                <a:ea typeface="黑体" pitchFamily="49" charset="-122"/>
              </a:rPr>
              <a:t>=</a:t>
            </a:r>
            <a:r>
              <a:rPr lang="en-US" altLang="zh-CN" sz="3200">
                <a:latin typeface="Times New Roman" pitchFamily="18" charset="0"/>
                <a:ea typeface="黑体" pitchFamily="49" charset="-122"/>
              </a:rPr>
              <a:t>p</a:t>
            </a:r>
            <a:r>
              <a:rPr lang="en-US" altLang="zh-CN" sz="3200" i="0">
                <a:latin typeface="Times New Roman" pitchFamily="18" charset="0"/>
                <a:ea typeface="黑体" pitchFamily="49" charset="-122"/>
              </a:rPr>
              <a:t>(</a:t>
            </a:r>
            <a:r>
              <a:rPr lang="en-US" altLang="zh-CN" sz="3200">
                <a:latin typeface="Times New Roman" pitchFamily="18" charset="0"/>
                <a:ea typeface="黑体" pitchFamily="49" charset="-122"/>
              </a:rPr>
              <a:t>x</a:t>
            </a:r>
            <a:r>
              <a:rPr lang="en-US" altLang="zh-CN" sz="3200" i="0">
                <a:latin typeface="Times New Roman" pitchFamily="18" charset="0"/>
                <a:ea typeface="黑体" pitchFamily="49" charset="-122"/>
              </a:rPr>
              <a:t>)</a:t>
            </a:r>
            <a:endParaRPr lang="zh-CN" altLang="en-US" sz="3200" i="0">
              <a:latin typeface="Times New Roman" pitchFamily="18" charset="0"/>
              <a:ea typeface="黑体" pitchFamily="49" charset="-122"/>
            </a:endParaRPr>
          </a:p>
        </p:txBody>
      </p:sp>
      <p:grpSp>
        <p:nvGrpSpPr>
          <p:cNvPr id="2" name="Group 32"/>
          <p:cNvGrpSpPr>
            <a:grpSpLocks/>
          </p:cNvGrpSpPr>
          <p:nvPr/>
        </p:nvGrpSpPr>
        <p:grpSpPr bwMode="auto">
          <a:xfrm>
            <a:off x="2286000" y="4511675"/>
            <a:ext cx="4994275" cy="2346325"/>
            <a:chOff x="1440" y="2736"/>
            <a:chExt cx="3146" cy="1478"/>
          </a:xfrm>
        </p:grpSpPr>
        <p:sp>
          <p:nvSpPr>
            <p:cNvPr id="20515" name="Line 33"/>
            <p:cNvSpPr>
              <a:spLocks noChangeShapeType="1"/>
            </p:cNvSpPr>
            <p:nvPr/>
          </p:nvSpPr>
          <p:spPr bwMode="auto">
            <a:xfrm>
              <a:off x="1869" y="3876"/>
              <a:ext cx="0" cy="174"/>
            </a:xfrm>
            <a:prstGeom prst="line">
              <a:avLst/>
            </a:prstGeom>
            <a:noFill/>
            <a:ln w="508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516" name="Group 34"/>
            <p:cNvGrpSpPr>
              <a:grpSpLocks/>
            </p:cNvGrpSpPr>
            <p:nvPr/>
          </p:nvGrpSpPr>
          <p:grpSpPr bwMode="auto">
            <a:xfrm>
              <a:off x="1440" y="2736"/>
              <a:ext cx="3146" cy="1478"/>
              <a:chOff x="336" y="1824"/>
              <a:chExt cx="3146" cy="1478"/>
            </a:xfrm>
          </p:grpSpPr>
          <p:grpSp>
            <p:nvGrpSpPr>
              <p:cNvPr id="20517" name="Group 35"/>
              <p:cNvGrpSpPr>
                <a:grpSpLocks/>
              </p:cNvGrpSpPr>
              <p:nvPr/>
            </p:nvGrpSpPr>
            <p:grpSpPr bwMode="auto">
              <a:xfrm>
                <a:off x="336" y="1824"/>
                <a:ext cx="3146" cy="1478"/>
                <a:chOff x="1632" y="1450"/>
                <a:chExt cx="3146" cy="1478"/>
              </a:xfrm>
            </p:grpSpPr>
            <p:sp>
              <p:nvSpPr>
                <p:cNvPr id="20522" name="Line 36"/>
                <p:cNvSpPr>
                  <a:spLocks noChangeShapeType="1"/>
                </p:cNvSpPr>
                <p:nvPr/>
              </p:nvSpPr>
              <p:spPr bwMode="auto">
                <a:xfrm>
                  <a:off x="1632" y="2754"/>
                  <a:ext cx="3146" cy="0"/>
                </a:xfrm>
                <a:prstGeom prst="line">
                  <a:avLst/>
                </a:prstGeom>
                <a:noFill/>
                <a:ln w="508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3" name="Line 37"/>
                <p:cNvSpPr>
                  <a:spLocks noChangeShapeType="1"/>
                </p:cNvSpPr>
                <p:nvPr/>
              </p:nvSpPr>
              <p:spPr bwMode="auto">
                <a:xfrm rot="10800000">
                  <a:off x="1811" y="1450"/>
                  <a:ext cx="0" cy="1478"/>
                </a:xfrm>
                <a:prstGeom prst="line">
                  <a:avLst/>
                </a:prstGeom>
                <a:noFill/>
                <a:ln w="508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4" name="Line 38"/>
                <p:cNvSpPr>
                  <a:spLocks noChangeShapeType="1"/>
                </p:cNvSpPr>
                <p:nvPr/>
              </p:nvSpPr>
              <p:spPr bwMode="auto">
                <a:xfrm>
                  <a:off x="2418" y="2174"/>
                  <a:ext cx="0" cy="551"/>
                </a:xfrm>
                <a:prstGeom prst="line">
                  <a:avLst/>
                </a:prstGeom>
                <a:noFill/>
                <a:ln w="508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5" name="Line 39"/>
                <p:cNvSpPr>
                  <a:spLocks noChangeShapeType="1"/>
                </p:cNvSpPr>
                <p:nvPr/>
              </p:nvSpPr>
              <p:spPr bwMode="auto">
                <a:xfrm>
                  <a:off x="2812" y="1943"/>
                  <a:ext cx="0" cy="782"/>
                </a:xfrm>
                <a:prstGeom prst="line">
                  <a:avLst/>
                </a:prstGeom>
                <a:noFill/>
                <a:ln w="508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6" name="Line 40"/>
                <p:cNvSpPr>
                  <a:spLocks noChangeShapeType="1"/>
                </p:cNvSpPr>
                <p:nvPr/>
              </p:nvSpPr>
              <p:spPr bwMode="auto">
                <a:xfrm>
                  <a:off x="3205" y="1798"/>
                  <a:ext cx="0" cy="927"/>
                </a:xfrm>
                <a:prstGeom prst="line">
                  <a:avLst/>
                </a:prstGeom>
                <a:noFill/>
                <a:ln w="508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7" name="Line 41"/>
                <p:cNvSpPr>
                  <a:spLocks noChangeShapeType="1"/>
                </p:cNvSpPr>
                <p:nvPr/>
              </p:nvSpPr>
              <p:spPr bwMode="auto">
                <a:xfrm>
                  <a:off x="3634" y="1682"/>
                  <a:ext cx="0" cy="1072"/>
                </a:xfrm>
                <a:prstGeom prst="line">
                  <a:avLst/>
                </a:prstGeom>
                <a:noFill/>
                <a:ln w="508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518" name="Oval 42"/>
              <p:cNvSpPr>
                <a:spLocks noChangeArrowheads="1"/>
              </p:cNvSpPr>
              <p:nvPr/>
            </p:nvSpPr>
            <p:spPr bwMode="auto">
              <a:xfrm>
                <a:off x="1067" y="2496"/>
                <a:ext cx="96" cy="96"/>
              </a:xfrm>
              <a:prstGeom prst="ellipse">
                <a:avLst/>
              </a:prstGeom>
              <a:solidFill>
                <a:schemeClr val="tx1"/>
              </a:solidFill>
              <a:ln w="38100">
                <a:solidFill>
                  <a:schemeClr val="tx1"/>
                </a:solidFill>
                <a:round/>
                <a:headEnd/>
                <a:tailEnd/>
              </a:ln>
            </p:spPr>
            <p:txBody>
              <a:bodyPr wrap="none" anchor="ctr"/>
              <a:lstStyle/>
              <a:p>
                <a:endParaRPr lang="zh-CN" altLang="en-US"/>
              </a:p>
            </p:txBody>
          </p:sp>
          <p:sp>
            <p:nvSpPr>
              <p:cNvPr id="20519" name="Oval 43"/>
              <p:cNvSpPr>
                <a:spLocks noChangeArrowheads="1"/>
              </p:cNvSpPr>
              <p:nvPr/>
            </p:nvSpPr>
            <p:spPr bwMode="auto">
              <a:xfrm>
                <a:off x="1477" y="2256"/>
                <a:ext cx="96" cy="96"/>
              </a:xfrm>
              <a:prstGeom prst="ellipse">
                <a:avLst/>
              </a:prstGeom>
              <a:solidFill>
                <a:schemeClr val="tx1"/>
              </a:solidFill>
              <a:ln w="38100">
                <a:solidFill>
                  <a:schemeClr val="tx1"/>
                </a:solidFill>
                <a:round/>
                <a:headEnd/>
                <a:tailEnd/>
              </a:ln>
            </p:spPr>
            <p:txBody>
              <a:bodyPr wrap="none" anchor="ctr"/>
              <a:lstStyle/>
              <a:p>
                <a:endParaRPr lang="zh-CN" altLang="en-US"/>
              </a:p>
            </p:txBody>
          </p:sp>
          <p:sp>
            <p:nvSpPr>
              <p:cNvPr id="20520" name="Oval 44"/>
              <p:cNvSpPr>
                <a:spLocks noChangeArrowheads="1"/>
              </p:cNvSpPr>
              <p:nvPr/>
            </p:nvSpPr>
            <p:spPr bwMode="auto">
              <a:xfrm>
                <a:off x="1861" y="2112"/>
                <a:ext cx="96" cy="96"/>
              </a:xfrm>
              <a:prstGeom prst="ellipse">
                <a:avLst/>
              </a:prstGeom>
              <a:solidFill>
                <a:schemeClr val="tx1"/>
              </a:solidFill>
              <a:ln w="38100">
                <a:solidFill>
                  <a:schemeClr val="tx1"/>
                </a:solidFill>
                <a:round/>
                <a:headEnd/>
                <a:tailEnd/>
              </a:ln>
            </p:spPr>
            <p:txBody>
              <a:bodyPr wrap="none" anchor="ctr"/>
              <a:lstStyle/>
              <a:p>
                <a:endParaRPr lang="zh-CN" altLang="en-US"/>
              </a:p>
            </p:txBody>
          </p:sp>
          <p:sp>
            <p:nvSpPr>
              <p:cNvPr id="20521" name="Oval 45"/>
              <p:cNvSpPr>
                <a:spLocks noChangeArrowheads="1"/>
              </p:cNvSpPr>
              <p:nvPr/>
            </p:nvSpPr>
            <p:spPr bwMode="auto">
              <a:xfrm>
                <a:off x="2282" y="2027"/>
                <a:ext cx="96" cy="96"/>
              </a:xfrm>
              <a:prstGeom prst="ellipse">
                <a:avLst/>
              </a:prstGeom>
              <a:solidFill>
                <a:schemeClr val="tx1"/>
              </a:solidFill>
              <a:ln w="38100">
                <a:solidFill>
                  <a:schemeClr val="tx1"/>
                </a:solidFill>
                <a:round/>
                <a:headEnd/>
                <a:tailEnd/>
              </a:ln>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5803"/>
                                        </p:tgtEl>
                                        <p:attrNameLst>
                                          <p:attrName>style.visibility</p:attrName>
                                        </p:attrNameLst>
                                      </p:cBhvr>
                                      <p:to>
                                        <p:strVal val="visible"/>
                                      </p:to>
                                    </p:set>
                                    <p:anim calcmode="lin" valueType="num">
                                      <p:cBhvr additive="base">
                                        <p:cTn id="7" dur="500" fill="hold"/>
                                        <p:tgtEl>
                                          <p:spTgt spid="715803"/>
                                        </p:tgtEl>
                                        <p:attrNameLst>
                                          <p:attrName>ppt_x</p:attrName>
                                        </p:attrNameLst>
                                      </p:cBhvr>
                                      <p:tavLst>
                                        <p:tav tm="0">
                                          <p:val>
                                            <p:strVal val="0-#ppt_w/2"/>
                                          </p:val>
                                        </p:tav>
                                        <p:tav tm="100000">
                                          <p:val>
                                            <p:strVal val="#ppt_x"/>
                                          </p:val>
                                        </p:tav>
                                      </p:tavLst>
                                    </p:anim>
                                    <p:anim calcmode="lin" valueType="num">
                                      <p:cBhvr additive="base">
                                        <p:cTn id="8" dur="500" fill="hold"/>
                                        <p:tgtEl>
                                          <p:spTgt spid="7158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15805"/>
                                        </p:tgtEl>
                                        <p:attrNameLst>
                                          <p:attrName>style.visibility</p:attrName>
                                        </p:attrNameLst>
                                      </p:cBhvr>
                                      <p:to>
                                        <p:strVal val="visible"/>
                                      </p:to>
                                    </p:set>
                                    <p:animEffect transition="in" filter="wipe(left)">
                                      <p:cBhvr>
                                        <p:cTn id="18" dur="500"/>
                                        <p:tgtEl>
                                          <p:spTgt spid="715805"/>
                                        </p:tgtEl>
                                      </p:cBhvr>
                                    </p:animEffect>
                                  </p:childTnLst>
                                </p:cTn>
                              </p:par>
                            </p:childTnLst>
                          </p:cTn>
                        </p:par>
                        <p:par>
                          <p:cTn id="19" fill="hold" nodeType="after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715806"/>
                                        </p:tgtEl>
                                        <p:attrNameLst>
                                          <p:attrName>style.visibility</p:attrName>
                                        </p:attrNameLst>
                                      </p:cBhvr>
                                      <p:to>
                                        <p:strVal val="visible"/>
                                      </p:to>
                                    </p:set>
                                    <p:animEffect transition="in" filter="wipe(left)">
                                      <p:cBhvr>
                                        <p:cTn id="22" dur="500"/>
                                        <p:tgtEl>
                                          <p:spTgt spid="7158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5804"/>
                                        </p:tgtEl>
                                        <p:attrNameLst>
                                          <p:attrName>style.visibility</p:attrName>
                                        </p:attrNameLst>
                                      </p:cBhvr>
                                      <p:to>
                                        <p:strVal val="visible"/>
                                      </p:to>
                                    </p:set>
                                    <p:animEffect transition="in" filter="wipe(left)">
                                      <p:cBhvr>
                                        <p:cTn id="27" dur="500"/>
                                        <p:tgtEl>
                                          <p:spTgt spid="715804"/>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715807"/>
                                        </p:tgtEl>
                                        <p:attrNameLst>
                                          <p:attrName>style.visibility</p:attrName>
                                        </p:attrNameLst>
                                      </p:cBhvr>
                                      <p:to>
                                        <p:strVal val="visible"/>
                                      </p:to>
                                    </p:set>
                                    <p:animEffect transition="in" filter="wipe(left)">
                                      <p:cBhvr>
                                        <p:cTn id="31" dur="500"/>
                                        <p:tgtEl>
                                          <p:spTgt spid="715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803" grpId="0" autoUpdateAnimBg="0"/>
      <p:bldP spid="715804" grpId="0" animBg="1"/>
      <p:bldP spid="715805" grpId="0" animBg="1"/>
      <p:bldP spid="715806" grpId="0" autoUpdateAnimBg="0"/>
      <p:bldP spid="71580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8FDEAA1-1126-4B4C-8106-6C4F70B99C22}" type="slidenum">
              <a:rPr lang="zh-CN" altLang="en-US" b="0" i="0" smtClean="0"/>
              <a:pPr/>
              <a:t>3</a:t>
            </a:fld>
            <a:endParaRPr lang="en-US" altLang="zh-CN" b="0" i="0" smtClean="0"/>
          </a:p>
        </p:txBody>
      </p:sp>
      <p:sp>
        <p:nvSpPr>
          <p:cNvPr id="2150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32F8879-52D5-4D22-8855-A20556BD87B2}" type="datetime1">
              <a:rPr lang="zh-CN" altLang="en-US" sz="1800" i="0" smtClean="0"/>
              <a:pPr/>
              <a:t>2024/10/20</a:t>
            </a:fld>
            <a:endParaRPr lang="en-US" altLang="zh-CN" sz="1800" i="0" smtClean="0"/>
          </a:p>
        </p:txBody>
      </p:sp>
      <p:sp>
        <p:nvSpPr>
          <p:cNvPr id="742402" name="Rectangle 2"/>
          <p:cNvSpPr>
            <a:spLocks noGrp="1" noChangeArrowheads="1"/>
          </p:cNvSpPr>
          <p:nvPr>
            <p:ph type="title"/>
          </p:nvPr>
        </p:nvSpPr>
        <p:spPr/>
        <p:txBody>
          <a:bodyPr/>
          <a:lstStyle/>
          <a:p>
            <a:pPr>
              <a:defRPr/>
            </a:pPr>
            <a:endParaRPr lang="zh-CN" altLang="en-US" smtClean="0"/>
          </a:p>
        </p:txBody>
      </p:sp>
      <p:sp>
        <p:nvSpPr>
          <p:cNvPr id="121861" name="Rectangle 4"/>
          <p:cNvSpPr>
            <a:spLocks noChangeArrowheads="1"/>
          </p:cNvSpPr>
          <p:nvPr/>
        </p:nvSpPr>
        <p:spPr bwMode="auto">
          <a:xfrm>
            <a:off x="631825" y="1196975"/>
            <a:ext cx="9074150"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0000"/>
              </a:lnSpc>
              <a:spcBef>
                <a:spcPct val="35000"/>
              </a:spcBef>
              <a:buClr>
                <a:srgbClr val="27305F"/>
              </a:buClr>
              <a:buSzPct val="60000"/>
              <a:buFont typeface="Wingdings" pitchFamily="2" charset="2"/>
              <a:buChar char="n"/>
              <a:defRPr/>
            </a:pPr>
            <a:r>
              <a:rPr lang="zh-CN" altLang="en-US" sz="2800" i="0" dirty="0">
                <a:latin typeface="Times New Roman" pitchFamily="18" charset="0"/>
                <a:ea typeface="黑体" pitchFamily="49" charset="-122"/>
              </a:rPr>
              <a:t>求插值函数的方法称为插值法。 </a:t>
            </a:r>
          </a:p>
          <a:p>
            <a:pPr marL="258763" indent="-258763" algn="l" defTabSz="814388">
              <a:lnSpc>
                <a:spcPct val="80000"/>
              </a:lnSpc>
              <a:spcBef>
                <a:spcPct val="35000"/>
              </a:spcBef>
              <a:buClr>
                <a:srgbClr val="27305F"/>
              </a:buClr>
              <a:buSzPct val="60000"/>
              <a:buFont typeface="Wingdings" pitchFamily="2" charset="2"/>
              <a:buChar char="n"/>
              <a:defRPr/>
            </a:pPr>
            <a:r>
              <a:rPr lang="zh-CN" altLang="en-US" sz="2800" i="0" dirty="0">
                <a:latin typeface="Times New Roman" pitchFamily="18" charset="0"/>
                <a:ea typeface="黑体" pitchFamily="49" charset="-122"/>
              </a:rPr>
              <a:t>插值法是一种古老的数学方法，它来自生产实践</a:t>
            </a:r>
            <a:r>
              <a:rPr lang="en-US" altLang="zh-CN" sz="2800" i="0" dirty="0">
                <a:latin typeface="Times New Roman" pitchFamily="18" charset="0"/>
                <a:ea typeface="黑体" pitchFamily="49" charset="-122"/>
              </a:rPr>
              <a:t>.</a:t>
            </a:r>
          </a:p>
          <a:p>
            <a:pPr marL="649288" lvl="1" indent="-261938" algn="l" defTabSz="814388">
              <a:lnSpc>
                <a:spcPct val="80000"/>
              </a:lnSpc>
              <a:spcBef>
                <a:spcPct val="35000"/>
              </a:spcBef>
              <a:buClr>
                <a:srgbClr val="27305F"/>
              </a:buClr>
              <a:buFontTx/>
              <a:buChar char="–"/>
              <a:defRPr/>
            </a:pPr>
            <a:r>
              <a:rPr lang="zh-CN" altLang="en-US" sz="2800" i="0" dirty="0">
                <a:latin typeface="Times New Roman" pitchFamily="18" charset="0"/>
                <a:ea typeface="黑体" pitchFamily="49" charset="-122"/>
              </a:rPr>
              <a:t>早在一千多年前，我国科学家在研究历法时就应用了线性插值与二次插值，但它的基本理论却是在微积分产生以后才逐步完善的，其应用也日益广泛</a:t>
            </a:r>
            <a:r>
              <a:rPr lang="en-US" altLang="zh-CN" sz="2800" i="0" dirty="0">
                <a:latin typeface="Times New Roman" pitchFamily="18" charset="0"/>
                <a:ea typeface="黑体" pitchFamily="49" charset="-122"/>
              </a:rPr>
              <a:t>.</a:t>
            </a:r>
          </a:p>
          <a:p>
            <a:pPr marL="649288" lvl="1" indent="-261938" algn="l" defTabSz="814388">
              <a:lnSpc>
                <a:spcPct val="80000"/>
              </a:lnSpc>
              <a:spcBef>
                <a:spcPct val="35000"/>
              </a:spcBef>
              <a:buClr>
                <a:srgbClr val="27305F"/>
              </a:buClr>
              <a:buFontTx/>
              <a:buChar char="–"/>
              <a:defRPr/>
            </a:pPr>
            <a:r>
              <a:rPr lang="zh-CN" altLang="en-US" sz="2800" i="0" dirty="0">
                <a:solidFill>
                  <a:srgbClr val="0000CC"/>
                </a:solidFill>
                <a:latin typeface="Times New Roman" pitchFamily="18" charset="0"/>
                <a:ea typeface="黑体" pitchFamily="49" charset="-122"/>
              </a:rPr>
              <a:t>伟大的数学家</a:t>
            </a:r>
            <a:r>
              <a:rPr lang="en-US" altLang="zh-CN" sz="2800" i="0" dirty="0">
                <a:solidFill>
                  <a:srgbClr val="0000CC"/>
                </a:solidFill>
                <a:latin typeface="Times New Roman" pitchFamily="18" charset="0"/>
                <a:ea typeface="黑体" pitchFamily="49" charset="-122"/>
              </a:rPr>
              <a:t>:</a:t>
            </a:r>
            <a:r>
              <a:rPr lang="zh-CN" altLang="en-US" sz="2800" i="0" dirty="0">
                <a:solidFill>
                  <a:srgbClr val="0000CC"/>
                </a:solidFill>
                <a:latin typeface="Times New Roman" pitchFamily="18" charset="0"/>
                <a:ea typeface="黑体" pitchFamily="49" charset="-122"/>
              </a:rPr>
              <a:t>拉格朗日</a:t>
            </a:r>
            <a:r>
              <a:rPr lang="en-US" altLang="zh-CN" sz="2800" i="0" dirty="0">
                <a:solidFill>
                  <a:srgbClr val="0000CC"/>
                </a:solidFill>
                <a:latin typeface="Times New Roman" pitchFamily="18" charset="0"/>
                <a:ea typeface="黑体" pitchFamily="49" charset="-122"/>
              </a:rPr>
              <a:t>(Lagrange)</a:t>
            </a:r>
            <a:r>
              <a:rPr lang="zh-CN" altLang="en-US" sz="2800" i="0" dirty="0">
                <a:solidFill>
                  <a:srgbClr val="0000CC"/>
                </a:solidFill>
                <a:latin typeface="Times New Roman" pitchFamily="18" charset="0"/>
                <a:ea typeface="黑体" pitchFamily="49" charset="-122"/>
              </a:rPr>
              <a:t>、牛顿</a:t>
            </a:r>
            <a:r>
              <a:rPr lang="en-US" altLang="zh-CN" sz="2800" i="0" dirty="0">
                <a:solidFill>
                  <a:srgbClr val="0000CC"/>
                </a:solidFill>
                <a:latin typeface="Times New Roman" pitchFamily="18" charset="0"/>
                <a:ea typeface="黑体" pitchFamily="49" charset="-122"/>
              </a:rPr>
              <a:t>(Newton)</a:t>
            </a:r>
            <a:r>
              <a:rPr lang="zh-CN" altLang="en-US" sz="2800" i="0" dirty="0">
                <a:solidFill>
                  <a:srgbClr val="0000CC"/>
                </a:solidFill>
                <a:latin typeface="Times New Roman" pitchFamily="18" charset="0"/>
                <a:ea typeface="黑体" pitchFamily="49" charset="-122"/>
              </a:rPr>
              <a:t>、埃尔米特</a:t>
            </a:r>
            <a:r>
              <a:rPr lang="en-US" altLang="zh-CN" sz="2800" i="0" dirty="0">
                <a:solidFill>
                  <a:srgbClr val="0000CC"/>
                </a:solidFill>
                <a:latin typeface="Times New Roman" pitchFamily="18" charset="0"/>
                <a:ea typeface="黑体" pitchFamily="49" charset="-122"/>
              </a:rPr>
              <a:t>(</a:t>
            </a:r>
            <a:r>
              <a:rPr lang="en-US" altLang="zh-CN" sz="2800" i="0" dirty="0" err="1">
                <a:solidFill>
                  <a:srgbClr val="0000CC"/>
                </a:solidFill>
                <a:latin typeface="Times New Roman" pitchFamily="18" charset="0"/>
                <a:ea typeface="黑体" pitchFamily="49" charset="-122"/>
              </a:rPr>
              <a:t>Hermite</a:t>
            </a:r>
            <a:r>
              <a:rPr lang="en-US" altLang="zh-CN" sz="2800" i="0" dirty="0">
                <a:solidFill>
                  <a:srgbClr val="0000CC"/>
                </a:solidFill>
                <a:latin typeface="Times New Roman" pitchFamily="18" charset="0"/>
                <a:ea typeface="黑体" pitchFamily="49" charset="-122"/>
              </a:rPr>
              <a:t>) </a:t>
            </a:r>
            <a:r>
              <a:rPr lang="zh-CN" altLang="en-US" sz="2800" i="0" dirty="0">
                <a:solidFill>
                  <a:srgbClr val="0000CC"/>
                </a:solidFill>
                <a:latin typeface="Times New Roman" pitchFamily="18" charset="0"/>
                <a:ea typeface="黑体" pitchFamily="49" charset="-122"/>
              </a:rPr>
              <a:t>等人分别给出了不同的解决方法</a:t>
            </a:r>
            <a:endParaRPr lang="en-US" altLang="zh-CN" sz="2800" i="0" dirty="0">
              <a:solidFill>
                <a:srgbClr val="0000CC"/>
              </a:solidFill>
              <a:latin typeface="Times New Roman" pitchFamily="18" charset="0"/>
              <a:ea typeface="黑体" pitchFamily="49" charset="-122"/>
            </a:endParaRPr>
          </a:p>
          <a:p>
            <a:pPr marL="192088" indent="-261938" algn="l" defTabSz="814388">
              <a:lnSpc>
                <a:spcPct val="80000"/>
              </a:lnSpc>
              <a:spcBef>
                <a:spcPct val="35000"/>
              </a:spcBef>
              <a:buClr>
                <a:srgbClr val="27305F"/>
              </a:buClr>
              <a:buFontTx/>
              <a:buChar char="–"/>
              <a:defRPr/>
            </a:pPr>
            <a:r>
              <a:rPr lang="zh-CN" altLang="en-US" sz="2800" i="0" dirty="0">
                <a:latin typeface="Times New Roman" pitchFamily="18" charset="0"/>
                <a:ea typeface="黑体" pitchFamily="49" charset="-122"/>
              </a:rPr>
              <a:t>计算机的使用和航空、造船、精密机械加工等实际问题的需要，使插值法在理论上和实践上得到进一步发展</a:t>
            </a:r>
            <a:r>
              <a:rPr lang="en-US" altLang="zh-CN" sz="2800" i="0" dirty="0">
                <a:latin typeface="Times New Roman" pitchFamily="18" charset="0"/>
                <a:ea typeface="黑体" pitchFamily="49" charset="-122"/>
              </a:rPr>
              <a:t>.</a:t>
            </a:r>
          </a:p>
          <a:p>
            <a:pPr marL="649288" lvl="1" indent="-261938" algn="l" defTabSz="814388">
              <a:lnSpc>
                <a:spcPct val="80000"/>
              </a:lnSpc>
              <a:spcBef>
                <a:spcPct val="35000"/>
              </a:spcBef>
              <a:buClr>
                <a:srgbClr val="27305F"/>
              </a:buClr>
              <a:buFontTx/>
              <a:buChar char="–"/>
              <a:defRPr/>
            </a:pPr>
            <a:r>
              <a:rPr lang="zh-CN" altLang="en-US" sz="2800" i="0" dirty="0">
                <a:latin typeface="Times New Roman" pitchFamily="18" charset="0"/>
                <a:ea typeface="黑体" pitchFamily="49" charset="-122"/>
              </a:rPr>
              <a:t>尤其是近几十年发展起来的样条</a:t>
            </a:r>
            <a:r>
              <a:rPr lang="en-US" altLang="zh-CN" sz="2800" i="0" dirty="0">
                <a:latin typeface="Times New Roman" pitchFamily="18" charset="0"/>
                <a:ea typeface="黑体" pitchFamily="49" charset="-122"/>
              </a:rPr>
              <a:t>(Spline)</a:t>
            </a:r>
            <a:r>
              <a:rPr lang="zh-CN" altLang="en-US" sz="2800" i="0" dirty="0">
                <a:latin typeface="Times New Roman" pitchFamily="18" charset="0"/>
                <a:ea typeface="黑体" pitchFamily="49" charset="-122"/>
              </a:rPr>
              <a:t>插值，获得了极为广泛的应用，并成为计算机图形学的基础</a:t>
            </a:r>
            <a:r>
              <a:rPr lang="en-US" altLang="zh-CN" sz="2800" i="0" dirty="0">
                <a:latin typeface="Times New Roman" pitchFamily="18" charset="0"/>
                <a:ea typeface="黑体" pitchFamily="49" charset="-122"/>
              </a:rPr>
              <a:t>.</a:t>
            </a:r>
          </a:p>
          <a:p>
            <a:pPr marL="258763" indent="-258763" algn="l" defTabSz="814388">
              <a:lnSpc>
                <a:spcPct val="80000"/>
              </a:lnSpc>
              <a:spcBef>
                <a:spcPct val="35000"/>
              </a:spcBef>
              <a:buClr>
                <a:srgbClr val="27305F"/>
              </a:buClr>
              <a:buSzPct val="60000"/>
              <a:buFont typeface="Wingdings" pitchFamily="2" charset="2"/>
              <a:buChar char="n"/>
              <a:defRPr/>
            </a:pPr>
            <a:r>
              <a:rPr lang="zh-CN" altLang="en-US" sz="2800" i="0" dirty="0">
                <a:latin typeface="Times New Roman" pitchFamily="18" charset="0"/>
                <a:ea typeface="黑体" pitchFamily="49" charset="-122"/>
              </a:rPr>
              <a:t>本章主要讨论如何求插值多项式、分段插值函数、插值多项式的存在唯一性及误差估计等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861">
                                            <p:txEl>
                                              <p:pRg st="4" end="4"/>
                                            </p:txEl>
                                          </p:spTgt>
                                        </p:tgtEl>
                                        <p:attrNameLst>
                                          <p:attrName>style.visibility</p:attrName>
                                        </p:attrNameLst>
                                      </p:cBhvr>
                                      <p:to>
                                        <p:strVal val="visible"/>
                                      </p:to>
                                    </p:set>
                                    <p:animEffect transition="in" filter="fade">
                                      <p:cBhvr>
                                        <p:cTn id="7" dur="500"/>
                                        <p:tgtEl>
                                          <p:spTgt spid="121861">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1861">
                                            <p:txEl>
                                              <p:pRg st="5" end="5"/>
                                            </p:txEl>
                                          </p:spTgt>
                                        </p:tgtEl>
                                        <p:attrNameLst>
                                          <p:attrName>style.visibility</p:attrName>
                                        </p:attrNameLst>
                                      </p:cBhvr>
                                      <p:to>
                                        <p:strVal val="visible"/>
                                      </p:to>
                                    </p:set>
                                    <p:animEffect transition="in" filter="fade">
                                      <p:cBhvr>
                                        <p:cTn id="10" dur="500"/>
                                        <p:tgtEl>
                                          <p:spTgt spid="121861">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1861">
                                            <p:txEl>
                                              <p:pRg st="6" end="6"/>
                                            </p:txEl>
                                          </p:spTgt>
                                        </p:tgtEl>
                                        <p:attrNameLst>
                                          <p:attrName>style.visibility</p:attrName>
                                        </p:attrNameLst>
                                      </p:cBhvr>
                                      <p:to>
                                        <p:strVal val="visible"/>
                                      </p:to>
                                    </p:set>
                                    <p:animEffect transition="in" filter="fade">
                                      <p:cBhvr>
                                        <p:cTn id="15" dur="500"/>
                                        <p:tgtEl>
                                          <p:spTgt spid="12186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C853C37-F11A-4183-88F8-4756B355CFCE}" type="slidenum">
              <a:rPr lang="zh-CN" altLang="en-US" b="0" i="0" smtClean="0"/>
              <a:pPr/>
              <a:t>4</a:t>
            </a:fld>
            <a:endParaRPr lang="en-US" altLang="zh-CN" b="0" i="0" smtClean="0"/>
          </a:p>
        </p:txBody>
      </p:sp>
      <p:sp>
        <p:nvSpPr>
          <p:cNvPr id="2253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5EC2968-8298-4AA6-A190-030222F4DD85}" type="datetime1">
              <a:rPr lang="zh-CN" altLang="en-US" sz="1800" i="0" smtClean="0"/>
              <a:pPr/>
              <a:t>2024/10/20</a:t>
            </a:fld>
            <a:endParaRPr lang="en-US" altLang="zh-CN" sz="1800" i="0" smtClean="0"/>
          </a:p>
        </p:txBody>
      </p:sp>
      <p:sp>
        <p:nvSpPr>
          <p:cNvPr id="688144" name="Rectangle 16"/>
          <p:cNvSpPr>
            <a:spLocks noChangeArrowheads="1"/>
          </p:cNvSpPr>
          <p:nvPr/>
        </p:nvSpPr>
        <p:spPr bwMode="auto">
          <a:xfrm>
            <a:off x="704850" y="1125538"/>
            <a:ext cx="8820150"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defRPr/>
            </a:pPr>
            <a:r>
              <a:rPr lang="zh-CN" altLang="en-US" sz="2800" i="0" dirty="0">
                <a:latin typeface="Times New Roman" pitchFamily="18" charset="0"/>
                <a:ea typeface="黑体" pitchFamily="49" charset="-122"/>
              </a:rPr>
              <a:t>函数解析式未知，或计算复杂，用函数</a:t>
            </a:r>
            <a:r>
              <a:rPr lang="en-US" altLang="zh-CN" sz="2800" dirty="0">
                <a:latin typeface="Times New Roman" pitchFamily="18" charset="0"/>
                <a:ea typeface="黑体" pitchFamily="49" charset="-122"/>
              </a:rPr>
              <a:t>p</a:t>
            </a:r>
            <a:r>
              <a:rPr lang="en-US" altLang="zh-CN" sz="2800" i="0" dirty="0">
                <a:latin typeface="Times New Roman" pitchFamily="18" charset="0"/>
                <a:ea typeface="黑体" pitchFamily="49" charset="-122"/>
              </a:rPr>
              <a:t>(</a:t>
            </a:r>
            <a:r>
              <a:rPr lang="en-US" altLang="zh-CN" sz="2800" dirty="0">
                <a:latin typeface="Times New Roman" pitchFamily="18" charset="0"/>
                <a:ea typeface="黑体" pitchFamily="49" charset="-122"/>
              </a:rPr>
              <a:t>x</a:t>
            </a:r>
            <a:r>
              <a:rPr lang="en-US" altLang="zh-CN" sz="2800" i="0" dirty="0">
                <a:latin typeface="Times New Roman" pitchFamily="18" charset="0"/>
                <a:ea typeface="黑体" pitchFamily="49" charset="-122"/>
              </a:rPr>
              <a:t>)</a:t>
            </a:r>
            <a:r>
              <a:rPr lang="zh-CN" altLang="en-US" sz="2800" i="0" dirty="0">
                <a:latin typeface="Times New Roman" pitchFamily="18" charset="0"/>
                <a:ea typeface="黑体" pitchFamily="49" charset="-122"/>
              </a:rPr>
              <a:t>去近似代替它，使得 </a:t>
            </a:r>
            <a:endParaRPr lang="en-US" altLang="zh-CN" sz="2800" i="0" dirty="0">
              <a:latin typeface="Times New Roman" pitchFamily="18" charset="0"/>
              <a:ea typeface="黑体" pitchFamily="49" charset="-122"/>
            </a:endParaRPr>
          </a:p>
          <a:p>
            <a:pPr algn="l" defTabSz="814388">
              <a:lnSpc>
                <a:spcPct val="90000"/>
              </a:lnSpc>
              <a:spcBef>
                <a:spcPct val="35000"/>
              </a:spcBef>
              <a:buClr>
                <a:srgbClr val="27305F"/>
              </a:buClr>
              <a:buSzPct val="60000"/>
              <a:defRPr/>
            </a:pPr>
            <a:r>
              <a:rPr lang="en-US" altLang="zh-CN" sz="2800" i="0" dirty="0">
                <a:latin typeface="Times New Roman" pitchFamily="18" charset="0"/>
                <a:ea typeface="黑体" pitchFamily="49" charset="-122"/>
              </a:rPr>
              <a:t>	</a:t>
            </a:r>
            <a:r>
              <a:rPr lang="zh-CN" altLang="en-US" sz="2800" i="0" dirty="0">
                <a:latin typeface="Times New Roman" pitchFamily="18" charset="0"/>
                <a:ea typeface="黑体" pitchFamily="49" charset="-122"/>
              </a:rPr>
              <a:t>       </a:t>
            </a:r>
            <a:r>
              <a:rPr lang="en-US" altLang="zh-CN" sz="2800" dirty="0">
                <a:latin typeface="Times New Roman" pitchFamily="18" charset="0"/>
                <a:ea typeface="黑体" pitchFamily="49" charset="-122"/>
              </a:rPr>
              <a:t>p</a:t>
            </a:r>
            <a:r>
              <a:rPr lang="en-US" altLang="zh-CN" sz="2800" i="0" dirty="0">
                <a:latin typeface="Times New Roman" pitchFamily="18" charset="0"/>
                <a:ea typeface="黑体" pitchFamily="49" charset="-122"/>
              </a:rPr>
              <a:t>(</a:t>
            </a:r>
            <a:r>
              <a:rPr lang="en-US" altLang="zh-CN" sz="2800" dirty="0">
                <a:latin typeface="Times New Roman" pitchFamily="18" charset="0"/>
                <a:ea typeface="黑体" pitchFamily="49" charset="-122"/>
              </a:rPr>
              <a:t>x</a:t>
            </a:r>
            <a:r>
              <a:rPr lang="en-US" altLang="zh-CN" sz="2800" i="0" baseline="-25000" dirty="0">
                <a:latin typeface="Times New Roman" pitchFamily="18" charset="0"/>
                <a:ea typeface="黑体" pitchFamily="49" charset="-122"/>
              </a:rPr>
              <a:t>i</a:t>
            </a:r>
            <a:r>
              <a:rPr lang="en-US" altLang="zh-CN" sz="2800" i="0" dirty="0">
                <a:latin typeface="Times New Roman" pitchFamily="18" charset="0"/>
                <a:ea typeface="黑体" pitchFamily="49" charset="-122"/>
              </a:rPr>
              <a:t>)= </a:t>
            </a:r>
            <a:r>
              <a:rPr lang="en-US" altLang="zh-CN" sz="2800" dirty="0" err="1">
                <a:latin typeface="Times New Roman" pitchFamily="18" charset="0"/>
                <a:ea typeface="黑体" pitchFamily="49" charset="-122"/>
              </a:rPr>
              <a:t>y</a:t>
            </a:r>
            <a:r>
              <a:rPr lang="en-US" altLang="zh-CN" sz="2800" i="0" baseline="-25000" dirty="0" err="1">
                <a:latin typeface="Times New Roman" pitchFamily="18" charset="0"/>
                <a:ea typeface="黑体" pitchFamily="49" charset="-122"/>
              </a:rPr>
              <a:t>i</a:t>
            </a:r>
            <a:r>
              <a:rPr lang="en-US" altLang="zh-CN" sz="2800" i="0" baseline="-25000" dirty="0">
                <a:latin typeface="Times New Roman" pitchFamily="18" charset="0"/>
                <a:ea typeface="黑体" pitchFamily="49" charset="-122"/>
              </a:rPr>
              <a:t>     </a:t>
            </a:r>
            <a:r>
              <a:rPr lang="en-US" altLang="zh-CN" sz="2800" i="0" dirty="0">
                <a:latin typeface="Times New Roman" pitchFamily="18" charset="0"/>
                <a:ea typeface="黑体" pitchFamily="49" charset="-122"/>
              </a:rPr>
              <a:t>(i=0,1,2,…,n)</a:t>
            </a:r>
          </a:p>
          <a:p>
            <a:pPr marL="258763" indent="-258763" algn="l" defTabSz="814388">
              <a:lnSpc>
                <a:spcPct val="90000"/>
              </a:lnSpc>
              <a:spcBef>
                <a:spcPct val="35000"/>
              </a:spcBef>
              <a:buClr>
                <a:srgbClr val="27305F"/>
              </a:buClr>
              <a:buSzPct val="60000"/>
              <a:buFont typeface="Wingdings" pitchFamily="2" charset="2"/>
              <a:buNone/>
              <a:defRPr/>
            </a:pPr>
            <a:r>
              <a:rPr lang="zh-CN" altLang="en-US" sz="2800" i="0" dirty="0">
                <a:latin typeface="Times New Roman" pitchFamily="18" charset="0"/>
                <a:ea typeface="黑体" pitchFamily="49" charset="-122"/>
              </a:rPr>
              <a:t>   这类问题称为</a:t>
            </a:r>
            <a:r>
              <a:rPr lang="zh-CN" altLang="en-US" sz="2800" i="0" u="sng" dirty="0">
                <a:solidFill>
                  <a:srgbClr val="FF3300"/>
                </a:solidFill>
                <a:latin typeface="Times New Roman" pitchFamily="18" charset="0"/>
                <a:ea typeface="黑体" pitchFamily="49" charset="-122"/>
              </a:rPr>
              <a:t>插值问题</a:t>
            </a:r>
            <a:r>
              <a:rPr lang="zh-CN" altLang="en-US" sz="2800" i="0" dirty="0">
                <a:latin typeface="Times New Roman" pitchFamily="18" charset="0"/>
                <a:ea typeface="黑体" pitchFamily="49" charset="-122"/>
              </a:rPr>
              <a:t>。</a:t>
            </a:r>
            <a:endParaRPr lang="en-US" altLang="zh-CN" sz="2800" i="0" dirty="0">
              <a:latin typeface="Times New Roman" pitchFamily="18" charset="0"/>
              <a:ea typeface="黑体" pitchFamily="49" charset="-122"/>
            </a:endParaRPr>
          </a:p>
          <a:p>
            <a:pPr marL="258763" indent="-258763" algn="l" defTabSz="814388">
              <a:lnSpc>
                <a:spcPct val="90000"/>
              </a:lnSpc>
              <a:spcBef>
                <a:spcPct val="35000"/>
              </a:spcBef>
              <a:buClr>
                <a:srgbClr val="27305F"/>
              </a:buClr>
              <a:buSzPct val="60000"/>
              <a:buFont typeface="Wingdings" pitchFamily="2" charset="2"/>
              <a:buNone/>
              <a:defRPr/>
            </a:pPr>
            <a:r>
              <a:rPr lang="en-US" altLang="zh-CN" sz="2800" i="0" dirty="0">
                <a:latin typeface="Times New Roman" pitchFamily="18" charset="0"/>
                <a:ea typeface="黑体" pitchFamily="49" charset="-122"/>
              </a:rPr>
              <a:t>		</a:t>
            </a:r>
            <a:r>
              <a:rPr lang="zh-CN" altLang="en-US" sz="2800" i="0" dirty="0">
                <a:latin typeface="Times New Roman" pitchFamily="18" charset="0"/>
                <a:ea typeface="黑体" pitchFamily="49" charset="-122"/>
              </a:rPr>
              <a:t>函数</a:t>
            </a:r>
            <a:r>
              <a:rPr lang="en-US" altLang="zh-CN" sz="2800" dirty="0">
                <a:latin typeface="Times New Roman" pitchFamily="18" charset="0"/>
                <a:ea typeface="黑体" pitchFamily="49" charset="-122"/>
              </a:rPr>
              <a:t>p</a:t>
            </a:r>
            <a:r>
              <a:rPr lang="en-US" altLang="zh-CN" sz="2800" i="0" dirty="0">
                <a:latin typeface="Times New Roman" pitchFamily="18" charset="0"/>
                <a:ea typeface="黑体" pitchFamily="49" charset="-122"/>
              </a:rPr>
              <a:t>(</a:t>
            </a:r>
            <a:r>
              <a:rPr lang="en-US" altLang="zh-CN" sz="2800" dirty="0">
                <a:latin typeface="Times New Roman" pitchFamily="18" charset="0"/>
                <a:ea typeface="黑体" pitchFamily="49" charset="-122"/>
              </a:rPr>
              <a:t>x</a:t>
            </a:r>
            <a:r>
              <a:rPr lang="en-US" altLang="zh-CN" sz="2800" i="0" dirty="0">
                <a:latin typeface="Times New Roman" pitchFamily="18" charset="0"/>
                <a:ea typeface="黑体" pitchFamily="49" charset="-122"/>
              </a:rPr>
              <a:t>)</a:t>
            </a:r>
            <a:r>
              <a:rPr lang="zh-CN" altLang="en-US" sz="2800" i="0" dirty="0">
                <a:latin typeface="Times New Roman" pitchFamily="18" charset="0"/>
                <a:ea typeface="黑体" pitchFamily="49" charset="-122"/>
              </a:rPr>
              <a:t>称为</a:t>
            </a:r>
            <a:r>
              <a:rPr lang="zh-CN" altLang="en-US" sz="2800" i="0" u="sng" dirty="0">
                <a:solidFill>
                  <a:srgbClr val="FF3300"/>
                </a:solidFill>
                <a:latin typeface="Times New Roman" pitchFamily="18" charset="0"/>
                <a:ea typeface="黑体" pitchFamily="49" charset="-122"/>
              </a:rPr>
              <a:t>插值函数</a:t>
            </a:r>
            <a:r>
              <a:rPr lang="zh-CN" altLang="en-US" sz="2800" i="0" dirty="0">
                <a:latin typeface="Times New Roman" pitchFamily="18" charset="0"/>
                <a:ea typeface="黑体" pitchFamily="49" charset="-122"/>
              </a:rPr>
              <a:t>。</a:t>
            </a:r>
            <a:endParaRPr lang="en-US" altLang="zh-CN" sz="2800" i="0" dirty="0">
              <a:latin typeface="Times New Roman" pitchFamily="18" charset="0"/>
              <a:ea typeface="黑体" pitchFamily="49" charset="-122"/>
            </a:endParaRPr>
          </a:p>
          <a:p>
            <a:pPr marL="258763" indent="-258763" algn="l" defTabSz="814388">
              <a:lnSpc>
                <a:spcPct val="90000"/>
              </a:lnSpc>
              <a:spcBef>
                <a:spcPct val="35000"/>
              </a:spcBef>
              <a:buClr>
                <a:srgbClr val="27305F"/>
              </a:buClr>
              <a:buSzPct val="60000"/>
              <a:buFont typeface="Wingdings" pitchFamily="2" charset="2"/>
              <a:buNone/>
              <a:defRPr/>
            </a:pPr>
            <a:r>
              <a:rPr lang="en-US" altLang="zh-CN" sz="2800" i="0" dirty="0">
                <a:latin typeface="Times New Roman" pitchFamily="18" charset="0"/>
                <a:ea typeface="黑体" pitchFamily="49" charset="-122"/>
              </a:rPr>
              <a:t>		</a:t>
            </a:r>
            <a:r>
              <a:rPr lang="zh-CN" altLang="en-US" sz="2800" i="0" dirty="0">
                <a:latin typeface="Times New Roman" pitchFamily="18" charset="0"/>
                <a:ea typeface="黑体" pitchFamily="49" charset="-122"/>
              </a:rPr>
              <a:t> </a:t>
            </a:r>
            <a:r>
              <a:rPr lang="en-US" altLang="zh-CN" sz="2800" dirty="0">
                <a:latin typeface="Times New Roman" pitchFamily="18" charset="0"/>
                <a:ea typeface="黑体" pitchFamily="49" charset="-122"/>
              </a:rPr>
              <a:t>x</a:t>
            </a:r>
            <a:r>
              <a:rPr lang="en-US" altLang="zh-CN" sz="2800" i="0" baseline="-25000" dirty="0">
                <a:latin typeface="Times New Roman" pitchFamily="18" charset="0"/>
                <a:ea typeface="黑体" pitchFamily="49" charset="-122"/>
              </a:rPr>
              <a:t>0</a:t>
            </a:r>
            <a:r>
              <a:rPr lang="en-US" altLang="zh-CN" sz="2800" i="0" dirty="0">
                <a:latin typeface="Times New Roman" pitchFamily="18" charset="0"/>
                <a:ea typeface="黑体" pitchFamily="49" charset="-122"/>
              </a:rPr>
              <a:t>,</a:t>
            </a:r>
            <a:r>
              <a:rPr lang="en-US" altLang="zh-CN" sz="2800" dirty="0">
                <a:latin typeface="Times New Roman" pitchFamily="18" charset="0"/>
                <a:ea typeface="黑体" pitchFamily="49" charset="-122"/>
              </a:rPr>
              <a:t>x</a:t>
            </a:r>
            <a:r>
              <a:rPr lang="en-US" altLang="zh-CN" sz="2800" i="0" baseline="-25000" dirty="0">
                <a:latin typeface="Times New Roman" pitchFamily="18" charset="0"/>
                <a:ea typeface="黑体" pitchFamily="49" charset="-122"/>
              </a:rPr>
              <a:t>1</a:t>
            </a:r>
            <a:r>
              <a:rPr lang="en-US" altLang="zh-CN" sz="2800" i="0" dirty="0">
                <a:latin typeface="Times New Roman" pitchFamily="18" charset="0"/>
                <a:ea typeface="黑体" pitchFamily="49" charset="-122"/>
              </a:rPr>
              <a:t>,… </a:t>
            </a:r>
            <a:r>
              <a:rPr lang="en-US" altLang="zh-CN" sz="2800" dirty="0" err="1">
                <a:latin typeface="Times New Roman" pitchFamily="18" charset="0"/>
                <a:ea typeface="黑体" pitchFamily="49" charset="-122"/>
              </a:rPr>
              <a:t>x</a:t>
            </a:r>
            <a:r>
              <a:rPr lang="en-US" altLang="zh-CN" sz="2800" i="0" baseline="-25000" dirty="0" err="1">
                <a:latin typeface="Times New Roman" pitchFamily="18" charset="0"/>
                <a:ea typeface="黑体" pitchFamily="49" charset="-122"/>
              </a:rPr>
              <a:t>n</a:t>
            </a:r>
            <a:r>
              <a:rPr lang="zh-CN" altLang="en-US" sz="2800" i="0" dirty="0">
                <a:latin typeface="Times New Roman" pitchFamily="18" charset="0"/>
                <a:ea typeface="黑体" pitchFamily="49" charset="-122"/>
              </a:rPr>
              <a:t>称为</a:t>
            </a:r>
            <a:r>
              <a:rPr lang="zh-CN" altLang="en-US" sz="2800" i="0" u="sng" dirty="0">
                <a:solidFill>
                  <a:srgbClr val="FF3300"/>
                </a:solidFill>
                <a:latin typeface="Times New Roman" pitchFamily="18" charset="0"/>
                <a:ea typeface="黑体" pitchFamily="49" charset="-122"/>
              </a:rPr>
              <a:t>插值节点</a:t>
            </a:r>
            <a:r>
              <a:rPr lang="zh-CN" altLang="en-US" sz="2800" i="0" dirty="0">
                <a:latin typeface="Times New Roman" pitchFamily="18" charset="0"/>
                <a:ea typeface="黑体" pitchFamily="49" charset="-122"/>
              </a:rPr>
              <a:t>或简称节点。</a:t>
            </a:r>
            <a:endParaRPr lang="en-US" altLang="zh-CN" sz="2800" i="0" dirty="0">
              <a:latin typeface="Times New Roman" pitchFamily="18" charset="0"/>
              <a:ea typeface="黑体" pitchFamily="49" charset="-122"/>
            </a:endParaRPr>
          </a:p>
          <a:p>
            <a:pPr marL="258763" indent="-258763" algn="l" defTabSz="814388">
              <a:lnSpc>
                <a:spcPct val="90000"/>
              </a:lnSpc>
              <a:spcBef>
                <a:spcPct val="35000"/>
              </a:spcBef>
              <a:buClr>
                <a:srgbClr val="27305F"/>
              </a:buClr>
              <a:buSzPct val="60000"/>
              <a:buFont typeface="Wingdings" pitchFamily="2" charset="2"/>
              <a:buNone/>
              <a:defRPr/>
            </a:pPr>
            <a:r>
              <a:rPr lang="en-US" altLang="zh-CN" sz="2800" i="0" dirty="0">
                <a:latin typeface="Times New Roman" pitchFamily="18" charset="0"/>
                <a:ea typeface="黑体" pitchFamily="49" charset="-122"/>
              </a:rPr>
              <a:t>		</a:t>
            </a:r>
            <a:r>
              <a:rPr lang="zh-CN" altLang="en-US" sz="2800" i="0" dirty="0">
                <a:latin typeface="Times New Roman" pitchFamily="18" charset="0"/>
                <a:ea typeface="黑体" pitchFamily="49" charset="-122"/>
              </a:rPr>
              <a:t>插值节点所界的区间称为</a:t>
            </a:r>
            <a:r>
              <a:rPr lang="zh-CN" altLang="en-US" sz="2800" i="0" u="sng" dirty="0">
                <a:solidFill>
                  <a:srgbClr val="FF3300"/>
                </a:solidFill>
                <a:latin typeface="Times New Roman" pitchFamily="18" charset="0"/>
                <a:ea typeface="黑体" pitchFamily="49" charset="-122"/>
              </a:rPr>
              <a:t>插值区间</a:t>
            </a:r>
            <a:r>
              <a:rPr lang="zh-CN" altLang="en-US" sz="2800" i="0" dirty="0">
                <a:latin typeface="Times New Roman" pitchFamily="18" charset="0"/>
                <a:ea typeface="黑体" pitchFamily="49" charset="-122"/>
              </a:rPr>
              <a:t>。</a:t>
            </a:r>
            <a:endParaRPr lang="en-US" altLang="zh-CN" sz="2800" i="0" dirty="0">
              <a:latin typeface="Times New Roman" pitchFamily="18" charset="0"/>
              <a:ea typeface="黑体" pitchFamily="49" charset="-122"/>
            </a:endParaRPr>
          </a:p>
          <a:p>
            <a:pPr marL="258763" indent="-258763" algn="l" defTabSz="814388">
              <a:lnSpc>
                <a:spcPct val="90000"/>
              </a:lnSpc>
              <a:spcBef>
                <a:spcPct val="35000"/>
              </a:spcBef>
              <a:buClr>
                <a:srgbClr val="27305F"/>
              </a:buClr>
              <a:buSzPct val="60000"/>
              <a:buFont typeface="Wingdings" pitchFamily="2" charset="2"/>
              <a:buNone/>
              <a:defRPr/>
            </a:pPr>
            <a:r>
              <a:rPr lang="en-US" altLang="zh-CN" sz="2800" i="0" dirty="0">
                <a:latin typeface="Times New Roman" pitchFamily="18" charset="0"/>
                <a:ea typeface="黑体" pitchFamily="49" charset="-122"/>
              </a:rPr>
              <a:t>		</a:t>
            </a:r>
            <a:r>
              <a:rPr lang="en-US" altLang="zh-CN" sz="2800" dirty="0">
                <a:latin typeface="Times New Roman" pitchFamily="18" charset="0"/>
                <a:ea typeface="黑体" pitchFamily="49" charset="-122"/>
              </a:rPr>
              <a:t>p</a:t>
            </a:r>
            <a:r>
              <a:rPr lang="en-US" altLang="zh-CN" sz="2800" i="0" dirty="0">
                <a:latin typeface="Times New Roman" pitchFamily="18" charset="0"/>
                <a:ea typeface="黑体" pitchFamily="49" charset="-122"/>
              </a:rPr>
              <a:t>(</a:t>
            </a:r>
            <a:r>
              <a:rPr lang="en-US" altLang="zh-CN" sz="2800" dirty="0">
                <a:latin typeface="Times New Roman" pitchFamily="18" charset="0"/>
                <a:ea typeface="黑体" pitchFamily="49" charset="-122"/>
              </a:rPr>
              <a:t>x</a:t>
            </a:r>
            <a:r>
              <a:rPr lang="en-US" altLang="zh-CN" sz="2800" i="0" baseline="-25000" dirty="0">
                <a:latin typeface="Times New Roman" pitchFamily="18" charset="0"/>
                <a:ea typeface="黑体" pitchFamily="49" charset="-122"/>
              </a:rPr>
              <a:t>i</a:t>
            </a:r>
            <a:r>
              <a:rPr lang="en-US" altLang="zh-CN" sz="2800" i="0" dirty="0">
                <a:latin typeface="Times New Roman" pitchFamily="18" charset="0"/>
                <a:ea typeface="黑体" pitchFamily="49" charset="-122"/>
              </a:rPr>
              <a:t>)= </a:t>
            </a:r>
            <a:r>
              <a:rPr lang="en-US" altLang="zh-CN" sz="2800" dirty="0" err="1">
                <a:latin typeface="Times New Roman" pitchFamily="18" charset="0"/>
                <a:ea typeface="黑体" pitchFamily="49" charset="-122"/>
              </a:rPr>
              <a:t>y</a:t>
            </a:r>
            <a:r>
              <a:rPr lang="en-US" altLang="zh-CN" sz="2800" i="0" baseline="-25000" dirty="0" err="1">
                <a:latin typeface="Times New Roman" pitchFamily="18" charset="0"/>
                <a:ea typeface="黑体" pitchFamily="49" charset="-122"/>
              </a:rPr>
              <a:t>i</a:t>
            </a:r>
            <a:r>
              <a:rPr lang="en-US" altLang="zh-CN" sz="2800" i="0" baseline="-25000" dirty="0">
                <a:latin typeface="Times New Roman" pitchFamily="18" charset="0"/>
                <a:ea typeface="黑体" pitchFamily="49" charset="-122"/>
              </a:rPr>
              <a:t> </a:t>
            </a:r>
            <a:r>
              <a:rPr lang="zh-CN" altLang="en-US" sz="2800" i="0" dirty="0">
                <a:latin typeface="Times New Roman" pitchFamily="18" charset="0"/>
                <a:ea typeface="黑体" pitchFamily="49" charset="-122"/>
              </a:rPr>
              <a:t>称为</a:t>
            </a:r>
            <a:r>
              <a:rPr lang="zh-CN" altLang="en-US" sz="2800" i="0" u="sng" dirty="0">
                <a:solidFill>
                  <a:srgbClr val="FF3300"/>
                </a:solidFill>
                <a:latin typeface="Times New Roman" pitchFamily="18" charset="0"/>
                <a:ea typeface="黑体" pitchFamily="49" charset="-122"/>
              </a:rPr>
              <a:t>插值条件</a:t>
            </a:r>
            <a:r>
              <a:rPr lang="zh-CN" altLang="en-US" sz="2800" i="0" dirty="0">
                <a:latin typeface="Times New Roman" pitchFamily="18" charset="0"/>
                <a:ea typeface="黑体" pitchFamily="49" charset="-122"/>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23555"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A2EC865-ACDC-4713-BFEB-311B55427755}" type="slidenum">
              <a:rPr lang="zh-CN" altLang="en-US" b="0" i="0" smtClean="0"/>
              <a:pPr/>
              <a:t>5</a:t>
            </a:fld>
            <a:endParaRPr lang="en-US" altLang="zh-CN" b="0" i="0" smtClean="0"/>
          </a:p>
        </p:txBody>
      </p:sp>
      <p:sp>
        <p:nvSpPr>
          <p:cNvPr id="23556"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431E654-10BC-4ECE-A817-0452F7AFE611}" type="datetime1">
              <a:rPr lang="zh-CN" altLang="en-US" sz="1800" i="0" smtClean="0"/>
              <a:pPr/>
              <a:t>2024/10/20</a:t>
            </a:fld>
            <a:endParaRPr lang="en-US" altLang="zh-CN" sz="1800" i="0" smtClean="0"/>
          </a:p>
        </p:txBody>
      </p:sp>
      <p:grpSp>
        <p:nvGrpSpPr>
          <p:cNvPr id="23557" name="Group 4"/>
          <p:cNvGrpSpPr>
            <a:grpSpLocks/>
          </p:cNvGrpSpPr>
          <p:nvPr/>
        </p:nvGrpSpPr>
        <p:grpSpPr bwMode="auto">
          <a:xfrm>
            <a:off x="755650" y="1181100"/>
            <a:ext cx="5586413" cy="661988"/>
            <a:chOff x="240" y="735"/>
            <a:chExt cx="3519" cy="417"/>
          </a:xfrm>
        </p:grpSpPr>
        <p:sp>
          <p:nvSpPr>
            <p:cNvPr id="23567" name="Text Box 5"/>
            <p:cNvSpPr txBox="1">
              <a:spLocks noChangeArrowheads="1"/>
            </p:cNvSpPr>
            <p:nvPr/>
          </p:nvSpPr>
          <p:spPr bwMode="auto">
            <a:xfrm>
              <a:off x="816" y="735"/>
              <a:ext cx="294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eaLnBrk="1" hangingPunct="1"/>
              <a:r>
                <a:rPr kumimoji="1" lang="zh-CN" altLang="en-US" sz="3200" i="0">
                  <a:latin typeface="Times New Roman" pitchFamily="18" charset="0"/>
                  <a:ea typeface="楷体_GB2312" pitchFamily="49" charset="-122"/>
                </a:rPr>
                <a:t>插值函数的类型有很多种</a:t>
              </a:r>
            </a:p>
          </p:txBody>
        </p:sp>
        <p:pic>
          <p:nvPicPr>
            <p:cNvPr id="23568" name="Picture 6" descr="DART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 y="76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Rectangle 7"/>
          <p:cNvSpPr>
            <a:spLocks noChangeArrowheads="1"/>
          </p:cNvSpPr>
          <p:nvPr/>
        </p:nvSpPr>
        <p:spPr bwMode="auto">
          <a:xfrm>
            <a:off x="-165100" y="2043113"/>
            <a:ext cx="533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10000"/>
              </a:lnSpc>
              <a:buClr>
                <a:schemeClr val="hlink"/>
              </a:buClr>
              <a:buSzPct val="70000"/>
              <a:buFont typeface="Wingdings" pitchFamily="2" charset="2"/>
              <a:buNone/>
            </a:pPr>
            <a:r>
              <a:rPr lang="zh-CN" altLang="en-US" sz="2800" i="0"/>
              <a:t>最常用的插值函数是 </a:t>
            </a:r>
            <a:r>
              <a:rPr lang="en-US" altLang="zh-CN" sz="2800" i="0"/>
              <a:t>…?</a:t>
            </a:r>
          </a:p>
          <a:p>
            <a:pPr marL="342900" indent="-342900">
              <a:spcBef>
                <a:spcPct val="20000"/>
              </a:spcBef>
              <a:buClr>
                <a:schemeClr val="hlink"/>
              </a:buClr>
              <a:buSzPct val="70000"/>
              <a:buFont typeface="Wingdings" pitchFamily="2" charset="2"/>
              <a:buChar char="v"/>
            </a:pPr>
            <a:endParaRPr lang="en-US" altLang="zh-CN" b="0" i="0"/>
          </a:p>
        </p:txBody>
      </p:sp>
      <p:sp>
        <p:nvSpPr>
          <p:cNvPr id="10" name="Text Box 8"/>
          <p:cNvSpPr txBox="1">
            <a:spLocks noChangeArrowheads="1"/>
          </p:cNvSpPr>
          <p:nvPr/>
        </p:nvSpPr>
        <p:spPr bwMode="auto">
          <a:xfrm>
            <a:off x="4495800" y="2065338"/>
            <a:ext cx="2057400" cy="42703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eaLnBrk="1" hangingPunct="1">
              <a:spcBef>
                <a:spcPct val="50000"/>
              </a:spcBef>
            </a:pPr>
            <a:r>
              <a:rPr kumimoji="1" lang="zh-CN" altLang="en-US" sz="2800" dirty="0">
                <a:solidFill>
                  <a:srgbClr val="FF3300"/>
                </a:solidFill>
                <a:latin typeface="Times New Roman" pitchFamily="18" charset="0"/>
                <a:ea typeface="楷体_GB2312" pitchFamily="49" charset="-122"/>
              </a:rPr>
              <a:t>代数多项式</a:t>
            </a:r>
          </a:p>
        </p:txBody>
      </p:sp>
      <p:sp>
        <p:nvSpPr>
          <p:cNvPr id="11" name="Rectangle 9"/>
          <p:cNvSpPr>
            <a:spLocks noChangeArrowheads="1"/>
          </p:cNvSpPr>
          <p:nvPr/>
        </p:nvSpPr>
        <p:spPr bwMode="auto">
          <a:xfrm>
            <a:off x="611188" y="2943225"/>
            <a:ext cx="8042275"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30000"/>
              </a:lnSpc>
            </a:pPr>
            <a:r>
              <a:rPr lang="zh-CN" altLang="en-US" sz="2800" i="0">
                <a:latin typeface="System"/>
              </a:rPr>
              <a:t>用代数多项式作插值函数的插值称为</a:t>
            </a:r>
            <a:r>
              <a:rPr lang="zh-CN" altLang="en-US" sz="2800" i="0"/>
              <a:t>代数插值</a:t>
            </a:r>
            <a:r>
              <a:rPr lang="zh-CN" altLang="en-US" sz="2800" i="0">
                <a:latin typeface="System"/>
              </a:rPr>
              <a:t>，即</a:t>
            </a:r>
          </a:p>
          <a:p>
            <a:pPr>
              <a:lnSpc>
                <a:spcPct val="130000"/>
              </a:lnSpc>
            </a:pPr>
            <a:r>
              <a:rPr lang="zh-CN" altLang="en-US" sz="2800" i="0"/>
              <a:t>选取次数不超过</a:t>
            </a:r>
            <a:r>
              <a:rPr lang="en-US" altLang="zh-CN" sz="2800" i="0"/>
              <a:t>n</a:t>
            </a:r>
            <a:r>
              <a:rPr lang="zh-CN" altLang="en-US" sz="2800" i="0"/>
              <a:t>的多项式 </a:t>
            </a:r>
            <a:r>
              <a:rPr lang="en-US" altLang="zh-CN" sz="2800" i="0"/>
              <a:t>P</a:t>
            </a:r>
            <a:r>
              <a:rPr lang="en-US" altLang="zh-CN" sz="2800" i="0" baseline="-25000"/>
              <a:t>n</a:t>
            </a:r>
            <a:r>
              <a:rPr lang="en-US" altLang="zh-CN" sz="2800" i="0"/>
              <a:t>(x) </a:t>
            </a:r>
            <a:r>
              <a:rPr lang="zh-CN" altLang="en-US" sz="2800" i="0"/>
              <a:t>，使得</a:t>
            </a:r>
          </a:p>
          <a:p>
            <a:pPr>
              <a:lnSpc>
                <a:spcPct val="130000"/>
              </a:lnSpc>
            </a:pPr>
            <a:r>
              <a:rPr lang="zh-CN" altLang="en-US" sz="2800" i="0">
                <a:solidFill>
                  <a:srgbClr val="333333"/>
                </a:solidFill>
              </a:rPr>
              <a:t>           </a:t>
            </a:r>
            <a:r>
              <a:rPr lang="en-US" altLang="zh-CN" sz="2400" i="0">
                <a:solidFill>
                  <a:srgbClr val="333333"/>
                </a:solidFill>
              </a:rPr>
              <a:t>P</a:t>
            </a:r>
            <a:r>
              <a:rPr lang="en-US" altLang="zh-CN" sz="2400" i="0" baseline="-25000">
                <a:solidFill>
                  <a:srgbClr val="333333"/>
                </a:solidFill>
              </a:rPr>
              <a:t>n</a:t>
            </a:r>
            <a:r>
              <a:rPr lang="en-US" altLang="zh-CN" sz="2400" i="0">
                <a:solidFill>
                  <a:srgbClr val="333333"/>
                </a:solidFill>
              </a:rPr>
              <a:t> (x</a:t>
            </a:r>
            <a:r>
              <a:rPr lang="en-US" altLang="zh-CN" sz="2400" i="0" baseline="-25000">
                <a:solidFill>
                  <a:srgbClr val="333333"/>
                </a:solidFill>
              </a:rPr>
              <a:t>j</a:t>
            </a:r>
            <a:r>
              <a:rPr lang="en-US" altLang="zh-CN" sz="2400" i="0">
                <a:solidFill>
                  <a:srgbClr val="333333"/>
                </a:solidFill>
              </a:rPr>
              <a:t>) </a:t>
            </a:r>
            <a:r>
              <a:rPr lang="en-US" altLang="zh-CN" sz="2400" i="0">
                <a:solidFill>
                  <a:srgbClr val="333333"/>
                </a:solidFill>
                <a:sym typeface="Symbol" pitchFamily="18" charset="2"/>
              </a:rPr>
              <a:t>= </a:t>
            </a:r>
            <a:r>
              <a:rPr lang="en-US" altLang="zh-CN" sz="2400" i="0">
                <a:solidFill>
                  <a:srgbClr val="333333"/>
                </a:solidFill>
              </a:rPr>
              <a:t>y</a:t>
            </a:r>
            <a:r>
              <a:rPr lang="en-US" altLang="zh-CN" sz="2400" i="0" baseline="-25000">
                <a:solidFill>
                  <a:srgbClr val="333333"/>
                </a:solidFill>
              </a:rPr>
              <a:t>j</a:t>
            </a:r>
            <a:r>
              <a:rPr lang="en-US" altLang="zh-CN" sz="2400" i="0">
                <a:solidFill>
                  <a:srgbClr val="333333"/>
                </a:solidFill>
              </a:rPr>
              <a:t>   (j = 0, 1… n)</a:t>
            </a:r>
            <a:r>
              <a:rPr lang="en-US" altLang="zh-CN" sz="2400" i="0"/>
              <a:t>               </a:t>
            </a:r>
          </a:p>
          <a:p>
            <a:endParaRPr lang="en-US" altLang="zh-CN" sz="2800" i="0"/>
          </a:p>
          <a:p>
            <a:endParaRPr lang="en-US" altLang="zh-CN" sz="2800" i="0">
              <a:solidFill>
                <a:schemeClr val="accent2"/>
              </a:solidFill>
              <a:latin typeface="System"/>
            </a:endParaRPr>
          </a:p>
        </p:txBody>
      </p:sp>
      <p:sp>
        <p:nvSpPr>
          <p:cNvPr id="12" name="AutoShape 10"/>
          <p:cNvSpPr>
            <a:spLocks noChangeArrowheads="1"/>
          </p:cNvSpPr>
          <p:nvPr/>
        </p:nvSpPr>
        <p:spPr bwMode="auto">
          <a:xfrm>
            <a:off x="5911850" y="1593850"/>
            <a:ext cx="4387850" cy="685800"/>
          </a:xfrm>
          <a:prstGeom prst="wedgeEllipseCallout">
            <a:avLst>
              <a:gd name="adj1" fmla="val -14856"/>
              <a:gd name="adj2" fmla="val 170000"/>
            </a:avLst>
          </a:prstGeom>
          <a:gradFill rotWithShape="0">
            <a:gsLst>
              <a:gs pos="0">
                <a:schemeClr val="bg1"/>
              </a:gs>
              <a:gs pos="100000">
                <a:srgbClr val="C0C0C0"/>
              </a:gs>
            </a:gsLst>
            <a:lin ang="2700000" scaled="1"/>
          </a:gradFill>
          <a:ln w="9525">
            <a:solidFill>
              <a:schemeClr val="tx1"/>
            </a:solidFill>
            <a:miter lim="800000"/>
            <a:headEnd/>
            <a:tailEnd/>
          </a:ln>
        </p:spPr>
        <p:txBody>
          <a:bodyPr/>
          <a:lstStyle/>
          <a:p>
            <a:r>
              <a:rPr lang="zh-CN" altLang="en-US" sz="2400"/>
              <a:t>本章主要讨论的内容</a:t>
            </a:r>
          </a:p>
        </p:txBody>
      </p:sp>
      <p:sp>
        <p:nvSpPr>
          <p:cNvPr id="13" name="Text Box 11"/>
          <p:cNvSpPr txBox="1">
            <a:spLocks noChangeArrowheads="1"/>
          </p:cNvSpPr>
          <p:nvPr/>
        </p:nvSpPr>
        <p:spPr bwMode="auto">
          <a:xfrm>
            <a:off x="1425575" y="5230813"/>
            <a:ext cx="1816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eaLnBrk="1" hangingPunct="1"/>
            <a:r>
              <a:rPr kumimoji="1" lang="zh-CN" altLang="en-US" sz="3200">
                <a:solidFill>
                  <a:srgbClr val="FF9999"/>
                </a:solidFill>
                <a:latin typeface="Times New Roman" pitchFamily="18" charset="0"/>
                <a:ea typeface="楷体_GB2312" pitchFamily="49" charset="-122"/>
              </a:rPr>
              <a:t>插值问题</a:t>
            </a:r>
          </a:p>
        </p:txBody>
      </p:sp>
      <p:sp>
        <p:nvSpPr>
          <p:cNvPr id="14" name="AutoShape 12"/>
          <p:cNvSpPr>
            <a:spLocks noChangeArrowheads="1"/>
          </p:cNvSpPr>
          <p:nvPr/>
        </p:nvSpPr>
        <p:spPr bwMode="auto">
          <a:xfrm>
            <a:off x="3482975" y="5383213"/>
            <a:ext cx="1752600" cy="485775"/>
          </a:xfrm>
          <a:prstGeom prst="rightArrow">
            <a:avLst>
              <a:gd name="adj1" fmla="val 50000"/>
              <a:gd name="adj2" fmla="val 90196"/>
            </a:avLst>
          </a:prstGeom>
          <a:solidFill>
            <a:schemeClr val="accent1"/>
          </a:solidFill>
          <a:ln w="9525">
            <a:solidFill>
              <a:schemeClr val="tx1"/>
            </a:solidFill>
            <a:miter lim="800000"/>
            <a:headEnd/>
            <a:tailEnd/>
          </a:ln>
        </p:spPr>
        <p:txBody>
          <a:bodyPr wrap="none" anchor="ctr"/>
          <a:lstStyle/>
          <a:p>
            <a:endParaRPr lang="zh-CN" altLang="en-US"/>
          </a:p>
        </p:txBody>
      </p:sp>
      <p:sp>
        <p:nvSpPr>
          <p:cNvPr id="15" name="Text Box 13"/>
          <p:cNvSpPr txBox="1">
            <a:spLocks noChangeArrowheads="1"/>
          </p:cNvSpPr>
          <p:nvPr/>
        </p:nvSpPr>
        <p:spPr bwMode="auto">
          <a:xfrm>
            <a:off x="3711575" y="484981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eaLnBrk="1" hangingPunct="1"/>
            <a:r>
              <a:rPr kumimoji="1" lang="zh-CN" altLang="en-US" sz="2400" b="0">
                <a:latin typeface="Times New Roman" pitchFamily="18" charset="0"/>
                <a:ea typeface="楷体_GB2312" pitchFamily="49" charset="-122"/>
              </a:rPr>
              <a:t>插值法</a:t>
            </a:r>
          </a:p>
        </p:txBody>
      </p:sp>
      <p:pic>
        <p:nvPicPr>
          <p:cNvPr id="16" name="Picture 14" descr="BD00028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1413" y="4638675"/>
            <a:ext cx="862012"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15"/>
          <p:cNvSpPr txBox="1">
            <a:spLocks noChangeArrowheads="1"/>
          </p:cNvSpPr>
          <p:nvPr/>
        </p:nvSpPr>
        <p:spPr bwMode="auto">
          <a:xfrm>
            <a:off x="5743575" y="5286375"/>
            <a:ext cx="18161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eaLnBrk="1" hangingPunct="1"/>
            <a:r>
              <a:rPr kumimoji="1" lang="zh-CN" altLang="en-US" sz="3200" dirty="0">
                <a:solidFill>
                  <a:srgbClr val="FF9999"/>
                </a:solidFill>
                <a:latin typeface="Times New Roman" pitchFamily="18" charset="0"/>
                <a:ea typeface="楷体_GB2312" pitchFamily="49" charset="-122"/>
              </a:rPr>
              <a:t>插值函数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0-#ppt_w/2"/>
                                          </p:val>
                                        </p:tav>
                                        <p:tav tm="100000">
                                          <p:val>
                                            <p:strVal val="#ppt_x"/>
                                          </p:val>
                                        </p:tav>
                                      </p:tavLst>
                                    </p:anim>
                                    <p:anim calcmode="lin" valueType="num">
                                      <p:cBhvr additive="base">
                                        <p:cTn id="19"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9"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strips(upLeft)">
                                      <p:cBhvr>
                                        <p:cTn id="24"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0-#ppt_w/2"/>
                                          </p:val>
                                        </p:tav>
                                        <p:tav tm="100000">
                                          <p:val>
                                            <p:strVal val="#ppt_x"/>
                                          </p:val>
                                        </p:tav>
                                      </p:tavLst>
                                    </p:anim>
                                    <p:anim calcmode="lin" valueType="num">
                                      <p:cBhvr additive="base">
                                        <p:cTn id="3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0-#ppt_w/2"/>
                                          </p:val>
                                        </p:tav>
                                        <p:tav tm="100000">
                                          <p:val>
                                            <p:strVal val="#ppt_x"/>
                                          </p:val>
                                        </p:tav>
                                      </p:tavLst>
                                    </p:anim>
                                    <p:anim calcmode="lin" valueType="num">
                                      <p:cBhvr additive="base">
                                        <p:cTn id="36"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0-#ppt_w/2"/>
                                          </p:val>
                                        </p:tav>
                                        <p:tav tm="100000">
                                          <p:val>
                                            <p:strVal val="#ppt_x"/>
                                          </p:val>
                                        </p:tav>
                                      </p:tavLst>
                                    </p:anim>
                                    <p:anim calcmode="lin" valueType="num">
                                      <p:cBhvr additive="base">
                                        <p:cTn id="4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0-#ppt_w/2"/>
                                          </p:val>
                                        </p:tav>
                                        <p:tav tm="100000">
                                          <p:val>
                                            <p:strVal val="#ppt_x"/>
                                          </p:val>
                                        </p:tav>
                                      </p:tavLst>
                                    </p:anim>
                                    <p:anim calcmode="lin" valueType="num">
                                      <p:cBhvr additive="base">
                                        <p:cTn id="54"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P spid="10" grpId="0" animBg="1" autoUpdateAnimBg="0"/>
      <p:bldP spid="11" grpId="0" autoUpdateAnimBg="0"/>
      <p:bldP spid="12" grpId="0" animBg="1" autoUpdateAnimBg="0"/>
      <p:bldP spid="13" grpId="0" autoUpdateAnimBg="0"/>
      <p:bldP spid="14" grpId="0" animBg="1"/>
      <p:bldP spid="15" grpId="0" autoUpdateAnimBg="0"/>
      <p:bldP spid="17"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13AF6D1-8016-4F2E-8BCE-1D47A2003BC1}" type="slidenum">
              <a:rPr lang="zh-CN" altLang="en-US" b="0" i="0" smtClean="0"/>
              <a:pPr/>
              <a:t>6</a:t>
            </a:fld>
            <a:endParaRPr lang="en-US" altLang="zh-CN" b="0" i="0" smtClean="0"/>
          </a:p>
        </p:txBody>
      </p:sp>
      <p:sp>
        <p:nvSpPr>
          <p:cNvPr id="2457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3ABB2C6-CD81-4E8E-B9C9-3C400611E339}" type="datetime1">
              <a:rPr lang="zh-CN" altLang="en-US" sz="1800" i="0" smtClean="0"/>
              <a:pPr/>
              <a:t>2024/10/20</a:t>
            </a:fld>
            <a:endParaRPr lang="en-US" altLang="zh-CN" sz="1800" i="0" smtClean="0"/>
          </a:p>
        </p:txBody>
      </p:sp>
      <p:sp>
        <p:nvSpPr>
          <p:cNvPr id="688143" name="Rectangle 15"/>
          <p:cNvSpPr>
            <a:spLocks noChangeArrowheads="1"/>
          </p:cNvSpPr>
          <p:nvPr/>
        </p:nvSpPr>
        <p:spPr bwMode="auto">
          <a:xfrm>
            <a:off x="849313" y="3141663"/>
            <a:ext cx="8153400" cy="1701800"/>
          </a:xfrm>
          <a:prstGeom prst="rect">
            <a:avLst/>
          </a:prstGeom>
          <a:solidFill>
            <a:srgbClr val="FFFF99"/>
          </a:solidFill>
          <a:ln w="9525">
            <a:solidFill>
              <a:srgbClr val="FF3300"/>
            </a:solidFill>
            <a:miter lim="800000"/>
            <a:headEnd/>
            <a:tailEnd/>
          </a:ln>
        </p:spPr>
        <p:txBody>
          <a:bodyPr>
            <a:spAutoFit/>
          </a:bodyPr>
          <a:lstStyle/>
          <a:p>
            <a:pPr algn="l" eaLnBrk="1" hangingPunct="1">
              <a:lnSpc>
                <a:spcPct val="125000"/>
              </a:lnSpc>
            </a:pPr>
            <a:r>
              <a:rPr kumimoji="1" lang="zh-CN" altLang="en-US" sz="2400" i="0">
                <a:latin typeface="Times New Roman" pitchFamily="18" charset="0"/>
              </a:rPr>
              <a:t>        </a:t>
            </a:r>
            <a:r>
              <a:rPr kumimoji="1" lang="zh-CN" altLang="en-US" sz="2800" i="0">
                <a:latin typeface="Times New Roman" pitchFamily="18" charset="0"/>
                <a:ea typeface="黑体" pitchFamily="49" charset="-122"/>
              </a:rPr>
              <a:t>代数插值的特点：</a:t>
            </a:r>
            <a:r>
              <a:rPr kumimoji="1" lang="en-US" altLang="zh-CN" sz="2800">
                <a:latin typeface="Times New Roman" pitchFamily="18" charset="0"/>
                <a:ea typeface="黑体" pitchFamily="49" charset="-122"/>
              </a:rPr>
              <a:t>n</a:t>
            </a:r>
            <a:r>
              <a:rPr kumimoji="1" lang="zh-CN" altLang="en-US" sz="2800" i="0">
                <a:latin typeface="Times New Roman" pitchFamily="18" charset="0"/>
                <a:ea typeface="黑体" pitchFamily="49" charset="-122"/>
              </a:rPr>
              <a:t>次代数多项式插值满足在</a:t>
            </a:r>
            <a:r>
              <a:rPr kumimoji="1" lang="en-US" altLang="zh-CN" sz="2800">
                <a:latin typeface="Times New Roman" pitchFamily="18" charset="0"/>
                <a:ea typeface="黑体" pitchFamily="49" charset="-122"/>
              </a:rPr>
              <a:t>n+1</a:t>
            </a:r>
            <a:r>
              <a:rPr kumimoji="1" lang="zh-CN" altLang="en-US" sz="2800" i="0">
                <a:latin typeface="Times New Roman" pitchFamily="18" charset="0"/>
                <a:ea typeface="黑体" pitchFamily="49" charset="-122"/>
              </a:rPr>
              <a:t>个节点上插值多项式</a:t>
            </a:r>
            <a:r>
              <a:rPr kumimoji="1" lang="en-US" altLang="zh-CN" sz="2800">
                <a:latin typeface="Times New Roman" pitchFamily="18" charset="0"/>
                <a:ea typeface="黑体" pitchFamily="49" charset="-122"/>
              </a:rPr>
              <a:t>P(x)</a:t>
            </a:r>
            <a:r>
              <a:rPr kumimoji="1" lang="en-US" altLang="zh-CN" sz="2800" i="0">
                <a:latin typeface="Times New Roman" pitchFamily="18" charset="0"/>
                <a:ea typeface="黑体" pitchFamily="49" charset="-122"/>
              </a:rPr>
              <a:t> </a:t>
            </a:r>
            <a:r>
              <a:rPr kumimoji="1" lang="zh-CN" altLang="en-US" sz="2800" i="0">
                <a:latin typeface="Times New Roman" pitchFamily="18" charset="0"/>
                <a:ea typeface="黑体" pitchFamily="49" charset="-122"/>
              </a:rPr>
              <a:t>和被插值函数</a:t>
            </a:r>
            <a:r>
              <a:rPr kumimoji="1" lang="en-US" altLang="zh-CN" sz="2800">
                <a:latin typeface="Times New Roman" pitchFamily="18" charset="0"/>
                <a:ea typeface="黑体" pitchFamily="49" charset="-122"/>
              </a:rPr>
              <a:t>y=f(x)</a:t>
            </a:r>
            <a:r>
              <a:rPr kumimoji="1" lang="zh-CN" altLang="en-US" sz="2800" i="0">
                <a:latin typeface="Times New Roman" pitchFamily="18" charset="0"/>
                <a:ea typeface="黑体" pitchFamily="49" charset="-122"/>
              </a:rPr>
              <a:t>相等，而且插值多项式</a:t>
            </a:r>
            <a:r>
              <a:rPr kumimoji="1" lang="en-US" altLang="zh-CN" sz="2800">
                <a:latin typeface="Times New Roman" pitchFamily="18" charset="0"/>
                <a:ea typeface="黑体" pitchFamily="49" charset="-122"/>
              </a:rPr>
              <a:t>P(x)</a:t>
            </a:r>
            <a:r>
              <a:rPr kumimoji="1" lang="zh-CN" altLang="en-US" sz="2800" i="0">
                <a:latin typeface="Times New Roman" pitchFamily="18" charset="0"/>
                <a:ea typeface="黑体" pitchFamily="49" charset="-122"/>
              </a:rPr>
              <a:t>的次数不超过</a:t>
            </a:r>
            <a:r>
              <a:rPr kumimoji="1" lang="en-US" altLang="zh-CN" sz="2800">
                <a:latin typeface="Times New Roman" pitchFamily="18" charset="0"/>
                <a:ea typeface="黑体" pitchFamily="49" charset="-122"/>
              </a:rPr>
              <a:t>n</a:t>
            </a:r>
            <a:r>
              <a:rPr kumimoji="1" lang="zh-CN" altLang="en-US" sz="2800" i="0">
                <a:latin typeface="Times New Roman" pitchFamily="18" charset="0"/>
                <a:ea typeface="黑体" pitchFamily="49" charset="-122"/>
              </a:rPr>
              <a:t>次</a:t>
            </a:r>
            <a:r>
              <a:rPr kumimoji="1" lang="zh-CN" altLang="en-US" sz="2800">
                <a:latin typeface="Times New Roman" pitchFamily="18" charset="0"/>
                <a:ea typeface="黑体" pitchFamily="49" charset="-122"/>
              </a:rPr>
              <a:t>。</a:t>
            </a:r>
          </a:p>
        </p:txBody>
      </p:sp>
      <p:sp>
        <p:nvSpPr>
          <p:cNvPr id="688144" name="Rectangle 16"/>
          <p:cNvSpPr>
            <a:spLocks noChangeArrowheads="1"/>
          </p:cNvSpPr>
          <p:nvPr/>
        </p:nvSpPr>
        <p:spPr bwMode="auto">
          <a:xfrm>
            <a:off x="704850" y="1125538"/>
            <a:ext cx="8820150" cy="163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本章只讨论</a:t>
            </a:r>
            <a:r>
              <a:rPr lang="zh-CN" altLang="en-US" sz="2800" i="0" u="sng">
                <a:latin typeface="Times New Roman" pitchFamily="18" charset="0"/>
                <a:ea typeface="黑体" pitchFamily="49" charset="-122"/>
              </a:rPr>
              <a:t>多项式的插值问题</a:t>
            </a:r>
            <a:r>
              <a:rPr lang="zh-CN" altLang="en-US" sz="2800" i="0">
                <a:latin typeface="Times New Roman" pitchFamily="18" charset="0"/>
                <a:ea typeface="黑体" pitchFamily="49" charset="-122"/>
              </a:rPr>
              <a:t>，即构造</a:t>
            </a:r>
            <a:r>
              <a:rPr lang="en-US" altLang="zh-CN" sz="2800">
                <a:latin typeface="Times New Roman" pitchFamily="18" charset="0"/>
                <a:ea typeface="黑体" pitchFamily="49" charset="-122"/>
              </a:rPr>
              <a:t>n</a:t>
            </a:r>
            <a:r>
              <a:rPr lang="zh-CN" altLang="en-US" sz="2800" i="0">
                <a:latin typeface="Times New Roman" pitchFamily="18" charset="0"/>
                <a:ea typeface="黑体" pitchFamily="49" charset="-122"/>
              </a:rPr>
              <a:t>次多项式</a:t>
            </a:r>
          </a:p>
          <a:p>
            <a:pPr marL="258763" indent="-258763" algn="l" defTabSz="814388">
              <a:lnSpc>
                <a:spcPct val="60000"/>
              </a:lnSpc>
              <a:spcBef>
                <a:spcPct val="35000"/>
              </a:spcBef>
              <a:buClr>
                <a:srgbClr val="27305F"/>
              </a:buClr>
              <a:buSzPct val="60000"/>
              <a:buFont typeface="Wingdings" pitchFamily="2" charset="2"/>
              <a:buNone/>
            </a:pPr>
            <a:r>
              <a:rPr lang="zh-CN" altLang="en-US" sz="2800" i="0">
                <a:latin typeface="Times New Roman" pitchFamily="18" charset="0"/>
                <a:ea typeface="黑体" pitchFamily="49" charset="-122"/>
              </a:rPr>
              <a:t>		</a:t>
            </a:r>
            <a:r>
              <a:rPr lang="en-US" altLang="zh-CN" sz="2800" i="0">
                <a:latin typeface="Times New Roman" pitchFamily="18" charset="0"/>
                <a:ea typeface="黑体" pitchFamily="49" charset="-122"/>
              </a:rPr>
              <a:t>P</a:t>
            </a:r>
            <a:r>
              <a:rPr lang="en-US" altLang="zh-CN" sz="2800" i="0" baseline="-25000">
                <a:latin typeface="Times New Roman" pitchFamily="18" charset="0"/>
                <a:ea typeface="黑体" pitchFamily="49" charset="-122"/>
              </a:rPr>
              <a:t>n</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x</a:t>
            </a:r>
            <a:r>
              <a:rPr lang="en-US" altLang="zh-CN" sz="2800" i="0">
                <a:latin typeface="Times New Roman" pitchFamily="18" charset="0"/>
                <a:ea typeface="黑体" pitchFamily="49" charset="-122"/>
              </a:rPr>
              <a:t>)= </a:t>
            </a:r>
            <a:r>
              <a:rPr lang="en-US" altLang="zh-CN" sz="2800">
                <a:latin typeface="Times New Roman" pitchFamily="18" charset="0"/>
                <a:ea typeface="黑体" pitchFamily="49" charset="-122"/>
              </a:rPr>
              <a:t>a</a:t>
            </a:r>
            <a:r>
              <a:rPr lang="en-US" altLang="zh-CN" sz="2800" i="0" baseline="-25000">
                <a:latin typeface="Times New Roman" pitchFamily="18" charset="0"/>
                <a:ea typeface="黑体" pitchFamily="49" charset="-122"/>
              </a:rPr>
              <a:t>0 </a:t>
            </a:r>
            <a:r>
              <a:rPr lang="en-US" altLang="zh-CN" sz="2800" i="0">
                <a:latin typeface="Times New Roman" pitchFamily="18" charset="0"/>
                <a:ea typeface="黑体" pitchFamily="49" charset="-122"/>
              </a:rPr>
              <a:t>+ </a:t>
            </a:r>
            <a:r>
              <a:rPr lang="en-US" altLang="zh-CN" sz="2800">
                <a:latin typeface="Times New Roman" pitchFamily="18" charset="0"/>
                <a:ea typeface="黑体" pitchFamily="49" charset="-122"/>
              </a:rPr>
              <a:t>a</a:t>
            </a:r>
            <a:r>
              <a:rPr lang="en-US" altLang="zh-CN" sz="2800" i="0" baseline="-25000">
                <a:latin typeface="Times New Roman" pitchFamily="18" charset="0"/>
                <a:ea typeface="黑体" pitchFamily="49" charset="-122"/>
              </a:rPr>
              <a:t>1</a:t>
            </a:r>
            <a:r>
              <a:rPr lang="en-US" altLang="zh-CN" sz="2800">
                <a:latin typeface="Times New Roman" pitchFamily="18" charset="0"/>
                <a:ea typeface="黑体" pitchFamily="49" charset="-122"/>
              </a:rPr>
              <a:t>x </a:t>
            </a:r>
            <a:r>
              <a:rPr lang="en-US" altLang="zh-CN" sz="2800" i="0">
                <a:latin typeface="Times New Roman" pitchFamily="18" charset="0"/>
                <a:ea typeface="黑体" pitchFamily="49" charset="-122"/>
              </a:rPr>
              <a:t>+ </a:t>
            </a:r>
            <a:r>
              <a:rPr lang="en-US" altLang="zh-CN" sz="2800">
                <a:latin typeface="Times New Roman" pitchFamily="18" charset="0"/>
                <a:ea typeface="黑体" pitchFamily="49" charset="-122"/>
              </a:rPr>
              <a:t>a</a:t>
            </a:r>
            <a:r>
              <a:rPr lang="en-US" altLang="zh-CN" sz="2800" i="0" baseline="-25000">
                <a:latin typeface="Times New Roman" pitchFamily="18" charset="0"/>
                <a:ea typeface="黑体" pitchFamily="49" charset="-122"/>
              </a:rPr>
              <a:t>2</a:t>
            </a:r>
            <a:r>
              <a:rPr lang="en-US" altLang="zh-CN" sz="2800">
                <a:latin typeface="Times New Roman" pitchFamily="18" charset="0"/>
                <a:ea typeface="黑体" pitchFamily="49" charset="-122"/>
              </a:rPr>
              <a:t>x</a:t>
            </a:r>
            <a:r>
              <a:rPr lang="en-US" altLang="zh-CN" sz="2800" baseline="30000">
                <a:latin typeface="Times New Roman" pitchFamily="18" charset="0"/>
                <a:ea typeface="黑体" pitchFamily="49" charset="-122"/>
              </a:rPr>
              <a:t>2</a:t>
            </a:r>
            <a:r>
              <a:rPr lang="en-US" altLang="zh-CN" sz="2800">
                <a:latin typeface="Times New Roman" pitchFamily="18" charset="0"/>
                <a:ea typeface="黑体" pitchFamily="49" charset="-122"/>
              </a:rPr>
              <a:t>+…+ a</a:t>
            </a:r>
            <a:r>
              <a:rPr lang="en-US" altLang="zh-CN" sz="2800" i="0" baseline="-25000">
                <a:latin typeface="Times New Roman" pitchFamily="18" charset="0"/>
                <a:ea typeface="黑体" pitchFamily="49" charset="-122"/>
              </a:rPr>
              <a:t>n</a:t>
            </a:r>
            <a:r>
              <a:rPr lang="en-US" altLang="zh-CN" sz="2800">
                <a:latin typeface="Times New Roman" pitchFamily="18" charset="0"/>
                <a:ea typeface="黑体" pitchFamily="49" charset="-122"/>
              </a:rPr>
              <a:t>x</a:t>
            </a:r>
            <a:r>
              <a:rPr lang="en-US" altLang="zh-CN" sz="2800" baseline="30000">
                <a:latin typeface="Times New Roman" pitchFamily="18" charset="0"/>
                <a:ea typeface="黑体" pitchFamily="49" charset="-122"/>
              </a:rPr>
              <a:t>n</a:t>
            </a:r>
          </a:p>
          <a:p>
            <a:pPr marL="258763" indent="-258763" algn="l" defTabSz="814388">
              <a:lnSpc>
                <a:spcPct val="80000"/>
              </a:lnSpc>
              <a:spcBef>
                <a:spcPct val="35000"/>
              </a:spcBef>
              <a:buClr>
                <a:srgbClr val="27305F"/>
              </a:buClr>
              <a:buSzPct val="60000"/>
              <a:buFont typeface="Wingdings" pitchFamily="2" charset="2"/>
              <a:buNone/>
            </a:pPr>
            <a:r>
              <a:rPr lang="en-US" altLang="zh-CN" sz="2800" baseline="30000">
                <a:latin typeface="Times New Roman" pitchFamily="18" charset="0"/>
                <a:ea typeface="黑体" pitchFamily="49" charset="-122"/>
              </a:rPr>
              <a:t>	</a:t>
            </a:r>
            <a:r>
              <a:rPr lang="zh-CN" altLang="en-US" sz="2800" i="0">
                <a:latin typeface="Times New Roman" pitchFamily="18" charset="0"/>
                <a:ea typeface="黑体" pitchFamily="49" charset="-122"/>
              </a:rPr>
              <a:t>使满足</a:t>
            </a:r>
            <a:r>
              <a:rPr lang="en-US" altLang="zh-CN" sz="2800" i="0">
                <a:latin typeface="Times New Roman" pitchFamily="18" charset="0"/>
                <a:ea typeface="黑体" pitchFamily="49" charset="-122"/>
              </a:rPr>
              <a:t>P</a:t>
            </a:r>
            <a:r>
              <a:rPr lang="en-US" altLang="zh-CN" sz="2800" i="0" baseline="-25000">
                <a:latin typeface="Times New Roman" pitchFamily="18" charset="0"/>
                <a:ea typeface="黑体" pitchFamily="49" charset="-122"/>
              </a:rPr>
              <a:t>n</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x</a:t>
            </a:r>
            <a:r>
              <a:rPr lang="en-US" altLang="zh-CN" sz="2800" i="0" baseline="-25000">
                <a:latin typeface="Times New Roman" pitchFamily="18" charset="0"/>
                <a:ea typeface="黑体" pitchFamily="49" charset="-122"/>
              </a:rPr>
              <a:t>i</a:t>
            </a:r>
            <a:r>
              <a:rPr lang="en-US" altLang="zh-CN" sz="2800" i="0">
                <a:latin typeface="Times New Roman" pitchFamily="18" charset="0"/>
                <a:ea typeface="黑体" pitchFamily="49" charset="-122"/>
              </a:rPr>
              <a:t>)= </a:t>
            </a:r>
            <a:r>
              <a:rPr lang="en-US" altLang="zh-CN" sz="2800">
                <a:latin typeface="Times New Roman" pitchFamily="18" charset="0"/>
                <a:ea typeface="黑体" pitchFamily="49" charset="-122"/>
              </a:rPr>
              <a:t>y</a:t>
            </a:r>
            <a:r>
              <a:rPr lang="en-US" altLang="zh-CN" sz="2800" i="0" baseline="-25000">
                <a:latin typeface="Times New Roman" pitchFamily="18" charset="0"/>
                <a:ea typeface="黑体" pitchFamily="49" charset="-122"/>
              </a:rPr>
              <a:t>i     </a:t>
            </a:r>
            <a:r>
              <a:rPr lang="en-US" altLang="zh-CN" sz="2800" i="0">
                <a:latin typeface="Times New Roman" pitchFamily="18" charset="0"/>
                <a:ea typeface="黑体" pitchFamily="49" charset="-122"/>
              </a:rPr>
              <a:t>(i=0,1,2,…,n)，</a:t>
            </a:r>
            <a:r>
              <a:rPr lang="zh-CN" altLang="en-US" sz="2800" i="0">
                <a:latin typeface="Times New Roman" pitchFamily="18" charset="0"/>
                <a:ea typeface="黑体" pitchFamily="49" charset="-122"/>
              </a:rPr>
              <a:t>及利用</a:t>
            </a:r>
            <a:r>
              <a:rPr lang="en-US" altLang="zh-CN" sz="2800" i="0">
                <a:latin typeface="Times New Roman" pitchFamily="18" charset="0"/>
                <a:ea typeface="黑体" pitchFamily="49" charset="-122"/>
              </a:rPr>
              <a:t>P</a:t>
            </a:r>
            <a:r>
              <a:rPr lang="en-US" altLang="zh-CN" sz="2800" i="0" baseline="-25000">
                <a:latin typeface="Times New Roman" pitchFamily="18" charset="0"/>
                <a:ea typeface="黑体" pitchFamily="49" charset="-122"/>
              </a:rPr>
              <a:t>n</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x</a:t>
            </a:r>
            <a:r>
              <a:rPr lang="en-US" altLang="zh-CN" sz="2800" i="0">
                <a:latin typeface="Times New Roman" pitchFamily="18" charset="0"/>
                <a:ea typeface="黑体" pitchFamily="49" charset="-122"/>
              </a:rPr>
              <a:t>)</a:t>
            </a:r>
            <a:r>
              <a:rPr lang="zh-CN" altLang="en-US" sz="2800" i="0">
                <a:latin typeface="Times New Roman" pitchFamily="18" charset="0"/>
                <a:ea typeface="黑体" pitchFamily="49" charset="-122"/>
              </a:rPr>
              <a:t>进行插值计算的问题。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8144">
                                            <p:txEl>
                                              <p:pRg st="0" end="0"/>
                                            </p:txEl>
                                          </p:spTgt>
                                        </p:tgtEl>
                                        <p:attrNameLst>
                                          <p:attrName>style.visibility</p:attrName>
                                        </p:attrNameLst>
                                      </p:cBhvr>
                                      <p:to>
                                        <p:strVal val="visible"/>
                                      </p:to>
                                    </p:set>
                                    <p:animEffect transition="in" filter="wipe(up)">
                                      <p:cBhvr>
                                        <p:cTn id="7" dur="500"/>
                                        <p:tgtEl>
                                          <p:spTgt spid="688144">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88144">
                                            <p:txEl>
                                              <p:pRg st="1" end="1"/>
                                            </p:txEl>
                                          </p:spTgt>
                                        </p:tgtEl>
                                        <p:attrNameLst>
                                          <p:attrName>style.visibility</p:attrName>
                                        </p:attrNameLst>
                                      </p:cBhvr>
                                      <p:to>
                                        <p:strVal val="visible"/>
                                      </p:to>
                                    </p:set>
                                    <p:animEffect transition="in" filter="wipe(up)">
                                      <p:cBhvr>
                                        <p:cTn id="11" dur="500"/>
                                        <p:tgtEl>
                                          <p:spTgt spid="688144">
                                            <p:txEl>
                                              <p:pRg st="1" end="1"/>
                                            </p:txEl>
                                          </p:spTgt>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688144">
                                            <p:txEl>
                                              <p:pRg st="2" end="2"/>
                                            </p:txEl>
                                          </p:spTgt>
                                        </p:tgtEl>
                                        <p:attrNameLst>
                                          <p:attrName>style.visibility</p:attrName>
                                        </p:attrNameLst>
                                      </p:cBhvr>
                                      <p:to>
                                        <p:strVal val="visible"/>
                                      </p:to>
                                    </p:set>
                                    <p:animEffect transition="in" filter="wipe(up)">
                                      <p:cBhvr>
                                        <p:cTn id="15" dur="500"/>
                                        <p:tgtEl>
                                          <p:spTgt spid="688144">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88143"/>
                                        </p:tgtEl>
                                        <p:attrNameLst>
                                          <p:attrName>style.visibility</p:attrName>
                                        </p:attrNameLst>
                                      </p:cBhvr>
                                      <p:to>
                                        <p:strVal val="visible"/>
                                      </p:to>
                                    </p:set>
                                    <p:animEffect transition="in" filter="blinds(horizontal)">
                                      <p:cBhvr>
                                        <p:cTn id="20" dur="500"/>
                                        <p:tgtEl>
                                          <p:spTgt spid="688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143" grpId="0" animBg="1"/>
      <p:bldP spid="688144"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021D8C0-AD14-4D9A-BCD0-65C2DF735151}" type="slidenum">
              <a:rPr lang="zh-CN" altLang="en-US" b="0" i="0" smtClean="0"/>
              <a:pPr/>
              <a:t>7</a:t>
            </a:fld>
            <a:endParaRPr lang="en-US" altLang="zh-CN" b="0" i="0" smtClean="0"/>
          </a:p>
        </p:txBody>
      </p:sp>
      <p:sp>
        <p:nvSpPr>
          <p:cNvPr id="2560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CC61D8C-00DA-4028-A15D-CB5D7FBAB987}" type="datetime1">
              <a:rPr lang="zh-CN" altLang="en-US" sz="1800" i="0" smtClean="0"/>
              <a:pPr/>
              <a:t>2024/10/20</a:t>
            </a:fld>
            <a:endParaRPr lang="en-US" altLang="zh-CN" sz="1800" i="0" smtClean="0"/>
          </a:p>
        </p:txBody>
      </p:sp>
      <p:sp>
        <p:nvSpPr>
          <p:cNvPr id="803842" name="Rectangle 2"/>
          <p:cNvSpPr>
            <a:spLocks noGrp="1" noChangeArrowheads="1"/>
          </p:cNvSpPr>
          <p:nvPr>
            <p:ph type="title"/>
          </p:nvPr>
        </p:nvSpPr>
        <p:spPr/>
        <p:txBody>
          <a:bodyPr/>
          <a:lstStyle/>
          <a:p>
            <a:pPr>
              <a:defRPr/>
            </a:pPr>
            <a:endParaRPr lang="zh-CN" altLang="en-US" smtClean="0"/>
          </a:p>
        </p:txBody>
      </p:sp>
      <p:pic>
        <p:nvPicPr>
          <p:cNvPr id="2560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2349500"/>
            <a:ext cx="675322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3846" name="Rectangle 6"/>
          <p:cNvSpPr>
            <a:spLocks noChangeArrowheads="1"/>
          </p:cNvSpPr>
          <p:nvPr/>
        </p:nvSpPr>
        <p:spPr bwMode="auto">
          <a:xfrm>
            <a:off x="6824663" y="2781300"/>
            <a:ext cx="35052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3200" i="0">
                <a:latin typeface="Times New Roman" pitchFamily="18" charset="0"/>
                <a:ea typeface="黑体" pitchFamily="49" charset="-122"/>
              </a:rPr>
              <a:t>P</a:t>
            </a:r>
            <a:r>
              <a:rPr lang="en-US" altLang="zh-CN" sz="3200" i="0" baseline="-25000">
                <a:latin typeface="Times New Roman" pitchFamily="18" charset="0"/>
                <a:ea typeface="黑体" pitchFamily="49" charset="-122"/>
              </a:rPr>
              <a:t>1</a:t>
            </a:r>
            <a:r>
              <a:rPr lang="en-US" altLang="zh-CN" sz="3200" i="0">
                <a:latin typeface="Times New Roman" pitchFamily="18" charset="0"/>
                <a:ea typeface="黑体" pitchFamily="49" charset="-122"/>
              </a:rPr>
              <a:t>(x)= </a:t>
            </a:r>
            <a:r>
              <a:rPr lang="en-US" altLang="zh-CN" sz="3200">
                <a:latin typeface="Times New Roman" pitchFamily="18" charset="0"/>
                <a:ea typeface="黑体" pitchFamily="49" charset="-122"/>
              </a:rPr>
              <a:t>a</a:t>
            </a:r>
            <a:r>
              <a:rPr lang="en-US" altLang="zh-CN" sz="3200" i="0" baseline="-25000">
                <a:latin typeface="Times New Roman" pitchFamily="18" charset="0"/>
                <a:ea typeface="黑体" pitchFamily="49" charset="-122"/>
              </a:rPr>
              <a:t>0 </a:t>
            </a:r>
            <a:r>
              <a:rPr lang="en-US" altLang="zh-CN" sz="3200" i="0">
                <a:latin typeface="Times New Roman" pitchFamily="18" charset="0"/>
                <a:ea typeface="黑体" pitchFamily="49" charset="-122"/>
              </a:rPr>
              <a:t>+ </a:t>
            </a:r>
            <a:r>
              <a:rPr lang="en-US" altLang="zh-CN" sz="3200">
                <a:latin typeface="Times New Roman" pitchFamily="18" charset="0"/>
                <a:ea typeface="黑体" pitchFamily="49" charset="-122"/>
              </a:rPr>
              <a:t>a</a:t>
            </a:r>
            <a:r>
              <a:rPr lang="en-US" altLang="zh-CN" sz="3200" i="0" baseline="-25000">
                <a:latin typeface="Times New Roman" pitchFamily="18" charset="0"/>
                <a:ea typeface="黑体" pitchFamily="49" charset="-122"/>
              </a:rPr>
              <a:t>1</a:t>
            </a:r>
            <a:r>
              <a:rPr lang="en-US" altLang="zh-CN" sz="3200">
                <a:latin typeface="Times New Roman" pitchFamily="18" charset="0"/>
                <a:ea typeface="黑体" pitchFamily="49" charset="-122"/>
              </a:rPr>
              <a:t>x</a:t>
            </a:r>
            <a:endParaRPr lang="zh-CN" altLang="en-US" sz="3200" baseline="30000">
              <a:latin typeface="Times New Roman" pitchFamily="18" charset="0"/>
              <a:ea typeface="黑体" pitchFamily="49" charset="-122"/>
            </a:endParaRPr>
          </a:p>
        </p:txBody>
      </p:sp>
      <p:graphicFrame>
        <p:nvGraphicFramePr>
          <p:cNvPr id="803847" name="Object 7"/>
          <p:cNvGraphicFramePr>
            <a:graphicFrameLocks noChangeAspect="1"/>
          </p:cNvGraphicFramePr>
          <p:nvPr/>
        </p:nvGraphicFramePr>
        <p:xfrm>
          <a:off x="6753225" y="3644900"/>
          <a:ext cx="2640013" cy="1282700"/>
        </p:xfrm>
        <a:graphic>
          <a:graphicData uri="http://schemas.openxmlformats.org/presentationml/2006/ole">
            <mc:AlternateContent xmlns:mc="http://schemas.openxmlformats.org/markup-compatibility/2006">
              <mc:Choice xmlns:v="urn:schemas-microsoft-com:vml" Requires="v">
                <p:oleObj spid="_x0000_s25633" name="Equation" r:id="rId5" imgW="1040948" imgH="482391" progId="Equation.3">
                  <p:embed/>
                </p:oleObj>
              </mc:Choice>
              <mc:Fallback>
                <p:oleObj name="Equation" r:id="rId5" imgW="1040948" imgH="482391"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3225" y="3644900"/>
                        <a:ext cx="2640013" cy="1282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8" name="Rectangle 8"/>
          <p:cNvSpPr>
            <a:spLocks noChangeArrowheads="1"/>
          </p:cNvSpPr>
          <p:nvPr/>
        </p:nvSpPr>
        <p:spPr bwMode="auto">
          <a:xfrm>
            <a:off x="560388" y="1196975"/>
            <a:ext cx="88201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下面我们从最简单的情形着手，介绍如何构造这种插值函数，并在一定条件下讨论插值得到的函数与被插函数的误差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03846"/>
                                        </p:tgtEl>
                                        <p:attrNameLst>
                                          <p:attrName>style.visibility</p:attrName>
                                        </p:attrNameLst>
                                      </p:cBhvr>
                                      <p:to>
                                        <p:strVal val="visible"/>
                                      </p:to>
                                    </p:set>
                                    <p:animEffect transition="in" filter="blinds(horizontal)">
                                      <p:cBhvr>
                                        <p:cTn id="7" dur="500"/>
                                        <p:tgtEl>
                                          <p:spTgt spid="803846"/>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803847"/>
                                        </p:tgtEl>
                                        <p:attrNameLst>
                                          <p:attrName>style.visibility</p:attrName>
                                        </p:attrNameLst>
                                      </p:cBhvr>
                                      <p:to>
                                        <p:strVal val="visible"/>
                                      </p:to>
                                    </p:set>
                                    <p:animEffect transition="in" filter="dissolve">
                                      <p:cBhvr>
                                        <p:cTn id="11" dur="500"/>
                                        <p:tgtEl>
                                          <p:spTgt spid="803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38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729BEC8-8A9B-47A3-B087-6F9BAB60AFAB}" type="slidenum">
              <a:rPr lang="zh-CN" altLang="en-US" b="0" i="0" smtClean="0"/>
              <a:pPr/>
              <a:t>8</a:t>
            </a:fld>
            <a:endParaRPr lang="en-US" altLang="zh-CN" b="0" i="0" smtClean="0"/>
          </a:p>
        </p:txBody>
      </p:sp>
      <p:sp>
        <p:nvSpPr>
          <p:cNvPr id="266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E758315-261C-4204-9238-4F9CE4111C1C}" type="datetime1">
              <a:rPr lang="zh-CN" altLang="en-US" sz="1800" i="0" smtClean="0"/>
              <a:pPr/>
              <a:t>2024/10/20</a:t>
            </a:fld>
            <a:endParaRPr lang="en-US" altLang="zh-CN" sz="1800" i="0" smtClean="0"/>
          </a:p>
        </p:txBody>
      </p:sp>
      <p:sp>
        <p:nvSpPr>
          <p:cNvPr id="26628" name="Rectangle 2"/>
          <p:cNvSpPr>
            <a:spLocks noGrp="1" noChangeArrowheads="1"/>
          </p:cNvSpPr>
          <p:nvPr>
            <p:ph type="body" idx="1"/>
          </p:nvPr>
        </p:nvSpPr>
        <p:spPr>
          <a:xfrm>
            <a:off x="685800" y="4953000"/>
            <a:ext cx="3962400" cy="443198"/>
          </a:xfrm>
        </p:spPr>
        <p:txBody>
          <a:bodyPr/>
          <a:lstStyle/>
          <a:p>
            <a:r>
              <a:rPr lang="en-US" altLang="zh-CN" sz="3200" dirty="0" smtClean="0"/>
              <a:t>P</a:t>
            </a:r>
            <a:r>
              <a:rPr lang="en-US" altLang="zh-CN" sz="3200" baseline="-25000" dirty="0" smtClean="0"/>
              <a:t>2</a:t>
            </a:r>
            <a:r>
              <a:rPr lang="en-US" altLang="zh-CN" sz="3200" dirty="0" smtClean="0"/>
              <a:t>(x)= </a:t>
            </a:r>
            <a:r>
              <a:rPr lang="en-US" altLang="zh-CN" sz="3200" i="1" dirty="0" smtClean="0"/>
              <a:t>a</a:t>
            </a:r>
            <a:r>
              <a:rPr lang="en-US" altLang="zh-CN" sz="3200" baseline="-25000" dirty="0" smtClean="0"/>
              <a:t>0 </a:t>
            </a:r>
            <a:r>
              <a:rPr lang="en-US" altLang="zh-CN" sz="3200" dirty="0" smtClean="0"/>
              <a:t>+ </a:t>
            </a:r>
            <a:r>
              <a:rPr lang="en-US" altLang="zh-CN" sz="3200" i="1" dirty="0" smtClean="0"/>
              <a:t>a</a:t>
            </a:r>
            <a:r>
              <a:rPr lang="en-US" altLang="zh-CN" sz="3200" baseline="-25000" dirty="0" smtClean="0"/>
              <a:t>1</a:t>
            </a:r>
            <a:r>
              <a:rPr lang="en-US" altLang="zh-CN" sz="3200" i="1" dirty="0" smtClean="0"/>
              <a:t>x </a:t>
            </a:r>
            <a:r>
              <a:rPr lang="en-US" altLang="zh-CN" dirty="0" smtClean="0"/>
              <a:t>+ </a:t>
            </a:r>
            <a:r>
              <a:rPr lang="en-US" altLang="zh-CN" i="1" dirty="0" smtClean="0"/>
              <a:t>a</a:t>
            </a:r>
            <a:r>
              <a:rPr lang="en-US" altLang="zh-CN" baseline="-25000" dirty="0" smtClean="0"/>
              <a:t>2</a:t>
            </a:r>
            <a:r>
              <a:rPr lang="en-US" altLang="zh-CN" i="1" dirty="0" smtClean="0"/>
              <a:t>x</a:t>
            </a:r>
            <a:r>
              <a:rPr lang="en-US" altLang="zh-CN" i="1" baseline="30000" dirty="0" smtClean="0"/>
              <a:t>2</a:t>
            </a:r>
            <a:endParaRPr lang="zh-CN" altLang="en-US" i="1" baseline="30000" dirty="0" smtClean="0"/>
          </a:p>
        </p:txBody>
      </p:sp>
      <p:graphicFrame>
        <p:nvGraphicFramePr>
          <p:cNvPr id="692228" name="Object 4"/>
          <p:cNvGraphicFramePr>
            <a:graphicFrameLocks noChangeAspect="1"/>
          </p:cNvGraphicFramePr>
          <p:nvPr/>
        </p:nvGraphicFramePr>
        <p:xfrm>
          <a:off x="4876800" y="4495800"/>
          <a:ext cx="3927475" cy="2228850"/>
        </p:xfrm>
        <a:graphic>
          <a:graphicData uri="http://schemas.openxmlformats.org/presentationml/2006/ole">
            <mc:AlternateContent xmlns:mc="http://schemas.openxmlformats.org/markup-compatibility/2006">
              <mc:Choice xmlns:v="urn:schemas-microsoft-com:vml" Requires="v">
                <p:oleObj spid="_x0000_s26679" name="Equation" r:id="rId4" imgW="1549400" imgH="838200" progId="Equation.3">
                  <p:embed/>
                </p:oleObj>
              </mc:Choice>
              <mc:Fallback>
                <p:oleObj name="Equation" r:id="rId4" imgW="1549400" imgH="838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4495800"/>
                        <a:ext cx="3927475" cy="222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0" name="Object 5"/>
          <p:cNvGraphicFramePr>
            <a:graphicFrameLocks noChangeAspect="1"/>
          </p:cNvGraphicFramePr>
          <p:nvPr/>
        </p:nvGraphicFramePr>
        <p:xfrm>
          <a:off x="1219200" y="304800"/>
          <a:ext cx="7696200" cy="4114800"/>
        </p:xfrm>
        <a:graphic>
          <a:graphicData uri="http://schemas.openxmlformats.org/presentationml/2006/ole">
            <mc:AlternateContent xmlns:mc="http://schemas.openxmlformats.org/markup-compatibility/2006">
              <mc:Choice xmlns:v="urn:schemas-microsoft-com:vml" Requires="v">
                <p:oleObj spid="_x0000_s26680" name="位图图像" r:id="rId6" imgW="3505689" imgH="2104762" progId="Paint.Picture">
                  <p:embed/>
                </p:oleObj>
              </mc:Choice>
              <mc:Fallback>
                <p:oleObj name="位图图像" r:id="rId6" imgW="3505689" imgH="2104762" progId="Paint.Picture">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9200" y="304800"/>
                        <a:ext cx="7696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92228"/>
                                        </p:tgtEl>
                                        <p:attrNameLst>
                                          <p:attrName>style.visibility</p:attrName>
                                        </p:attrNameLst>
                                      </p:cBhvr>
                                      <p:to>
                                        <p:strVal val="visible"/>
                                      </p:to>
                                    </p:set>
                                    <p:animEffect transition="in" filter="dissolve">
                                      <p:cBhvr>
                                        <p:cTn id="7" dur="500"/>
                                        <p:tgtEl>
                                          <p:spTgt spid="692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27651" name="内容占位符 2"/>
          <p:cNvSpPr>
            <a:spLocks noGrp="1"/>
          </p:cNvSpPr>
          <p:nvPr>
            <p:ph idx="1"/>
          </p:nvPr>
        </p:nvSpPr>
        <p:spPr>
          <a:xfrm>
            <a:off x="650875" y="1143000"/>
            <a:ext cx="8820150" cy="1852613"/>
          </a:xfrm>
        </p:spPr>
        <p:txBody>
          <a:bodyPr/>
          <a:lstStyle/>
          <a:p>
            <a:r>
              <a:rPr lang="zh-CN" altLang="en-US" smtClean="0">
                <a:latin typeface="楷体_GB2312" pitchFamily="49" charset="-122"/>
              </a:rPr>
              <a:t>当</a:t>
            </a:r>
            <a:r>
              <a:rPr lang="en-US" altLang="zh-CN" smtClean="0">
                <a:latin typeface="楷体_GB2312" pitchFamily="49" charset="-122"/>
              </a:rPr>
              <a:t>n</a:t>
            </a:r>
            <a:r>
              <a:rPr lang="zh-CN" altLang="en-US" smtClean="0">
                <a:latin typeface="楷体_GB2312" pitchFamily="49" charset="-122"/>
              </a:rPr>
              <a:t>较大时解方程组的计算量</a:t>
            </a:r>
            <a:r>
              <a:rPr lang="zh-CN" altLang="en-US" smtClean="0"/>
              <a:t>较大，而且方程组可能是病态方程组</a:t>
            </a:r>
            <a:r>
              <a:rPr lang="en-US" altLang="zh-CN" smtClean="0"/>
              <a:t>,</a:t>
            </a:r>
            <a:r>
              <a:rPr lang="zh-CN" altLang="en-US" smtClean="0"/>
              <a:t>当阶数</a:t>
            </a:r>
            <a:r>
              <a:rPr lang="en-US" altLang="zh-CN" smtClean="0"/>
              <a:t>n</a:t>
            </a:r>
            <a:r>
              <a:rPr lang="zh-CN" altLang="en-US" smtClean="0"/>
              <a:t>越高时，  病态越重。</a:t>
            </a:r>
          </a:p>
          <a:p>
            <a:endParaRPr lang="zh-CN" altLang="en-US" smtClean="0">
              <a:latin typeface="楷体_GB2312" pitchFamily="49" charset="-122"/>
            </a:endParaRPr>
          </a:p>
          <a:p>
            <a:endParaRPr lang="zh-CN" altLang="en-US" smtClean="0"/>
          </a:p>
        </p:txBody>
      </p:sp>
      <p:sp>
        <p:nvSpPr>
          <p:cNvPr id="2765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EBA0F5E-2F4D-43EB-AF16-05B81A65FE22}" type="slidenum">
              <a:rPr lang="zh-CN" altLang="en-US" b="0" i="0" smtClean="0"/>
              <a:pPr/>
              <a:t>9</a:t>
            </a:fld>
            <a:endParaRPr lang="en-US" altLang="zh-CN" b="0" i="0" smtClean="0"/>
          </a:p>
        </p:txBody>
      </p:sp>
      <p:sp>
        <p:nvSpPr>
          <p:cNvPr id="2765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161AFAC-4322-4007-B3C4-DF18220658C5}" type="datetime1">
              <a:rPr lang="zh-CN" altLang="en-US" sz="1800" i="0" smtClean="0"/>
              <a:pPr/>
              <a:t>2024/10/20</a:t>
            </a:fld>
            <a:endParaRPr lang="en-US" altLang="zh-CN" sz="1800" i="0" smtClean="0"/>
          </a:p>
        </p:txBody>
      </p:sp>
      <p:graphicFrame>
        <p:nvGraphicFramePr>
          <p:cNvPr id="6" name="Object 12"/>
          <p:cNvGraphicFramePr>
            <a:graphicFrameLocks noChangeAspect="1"/>
          </p:cNvGraphicFramePr>
          <p:nvPr/>
        </p:nvGraphicFramePr>
        <p:xfrm>
          <a:off x="6084888" y="1987550"/>
          <a:ext cx="2479675" cy="3529013"/>
        </p:xfrm>
        <a:graphic>
          <a:graphicData uri="http://schemas.openxmlformats.org/presentationml/2006/ole">
            <mc:AlternateContent xmlns:mc="http://schemas.openxmlformats.org/markup-compatibility/2006">
              <mc:Choice xmlns:v="urn:schemas-microsoft-com:vml" Requires="v">
                <p:oleObj spid="_x0000_s27680" r:id="rId3" imgW="3848100" imgH="5478463" progId="">
                  <p:embed/>
                </p:oleObj>
              </mc:Choice>
              <mc:Fallback>
                <p:oleObj r:id="rId3" imgW="3848100" imgH="5478463" progId="">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888" y="1987550"/>
                        <a:ext cx="2479675" cy="3529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AutoShape 9"/>
          <p:cNvSpPr>
            <a:spLocks noChangeArrowheads="1"/>
          </p:cNvSpPr>
          <p:nvPr/>
        </p:nvSpPr>
        <p:spPr bwMode="auto">
          <a:xfrm>
            <a:off x="250825" y="3284538"/>
            <a:ext cx="5545138" cy="2016125"/>
          </a:xfrm>
          <a:prstGeom prst="cloudCallout">
            <a:avLst>
              <a:gd name="adj1" fmla="val 65917"/>
              <a:gd name="adj2" fmla="val -68898"/>
            </a:avLst>
          </a:prstGeom>
          <a:gradFill rotWithShape="1">
            <a:gsLst>
              <a:gs pos="0">
                <a:srgbClr val="FFFF66"/>
              </a:gs>
              <a:gs pos="100000">
                <a:schemeClr val="bg1"/>
              </a:gs>
            </a:gsLst>
            <a:lin ang="5400000" scaled="1"/>
          </a:gradFill>
          <a:ln w="9525">
            <a:solidFill>
              <a:srgbClr val="FF0000"/>
            </a:solidFill>
            <a:round/>
            <a:headEnd/>
            <a:tailEnd/>
          </a:ln>
          <a:effectLst>
            <a:prstShdw prst="shdw17" dist="17961" dir="2700000">
              <a:srgbClr val="990000"/>
            </a:prstShdw>
          </a:effectLst>
        </p:spPr>
        <p:txBody>
          <a:bodyPr/>
          <a:lstStyle/>
          <a:p>
            <a:pPr>
              <a:lnSpc>
                <a:spcPct val="140000"/>
              </a:lnSpc>
              <a:spcBef>
                <a:spcPct val="50000"/>
              </a:spcBef>
            </a:pPr>
            <a:r>
              <a:rPr lang="zh-CN" altLang="en-US" sz="2400"/>
              <a:t>怎样可以不通过求解方程组而获得插值多项式呢</a:t>
            </a:r>
            <a:r>
              <a:rPr lang="en-US" altLang="zh-CN" sz="2400"/>
              <a:t>?</a:t>
            </a:r>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5"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28675" name="内容占位符 2"/>
          <p:cNvSpPr>
            <a:spLocks noGrp="1"/>
          </p:cNvSpPr>
          <p:nvPr>
            <p:ph idx="1"/>
          </p:nvPr>
        </p:nvSpPr>
        <p:spPr/>
        <p:txBody>
          <a:bodyPr/>
          <a:lstStyle/>
          <a:p>
            <a:endParaRPr lang="zh-CN" altLang="en-US" smtClean="0"/>
          </a:p>
        </p:txBody>
      </p:sp>
      <p:sp>
        <p:nvSpPr>
          <p:cNvPr id="2867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38592CA-2108-4920-A7F0-FA5B6AAD95D3}" type="slidenum">
              <a:rPr lang="zh-CN" altLang="en-US" b="0" i="0" smtClean="0"/>
              <a:pPr/>
              <a:t>10</a:t>
            </a:fld>
            <a:endParaRPr lang="en-US" altLang="zh-CN" b="0" i="0" smtClean="0"/>
          </a:p>
        </p:txBody>
      </p:sp>
      <p:sp>
        <p:nvSpPr>
          <p:cNvPr id="2867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2564164-9215-4AA8-B6A8-43C6AA94A454}" type="datetime1">
              <a:rPr lang="zh-CN" altLang="en-US" sz="1800" i="0" smtClean="0"/>
              <a:pPr/>
              <a:t>2024/10/20</a:t>
            </a:fld>
            <a:endParaRPr lang="en-US" altLang="zh-CN" sz="1800" i="0" smtClean="0"/>
          </a:p>
        </p:txBody>
      </p:sp>
      <p:sp>
        <p:nvSpPr>
          <p:cNvPr id="9" name="AutoShape 5"/>
          <p:cNvSpPr>
            <a:spLocks noChangeArrowheads="1"/>
          </p:cNvSpPr>
          <p:nvPr/>
        </p:nvSpPr>
        <p:spPr bwMode="auto">
          <a:xfrm>
            <a:off x="250825" y="2060575"/>
            <a:ext cx="838200" cy="2732088"/>
          </a:xfrm>
          <a:prstGeom prst="verticalScroll">
            <a:avLst>
              <a:gd name="adj" fmla="val 12500"/>
            </a:avLst>
          </a:prstGeom>
          <a:solidFill>
            <a:srgbClr val="FFCCFF"/>
          </a:solidFill>
          <a:ln w="9525">
            <a:solidFill>
              <a:srgbClr val="007572"/>
            </a:solidFill>
            <a:round/>
            <a:headEnd/>
            <a:tailEnd/>
          </a:ln>
        </p:spPr>
        <p:txBody>
          <a:bodyPr vert="eaVert" wrap="none" anchor="ctr"/>
          <a:lstStyle/>
          <a:p>
            <a:pPr eaLnBrk="1" fontAlgn="auto" hangingPunct="1">
              <a:spcBef>
                <a:spcPts val="0"/>
              </a:spcBef>
              <a:spcAft>
                <a:spcPts val="0"/>
              </a:spcAft>
              <a:defRPr/>
            </a:pPr>
            <a:r>
              <a:rPr lang="zh-CN" altLang="en-US" sz="2800" i="0" kern="0" dirty="0">
                <a:solidFill>
                  <a:srgbClr val="FF0000"/>
                </a:solidFill>
              </a:rPr>
              <a:t>代数插值</a:t>
            </a:r>
          </a:p>
        </p:txBody>
      </p:sp>
      <p:sp>
        <p:nvSpPr>
          <p:cNvPr id="10" name="AutoShape 6"/>
          <p:cNvSpPr>
            <a:spLocks noChangeArrowheads="1"/>
          </p:cNvSpPr>
          <p:nvPr/>
        </p:nvSpPr>
        <p:spPr bwMode="auto">
          <a:xfrm>
            <a:off x="990600" y="3048000"/>
            <a:ext cx="701675" cy="609600"/>
          </a:xfrm>
          <a:custGeom>
            <a:avLst/>
            <a:gdLst>
              <a:gd name="T0" fmla="*/ 526256 w 21600"/>
              <a:gd name="T1" fmla="*/ 0 h 21600"/>
              <a:gd name="T2" fmla="*/ 0 w 21600"/>
              <a:gd name="T3" fmla="*/ 304800 h 21600"/>
              <a:gd name="T4" fmla="*/ 526256 w 21600"/>
              <a:gd name="T5" fmla="*/ 609600 h 21600"/>
              <a:gd name="T6" fmla="*/ 701675 w 21600"/>
              <a:gd name="T7" fmla="*/ 3048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FF"/>
          </a:solidFill>
          <a:ln w="9525">
            <a:pattFill prst="smCheck">
              <a:fgClr>
                <a:srgbClr val="007572"/>
              </a:fgClr>
              <a:bgClr>
                <a:srgbClr val="FFFFFF"/>
              </a:bgClr>
            </a:pattFill>
            <a:miter lim="800000"/>
            <a:headEnd/>
            <a:tailEnd/>
          </a:ln>
        </p:spPr>
        <p:txBody>
          <a:bodyPr wrap="none" anchor="ct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11" name="Rectangle 7"/>
          <p:cNvSpPr>
            <a:spLocks noChangeArrowheads="1"/>
          </p:cNvSpPr>
          <p:nvPr/>
        </p:nvSpPr>
        <p:spPr bwMode="auto">
          <a:xfrm>
            <a:off x="1692275" y="2276475"/>
            <a:ext cx="7086600" cy="26162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marL="342900" indent="-342900" algn="l" eaLnBrk="1" fontAlgn="auto" hangingPunct="1">
              <a:spcBef>
                <a:spcPct val="20000"/>
              </a:spcBef>
              <a:spcAft>
                <a:spcPts val="0"/>
              </a:spcAft>
              <a:buClr>
                <a:srgbClr val="CC0066"/>
              </a:buClr>
              <a:buSzPct val="70000"/>
              <a:buFont typeface="Wingdings" pitchFamily="2" charset="2"/>
              <a:buChar char="v"/>
              <a:defRPr/>
            </a:pPr>
            <a:r>
              <a:rPr lang="zh-CN" altLang="en-US" sz="3200" i="0" kern="0" dirty="0">
                <a:solidFill>
                  <a:srgbClr val="800000"/>
                </a:solidFill>
              </a:rPr>
              <a:t>一</a:t>
            </a:r>
            <a:r>
              <a:rPr lang="zh-CN" altLang="en-US" sz="3200" i="0" kern="0" dirty="0" smtClean="0">
                <a:solidFill>
                  <a:srgbClr val="800000"/>
                </a:solidFill>
              </a:rPr>
              <a:t>、</a:t>
            </a:r>
            <a:r>
              <a:rPr lang="zh-CN" altLang="en-US" sz="3200" i="0" kern="0" dirty="0">
                <a:solidFill>
                  <a:srgbClr val="0033CC"/>
                </a:solidFill>
              </a:rPr>
              <a:t>插值多项式的常用构造</a:t>
            </a:r>
            <a:r>
              <a:rPr lang="zh-CN" altLang="en-US" sz="3200" i="0" kern="0" dirty="0" smtClean="0">
                <a:solidFill>
                  <a:srgbClr val="0033CC"/>
                </a:solidFill>
              </a:rPr>
              <a:t>方法？</a:t>
            </a:r>
            <a:endParaRPr lang="zh-CN" altLang="en-US" sz="3200" i="0" kern="0" dirty="0">
              <a:solidFill>
                <a:srgbClr val="800000"/>
              </a:solidFill>
            </a:endParaRPr>
          </a:p>
          <a:p>
            <a:pPr marL="342900" indent="-342900" algn="l" eaLnBrk="1" fontAlgn="auto" hangingPunct="1">
              <a:spcBef>
                <a:spcPct val="20000"/>
              </a:spcBef>
              <a:spcAft>
                <a:spcPts val="0"/>
              </a:spcAft>
              <a:buClr>
                <a:srgbClr val="CC0066"/>
              </a:buClr>
              <a:buSzPct val="70000"/>
              <a:buFont typeface="Wingdings" pitchFamily="2" charset="2"/>
              <a:buChar char="v"/>
              <a:defRPr/>
            </a:pPr>
            <a:r>
              <a:rPr lang="zh-CN" altLang="en-US" sz="3200" i="0" kern="0" dirty="0">
                <a:solidFill>
                  <a:srgbClr val="800000"/>
                </a:solidFill>
              </a:rPr>
              <a:t>二</a:t>
            </a:r>
            <a:r>
              <a:rPr lang="zh-CN" altLang="en-US" sz="3200" i="0" kern="0" dirty="0" smtClean="0">
                <a:solidFill>
                  <a:srgbClr val="800000"/>
                </a:solidFill>
              </a:rPr>
              <a:t>、</a:t>
            </a:r>
            <a:r>
              <a:rPr lang="zh-CN" altLang="en-US" sz="3200" i="0" kern="0" dirty="0">
                <a:solidFill>
                  <a:srgbClr val="0033CC"/>
                </a:solidFill>
              </a:rPr>
              <a:t>插值函数的误差如何估计？</a:t>
            </a:r>
            <a:endParaRPr lang="zh-CN" altLang="en-US" sz="3200" i="0" kern="0" dirty="0">
              <a:solidFill>
                <a:srgbClr val="800000"/>
              </a:solidFill>
            </a:endParaRPr>
          </a:p>
          <a:p>
            <a:pPr marL="342900" indent="-342900" algn="l" eaLnBrk="1" fontAlgn="auto" hangingPunct="1">
              <a:spcBef>
                <a:spcPct val="20000"/>
              </a:spcBef>
              <a:spcAft>
                <a:spcPts val="0"/>
              </a:spcAft>
              <a:buClr>
                <a:srgbClr val="CC0066"/>
              </a:buClr>
              <a:buSzPct val="70000"/>
              <a:buFont typeface="Wingdings" pitchFamily="2" charset="2"/>
              <a:buChar char="v"/>
              <a:defRPr/>
            </a:pPr>
            <a:r>
              <a:rPr lang="zh-CN" altLang="en-US" sz="3200" i="0" kern="0" dirty="0">
                <a:solidFill>
                  <a:srgbClr val="800000"/>
                </a:solidFill>
              </a:rPr>
              <a:t>三</a:t>
            </a:r>
            <a:r>
              <a:rPr lang="zh-CN" altLang="en-US" sz="3200" i="0" kern="0" dirty="0" smtClean="0">
                <a:solidFill>
                  <a:srgbClr val="800000"/>
                </a:solidFill>
              </a:rPr>
              <a:t>、</a:t>
            </a:r>
            <a:r>
              <a:rPr lang="zh-CN" altLang="en-US" sz="3200" i="0" kern="0" dirty="0" smtClean="0">
                <a:solidFill>
                  <a:srgbClr val="0033CC"/>
                </a:solidFill>
              </a:rPr>
              <a:t>插值</a:t>
            </a:r>
            <a:r>
              <a:rPr lang="zh-CN" altLang="en-US" sz="3200" i="0" kern="0" dirty="0">
                <a:solidFill>
                  <a:srgbClr val="0033CC"/>
                </a:solidFill>
              </a:rPr>
              <a:t>问题解的存在唯一性？</a:t>
            </a:r>
            <a:endParaRPr lang="zh-CN" altLang="en-US" sz="3200" i="0" kern="0" dirty="0">
              <a:solidFill>
                <a:srgbClr val="8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ppt_w</p:attrName>
                                        </p:attrNameLst>
                                      </p:cBhvr>
                                      <p:tavLst>
                                        <p:tav tm="0">
                                          <p:val>
                                            <p:fltVal val="0"/>
                                          </p:val>
                                        </p:tav>
                                        <p:tav tm="100000">
                                          <p:val>
                                            <p:strVal val="#ppt_w"/>
                                          </p:val>
                                        </p:tav>
                                      </p:tavLst>
                                    </p:anim>
                                    <p:anim calcmode="lin" valueType="num">
                                      <p:cBhvr>
                                        <p:cTn id="16" dur="500" fill="hold"/>
                                        <p:tgtEl>
                                          <p:spTgt spid="10"/>
                                        </p:tgtEl>
                                        <p:attrNameLst>
                                          <p:attrName>ppt_h</p:attrName>
                                        </p:attrNameLst>
                                      </p:cBhvr>
                                      <p:tavLst>
                                        <p:tav tm="0">
                                          <p:val>
                                            <p:fltVal val="0"/>
                                          </p:val>
                                        </p:tav>
                                        <p:tav tm="100000">
                                          <p:val>
                                            <p:strVal val="#ppt_h"/>
                                          </p:val>
                                        </p:tav>
                                      </p:tavLst>
                                    </p:anim>
                                    <p:anim calcmode="lin" valueType="num">
                                      <p:cBhvr>
                                        <p:cTn id="17" dur="500" fill="hold"/>
                                        <p:tgtEl>
                                          <p:spTgt spid="10"/>
                                        </p:tgtEl>
                                        <p:attrNameLst>
                                          <p:attrName>style.rotation</p:attrName>
                                        </p:attrNameLst>
                                      </p:cBhvr>
                                      <p:tavLst>
                                        <p:tav tm="0">
                                          <p:val>
                                            <p:fltVal val="360"/>
                                          </p:val>
                                        </p:tav>
                                        <p:tav tm="100000">
                                          <p:val>
                                            <p:fltVal val="0"/>
                                          </p:val>
                                        </p:tav>
                                      </p:tavLst>
                                    </p:anim>
                                    <p:animEffect transition="in" filter="fade">
                                      <p:cBhvr>
                                        <p:cTn id="18" dur="500"/>
                                        <p:tgtEl>
                                          <p:spTgt spid="1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5D4F2A7-0BC5-4424-8F29-CBA44BECA71A}" type="slidenum">
              <a:rPr lang="zh-CN" altLang="en-US" b="0" i="0" smtClean="0"/>
              <a:pPr/>
              <a:t>11</a:t>
            </a:fld>
            <a:endParaRPr lang="en-US" altLang="zh-CN" b="0" i="0" smtClean="0"/>
          </a:p>
        </p:txBody>
      </p:sp>
      <p:sp>
        <p:nvSpPr>
          <p:cNvPr id="29699"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7E40926-4C38-4857-8E8D-E07048111981}" type="datetime1">
              <a:rPr lang="zh-CN" altLang="en-US" sz="1800" i="0" smtClean="0"/>
              <a:pPr/>
              <a:t>2024/10/20</a:t>
            </a:fld>
            <a:endParaRPr lang="en-US" altLang="zh-CN" sz="1800" i="0" smtClean="0"/>
          </a:p>
        </p:txBody>
      </p:sp>
      <p:grpSp>
        <p:nvGrpSpPr>
          <p:cNvPr id="29700" name="Group 2"/>
          <p:cNvGrpSpPr>
            <a:grpSpLocks/>
          </p:cNvGrpSpPr>
          <p:nvPr/>
        </p:nvGrpSpPr>
        <p:grpSpPr bwMode="auto">
          <a:xfrm>
            <a:off x="601663" y="2036763"/>
            <a:ext cx="8607425" cy="2608262"/>
            <a:chOff x="350" y="1283"/>
            <a:chExt cx="5005" cy="1643"/>
          </a:xfrm>
        </p:grpSpPr>
        <p:sp>
          <p:nvSpPr>
            <p:cNvPr id="29702" name="Rectangle 3"/>
            <p:cNvSpPr>
              <a:spLocks noChangeArrowheads="1"/>
            </p:cNvSpPr>
            <p:nvPr/>
          </p:nvSpPr>
          <p:spPr bwMode="auto">
            <a:xfrm>
              <a:off x="483" y="1325"/>
              <a:ext cx="4780" cy="156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29703"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9704"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9705" name="AutoShape 6"/>
            <p:cNvSpPr>
              <a:spLocks noChangeArrowheads="1"/>
            </p:cNvSpPr>
            <p:nvPr/>
          </p:nvSpPr>
          <p:spPr bwMode="auto">
            <a:xfrm>
              <a:off x="377" y="1283"/>
              <a:ext cx="4974"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9706" name="AutoShape 7"/>
            <p:cNvSpPr>
              <a:spLocks noChangeArrowheads="1"/>
            </p:cNvSpPr>
            <p:nvPr/>
          </p:nvSpPr>
          <p:spPr bwMode="auto">
            <a:xfrm flipV="1">
              <a:off x="350" y="2828"/>
              <a:ext cx="5005"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9707"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356361" name="Rectangle 9"/>
          <p:cNvSpPr>
            <a:spLocks noChangeArrowheads="1"/>
          </p:cNvSpPr>
          <p:nvPr/>
        </p:nvSpPr>
        <p:spPr bwMode="auto">
          <a:xfrm>
            <a:off x="660400" y="2438400"/>
            <a:ext cx="8216900" cy="1841500"/>
          </a:xfrm>
          <a:prstGeom prst="rect">
            <a:avLst/>
          </a:prstGeom>
          <a:noFill/>
          <a:ln w="12700">
            <a:noFill/>
            <a:miter lim="800000"/>
            <a:headEnd/>
            <a:tailEnd/>
          </a:ln>
          <a:effectLst>
            <a:outerShdw dist="17961" dir="2700000" algn="ctr" rotWithShape="0">
              <a:srgbClr val="354281"/>
            </a:outerShdw>
          </a:effectLst>
        </p:spPr>
        <p:txBody>
          <a:bodyPr lIns="0" tIns="0" rIns="0" bIns="0">
            <a:spAutoFit/>
          </a:bodyPr>
          <a:lstStyle/>
          <a:p>
            <a:pPr marL="290513" indent="-290513" defTabSz="915988">
              <a:lnSpc>
                <a:spcPct val="85000"/>
              </a:lnSpc>
              <a:spcBef>
                <a:spcPct val="35000"/>
              </a:spcBef>
              <a:buClr>
                <a:srgbClr val="FF0000"/>
              </a:buClr>
              <a:buSzPct val="95000"/>
              <a:defRPr/>
            </a:pPr>
            <a:r>
              <a:rPr lang="zh-CN" altLang="en-US" sz="5400" i="0">
                <a:solidFill>
                  <a:schemeClr val="bg1"/>
                </a:solidFill>
                <a:effectLst>
                  <a:outerShdw blurRad="38100" dist="38100" dir="2700000" algn="tl">
                    <a:srgbClr val="C0C0C0"/>
                  </a:outerShdw>
                </a:effectLst>
              </a:rPr>
              <a:t>§1</a:t>
            </a:r>
            <a:r>
              <a:rPr lang="zh-CN" altLang="en-US" sz="6600" i="0">
                <a:solidFill>
                  <a:schemeClr val="bg1"/>
                </a:solidFill>
                <a:effectLst>
                  <a:outerShdw blurRad="38100" dist="38100" dir="2700000" algn="tl">
                    <a:srgbClr val="C0C0C0"/>
                  </a:outerShdw>
                </a:effectLst>
              </a:rPr>
              <a:t>  </a:t>
            </a:r>
            <a:r>
              <a:rPr lang="zh-CN" altLang="en-US" sz="5400" i="0">
                <a:solidFill>
                  <a:schemeClr val="bg1"/>
                </a:solidFill>
                <a:effectLst>
                  <a:outerShdw blurRad="38100" dist="38100" dir="2700000" algn="tl">
                    <a:srgbClr val="C0C0C0"/>
                  </a:outerShdw>
                </a:effectLst>
              </a:rPr>
              <a:t>不等距条件下的</a:t>
            </a:r>
          </a:p>
          <a:p>
            <a:pPr marL="290513" indent="-290513" defTabSz="915988">
              <a:lnSpc>
                <a:spcPct val="85000"/>
              </a:lnSpc>
              <a:spcBef>
                <a:spcPct val="35000"/>
              </a:spcBef>
              <a:buClr>
                <a:srgbClr val="FF0000"/>
              </a:buClr>
              <a:buSzPct val="95000"/>
              <a:defRPr/>
            </a:pPr>
            <a:r>
              <a:rPr lang="zh-CN" altLang="en-US" sz="5400" i="0">
                <a:solidFill>
                  <a:schemeClr val="bg1"/>
                </a:solidFill>
                <a:effectLst>
                  <a:outerShdw blurRad="38100" dist="38100" dir="2700000" algn="tl">
                    <a:srgbClr val="C0C0C0"/>
                  </a:outerShdw>
                </a:effectLst>
              </a:rPr>
              <a:t>牛顿基本差商公式</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E818492-D4AF-4E6D-A81E-6EE0D264225C}" type="slidenum">
              <a:rPr lang="zh-CN" altLang="en-US" b="0" i="0" smtClean="0"/>
              <a:pPr/>
              <a:t>12</a:t>
            </a:fld>
            <a:endParaRPr lang="en-US" altLang="zh-CN" b="0" i="0" smtClean="0"/>
          </a:p>
        </p:txBody>
      </p:sp>
      <p:sp>
        <p:nvSpPr>
          <p:cNvPr id="3072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D9651C2-7056-4DDF-8094-015EA8B34EB6}" type="datetime1">
              <a:rPr lang="zh-CN" altLang="en-US" sz="1800" i="0" smtClean="0"/>
              <a:pPr/>
              <a:t>2024/10/20</a:t>
            </a:fld>
            <a:endParaRPr lang="en-US" altLang="zh-CN" sz="1800" i="0" smtClean="0"/>
          </a:p>
        </p:txBody>
      </p:sp>
      <p:sp>
        <p:nvSpPr>
          <p:cNvPr id="577538" name="Rectangle 2"/>
          <p:cNvSpPr>
            <a:spLocks noGrp="1" noChangeArrowheads="1"/>
          </p:cNvSpPr>
          <p:nvPr>
            <p:ph type="title"/>
          </p:nvPr>
        </p:nvSpPr>
        <p:spPr/>
        <p:txBody>
          <a:bodyPr/>
          <a:lstStyle/>
          <a:p>
            <a:pPr>
              <a:defRPr/>
            </a:pPr>
            <a:r>
              <a:rPr lang="zh-CN" altLang="en-US" smtClean="0"/>
              <a:t>§1.1  差  商</a:t>
            </a:r>
          </a:p>
        </p:txBody>
      </p:sp>
      <p:sp>
        <p:nvSpPr>
          <p:cNvPr id="30725" name="Rectangle 3"/>
          <p:cNvSpPr>
            <a:spLocks noGrp="1" noChangeArrowheads="1"/>
          </p:cNvSpPr>
          <p:nvPr>
            <p:ph type="body" idx="1"/>
          </p:nvPr>
        </p:nvSpPr>
        <p:spPr>
          <a:xfrm>
            <a:off x="650875" y="1143000"/>
            <a:ext cx="8820150" cy="2176463"/>
          </a:xfrm>
        </p:spPr>
        <p:txBody>
          <a:bodyPr/>
          <a:lstStyle/>
          <a:p>
            <a:pPr>
              <a:lnSpc>
                <a:spcPct val="100000"/>
              </a:lnSpc>
            </a:pPr>
            <a:r>
              <a:rPr lang="zh-CN" altLang="en-US" smtClean="0"/>
              <a:t>差商(也叫均差)的定义</a:t>
            </a:r>
          </a:p>
          <a:p>
            <a:pPr lvl="1">
              <a:lnSpc>
                <a:spcPct val="100000"/>
              </a:lnSpc>
            </a:pPr>
            <a:r>
              <a:rPr lang="en-US" altLang="zh-CN" i="1" smtClean="0"/>
              <a:t>f</a:t>
            </a:r>
            <a:r>
              <a:rPr lang="en-US" altLang="zh-CN" smtClean="0"/>
              <a:t>(</a:t>
            </a:r>
            <a:r>
              <a:rPr lang="en-US" altLang="zh-CN" i="1" smtClean="0"/>
              <a:t>x</a:t>
            </a:r>
            <a:r>
              <a:rPr lang="en-US" altLang="zh-CN" smtClean="0"/>
              <a:t>)</a:t>
            </a:r>
            <a:r>
              <a:rPr lang="zh-CN" altLang="en-US" smtClean="0"/>
              <a:t>在</a:t>
            </a:r>
            <a:r>
              <a:rPr lang="en-US" altLang="zh-CN" i="1" smtClean="0"/>
              <a:t>x</a:t>
            </a:r>
            <a:r>
              <a:rPr lang="en-US" altLang="zh-CN" baseline="-25000" smtClean="0"/>
              <a:t>i</a:t>
            </a:r>
            <a:r>
              <a:rPr lang="zh-CN" altLang="en-US" smtClean="0"/>
              <a:t>点的零阶差商为</a:t>
            </a:r>
          </a:p>
          <a:p>
            <a:pPr lvl="1">
              <a:lnSpc>
                <a:spcPct val="100000"/>
              </a:lnSpc>
              <a:buFontTx/>
              <a:buNone/>
            </a:pPr>
            <a:r>
              <a:rPr lang="zh-CN" altLang="en-US" smtClean="0"/>
              <a:t>		 </a:t>
            </a:r>
            <a:r>
              <a:rPr lang="en-US" altLang="zh-CN" i="1" smtClean="0"/>
              <a:t>f</a:t>
            </a:r>
            <a:r>
              <a:rPr lang="en-US" altLang="zh-CN" smtClean="0"/>
              <a:t>[</a:t>
            </a:r>
            <a:r>
              <a:rPr lang="en-US" altLang="zh-CN" i="1" smtClean="0"/>
              <a:t>x</a:t>
            </a:r>
            <a:r>
              <a:rPr lang="en-US" altLang="zh-CN" baseline="-25000" smtClean="0"/>
              <a:t>i</a:t>
            </a:r>
            <a:r>
              <a:rPr lang="en-US" altLang="zh-CN" smtClean="0"/>
              <a:t>]= </a:t>
            </a:r>
            <a:r>
              <a:rPr lang="en-US" altLang="zh-CN" i="1" smtClean="0"/>
              <a:t>f</a:t>
            </a:r>
            <a:r>
              <a:rPr lang="en-US" altLang="zh-CN" smtClean="0"/>
              <a:t>(</a:t>
            </a:r>
            <a:r>
              <a:rPr lang="en-US" altLang="zh-CN" i="1" smtClean="0"/>
              <a:t>x</a:t>
            </a:r>
            <a:r>
              <a:rPr lang="en-US" altLang="zh-CN" baseline="-25000" smtClean="0"/>
              <a:t>i</a:t>
            </a:r>
            <a:r>
              <a:rPr lang="en-US" altLang="zh-CN" smtClean="0"/>
              <a:t>)           (</a:t>
            </a:r>
            <a:r>
              <a:rPr lang="en-US" altLang="zh-CN" i="1" smtClean="0"/>
              <a:t>i</a:t>
            </a:r>
            <a:r>
              <a:rPr lang="en-US" altLang="zh-CN" smtClean="0"/>
              <a:t>=0,1,2,…,n)</a:t>
            </a:r>
          </a:p>
          <a:p>
            <a:pPr lvl="1">
              <a:lnSpc>
                <a:spcPct val="100000"/>
              </a:lnSpc>
            </a:pPr>
            <a:r>
              <a:rPr lang="en-US" altLang="zh-CN" i="1" smtClean="0"/>
              <a:t>f</a:t>
            </a:r>
            <a:r>
              <a:rPr lang="en-US" altLang="zh-CN" smtClean="0"/>
              <a:t>(</a:t>
            </a:r>
            <a:r>
              <a:rPr lang="en-US" altLang="zh-CN" i="1" smtClean="0"/>
              <a:t>x</a:t>
            </a:r>
            <a:r>
              <a:rPr lang="en-US" altLang="zh-CN" smtClean="0"/>
              <a:t>)</a:t>
            </a:r>
            <a:r>
              <a:rPr lang="zh-CN" altLang="en-US" smtClean="0"/>
              <a:t>在[</a:t>
            </a:r>
            <a:r>
              <a:rPr lang="en-US" altLang="zh-CN" i="1" smtClean="0"/>
              <a:t>x</a:t>
            </a:r>
            <a:r>
              <a:rPr lang="en-US" altLang="zh-CN" baseline="-25000" smtClean="0"/>
              <a:t>i</a:t>
            </a:r>
            <a:r>
              <a:rPr lang="zh-CN" altLang="en-US" smtClean="0"/>
              <a:t>,</a:t>
            </a:r>
            <a:r>
              <a:rPr lang="en-US" altLang="zh-CN" i="1" smtClean="0"/>
              <a:t>x</a:t>
            </a:r>
            <a:r>
              <a:rPr lang="en-US" altLang="zh-CN" baseline="-25000" smtClean="0"/>
              <a:t>j</a:t>
            </a:r>
            <a:r>
              <a:rPr lang="en-US" altLang="zh-CN" smtClean="0"/>
              <a:t>]</a:t>
            </a:r>
            <a:r>
              <a:rPr lang="zh-CN" altLang="en-US" smtClean="0"/>
              <a:t>上的一阶差商为</a:t>
            </a:r>
          </a:p>
        </p:txBody>
      </p:sp>
      <p:graphicFrame>
        <p:nvGraphicFramePr>
          <p:cNvPr id="577540" name="Object 4"/>
          <p:cNvGraphicFramePr>
            <a:graphicFrameLocks noChangeAspect="1"/>
          </p:cNvGraphicFramePr>
          <p:nvPr/>
        </p:nvGraphicFramePr>
        <p:xfrm>
          <a:off x="1352550" y="3357563"/>
          <a:ext cx="7080250" cy="1295400"/>
        </p:xfrm>
        <a:graphic>
          <a:graphicData uri="http://schemas.openxmlformats.org/presentationml/2006/ole">
            <mc:AlternateContent xmlns:mc="http://schemas.openxmlformats.org/markup-compatibility/2006">
              <mc:Choice xmlns:v="urn:schemas-microsoft-com:vml" Requires="v">
                <p:oleObj spid="_x0000_s30751" name="Equation" r:id="rId3" imgW="2692400" imgH="469900" progId="Equation.3">
                  <p:embed/>
                </p:oleObj>
              </mc:Choice>
              <mc:Fallback>
                <p:oleObj name="Equation" r:id="rId3" imgW="2692400" imgH="469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550" y="3357563"/>
                        <a:ext cx="70802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77540"/>
                                        </p:tgtEl>
                                        <p:attrNameLst>
                                          <p:attrName>style.visibility</p:attrName>
                                        </p:attrNameLst>
                                      </p:cBhvr>
                                      <p:to>
                                        <p:strVal val="visible"/>
                                      </p:to>
                                    </p:set>
                                    <p:animEffect transition="in" filter="dissolve">
                                      <p:cBhvr>
                                        <p:cTn id="7" dur="500"/>
                                        <p:tgtEl>
                                          <p:spTgt spid="577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9074C44-B490-4402-828D-ABA14AB7C789}" type="slidenum">
              <a:rPr lang="zh-CN" altLang="en-US" b="0" i="0" smtClean="0"/>
              <a:pPr/>
              <a:t>13</a:t>
            </a:fld>
            <a:endParaRPr lang="en-US" altLang="zh-CN" b="0" i="0" smtClean="0"/>
          </a:p>
        </p:txBody>
      </p:sp>
      <p:sp>
        <p:nvSpPr>
          <p:cNvPr id="3174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F729C4B-05C0-405F-B33B-9B1C69F03028}" type="datetime1">
              <a:rPr lang="zh-CN" altLang="en-US" sz="1800" i="0" smtClean="0"/>
              <a:pPr/>
              <a:t>2024/10/20</a:t>
            </a:fld>
            <a:endParaRPr lang="en-US" altLang="zh-CN" sz="1800" i="0" smtClean="0"/>
          </a:p>
        </p:txBody>
      </p:sp>
      <p:sp>
        <p:nvSpPr>
          <p:cNvPr id="575490" name="Rectangle 2"/>
          <p:cNvSpPr>
            <a:spLocks noGrp="1" noChangeArrowheads="1"/>
          </p:cNvSpPr>
          <p:nvPr>
            <p:ph type="title"/>
          </p:nvPr>
        </p:nvSpPr>
        <p:spPr/>
        <p:txBody>
          <a:bodyPr/>
          <a:lstStyle/>
          <a:p>
            <a:pPr>
              <a:defRPr/>
            </a:pPr>
            <a:r>
              <a:rPr lang="zh-CN" altLang="en-US" smtClean="0"/>
              <a:t>§1.1  差  商</a:t>
            </a:r>
          </a:p>
        </p:txBody>
      </p:sp>
      <p:sp>
        <p:nvSpPr>
          <p:cNvPr id="31749" name="Rectangle 8"/>
          <p:cNvSpPr>
            <a:spLocks noGrp="1" noChangeArrowheads="1"/>
          </p:cNvSpPr>
          <p:nvPr>
            <p:ph type="body" idx="1"/>
          </p:nvPr>
        </p:nvSpPr>
        <p:spPr>
          <a:xfrm>
            <a:off x="762000" y="1139825"/>
            <a:ext cx="8362950" cy="876300"/>
          </a:xfrm>
        </p:spPr>
        <p:txBody>
          <a:bodyPr/>
          <a:lstStyle/>
          <a:p>
            <a:r>
              <a:rPr lang="en-US" altLang="zh-CN" sz="3200" i="1" smtClean="0"/>
              <a:t>f</a:t>
            </a:r>
            <a:r>
              <a:rPr lang="en-US" altLang="zh-CN" sz="3200" smtClean="0"/>
              <a:t>(</a:t>
            </a:r>
            <a:r>
              <a:rPr lang="en-US" altLang="zh-CN" sz="3200" i="1" smtClean="0"/>
              <a:t>x</a:t>
            </a:r>
            <a:r>
              <a:rPr lang="en-US" altLang="zh-CN" sz="3200" smtClean="0"/>
              <a:t>)</a:t>
            </a:r>
            <a:r>
              <a:rPr lang="zh-CN" altLang="en-US" sz="3200" smtClean="0"/>
              <a:t>在[</a:t>
            </a:r>
            <a:r>
              <a:rPr lang="en-US" altLang="zh-CN" sz="3200" i="1" smtClean="0"/>
              <a:t>x</a:t>
            </a:r>
            <a:r>
              <a:rPr lang="en-US" altLang="zh-CN" sz="3200" baseline="-25000" smtClean="0"/>
              <a:t>i</a:t>
            </a:r>
            <a:r>
              <a:rPr lang="zh-CN" altLang="en-US" sz="3200" smtClean="0"/>
              <a:t>,</a:t>
            </a:r>
            <a:r>
              <a:rPr lang="en-US" altLang="zh-CN" sz="3200" i="1" smtClean="0"/>
              <a:t>x</a:t>
            </a:r>
            <a:r>
              <a:rPr lang="en-US" altLang="zh-CN" sz="3200" baseline="-25000" smtClean="0"/>
              <a:t>j</a:t>
            </a:r>
            <a:r>
              <a:rPr lang="zh-CN" altLang="en-US" sz="3200" smtClean="0"/>
              <a:t>,</a:t>
            </a:r>
            <a:r>
              <a:rPr lang="en-US" altLang="zh-CN" sz="3200" i="1" smtClean="0"/>
              <a:t>x</a:t>
            </a:r>
            <a:r>
              <a:rPr lang="en-US" altLang="zh-CN" sz="3200" baseline="-25000" smtClean="0"/>
              <a:t>k</a:t>
            </a:r>
            <a:r>
              <a:rPr lang="en-US" altLang="zh-CN" sz="3200" smtClean="0"/>
              <a:t>]</a:t>
            </a:r>
            <a:r>
              <a:rPr lang="zh-CN" altLang="en-US" sz="3200" smtClean="0"/>
              <a:t>区间上一阶差商之差商为二阶差商</a:t>
            </a:r>
          </a:p>
        </p:txBody>
      </p:sp>
      <p:sp>
        <p:nvSpPr>
          <p:cNvPr id="575497" name="Rectangle 9"/>
          <p:cNvSpPr>
            <a:spLocks noChangeArrowheads="1"/>
          </p:cNvSpPr>
          <p:nvPr/>
        </p:nvSpPr>
        <p:spPr bwMode="auto">
          <a:xfrm>
            <a:off x="1168400" y="2058988"/>
            <a:ext cx="2281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i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j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k</a:t>
            </a:r>
            <a:r>
              <a:rPr lang="en-US" altLang="zh-CN" sz="3200" i="0">
                <a:latin typeface="Times New Roman" pitchFamily="18" charset="0"/>
              </a:rPr>
              <a:t>]=</a:t>
            </a:r>
            <a:endParaRPr lang="zh-CN" altLang="en-US" sz="3200" i="0">
              <a:latin typeface="Times New Roman" pitchFamily="18" charset="0"/>
            </a:endParaRPr>
          </a:p>
        </p:txBody>
      </p:sp>
      <p:sp>
        <p:nvSpPr>
          <p:cNvPr id="575498" name="Rectangle 10"/>
          <p:cNvSpPr>
            <a:spLocks noChangeArrowheads="1"/>
          </p:cNvSpPr>
          <p:nvPr/>
        </p:nvSpPr>
        <p:spPr bwMode="auto">
          <a:xfrm>
            <a:off x="3675063" y="1782763"/>
            <a:ext cx="30495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j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k</a:t>
            </a:r>
            <a:r>
              <a:rPr lang="en-US" altLang="zh-CN" sz="3200" i="0">
                <a:latin typeface="Times New Roman" pitchFamily="18" charset="0"/>
              </a:rPr>
              <a:t>]- </a:t>
            </a:r>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i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j </a:t>
            </a:r>
            <a:r>
              <a:rPr lang="en-US" altLang="zh-CN" sz="3200" i="0">
                <a:latin typeface="Times New Roman" pitchFamily="18" charset="0"/>
              </a:rPr>
              <a:t>]</a:t>
            </a:r>
            <a:endParaRPr lang="zh-CN" altLang="en-US" sz="3200" i="0">
              <a:latin typeface="Times New Roman" pitchFamily="18" charset="0"/>
            </a:endParaRPr>
          </a:p>
        </p:txBody>
      </p:sp>
      <p:sp>
        <p:nvSpPr>
          <p:cNvPr id="575499" name="Line 11"/>
          <p:cNvSpPr>
            <a:spLocks noChangeShapeType="1"/>
          </p:cNvSpPr>
          <p:nvPr/>
        </p:nvSpPr>
        <p:spPr bwMode="auto">
          <a:xfrm>
            <a:off x="3698875" y="2439988"/>
            <a:ext cx="297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5500" name="Rectangle 12"/>
          <p:cNvSpPr>
            <a:spLocks noChangeArrowheads="1"/>
          </p:cNvSpPr>
          <p:nvPr/>
        </p:nvSpPr>
        <p:spPr bwMode="auto">
          <a:xfrm>
            <a:off x="4597400" y="2316163"/>
            <a:ext cx="10493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k</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i</a:t>
            </a:r>
            <a:endParaRPr lang="zh-CN" altLang="en-US" sz="3200" i="0" baseline="-25000">
              <a:latin typeface="Times New Roman" pitchFamily="18" charset="0"/>
            </a:endParaRPr>
          </a:p>
        </p:txBody>
      </p:sp>
      <p:sp>
        <p:nvSpPr>
          <p:cNvPr id="575501" name="Rectangle 13"/>
          <p:cNvSpPr>
            <a:spLocks noChangeArrowheads="1"/>
          </p:cNvSpPr>
          <p:nvPr/>
        </p:nvSpPr>
        <p:spPr bwMode="auto">
          <a:xfrm>
            <a:off x="2224088" y="1968500"/>
            <a:ext cx="908050" cy="7620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5502" name="Rectangle 14"/>
          <p:cNvSpPr>
            <a:spLocks noChangeArrowheads="1"/>
          </p:cNvSpPr>
          <p:nvPr/>
        </p:nvSpPr>
        <p:spPr bwMode="auto">
          <a:xfrm>
            <a:off x="4051300" y="1663700"/>
            <a:ext cx="908050" cy="7620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5503" name="Rectangle 15"/>
          <p:cNvSpPr>
            <a:spLocks noChangeArrowheads="1"/>
          </p:cNvSpPr>
          <p:nvPr/>
        </p:nvSpPr>
        <p:spPr bwMode="auto">
          <a:xfrm>
            <a:off x="1485900" y="2197100"/>
            <a:ext cx="990600" cy="4572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5504" name="Rectangle 16"/>
          <p:cNvSpPr>
            <a:spLocks noChangeArrowheads="1"/>
          </p:cNvSpPr>
          <p:nvPr/>
        </p:nvSpPr>
        <p:spPr bwMode="auto">
          <a:xfrm>
            <a:off x="5537200" y="1677988"/>
            <a:ext cx="1066800" cy="8382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5588" name="Rectangle 100"/>
          <p:cNvSpPr>
            <a:spLocks noChangeArrowheads="1"/>
          </p:cNvSpPr>
          <p:nvPr/>
        </p:nvSpPr>
        <p:spPr bwMode="auto">
          <a:xfrm>
            <a:off x="685800" y="4187825"/>
            <a:ext cx="92202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3200" i="0">
                <a:latin typeface="Times New Roman" pitchFamily="18" charset="0"/>
                <a:ea typeface="黑体" pitchFamily="49" charset="-122"/>
              </a:rPr>
              <a:t>一般的，可定义区间[</a:t>
            </a:r>
            <a:r>
              <a:rPr lang="en-US" altLang="zh-CN" sz="3200">
                <a:latin typeface="Times New Roman" pitchFamily="18" charset="0"/>
                <a:ea typeface="黑体" pitchFamily="49" charset="-122"/>
              </a:rPr>
              <a:t>x</a:t>
            </a:r>
            <a:r>
              <a:rPr lang="en-US" altLang="zh-CN" sz="3200" i="0" baseline="-25000">
                <a:latin typeface="Times New Roman" pitchFamily="18" charset="0"/>
                <a:ea typeface="黑体" pitchFamily="49" charset="-122"/>
              </a:rPr>
              <a:t>i</a:t>
            </a:r>
            <a:r>
              <a:rPr lang="zh-CN" altLang="en-US" sz="3200" i="0">
                <a:latin typeface="Times New Roman" pitchFamily="18" charset="0"/>
                <a:ea typeface="黑体" pitchFamily="49" charset="-122"/>
              </a:rPr>
              <a:t>,</a:t>
            </a:r>
            <a:r>
              <a:rPr lang="en-US" altLang="zh-CN" sz="3200">
                <a:latin typeface="Times New Roman" pitchFamily="18" charset="0"/>
                <a:ea typeface="黑体" pitchFamily="49" charset="-122"/>
              </a:rPr>
              <a:t>x</a:t>
            </a:r>
            <a:r>
              <a:rPr lang="en-US" altLang="zh-CN" sz="3200" i="0" baseline="-25000">
                <a:latin typeface="Times New Roman" pitchFamily="18" charset="0"/>
                <a:ea typeface="黑体" pitchFamily="49" charset="-122"/>
              </a:rPr>
              <a:t>i+1</a:t>
            </a:r>
            <a:r>
              <a:rPr lang="zh-CN" altLang="en-US" sz="3200" i="0">
                <a:latin typeface="Times New Roman" pitchFamily="18" charset="0"/>
                <a:ea typeface="黑体" pitchFamily="49" charset="-122"/>
              </a:rPr>
              <a:t>,…,</a:t>
            </a:r>
            <a:r>
              <a:rPr lang="en-US" altLang="zh-CN" sz="3200">
                <a:latin typeface="Times New Roman" pitchFamily="18" charset="0"/>
                <a:ea typeface="黑体" pitchFamily="49" charset="-122"/>
              </a:rPr>
              <a:t>x</a:t>
            </a:r>
            <a:r>
              <a:rPr lang="en-US" altLang="zh-CN" sz="3200" i="0" baseline="-25000">
                <a:latin typeface="Times New Roman" pitchFamily="18" charset="0"/>
                <a:ea typeface="黑体" pitchFamily="49" charset="-122"/>
              </a:rPr>
              <a:t>i+n</a:t>
            </a:r>
            <a:r>
              <a:rPr lang="en-US" altLang="zh-CN" sz="3200" i="0">
                <a:latin typeface="Times New Roman" pitchFamily="18" charset="0"/>
                <a:ea typeface="黑体" pitchFamily="49" charset="-122"/>
              </a:rPr>
              <a:t>]</a:t>
            </a:r>
            <a:r>
              <a:rPr lang="zh-CN" altLang="en-US" sz="3200" i="0">
                <a:latin typeface="Times New Roman" pitchFamily="18" charset="0"/>
                <a:ea typeface="黑体" pitchFamily="49" charset="-122"/>
              </a:rPr>
              <a:t>上的</a:t>
            </a:r>
            <a:r>
              <a:rPr lang="en-US" altLang="zh-CN" sz="3200">
                <a:latin typeface="Times New Roman" pitchFamily="18" charset="0"/>
                <a:ea typeface="黑体" pitchFamily="49" charset="-122"/>
              </a:rPr>
              <a:t>n</a:t>
            </a:r>
            <a:r>
              <a:rPr lang="zh-CN" altLang="en-US" sz="3200" i="0">
                <a:latin typeface="Times New Roman" pitchFamily="18" charset="0"/>
                <a:ea typeface="黑体" pitchFamily="49" charset="-122"/>
              </a:rPr>
              <a:t>阶差商为</a:t>
            </a:r>
          </a:p>
        </p:txBody>
      </p:sp>
      <p:graphicFrame>
        <p:nvGraphicFramePr>
          <p:cNvPr id="575589" name="Object 101"/>
          <p:cNvGraphicFramePr>
            <a:graphicFrameLocks noChangeAspect="1"/>
          </p:cNvGraphicFramePr>
          <p:nvPr/>
        </p:nvGraphicFramePr>
        <p:xfrm>
          <a:off x="165100" y="4997450"/>
          <a:ext cx="9410700" cy="1095375"/>
        </p:xfrm>
        <a:graphic>
          <a:graphicData uri="http://schemas.openxmlformats.org/presentationml/2006/ole">
            <mc:AlternateContent xmlns:mc="http://schemas.openxmlformats.org/markup-compatibility/2006">
              <mc:Choice xmlns:v="urn:schemas-microsoft-com:vml" Requires="v">
                <p:oleObj spid="_x0000_s31813" name="Equation" r:id="rId3" imgW="3886200" imgH="431800" progId="Equation.3">
                  <p:embed/>
                </p:oleObj>
              </mc:Choice>
              <mc:Fallback>
                <p:oleObj name="Equation" r:id="rId3" imgW="3886200" imgH="431800" progId="Equation.3">
                  <p:embed/>
                  <p:pic>
                    <p:nvPicPr>
                      <p:cNvPr id="0" name="Object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100" y="4997450"/>
                        <a:ext cx="9410700" cy="1095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5590" name="Rectangle 102"/>
          <p:cNvSpPr>
            <a:spLocks noChangeArrowheads="1"/>
          </p:cNvSpPr>
          <p:nvPr/>
        </p:nvSpPr>
        <p:spPr bwMode="auto">
          <a:xfrm>
            <a:off x="1073150" y="5149850"/>
            <a:ext cx="1976438" cy="7620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5591" name="Rectangle 103"/>
          <p:cNvSpPr>
            <a:spLocks noChangeArrowheads="1"/>
          </p:cNvSpPr>
          <p:nvPr/>
        </p:nvSpPr>
        <p:spPr bwMode="auto">
          <a:xfrm>
            <a:off x="3714750" y="4921250"/>
            <a:ext cx="2387600" cy="7620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5592" name="Rectangle 104"/>
          <p:cNvSpPr>
            <a:spLocks noChangeArrowheads="1"/>
          </p:cNvSpPr>
          <p:nvPr/>
        </p:nvSpPr>
        <p:spPr bwMode="auto">
          <a:xfrm>
            <a:off x="660400" y="5302250"/>
            <a:ext cx="1568450" cy="5334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5593" name="Rectangle 105"/>
          <p:cNvSpPr>
            <a:spLocks noChangeArrowheads="1"/>
          </p:cNvSpPr>
          <p:nvPr/>
        </p:nvSpPr>
        <p:spPr bwMode="auto">
          <a:xfrm>
            <a:off x="6940550" y="4921250"/>
            <a:ext cx="2387600" cy="8382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75594" name="Object 106"/>
          <p:cNvGraphicFramePr>
            <a:graphicFrameLocks noChangeAspect="1"/>
          </p:cNvGraphicFramePr>
          <p:nvPr/>
        </p:nvGraphicFramePr>
        <p:xfrm>
          <a:off x="1136650" y="2924175"/>
          <a:ext cx="6840538" cy="1162050"/>
        </p:xfrm>
        <a:graphic>
          <a:graphicData uri="http://schemas.openxmlformats.org/presentationml/2006/ole">
            <mc:AlternateContent xmlns:mc="http://schemas.openxmlformats.org/markup-compatibility/2006">
              <mc:Choice xmlns:v="urn:schemas-microsoft-com:vml" Requires="v">
                <p:oleObj spid="_x0000_s31814" name="Microsoft 公式 3.0" r:id="rId5" imgW="2667000" imgH="431800" progId="Equation.3">
                  <p:embed/>
                </p:oleObj>
              </mc:Choice>
              <mc:Fallback>
                <p:oleObj name="Microsoft 公式 3.0" r:id="rId5" imgW="2667000" imgH="431800" progId="Equation.3">
                  <p:embed/>
                  <p:pic>
                    <p:nvPicPr>
                      <p:cNvPr id="0" name="Object 10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6650" y="2924175"/>
                        <a:ext cx="6840538" cy="1162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wd">
                                    <p:tmPct val="100000"/>
                                  </p:iterate>
                                  <p:childTnLst>
                                    <p:set>
                                      <p:cBhvr>
                                        <p:cTn id="6" dur="1" fill="hold">
                                          <p:stCondLst>
                                            <p:cond delay="0"/>
                                          </p:stCondLst>
                                        </p:cTn>
                                        <p:tgtEl>
                                          <p:spTgt spid="575497"/>
                                        </p:tgtEl>
                                        <p:attrNameLst>
                                          <p:attrName>style.visibility</p:attrName>
                                        </p:attrNameLst>
                                      </p:cBhvr>
                                      <p:to>
                                        <p:strVal val="visible"/>
                                      </p:to>
                                    </p:set>
                                    <p:animEffect transition="in" filter="dissolve">
                                      <p:cBhvr>
                                        <p:cTn id="7" dur="300"/>
                                        <p:tgtEl>
                                          <p:spTgt spid="5754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iterate type="wd">
                                    <p:tmPct val="100000"/>
                                  </p:iterate>
                                  <p:childTnLst>
                                    <p:set>
                                      <p:cBhvr>
                                        <p:cTn id="11" dur="1" fill="hold">
                                          <p:stCondLst>
                                            <p:cond delay="0"/>
                                          </p:stCondLst>
                                        </p:cTn>
                                        <p:tgtEl>
                                          <p:spTgt spid="575498"/>
                                        </p:tgtEl>
                                        <p:attrNameLst>
                                          <p:attrName>style.visibility</p:attrName>
                                        </p:attrNameLst>
                                      </p:cBhvr>
                                      <p:to>
                                        <p:strVal val="visible"/>
                                      </p:to>
                                    </p:set>
                                    <p:animEffect transition="in" filter="dissolve">
                                      <p:cBhvr>
                                        <p:cTn id="12" dur="300"/>
                                        <p:tgtEl>
                                          <p:spTgt spid="5754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75499"/>
                                        </p:tgtEl>
                                        <p:attrNameLst>
                                          <p:attrName>style.visibility</p:attrName>
                                        </p:attrNameLst>
                                      </p:cBhvr>
                                      <p:to>
                                        <p:strVal val="visible"/>
                                      </p:to>
                                    </p:set>
                                    <p:animEffect transition="in" filter="dissolve">
                                      <p:cBhvr>
                                        <p:cTn id="17" dur="500"/>
                                        <p:tgtEl>
                                          <p:spTgt spid="5754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iterate type="wd">
                                    <p:tmPct val="100000"/>
                                  </p:iterate>
                                  <p:childTnLst>
                                    <p:set>
                                      <p:cBhvr>
                                        <p:cTn id="21" dur="1" fill="hold">
                                          <p:stCondLst>
                                            <p:cond delay="0"/>
                                          </p:stCondLst>
                                        </p:cTn>
                                        <p:tgtEl>
                                          <p:spTgt spid="575500"/>
                                        </p:tgtEl>
                                        <p:attrNameLst>
                                          <p:attrName>style.visibility</p:attrName>
                                        </p:attrNameLst>
                                      </p:cBhvr>
                                      <p:to>
                                        <p:strVal val="visible"/>
                                      </p:to>
                                    </p:set>
                                    <p:animEffect transition="in" filter="dissolve">
                                      <p:cBhvr>
                                        <p:cTn id="22" dur="300"/>
                                        <p:tgtEl>
                                          <p:spTgt spid="5755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528" fill="hold" grpId="0" nodeType="clickEffect">
                                  <p:stCondLst>
                                    <p:cond delay="0"/>
                                  </p:stCondLst>
                                  <p:childTnLst>
                                    <p:set>
                                      <p:cBhvr>
                                        <p:cTn id="26" dur="1" fill="hold">
                                          <p:stCondLst>
                                            <p:cond delay="0"/>
                                          </p:stCondLst>
                                        </p:cTn>
                                        <p:tgtEl>
                                          <p:spTgt spid="575501"/>
                                        </p:tgtEl>
                                        <p:attrNameLst>
                                          <p:attrName>style.visibility</p:attrName>
                                        </p:attrNameLst>
                                      </p:cBhvr>
                                      <p:to>
                                        <p:strVal val="visible"/>
                                      </p:to>
                                    </p:set>
                                    <p:anim calcmode="lin" valueType="num">
                                      <p:cBhvr>
                                        <p:cTn id="27" dur="500" fill="hold"/>
                                        <p:tgtEl>
                                          <p:spTgt spid="575501"/>
                                        </p:tgtEl>
                                        <p:attrNameLst>
                                          <p:attrName>ppt_w</p:attrName>
                                        </p:attrNameLst>
                                      </p:cBhvr>
                                      <p:tavLst>
                                        <p:tav tm="0">
                                          <p:val>
                                            <p:fltVal val="0"/>
                                          </p:val>
                                        </p:tav>
                                        <p:tav tm="100000">
                                          <p:val>
                                            <p:strVal val="#ppt_w"/>
                                          </p:val>
                                        </p:tav>
                                      </p:tavLst>
                                    </p:anim>
                                    <p:anim calcmode="lin" valueType="num">
                                      <p:cBhvr>
                                        <p:cTn id="28" dur="500" fill="hold"/>
                                        <p:tgtEl>
                                          <p:spTgt spid="575501"/>
                                        </p:tgtEl>
                                        <p:attrNameLst>
                                          <p:attrName>ppt_h</p:attrName>
                                        </p:attrNameLst>
                                      </p:cBhvr>
                                      <p:tavLst>
                                        <p:tav tm="0">
                                          <p:val>
                                            <p:fltVal val="0"/>
                                          </p:val>
                                        </p:tav>
                                        <p:tav tm="100000">
                                          <p:val>
                                            <p:strVal val="#ppt_h"/>
                                          </p:val>
                                        </p:tav>
                                      </p:tavLst>
                                    </p:anim>
                                    <p:anim calcmode="lin" valueType="num">
                                      <p:cBhvr>
                                        <p:cTn id="29" dur="500" fill="hold"/>
                                        <p:tgtEl>
                                          <p:spTgt spid="575501"/>
                                        </p:tgtEl>
                                        <p:attrNameLst>
                                          <p:attrName>ppt_x</p:attrName>
                                        </p:attrNameLst>
                                      </p:cBhvr>
                                      <p:tavLst>
                                        <p:tav tm="0">
                                          <p:val>
                                            <p:fltVal val="0.5"/>
                                          </p:val>
                                        </p:tav>
                                        <p:tav tm="100000">
                                          <p:val>
                                            <p:strVal val="#ppt_x"/>
                                          </p:val>
                                        </p:tav>
                                      </p:tavLst>
                                    </p:anim>
                                    <p:anim calcmode="lin" valueType="num">
                                      <p:cBhvr>
                                        <p:cTn id="30" dur="500" fill="hold"/>
                                        <p:tgtEl>
                                          <p:spTgt spid="575501"/>
                                        </p:tgtEl>
                                        <p:attrNameLst>
                                          <p:attrName>ppt_y</p:attrName>
                                        </p:attrNameLst>
                                      </p:cBhvr>
                                      <p:tavLst>
                                        <p:tav tm="0">
                                          <p:val>
                                            <p:fltVal val="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528" fill="hold" grpId="0" nodeType="clickEffect">
                                  <p:stCondLst>
                                    <p:cond delay="0"/>
                                  </p:stCondLst>
                                  <p:childTnLst>
                                    <p:set>
                                      <p:cBhvr>
                                        <p:cTn id="34" dur="1" fill="hold">
                                          <p:stCondLst>
                                            <p:cond delay="0"/>
                                          </p:stCondLst>
                                        </p:cTn>
                                        <p:tgtEl>
                                          <p:spTgt spid="575502"/>
                                        </p:tgtEl>
                                        <p:attrNameLst>
                                          <p:attrName>style.visibility</p:attrName>
                                        </p:attrNameLst>
                                      </p:cBhvr>
                                      <p:to>
                                        <p:strVal val="visible"/>
                                      </p:to>
                                    </p:set>
                                    <p:anim calcmode="lin" valueType="num">
                                      <p:cBhvr>
                                        <p:cTn id="35" dur="500" fill="hold"/>
                                        <p:tgtEl>
                                          <p:spTgt spid="575502"/>
                                        </p:tgtEl>
                                        <p:attrNameLst>
                                          <p:attrName>ppt_w</p:attrName>
                                        </p:attrNameLst>
                                      </p:cBhvr>
                                      <p:tavLst>
                                        <p:tav tm="0">
                                          <p:val>
                                            <p:fltVal val="0"/>
                                          </p:val>
                                        </p:tav>
                                        <p:tav tm="100000">
                                          <p:val>
                                            <p:strVal val="#ppt_w"/>
                                          </p:val>
                                        </p:tav>
                                      </p:tavLst>
                                    </p:anim>
                                    <p:anim calcmode="lin" valueType="num">
                                      <p:cBhvr>
                                        <p:cTn id="36" dur="500" fill="hold"/>
                                        <p:tgtEl>
                                          <p:spTgt spid="575502"/>
                                        </p:tgtEl>
                                        <p:attrNameLst>
                                          <p:attrName>ppt_h</p:attrName>
                                        </p:attrNameLst>
                                      </p:cBhvr>
                                      <p:tavLst>
                                        <p:tav tm="0">
                                          <p:val>
                                            <p:fltVal val="0"/>
                                          </p:val>
                                        </p:tav>
                                        <p:tav tm="100000">
                                          <p:val>
                                            <p:strVal val="#ppt_h"/>
                                          </p:val>
                                        </p:tav>
                                      </p:tavLst>
                                    </p:anim>
                                    <p:anim calcmode="lin" valueType="num">
                                      <p:cBhvr>
                                        <p:cTn id="37" dur="500" fill="hold"/>
                                        <p:tgtEl>
                                          <p:spTgt spid="575502"/>
                                        </p:tgtEl>
                                        <p:attrNameLst>
                                          <p:attrName>ppt_x</p:attrName>
                                        </p:attrNameLst>
                                      </p:cBhvr>
                                      <p:tavLst>
                                        <p:tav tm="0">
                                          <p:val>
                                            <p:fltVal val="0.5"/>
                                          </p:val>
                                        </p:tav>
                                        <p:tav tm="100000">
                                          <p:val>
                                            <p:strVal val="#ppt_x"/>
                                          </p:val>
                                        </p:tav>
                                      </p:tavLst>
                                    </p:anim>
                                    <p:anim calcmode="lin" valueType="num">
                                      <p:cBhvr>
                                        <p:cTn id="38" dur="500" fill="hold"/>
                                        <p:tgtEl>
                                          <p:spTgt spid="575502"/>
                                        </p:tgtEl>
                                        <p:attrNameLst>
                                          <p:attrName>ppt_y</p:attrName>
                                        </p:attrNameLst>
                                      </p:cBhvr>
                                      <p:tavLst>
                                        <p:tav tm="0">
                                          <p:val>
                                            <p:fltVal val="0.5"/>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528" fill="hold" grpId="0" nodeType="clickEffect">
                                  <p:stCondLst>
                                    <p:cond delay="0"/>
                                  </p:stCondLst>
                                  <p:childTnLst>
                                    <p:set>
                                      <p:cBhvr>
                                        <p:cTn id="42" dur="1" fill="hold">
                                          <p:stCondLst>
                                            <p:cond delay="0"/>
                                          </p:stCondLst>
                                        </p:cTn>
                                        <p:tgtEl>
                                          <p:spTgt spid="575503"/>
                                        </p:tgtEl>
                                        <p:attrNameLst>
                                          <p:attrName>style.visibility</p:attrName>
                                        </p:attrNameLst>
                                      </p:cBhvr>
                                      <p:to>
                                        <p:strVal val="visible"/>
                                      </p:to>
                                    </p:set>
                                    <p:anim calcmode="lin" valueType="num">
                                      <p:cBhvr>
                                        <p:cTn id="43" dur="500" fill="hold"/>
                                        <p:tgtEl>
                                          <p:spTgt spid="575503"/>
                                        </p:tgtEl>
                                        <p:attrNameLst>
                                          <p:attrName>ppt_w</p:attrName>
                                        </p:attrNameLst>
                                      </p:cBhvr>
                                      <p:tavLst>
                                        <p:tav tm="0">
                                          <p:val>
                                            <p:fltVal val="0"/>
                                          </p:val>
                                        </p:tav>
                                        <p:tav tm="100000">
                                          <p:val>
                                            <p:strVal val="#ppt_w"/>
                                          </p:val>
                                        </p:tav>
                                      </p:tavLst>
                                    </p:anim>
                                    <p:anim calcmode="lin" valueType="num">
                                      <p:cBhvr>
                                        <p:cTn id="44" dur="500" fill="hold"/>
                                        <p:tgtEl>
                                          <p:spTgt spid="575503"/>
                                        </p:tgtEl>
                                        <p:attrNameLst>
                                          <p:attrName>ppt_h</p:attrName>
                                        </p:attrNameLst>
                                      </p:cBhvr>
                                      <p:tavLst>
                                        <p:tav tm="0">
                                          <p:val>
                                            <p:fltVal val="0"/>
                                          </p:val>
                                        </p:tav>
                                        <p:tav tm="100000">
                                          <p:val>
                                            <p:strVal val="#ppt_h"/>
                                          </p:val>
                                        </p:tav>
                                      </p:tavLst>
                                    </p:anim>
                                    <p:anim calcmode="lin" valueType="num">
                                      <p:cBhvr>
                                        <p:cTn id="45" dur="500" fill="hold"/>
                                        <p:tgtEl>
                                          <p:spTgt spid="575503"/>
                                        </p:tgtEl>
                                        <p:attrNameLst>
                                          <p:attrName>ppt_x</p:attrName>
                                        </p:attrNameLst>
                                      </p:cBhvr>
                                      <p:tavLst>
                                        <p:tav tm="0">
                                          <p:val>
                                            <p:fltVal val="0.5"/>
                                          </p:val>
                                        </p:tav>
                                        <p:tav tm="100000">
                                          <p:val>
                                            <p:strVal val="#ppt_x"/>
                                          </p:val>
                                        </p:tav>
                                      </p:tavLst>
                                    </p:anim>
                                    <p:anim calcmode="lin" valueType="num">
                                      <p:cBhvr>
                                        <p:cTn id="46" dur="500" fill="hold"/>
                                        <p:tgtEl>
                                          <p:spTgt spid="575503"/>
                                        </p:tgtEl>
                                        <p:attrNameLst>
                                          <p:attrName>ppt_y</p:attrName>
                                        </p:attrNameLst>
                                      </p:cBhvr>
                                      <p:tavLst>
                                        <p:tav tm="0">
                                          <p:val>
                                            <p:fltVal val="0.5"/>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528" fill="hold" grpId="0" nodeType="clickEffect">
                                  <p:stCondLst>
                                    <p:cond delay="0"/>
                                  </p:stCondLst>
                                  <p:childTnLst>
                                    <p:set>
                                      <p:cBhvr>
                                        <p:cTn id="50" dur="1" fill="hold">
                                          <p:stCondLst>
                                            <p:cond delay="0"/>
                                          </p:stCondLst>
                                        </p:cTn>
                                        <p:tgtEl>
                                          <p:spTgt spid="575504"/>
                                        </p:tgtEl>
                                        <p:attrNameLst>
                                          <p:attrName>style.visibility</p:attrName>
                                        </p:attrNameLst>
                                      </p:cBhvr>
                                      <p:to>
                                        <p:strVal val="visible"/>
                                      </p:to>
                                    </p:set>
                                    <p:anim calcmode="lin" valueType="num">
                                      <p:cBhvr>
                                        <p:cTn id="51" dur="500" fill="hold"/>
                                        <p:tgtEl>
                                          <p:spTgt spid="575504"/>
                                        </p:tgtEl>
                                        <p:attrNameLst>
                                          <p:attrName>ppt_w</p:attrName>
                                        </p:attrNameLst>
                                      </p:cBhvr>
                                      <p:tavLst>
                                        <p:tav tm="0">
                                          <p:val>
                                            <p:fltVal val="0"/>
                                          </p:val>
                                        </p:tav>
                                        <p:tav tm="100000">
                                          <p:val>
                                            <p:strVal val="#ppt_w"/>
                                          </p:val>
                                        </p:tav>
                                      </p:tavLst>
                                    </p:anim>
                                    <p:anim calcmode="lin" valueType="num">
                                      <p:cBhvr>
                                        <p:cTn id="52" dur="500" fill="hold"/>
                                        <p:tgtEl>
                                          <p:spTgt spid="575504"/>
                                        </p:tgtEl>
                                        <p:attrNameLst>
                                          <p:attrName>ppt_h</p:attrName>
                                        </p:attrNameLst>
                                      </p:cBhvr>
                                      <p:tavLst>
                                        <p:tav tm="0">
                                          <p:val>
                                            <p:fltVal val="0"/>
                                          </p:val>
                                        </p:tav>
                                        <p:tav tm="100000">
                                          <p:val>
                                            <p:strVal val="#ppt_h"/>
                                          </p:val>
                                        </p:tav>
                                      </p:tavLst>
                                    </p:anim>
                                    <p:anim calcmode="lin" valueType="num">
                                      <p:cBhvr>
                                        <p:cTn id="53" dur="500" fill="hold"/>
                                        <p:tgtEl>
                                          <p:spTgt spid="575504"/>
                                        </p:tgtEl>
                                        <p:attrNameLst>
                                          <p:attrName>ppt_x</p:attrName>
                                        </p:attrNameLst>
                                      </p:cBhvr>
                                      <p:tavLst>
                                        <p:tav tm="0">
                                          <p:val>
                                            <p:fltVal val="0.5"/>
                                          </p:val>
                                        </p:tav>
                                        <p:tav tm="100000">
                                          <p:val>
                                            <p:strVal val="#ppt_x"/>
                                          </p:val>
                                        </p:tav>
                                      </p:tavLst>
                                    </p:anim>
                                    <p:anim calcmode="lin" valueType="num">
                                      <p:cBhvr>
                                        <p:cTn id="54" dur="500" fill="hold"/>
                                        <p:tgtEl>
                                          <p:spTgt spid="575504"/>
                                        </p:tgtEl>
                                        <p:attrNameLst>
                                          <p:attrName>ppt_y</p:attrName>
                                        </p:attrNameLst>
                                      </p:cBhvr>
                                      <p:tavLst>
                                        <p:tav tm="0">
                                          <p:val>
                                            <p:fltVal val="0.5"/>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nodeType="clickEffect">
                                  <p:stCondLst>
                                    <p:cond delay="0"/>
                                  </p:stCondLst>
                                  <p:childTnLst>
                                    <p:set>
                                      <p:cBhvr>
                                        <p:cTn id="58" dur="1" fill="hold">
                                          <p:stCondLst>
                                            <p:cond delay="0"/>
                                          </p:stCondLst>
                                        </p:cTn>
                                        <p:tgtEl>
                                          <p:spTgt spid="575594"/>
                                        </p:tgtEl>
                                        <p:attrNameLst>
                                          <p:attrName>style.visibility</p:attrName>
                                        </p:attrNameLst>
                                      </p:cBhvr>
                                      <p:to>
                                        <p:strVal val="visible"/>
                                      </p:to>
                                    </p:set>
                                    <p:animEffect transition="in" filter="dissolve">
                                      <p:cBhvr>
                                        <p:cTn id="59" dur="500"/>
                                        <p:tgtEl>
                                          <p:spTgt spid="57559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575588"/>
                                        </p:tgtEl>
                                        <p:attrNameLst>
                                          <p:attrName>style.visibility</p:attrName>
                                        </p:attrNameLst>
                                      </p:cBhvr>
                                      <p:to>
                                        <p:strVal val="visible"/>
                                      </p:to>
                                    </p:set>
                                    <p:animEffect transition="in" filter="dissolve">
                                      <p:cBhvr>
                                        <p:cTn id="64" dur="500"/>
                                        <p:tgtEl>
                                          <p:spTgt spid="57558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nodeType="clickEffect">
                                  <p:stCondLst>
                                    <p:cond delay="0"/>
                                  </p:stCondLst>
                                  <p:childTnLst>
                                    <p:set>
                                      <p:cBhvr>
                                        <p:cTn id="68" dur="1" fill="hold">
                                          <p:stCondLst>
                                            <p:cond delay="0"/>
                                          </p:stCondLst>
                                        </p:cTn>
                                        <p:tgtEl>
                                          <p:spTgt spid="575589"/>
                                        </p:tgtEl>
                                        <p:attrNameLst>
                                          <p:attrName>style.visibility</p:attrName>
                                        </p:attrNameLst>
                                      </p:cBhvr>
                                      <p:to>
                                        <p:strVal val="visible"/>
                                      </p:to>
                                    </p:set>
                                    <p:animEffect transition="in" filter="dissolve">
                                      <p:cBhvr>
                                        <p:cTn id="69" dur="500"/>
                                        <p:tgtEl>
                                          <p:spTgt spid="57558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575590"/>
                                        </p:tgtEl>
                                        <p:attrNameLst>
                                          <p:attrName>style.visibility</p:attrName>
                                        </p:attrNameLst>
                                      </p:cBhvr>
                                      <p:to>
                                        <p:strVal val="visible"/>
                                      </p:to>
                                    </p:set>
                                    <p:animEffect transition="in" filter="dissolve">
                                      <p:cBhvr>
                                        <p:cTn id="74" dur="500"/>
                                        <p:tgtEl>
                                          <p:spTgt spid="57559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575591"/>
                                        </p:tgtEl>
                                        <p:attrNameLst>
                                          <p:attrName>style.visibility</p:attrName>
                                        </p:attrNameLst>
                                      </p:cBhvr>
                                      <p:to>
                                        <p:strVal val="visible"/>
                                      </p:to>
                                    </p:set>
                                    <p:animEffect transition="in" filter="dissolve">
                                      <p:cBhvr>
                                        <p:cTn id="79" dur="500"/>
                                        <p:tgtEl>
                                          <p:spTgt spid="57559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575592"/>
                                        </p:tgtEl>
                                        <p:attrNameLst>
                                          <p:attrName>style.visibility</p:attrName>
                                        </p:attrNameLst>
                                      </p:cBhvr>
                                      <p:to>
                                        <p:strVal val="visible"/>
                                      </p:to>
                                    </p:set>
                                    <p:animEffect transition="in" filter="dissolve">
                                      <p:cBhvr>
                                        <p:cTn id="84" dur="500"/>
                                        <p:tgtEl>
                                          <p:spTgt spid="57559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575593"/>
                                        </p:tgtEl>
                                        <p:attrNameLst>
                                          <p:attrName>style.visibility</p:attrName>
                                        </p:attrNameLst>
                                      </p:cBhvr>
                                      <p:to>
                                        <p:strVal val="visible"/>
                                      </p:to>
                                    </p:set>
                                    <p:animEffect transition="in" filter="dissolve">
                                      <p:cBhvr>
                                        <p:cTn id="89" dur="500"/>
                                        <p:tgtEl>
                                          <p:spTgt spid="575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7" grpId="0" autoUpdateAnimBg="0"/>
      <p:bldP spid="575498" grpId="0" autoUpdateAnimBg="0"/>
      <p:bldP spid="575499" grpId="0" animBg="1"/>
      <p:bldP spid="575500" grpId="0" autoUpdateAnimBg="0"/>
      <p:bldP spid="575501" grpId="0" animBg="1"/>
      <p:bldP spid="575502" grpId="0" animBg="1"/>
      <p:bldP spid="575503" grpId="0" animBg="1"/>
      <p:bldP spid="575504" grpId="0" animBg="1"/>
      <p:bldP spid="575588" grpId="0" autoUpdateAnimBg="0"/>
      <p:bldP spid="575590" grpId="0" animBg="1"/>
      <p:bldP spid="575591" grpId="0" animBg="1"/>
      <p:bldP spid="575592" grpId="0" animBg="1"/>
      <p:bldP spid="575593"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8B78282-58EC-402C-B838-D010C1C83902}" type="slidenum">
              <a:rPr lang="zh-CN" altLang="en-US" b="0" i="0" smtClean="0"/>
              <a:pPr/>
              <a:t>14</a:t>
            </a:fld>
            <a:endParaRPr lang="en-US" altLang="zh-CN" b="0" i="0" smtClean="0"/>
          </a:p>
        </p:txBody>
      </p:sp>
      <p:sp>
        <p:nvSpPr>
          <p:cNvPr id="3277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6E5666D-3C19-4AC2-AFE7-130292AF3F1E}" type="datetime1">
              <a:rPr lang="zh-CN" altLang="en-US" sz="1800" i="0" smtClean="0"/>
              <a:pPr/>
              <a:t>2024/10/20</a:t>
            </a:fld>
            <a:endParaRPr lang="en-US" altLang="zh-CN" sz="1800" i="0" smtClean="0"/>
          </a:p>
        </p:txBody>
      </p:sp>
      <p:sp>
        <p:nvSpPr>
          <p:cNvPr id="584706" name="Rectangle 2"/>
          <p:cNvSpPr>
            <a:spLocks noGrp="1" noChangeArrowheads="1"/>
          </p:cNvSpPr>
          <p:nvPr>
            <p:ph type="title"/>
          </p:nvPr>
        </p:nvSpPr>
        <p:spPr/>
        <p:txBody>
          <a:bodyPr/>
          <a:lstStyle/>
          <a:p>
            <a:pPr>
              <a:defRPr/>
            </a:pPr>
            <a:r>
              <a:rPr lang="zh-CN" altLang="en-US" smtClean="0"/>
              <a:t>§1.1  差  商</a:t>
            </a:r>
          </a:p>
        </p:txBody>
      </p:sp>
      <p:sp>
        <p:nvSpPr>
          <p:cNvPr id="32773" name="Rectangle 3"/>
          <p:cNvSpPr>
            <a:spLocks noGrp="1" noChangeArrowheads="1"/>
          </p:cNvSpPr>
          <p:nvPr>
            <p:ph type="body" idx="1"/>
          </p:nvPr>
        </p:nvSpPr>
        <p:spPr>
          <a:xfrm>
            <a:off x="650875" y="1143000"/>
            <a:ext cx="8820150" cy="493713"/>
          </a:xfrm>
        </p:spPr>
        <p:txBody>
          <a:bodyPr/>
          <a:lstStyle/>
          <a:p>
            <a:r>
              <a:rPr lang="zh-CN" altLang="en-US" sz="3600" smtClean="0"/>
              <a:t>差商表</a:t>
            </a:r>
          </a:p>
        </p:txBody>
      </p:sp>
      <p:graphicFrame>
        <p:nvGraphicFramePr>
          <p:cNvPr id="584787" name="Group 83"/>
          <p:cNvGraphicFramePr>
            <a:graphicFrameLocks noGrp="1"/>
          </p:cNvGraphicFramePr>
          <p:nvPr>
            <p:extLst>
              <p:ext uri="{D42A27DB-BD31-4B8C-83A1-F6EECF244321}">
                <p14:modId xmlns:p14="http://schemas.microsoft.com/office/powerpoint/2010/main" val="735886493"/>
              </p:ext>
            </p:extLst>
          </p:nvPr>
        </p:nvGraphicFramePr>
        <p:xfrm>
          <a:off x="403994" y="1914008"/>
          <a:ext cx="9301534" cy="4279896"/>
        </p:xfrm>
        <a:graphic>
          <a:graphicData uri="http://schemas.openxmlformats.org/drawingml/2006/table">
            <a:tbl>
              <a:tblPr/>
              <a:tblGrid>
                <a:gridCol w="614057"/>
                <a:gridCol w="1502535"/>
                <a:gridCol w="1878168"/>
                <a:gridCol w="2554309"/>
                <a:gridCol w="2752465"/>
              </a:tblGrid>
              <a:tr h="4755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dirty="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dirty="0" smtClean="0">
                          <a:ln>
                            <a:noFill/>
                          </a:ln>
                          <a:solidFill>
                            <a:schemeClr val="tx1"/>
                          </a:solidFill>
                          <a:effectLst/>
                          <a:latin typeface="Times New Roman" pitchFamily="18" charset="0"/>
                          <a:ea typeface="黑体" pitchFamily="2" charset="-122"/>
                        </a:rPr>
                        <a:t>i</a:t>
                      </a:r>
                      <a:endParaRPr kumimoji="0" lang="zh-CN" altLang="en-US" sz="2800" b="1" i="0" u="none" strike="noStrike" cap="none" normalizeH="0" baseline="-25000" dirty="0" smtClean="0">
                        <a:ln>
                          <a:noFill/>
                        </a:ln>
                        <a:solidFill>
                          <a:schemeClr val="tx1"/>
                        </a:solidFill>
                        <a:effectLst/>
                        <a:latin typeface="Times New Roman" pitchFamily="18" charset="0"/>
                        <a:ea typeface="黑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dirty="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dirty="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dirty="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dirty="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dirty="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dirty="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dirty="0" smtClean="0">
                          <a:ln>
                            <a:noFill/>
                          </a:ln>
                          <a:solidFill>
                            <a:schemeClr val="tx1"/>
                          </a:solidFill>
                          <a:effectLst/>
                          <a:latin typeface="Times New Roman" pitchFamily="18" charset="0"/>
                          <a:ea typeface="黑体" pitchFamily="2" charset="-122"/>
                        </a:rPr>
                        <a:t>i+1</a:t>
                      </a:r>
                      <a:r>
                        <a:rPr kumimoji="0" lang="en-US" altLang="zh-CN" sz="2800" b="1" i="0" u="none" strike="noStrike" cap="none" normalizeH="0" baseline="0" dirty="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dirty="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dirty="0" smtClean="0">
                          <a:ln>
                            <a:noFill/>
                          </a:ln>
                          <a:solidFill>
                            <a:schemeClr val="tx1"/>
                          </a:solidFill>
                          <a:effectLst/>
                          <a:latin typeface="Times New Roman" pitchFamily="18" charset="0"/>
                          <a:ea typeface="黑体" pitchFamily="2" charset="-122"/>
                        </a:rPr>
                        <a:t>i+2</a:t>
                      </a:r>
                      <a:r>
                        <a:rPr kumimoji="0" lang="zh-CN" altLang="en-US" sz="2800" b="1" i="0" u="none" strike="noStrike" cap="none" normalizeH="0" baseline="-25000" dirty="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dirty="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dirty="0" smtClean="0">
                          <a:ln>
                            <a:noFill/>
                          </a:ln>
                          <a:solidFill>
                            <a:schemeClr val="tx1"/>
                          </a:solidFill>
                          <a:effectLst/>
                          <a:latin typeface="Times New Roman" pitchFamily="18" charset="0"/>
                          <a:ea typeface="黑体" pitchFamily="2" charset="-122"/>
                        </a:rPr>
                        <a:t>i+3</a:t>
                      </a:r>
                      <a:r>
                        <a:rPr kumimoji="0" lang="en-US" altLang="zh-CN" sz="2800" b="1" i="0" u="none" strike="noStrike" cap="none" normalizeH="0" baseline="0" dirty="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dirty="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5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755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5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5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 </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5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5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5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5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dirty="0" smtClean="0">
                        <a:ln>
                          <a:noFill/>
                        </a:ln>
                        <a:solidFill>
                          <a:schemeClr val="tx1"/>
                        </a:solidFill>
                        <a:effectLst/>
                        <a:latin typeface="Times New Roman" pitchFamily="18" charset="0"/>
                        <a:ea typeface="黑体"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2829" name="Line 61"/>
          <p:cNvSpPr>
            <a:spLocks noChangeShapeType="1"/>
          </p:cNvSpPr>
          <p:nvPr/>
        </p:nvSpPr>
        <p:spPr bwMode="auto">
          <a:xfrm>
            <a:off x="2021408" y="2559968"/>
            <a:ext cx="49530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0" name="Line 62"/>
          <p:cNvSpPr>
            <a:spLocks noChangeShapeType="1"/>
          </p:cNvSpPr>
          <p:nvPr/>
        </p:nvSpPr>
        <p:spPr bwMode="auto">
          <a:xfrm flipV="1">
            <a:off x="1938858" y="3017168"/>
            <a:ext cx="57785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1" name="Line 63"/>
          <p:cNvSpPr>
            <a:spLocks noChangeShapeType="1"/>
          </p:cNvSpPr>
          <p:nvPr/>
        </p:nvSpPr>
        <p:spPr bwMode="auto">
          <a:xfrm>
            <a:off x="1988071" y="3674393"/>
            <a:ext cx="57785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2" name="Line 64"/>
          <p:cNvSpPr>
            <a:spLocks noChangeShapeType="1"/>
          </p:cNvSpPr>
          <p:nvPr/>
        </p:nvSpPr>
        <p:spPr bwMode="auto">
          <a:xfrm flipV="1">
            <a:off x="1988071" y="4177631"/>
            <a:ext cx="49530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3" name="Line 65"/>
          <p:cNvSpPr>
            <a:spLocks noChangeShapeType="1"/>
          </p:cNvSpPr>
          <p:nvPr/>
        </p:nvSpPr>
        <p:spPr bwMode="auto">
          <a:xfrm>
            <a:off x="1916633" y="4609431"/>
            <a:ext cx="57785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4" name="Line 66"/>
          <p:cNvSpPr>
            <a:spLocks noChangeShapeType="1"/>
          </p:cNvSpPr>
          <p:nvPr/>
        </p:nvSpPr>
        <p:spPr bwMode="auto">
          <a:xfrm flipV="1">
            <a:off x="1938858" y="4845968"/>
            <a:ext cx="49530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5" name="Line 67"/>
          <p:cNvSpPr>
            <a:spLocks noChangeShapeType="1"/>
          </p:cNvSpPr>
          <p:nvPr/>
        </p:nvSpPr>
        <p:spPr bwMode="auto">
          <a:xfrm>
            <a:off x="3754958" y="3169568"/>
            <a:ext cx="49530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6" name="Line 68"/>
          <p:cNvSpPr>
            <a:spLocks noChangeShapeType="1"/>
          </p:cNvSpPr>
          <p:nvPr/>
        </p:nvSpPr>
        <p:spPr bwMode="auto">
          <a:xfrm flipV="1">
            <a:off x="3716858" y="3674393"/>
            <a:ext cx="57785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7" name="Line 69"/>
          <p:cNvSpPr>
            <a:spLocks noChangeShapeType="1"/>
          </p:cNvSpPr>
          <p:nvPr/>
        </p:nvSpPr>
        <p:spPr bwMode="auto">
          <a:xfrm>
            <a:off x="3716858" y="4177631"/>
            <a:ext cx="57785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8" name="Line 70"/>
          <p:cNvSpPr>
            <a:spLocks noChangeShapeType="1"/>
          </p:cNvSpPr>
          <p:nvPr/>
        </p:nvSpPr>
        <p:spPr bwMode="auto">
          <a:xfrm flipV="1">
            <a:off x="3716858" y="4609431"/>
            <a:ext cx="495300" cy="304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39" name="Line 71"/>
          <p:cNvSpPr>
            <a:spLocks noChangeShapeType="1"/>
          </p:cNvSpPr>
          <p:nvPr/>
        </p:nvSpPr>
        <p:spPr bwMode="auto">
          <a:xfrm>
            <a:off x="5818708" y="3474368"/>
            <a:ext cx="90805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40" name="Line 72"/>
          <p:cNvSpPr>
            <a:spLocks noChangeShapeType="1"/>
          </p:cNvSpPr>
          <p:nvPr/>
        </p:nvSpPr>
        <p:spPr bwMode="auto">
          <a:xfrm flipV="1">
            <a:off x="5901258" y="3931568"/>
            <a:ext cx="74295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73"/>
          <p:cNvGrpSpPr>
            <a:grpSpLocks/>
          </p:cNvGrpSpPr>
          <p:nvPr/>
        </p:nvGrpSpPr>
        <p:grpSpPr bwMode="auto">
          <a:xfrm>
            <a:off x="5342458" y="1340768"/>
            <a:ext cx="3048000" cy="1295400"/>
            <a:chOff x="3600" y="1008"/>
            <a:chExt cx="1920" cy="816"/>
          </a:xfrm>
        </p:grpSpPr>
        <p:sp>
          <p:nvSpPr>
            <p:cNvPr id="32844" name="AutoShape 74"/>
            <p:cNvSpPr>
              <a:spLocks noChangeArrowheads="1"/>
            </p:cNvSpPr>
            <p:nvPr/>
          </p:nvSpPr>
          <p:spPr bwMode="auto">
            <a:xfrm>
              <a:off x="3600" y="1008"/>
              <a:ext cx="1920" cy="816"/>
            </a:xfrm>
            <a:prstGeom prst="wedgeRoundRectCallout">
              <a:avLst>
                <a:gd name="adj1" fmla="val -49116"/>
                <a:gd name="adj2" fmla="val 100366"/>
                <a:gd name="adj3" fmla="val 16667"/>
              </a:avLst>
            </a:prstGeom>
            <a:solidFill>
              <a:srgbClr val="FFFF99"/>
            </a:solidFill>
            <a:ln w="38100">
              <a:solidFill>
                <a:srgbClr val="FFFF99"/>
              </a:solidFill>
              <a:prstDash val="dash"/>
              <a:miter lim="800000"/>
              <a:headEnd/>
              <a:tailEnd/>
            </a:ln>
          </p:spPr>
          <p:txBody>
            <a:bodyPr anchor="ctr"/>
            <a:lstStyle/>
            <a:p>
              <a:endParaRPr lang="zh-CN" altLang="en-US" i="0"/>
            </a:p>
          </p:txBody>
        </p:sp>
        <p:grpSp>
          <p:nvGrpSpPr>
            <p:cNvPr id="32845" name="Group 75"/>
            <p:cNvGrpSpPr>
              <a:grpSpLocks/>
            </p:cNvGrpSpPr>
            <p:nvPr/>
          </p:nvGrpSpPr>
          <p:grpSpPr bwMode="auto">
            <a:xfrm>
              <a:off x="3666" y="1074"/>
              <a:ext cx="1751" cy="662"/>
              <a:chOff x="1218" y="1274"/>
              <a:chExt cx="1751" cy="662"/>
            </a:xfrm>
          </p:grpSpPr>
          <p:sp>
            <p:nvSpPr>
              <p:cNvPr id="32846" name="Rectangle 76"/>
              <p:cNvSpPr>
                <a:spLocks noChangeArrowheads="1"/>
              </p:cNvSpPr>
              <p:nvPr/>
            </p:nvSpPr>
            <p:spPr bwMode="auto">
              <a:xfrm>
                <a:off x="1218" y="1274"/>
                <a:ext cx="175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2</a:t>
                </a:r>
                <a:r>
                  <a:rPr lang="en-US" altLang="zh-CN" sz="3200" i="0">
                    <a:latin typeface="Times New Roman" pitchFamily="18" charset="0"/>
                  </a:rPr>
                  <a:t>]- </a:t>
                </a:r>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endParaRPr lang="zh-CN" altLang="en-US" sz="3200" i="0">
                  <a:latin typeface="Times New Roman" pitchFamily="18" charset="0"/>
                </a:endParaRPr>
              </a:p>
            </p:txBody>
          </p:sp>
          <p:sp>
            <p:nvSpPr>
              <p:cNvPr id="32847" name="Line 77"/>
              <p:cNvSpPr>
                <a:spLocks noChangeShapeType="1"/>
              </p:cNvSpPr>
              <p:nvPr/>
            </p:nvSpPr>
            <p:spPr bwMode="auto">
              <a:xfrm>
                <a:off x="1248" y="1640"/>
                <a:ext cx="16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48" name="Rectangle 78"/>
              <p:cNvSpPr>
                <a:spLocks noChangeArrowheads="1"/>
              </p:cNvSpPr>
              <p:nvPr/>
            </p:nvSpPr>
            <p:spPr bwMode="auto">
              <a:xfrm>
                <a:off x="1655" y="1571"/>
                <a:ext cx="77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2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0</a:t>
                </a:r>
                <a:endParaRPr lang="zh-CN" altLang="en-US" sz="3200" i="0" baseline="-25000">
                  <a:latin typeface="Times New Roman" pitchFamily="18" charset="0"/>
                </a:endParaRPr>
              </a:p>
            </p:txBody>
          </p:sp>
        </p:grpSp>
      </p:grpSp>
      <p:sp>
        <p:nvSpPr>
          <p:cNvPr id="584783" name="Line 79"/>
          <p:cNvSpPr>
            <a:spLocks noChangeShapeType="1"/>
          </p:cNvSpPr>
          <p:nvPr/>
        </p:nvSpPr>
        <p:spPr bwMode="auto">
          <a:xfrm>
            <a:off x="548208" y="4753893"/>
            <a:ext cx="1371600" cy="0"/>
          </a:xfrm>
          <a:prstGeom prst="line">
            <a:avLst/>
          </a:prstGeom>
          <a:noFill/>
          <a:ln w="762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784" name="Line 80"/>
          <p:cNvSpPr>
            <a:spLocks noChangeShapeType="1"/>
          </p:cNvSpPr>
          <p:nvPr/>
        </p:nvSpPr>
        <p:spPr bwMode="auto">
          <a:xfrm>
            <a:off x="548208" y="2953668"/>
            <a:ext cx="1371600" cy="0"/>
          </a:xfrm>
          <a:prstGeom prst="line">
            <a:avLst/>
          </a:prstGeom>
          <a:noFill/>
          <a:ln w="762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84784"/>
                                        </p:tgtEl>
                                        <p:attrNameLst>
                                          <p:attrName>style.visibility</p:attrName>
                                        </p:attrNameLst>
                                      </p:cBhvr>
                                      <p:to>
                                        <p:strVal val="visible"/>
                                      </p:to>
                                    </p:set>
                                    <p:anim calcmode="lin" valueType="num">
                                      <p:cBhvr additive="base">
                                        <p:cTn id="12" dur="500" fill="hold"/>
                                        <p:tgtEl>
                                          <p:spTgt spid="584784"/>
                                        </p:tgtEl>
                                        <p:attrNameLst>
                                          <p:attrName>ppt_x</p:attrName>
                                        </p:attrNameLst>
                                      </p:cBhvr>
                                      <p:tavLst>
                                        <p:tav tm="0">
                                          <p:val>
                                            <p:strVal val="0-#ppt_w/2"/>
                                          </p:val>
                                        </p:tav>
                                        <p:tav tm="100000">
                                          <p:val>
                                            <p:strVal val="#ppt_x"/>
                                          </p:val>
                                        </p:tav>
                                      </p:tavLst>
                                    </p:anim>
                                    <p:anim calcmode="lin" valueType="num">
                                      <p:cBhvr additive="base">
                                        <p:cTn id="13" dur="500" fill="hold"/>
                                        <p:tgtEl>
                                          <p:spTgt spid="58478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584783"/>
                                        </p:tgtEl>
                                        <p:attrNameLst>
                                          <p:attrName>style.visibility</p:attrName>
                                        </p:attrNameLst>
                                      </p:cBhvr>
                                      <p:to>
                                        <p:strVal val="visible"/>
                                      </p:to>
                                    </p:set>
                                    <p:anim calcmode="lin" valueType="num">
                                      <p:cBhvr additive="base">
                                        <p:cTn id="17" dur="500" fill="hold"/>
                                        <p:tgtEl>
                                          <p:spTgt spid="584783"/>
                                        </p:tgtEl>
                                        <p:attrNameLst>
                                          <p:attrName>ppt_x</p:attrName>
                                        </p:attrNameLst>
                                      </p:cBhvr>
                                      <p:tavLst>
                                        <p:tav tm="0">
                                          <p:val>
                                            <p:strVal val="0-#ppt_w/2"/>
                                          </p:val>
                                        </p:tav>
                                        <p:tav tm="100000">
                                          <p:val>
                                            <p:strVal val="#ppt_x"/>
                                          </p:val>
                                        </p:tav>
                                      </p:tavLst>
                                    </p:anim>
                                    <p:anim calcmode="lin" valueType="num">
                                      <p:cBhvr additive="base">
                                        <p:cTn id="18" dur="500" fill="hold"/>
                                        <p:tgtEl>
                                          <p:spTgt spid="5847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83" grpId="0" animBg="1"/>
      <p:bldP spid="58478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39243C3-4C21-4662-9575-853CA13FDF3A}" type="slidenum">
              <a:rPr lang="zh-CN" altLang="en-US" b="0" i="0" smtClean="0"/>
              <a:pPr/>
              <a:t>15</a:t>
            </a:fld>
            <a:endParaRPr lang="en-US" altLang="zh-CN" b="0" i="0" smtClean="0"/>
          </a:p>
        </p:txBody>
      </p:sp>
      <p:sp>
        <p:nvSpPr>
          <p:cNvPr id="3379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48676B8-0D8A-4C07-9010-1FC1DC2CEFED}" type="datetime1">
              <a:rPr lang="zh-CN" altLang="en-US" sz="1800" i="0" smtClean="0"/>
              <a:pPr/>
              <a:t>2024/10/20</a:t>
            </a:fld>
            <a:endParaRPr lang="en-US" altLang="zh-CN" sz="1800" i="0" smtClean="0"/>
          </a:p>
        </p:txBody>
      </p:sp>
      <p:sp>
        <p:nvSpPr>
          <p:cNvPr id="445442" name="Rectangle 2"/>
          <p:cNvSpPr>
            <a:spLocks noGrp="1" noChangeArrowheads="1"/>
          </p:cNvSpPr>
          <p:nvPr>
            <p:ph type="title"/>
          </p:nvPr>
        </p:nvSpPr>
        <p:spPr/>
        <p:txBody>
          <a:bodyPr/>
          <a:lstStyle/>
          <a:p>
            <a:pPr>
              <a:defRPr/>
            </a:pPr>
            <a:r>
              <a:rPr lang="zh-CN" altLang="en-US" smtClean="0"/>
              <a:t>§1.1  差  商</a:t>
            </a:r>
          </a:p>
        </p:txBody>
      </p:sp>
      <p:sp>
        <p:nvSpPr>
          <p:cNvPr id="33797" name="Rectangle 3"/>
          <p:cNvSpPr>
            <a:spLocks noGrp="1" noChangeArrowheads="1"/>
          </p:cNvSpPr>
          <p:nvPr>
            <p:ph type="body" idx="1"/>
          </p:nvPr>
        </p:nvSpPr>
        <p:spPr>
          <a:xfrm>
            <a:off x="650875" y="1143000"/>
            <a:ext cx="9255125" cy="917575"/>
          </a:xfrm>
        </p:spPr>
        <p:txBody>
          <a:bodyPr/>
          <a:lstStyle/>
          <a:p>
            <a:r>
              <a:rPr lang="zh-CN" altLang="en-US" smtClean="0"/>
              <a:t>例5.1 试列出</a:t>
            </a:r>
            <a:r>
              <a:rPr lang="en-US" altLang="zh-CN" i="1" smtClean="0"/>
              <a:t>f</a:t>
            </a:r>
            <a:r>
              <a:rPr lang="en-US" altLang="zh-CN" smtClean="0"/>
              <a:t>(</a:t>
            </a:r>
            <a:r>
              <a:rPr lang="en-US" altLang="zh-CN" i="1" smtClean="0"/>
              <a:t>x</a:t>
            </a:r>
            <a:r>
              <a:rPr lang="en-US" altLang="zh-CN" baseline="-25000" smtClean="0"/>
              <a:t>i</a:t>
            </a:r>
            <a:r>
              <a:rPr lang="zh-CN" altLang="en-US" smtClean="0"/>
              <a:t>)=</a:t>
            </a:r>
            <a:r>
              <a:rPr lang="en-US" altLang="zh-CN" i="1" smtClean="0"/>
              <a:t>x</a:t>
            </a:r>
            <a:r>
              <a:rPr lang="en-US" altLang="zh-CN" baseline="30000" smtClean="0"/>
              <a:t>3</a:t>
            </a:r>
            <a:r>
              <a:rPr lang="zh-CN" altLang="en-US" smtClean="0"/>
              <a:t>在节点</a:t>
            </a:r>
            <a:r>
              <a:rPr lang="en-US" altLang="zh-CN" i="1" smtClean="0"/>
              <a:t>x</a:t>
            </a:r>
            <a:r>
              <a:rPr lang="zh-CN" altLang="en-US" smtClean="0"/>
              <a:t>=0,2,3,5,6上的各阶差商值</a:t>
            </a:r>
          </a:p>
          <a:p>
            <a:r>
              <a:rPr lang="zh-CN" altLang="en-US" smtClean="0"/>
              <a:t>解：计算得如下表</a:t>
            </a:r>
          </a:p>
        </p:txBody>
      </p:sp>
      <p:graphicFrame>
        <p:nvGraphicFramePr>
          <p:cNvPr id="445898" name="Group 458"/>
          <p:cNvGraphicFramePr>
            <a:graphicFrameLocks noGrp="1"/>
          </p:cNvGraphicFramePr>
          <p:nvPr>
            <p:extLst>
              <p:ext uri="{D42A27DB-BD31-4B8C-83A1-F6EECF244321}">
                <p14:modId xmlns:p14="http://schemas.microsoft.com/office/powerpoint/2010/main" val="3630574507"/>
              </p:ext>
            </p:extLst>
          </p:nvPr>
        </p:nvGraphicFramePr>
        <p:xfrm>
          <a:off x="990600" y="2209800"/>
          <a:ext cx="8832850" cy="4327640"/>
        </p:xfrm>
        <a:graphic>
          <a:graphicData uri="http://schemas.openxmlformats.org/drawingml/2006/table">
            <a:tbl>
              <a:tblPr/>
              <a:tblGrid>
                <a:gridCol w="873958"/>
                <a:gridCol w="1077767"/>
                <a:gridCol w="1794651"/>
                <a:gridCol w="2160240"/>
                <a:gridCol w="2926234"/>
              </a:tblGrid>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i</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a:t>
                      </a: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i+1</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i+1</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i+2</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1" u="none" strike="noStrike" cap="none" normalizeH="0" baseline="0" dirty="0" smtClean="0">
                          <a:ln>
                            <a:noFill/>
                          </a:ln>
                          <a:solidFill>
                            <a:schemeClr val="tx1"/>
                          </a:solidFill>
                          <a:effectLst/>
                          <a:latin typeface="Times New Roman" pitchFamily="18" charset="0"/>
                          <a:ea typeface="黑体" pitchFamily="49" charset="-122"/>
                        </a:rPr>
                        <a:t>f</a:t>
                      </a:r>
                      <a:r>
                        <a:rPr kumimoji="0" lang="en-US" altLang="zh-CN" sz="2800" b="1" i="0" u="none" strike="noStrike" cap="none" normalizeH="0" baseline="0" dirty="0" smtClean="0">
                          <a:ln>
                            <a:noFill/>
                          </a:ln>
                          <a:solidFill>
                            <a:schemeClr val="tx1"/>
                          </a:solidFill>
                          <a:effectLst/>
                          <a:latin typeface="Times New Roman" pitchFamily="18" charset="0"/>
                          <a:ea typeface="黑体" pitchFamily="49" charset="-122"/>
                        </a:rPr>
                        <a:t>[</a:t>
                      </a:r>
                      <a:r>
                        <a:rPr kumimoji="0" lang="en-US" altLang="zh-CN" sz="2800" b="1" i="1" u="none" strike="noStrike" cap="none" normalizeH="0" baseline="0" dirty="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dirty="0" smtClean="0">
                          <a:ln>
                            <a:noFill/>
                          </a:ln>
                          <a:solidFill>
                            <a:schemeClr val="tx1"/>
                          </a:solidFill>
                          <a:effectLst/>
                          <a:latin typeface="Times New Roman" pitchFamily="18" charset="0"/>
                          <a:ea typeface="黑体" pitchFamily="49" charset="-122"/>
                        </a:rPr>
                        <a:t>i</a:t>
                      </a:r>
                      <a:r>
                        <a:rPr kumimoji="0" lang="en-US" altLang="zh-CN" sz="2800" b="1" i="0" u="none" strike="noStrike" cap="none" normalizeH="0" baseline="0" dirty="0" smtClean="0">
                          <a:ln>
                            <a:noFill/>
                          </a:ln>
                          <a:solidFill>
                            <a:schemeClr val="tx1"/>
                          </a:solidFill>
                          <a:effectLst/>
                          <a:latin typeface="Times New Roman" pitchFamily="18" charset="0"/>
                          <a:ea typeface="黑体" pitchFamily="49" charset="-122"/>
                        </a:rPr>
                        <a:t>,</a:t>
                      </a:r>
                      <a:r>
                        <a:rPr kumimoji="0" lang="en-US" altLang="zh-CN" sz="2800" b="1" i="1" u="none" strike="noStrike" cap="none" normalizeH="0" baseline="0" dirty="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dirty="0" smtClean="0">
                          <a:ln>
                            <a:noFill/>
                          </a:ln>
                          <a:solidFill>
                            <a:schemeClr val="tx1"/>
                          </a:solidFill>
                          <a:effectLst/>
                          <a:latin typeface="Times New Roman" pitchFamily="18" charset="0"/>
                          <a:ea typeface="黑体" pitchFamily="49" charset="-122"/>
                        </a:rPr>
                        <a:t>i+1</a:t>
                      </a:r>
                      <a:r>
                        <a:rPr kumimoji="0" lang="en-US" altLang="zh-CN" sz="2800" b="1" i="0" u="none" strike="noStrike" cap="none" normalizeH="0" baseline="0" dirty="0" smtClean="0">
                          <a:ln>
                            <a:noFill/>
                          </a:ln>
                          <a:solidFill>
                            <a:schemeClr val="tx1"/>
                          </a:solidFill>
                          <a:effectLst/>
                          <a:latin typeface="Times New Roman" pitchFamily="18" charset="0"/>
                          <a:ea typeface="黑体" pitchFamily="49" charset="-122"/>
                        </a:rPr>
                        <a:t>,</a:t>
                      </a:r>
                      <a:r>
                        <a:rPr kumimoji="0" lang="en-US" altLang="zh-CN" sz="2800" b="1" i="1" u="none" strike="noStrike" cap="none" normalizeH="0" baseline="0" dirty="0" smtClean="0">
                          <a:ln>
                            <a:noFill/>
                          </a:ln>
                          <a:solidFill>
                            <a:schemeClr val="tx1"/>
                          </a:solidFill>
                          <a:effectLst/>
                          <a:latin typeface="Times New Roman" pitchFamily="18" charset="0"/>
                          <a:ea typeface="黑体" pitchFamily="49" charset="-122"/>
                        </a:rPr>
                        <a:t>x</a:t>
                      </a:r>
                      <a:r>
                        <a:rPr kumimoji="0" lang="en-US" altLang="zh-CN" sz="2800" b="1" i="0" u="none" strike="noStrike" cap="none" normalizeH="0" baseline="-25000" dirty="0" smtClean="0">
                          <a:ln>
                            <a:noFill/>
                          </a:ln>
                          <a:solidFill>
                            <a:schemeClr val="tx1"/>
                          </a:solidFill>
                          <a:effectLst/>
                          <a:latin typeface="Times New Roman" pitchFamily="18" charset="0"/>
                          <a:ea typeface="黑体" pitchFamily="49" charset="-122"/>
                        </a:rPr>
                        <a:t>i+2</a:t>
                      </a:r>
                      <a:r>
                        <a:rPr kumimoji="0" lang="zh-CN" altLang="en-US" sz="2800" b="1" i="0" u="none" strike="noStrike" cap="none" normalizeH="0" baseline="-25000" dirty="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dirty="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dirty="0" smtClean="0">
                          <a:ln>
                            <a:noFill/>
                          </a:ln>
                          <a:solidFill>
                            <a:schemeClr val="tx1"/>
                          </a:solidFill>
                          <a:effectLst/>
                          <a:latin typeface="Times New Roman" pitchFamily="18" charset="0"/>
                          <a:ea typeface="黑体" pitchFamily="2" charset="-122"/>
                        </a:rPr>
                        <a:t>i+3</a:t>
                      </a:r>
                      <a:r>
                        <a:rPr kumimoji="0" lang="en-US" altLang="zh-CN" sz="2800" b="1" i="0" u="none" strike="noStrike" cap="none" normalizeH="0" baseline="0" dirty="0" smtClean="0">
                          <a:ln>
                            <a:noFill/>
                          </a:ln>
                          <a:solidFill>
                            <a:schemeClr val="tx1"/>
                          </a:solidFill>
                          <a:effectLst/>
                          <a:latin typeface="Times New Roman" pitchFamily="18" charset="0"/>
                          <a:ea typeface="黑体" pitchFamily="49" charset="-122"/>
                        </a:rPr>
                        <a:t>]</a:t>
                      </a:r>
                      <a:endParaRPr kumimoji="0" lang="zh-CN" altLang="en-US" sz="2800" b="1" i="0" u="none" strike="noStrike" cap="none" normalizeH="0" baseline="0" dirty="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8</a:t>
                      </a: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27</a:t>
                      </a: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5</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125</a:t>
                      </a: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32753">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6</a:t>
                      </a: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216</a:t>
                      </a: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80000"/>
                        </a:lnSpc>
                        <a:spcBef>
                          <a:spcPct val="10000"/>
                        </a:spcBef>
                        <a:spcAft>
                          <a:spcPct val="0"/>
                        </a:spcAft>
                        <a:buClr>
                          <a:srgbClr val="27305F"/>
                        </a:buClr>
                        <a:buSzPct val="60000"/>
                        <a:buFont typeface="Wingdings" pitchFamily="2" charset="2"/>
                        <a:buNone/>
                        <a:tabLst/>
                      </a:pPr>
                      <a:endParaRPr kumimoji="0" lang="zh-CN" altLang="en-US" sz="2800" b="1" i="0" u="none" strike="noStrike" cap="none" normalizeH="0" baseline="0" dirty="0" smtClean="0">
                        <a:ln>
                          <a:noFill/>
                        </a:ln>
                        <a:solidFill>
                          <a:schemeClr val="tx1"/>
                        </a:solidFill>
                        <a:effectLst/>
                        <a:latin typeface="Times New Roman" pitchFamily="18" charset="0"/>
                        <a:ea typeface="黑体" pitchFamily="49"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45541" name="Object 101"/>
          <p:cNvGraphicFramePr>
            <a:graphicFrameLocks noChangeAspect="1"/>
          </p:cNvGraphicFramePr>
          <p:nvPr/>
        </p:nvGraphicFramePr>
        <p:xfrm>
          <a:off x="3089275" y="2971800"/>
          <a:ext cx="1066800" cy="722313"/>
        </p:xfrm>
        <a:graphic>
          <a:graphicData uri="http://schemas.openxmlformats.org/presentationml/2006/ole">
            <mc:AlternateContent xmlns:mc="http://schemas.openxmlformats.org/markup-compatibility/2006">
              <mc:Choice xmlns:v="urn:schemas-microsoft-com:vml" Requires="v">
                <p:oleObj spid="_x0000_s34083" name="Equation" r:id="rId3" imgW="609336" imgH="393529" progId="Equation.3">
                  <p:embed/>
                </p:oleObj>
              </mc:Choice>
              <mc:Fallback>
                <p:oleObj name="Equation" r:id="rId3" imgW="609336" imgH="393529" progId="Equation.3">
                  <p:embed/>
                  <p:pic>
                    <p:nvPicPr>
                      <p:cNvPr id="0" name="Object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9275" y="2971800"/>
                        <a:ext cx="1066800"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542" name="Object 102"/>
          <p:cNvGraphicFramePr>
            <a:graphicFrameLocks noChangeAspect="1"/>
          </p:cNvGraphicFramePr>
          <p:nvPr/>
        </p:nvGraphicFramePr>
        <p:xfrm>
          <a:off x="3054350" y="3733800"/>
          <a:ext cx="1311275" cy="722313"/>
        </p:xfrm>
        <a:graphic>
          <a:graphicData uri="http://schemas.openxmlformats.org/presentationml/2006/ole">
            <mc:AlternateContent xmlns:mc="http://schemas.openxmlformats.org/markup-compatibility/2006">
              <mc:Choice xmlns:v="urn:schemas-microsoft-com:vml" Requires="v">
                <p:oleObj spid="_x0000_s34084" name="Equation" r:id="rId5" imgW="748975" imgH="393529" progId="Equation.3">
                  <p:embed/>
                </p:oleObj>
              </mc:Choice>
              <mc:Fallback>
                <p:oleObj name="Equation" r:id="rId5" imgW="748975" imgH="393529" progId="Equation.3">
                  <p:embed/>
                  <p:pic>
                    <p:nvPicPr>
                      <p:cNvPr id="0" name="Object 1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4350" y="3733800"/>
                        <a:ext cx="1311275"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543" name="Object 103"/>
          <p:cNvGraphicFramePr>
            <a:graphicFrameLocks noChangeAspect="1"/>
          </p:cNvGraphicFramePr>
          <p:nvPr/>
        </p:nvGraphicFramePr>
        <p:xfrm>
          <a:off x="2978150" y="4535488"/>
          <a:ext cx="1577975" cy="722312"/>
        </p:xfrm>
        <a:graphic>
          <a:graphicData uri="http://schemas.openxmlformats.org/presentationml/2006/ole">
            <mc:AlternateContent xmlns:mc="http://schemas.openxmlformats.org/markup-compatibility/2006">
              <mc:Choice xmlns:v="urn:schemas-microsoft-com:vml" Requires="v">
                <p:oleObj spid="_x0000_s34085" name="Equation" r:id="rId7" imgW="901309" imgH="393529" progId="Equation.3">
                  <p:embed/>
                </p:oleObj>
              </mc:Choice>
              <mc:Fallback>
                <p:oleObj name="Equation" r:id="rId7" imgW="901309" imgH="393529" progId="Equation.3">
                  <p:embed/>
                  <p:pic>
                    <p:nvPicPr>
                      <p:cNvPr id="0" name="Object 10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8150" y="4535488"/>
                        <a:ext cx="1577975"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544" name="Object 104"/>
          <p:cNvGraphicFramePr>
            <a:graphicFrameLocks noChangeAspect="1"/>
          </p:cNvGraphicFramePr>
          <p:nvPr/>
        </p:nvGraphicFramePr>
        <p:xfrm>
          <a:off x="2978150" y="5486400"/>
          <a:ext cx="1711325" cy="722313"/>
        </p:xfrm>
        <a:graphic>
          <a:graphicData uri="http://schemas.openxmlformats.org/presentationml/2006/ole">
            <mc:AlternateContent xmlns:mc="http://schemas.openxmlformats.org/markup-compatibility/2006">
              <mc:Choice xmlns:v="urn:schemas-microsoft-com:vml" Requires="v">
                <p:oleObj spid="_x0000_s34086" name="Equation" r:id="rId9" imgW="977476" imgH="393529" progId="Equation.3">
                  <p:embed/>
                </p:oleObj>
              </mc:Choice>
              <mc:Fallback>
                <p:oleObj name="Equation" r:id="rId9" imgW="977476" imgH="393529" progId="Equation.3">
                  <p:embed/>
                  <p:pic>
                    <p:nvPicPr>
                      <p:cNvPr id="0" name="Object 10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8150" y="5486400"/>
                        <a:ext cx="1711325"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550" name="Object 110"/>
          <p:cNvGraphicFramePr>
            <a:graphicFrameLocks noChangeAspect="1"/>
          </p:cNvGraphicFramePr>
          <p:nvPr/>
        </p:nvGraphicFramePr>
        <p:xfrm>
          <a:off x="5299075" y="3352800"/>
          <a:ext cx="1177925" cy="722313"/>
        </p:xfrm>
        <a:graphic>
          <a:graphicData uri="http://schemas.openxmlformats.org/presentationml/2006/ole">
            <mc:AlternateContent xmlns:mc="http://schemas.openxmlformats.org/markup-compatibility/2006">
              <mc:Choice xmlns:v="urn:schemas-microsoft-com:vml" Requires="v">
                <p:oleObj spid="_x0000_s34087" name="Equation" r:id="rId11" imgW="672808" imgH="393529" progId="Equation.3">
                  <p:embed/>
                </p:oleObj>
              </mc:Choice>
              <mc:Fallback>
                <p:oleObj name="Equation" r:id="rId11" imgW="672808" imgH="393529" progId="Equation.3">
                  <p:embed/>
                  <p:pic>
                    <p:nvPicPr>
                      <p:cNvPr id="0" name="Object 1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99075" y="3352800"/>
                        <a:ext cx="1177925"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551" name="Object 111"/>
          <p:cNvGraphicFramePr>
            <a:graphicFrameLocks noChangeAspect="1"/>
          </p:cNvGraphicFramePr>
          <p:nvPr/>
        </p:nvGraphicFramePr>
        <p:xfrm>
          <a:off x="5299075" y="4267200"/>
          <a:ext cx="1422400" cy="722313"/>
        </p:xfrm>
        <a:graphic>
          <a:graphicData uri="http://schemas.openxmlformats.org/presentationml/2006/ole">
            <mc:AlternateContent xmlns:mc="http://schemas.openxmlformats.org/markup-compatibility/2006">
              <mc:Choice xmlns:v="urn:schemas-microsoft-com:vml" Requires="v">
                <p:oleObj spid="_x0000_s34088" name="Equation" r:id="rId13" imgW="812447" imgH="393529" progId="Equation.3">
                  <p:embed/>
                </p:oleObj>
              </mc:Choice>
              <mc:Fallback>
                <p:oleObj name="Equation" r:id="rId13" imgW="812447" imgH="393529" progId="Equation.3">
                  <p:embed/>
                  <p:pic>
                    <p:nvPicPr>
                      <p:cNvPr id="0" name="Object 1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99075" y="4267200"/>
                        <a:ext cx="1422400"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552" name="Object 112"/>
          <p:cNvGraphicFramePr>
            <a:graphicFrameLocks noChangeAspect="1"/>
          </p:cNvGraphicFramePr>
          <p:nvPr/>
        </p:nvGraphicFramePr>
        <p:xfrm>
          <a:off x="5222875" y="5105400"/>
          <a:ext cx="1444625" cy="722313"/>
        </p:xfrm>
        <a:graphic>
          <a:graphicData uri="http://schemas.openxmlformats.org/presentationml/2006/ole">
            <mc:AlternateContent xmlns:mc="http://schemas.openxmlformats.org/markup-compatibility/2006">
              <mc:Choice xmlns:v="urn:schemas-microsoft-com:vml" Requires="v">
                <p:oleObj spid="_x0000_s34089" name="Equation" r:id="rId15" imgW="825500" imgH="393700" progId="Equation.3">
                  <p:embed/>
                </p:oleObj>
              </mc:Choice>
              <mc:Fallback>
                <p:oleObj name="Equation" r:id="rId15" imgW="825500" imgH="393700" progId="Equation.3">
                  <p:embed/>
                  <p:pic>
                    <p:nvPicPr>
                      <p:cNvPr id="0" name="Object 1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22875" y="5105400"/>
                        <a:ext cx="1444625"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553" name="Object 113"/>
          <p:cNvGraphicFramePr>
            <a:graphicFrameLocks noChangeAspect="1"/>
          </p:cNvGraphicFramePr>
          <p:nvPr/>
        </p:nvGraphicFramePr>
        <p:xfrm>
          <a:off x="7358063" y="3810000"/>
          <a:ext cx="1155700" cy="722313"/>
        </p:xfrm>
        <a:graphic>
          <a:graphicData uri="http://schemas.openxmlformats.org/presentationml/2006/ole">
            <mc:AlternateContent xmlns:mc="http://schemas.openxmlformats.org/markup-compatibility/2006">
              <mc:Choice xmlns:v="urn:schemas-microsoft-com:vml" Requires="v">
                <p:oleObj spid="_x0000_s34090" name="Equation" r:id="rId17" imgW="660113" imgH="393529" progId="Equation.3">
                  <p:embed/>
                </p:oleObj>
              </mc:Choice>
              <mc:Fallback>
                <p:oleObj name="Equation" r:id="rId17" imgW="660113" imgH="393529" progId="Equation.3">
                  <p:embed/>
                  <p:pic>
                    <p:nvPicPr>
                      <p:cNvPr id="0" name="Object 1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58063" y="3810000"/>
                        <a:ext cx="1155700"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555" name="Object 115"/>
          <p:cNvGraphicFramePr>
            <a:graphicFrameLocks noChangeAspect="1"/>
          </p:cNvGraphicFramePr>
          <p:nvPr/>
        </p:nvGraphicFramePr>
        <p:xfrm>
          <a:off x="7358063" y="4800600"/>
          <a:ext cx="1265237" cy="722313"/>
        </p:xfrm>
        <a:graphic>
          <a:graphicData uri="http://schemas.openxmlformats.org/presentationml/2006/ole">
            <mc:AlternateContent xmlns:mc="http://schemas.openxmlformats.org/markup-compatibility/2006">
              <mc:Choice xmlns:v="urn:schemas-microsoft-com:vml" Requires="v">
                <p:oleObj spid="_x0000_s34091" name="Equation" r:id="rId19" imgW="723586" imgH="393529" progId="Equation.3">
                  <p:embed/>
                </p:oleObj>
              </mc:Choice>
              <mc:Fallback>
                <p:oleObj name="Equation" r:id="rId19" imgW="723586" imgH="393529" progId="Equation.3">
                  <p:embed/>
                  <p:pic>
                    <p:nvPicPr>
                      <p:cNvPr id="0" name="Object 1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58063" y="4800600"/>
                        <a:ext cx="1265237"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45898"/>
                                        </p:tgtEl>
                                        <p:attrNameLst>
                                          <p:attrName>style.visibility</p:attrName>
                                        </p:attrNameLst>
                                      </p:cBhvr>
                                      <p:to>
                                        <p:strVal val="visible"/>
                                      </p:to>
                                    </p:set>
                                    <p:animEffect transition="in" filter="dissolve">
                                      <p:cBhvr>
                                        <p:cTn id="7" dur="500"/>
                                        <p:tgtEl>
                                          <p:spTgt spid="4458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45541"/>
                                        </p:tgtEl>
                                        <p:attrNameLst>
                                          <p:attrName>style.visibility</p:attrName>
                                        </p:attrNameLst>
                                      </p:cBhvr>
                                      <p:to>
                                        <p:strVal val="visible"/>
                                      </p:to>
                                    </p:set>
                                    <p:animEffect transition="in" filter="dissolve">
                                      <p:cBhvr>
                                        <p:cTn id="12" dur="500"/>
                                        <p:tgtEl>
                                          <p:spTgt spid="4455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45542"/>
                                        </p:tgtEl>
                                        <p:attrNameLst>
                                          <p:attrName>style.visibility</p:attrName>
                                        </p:attrNameLst>
                                      </p:cBhvr>
                                      <p:to>
                                        <p:strVal val="visible"/>
                                      </p:to>
                                    </p:set>
                                    <p:animEffect transition="in" filter="dissolve">
                                      <p:cBhvr>
                                        <p:cTn id="17" dur="500"/>
                                        <p:tgtEl>
                                          <p:spTgt spid="4455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45543"/>
                                        </p:tgtEl>
                                        <p:attrNameLst>
                                          <p:attrName>style.visibility</p:attrName>
                                        </p:attrNameLst>
                                      </p:cBhvr>
                                      <p:to>
                                        <p:strVal val="visible"/>
                                      </p:to>
                                    </p:set>
                                    <p:animEffect transition="in" filter="dissolve">
                                      <p:cBhvr>
                                        <p:cTn id="22" dur="500"/>
                                        <p:tgtEl>
                                          <p:spTgt spid="4455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45544"/>
                                        </p:tgtEl>
                                        <p:attrNameLst>
                                          <p:attrName>style.visibility</p:attrName>
                                        </p:attrNameLst>
                                      </p:cBhvr>
                                      <p:to>
                                        <p:strVal val="visible"/>
                                      </p:to>
                                    </p:set>
                                    <p:animEffect transition="in" filter="dissolve">
                                      <p:cBhvr>
                                        <p:cTn id="27" dur="500"/>
                                        <p:tgtEl>
                                          <p:spTgt spid="4455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45550"/>
                                        </p:tgtEl>
                                        <p:attrNameLst>
                                          <p:attrName>style.visibility</p:attrName>
                                        </p:attrNameLst>
                                      </p:cBhvr>
                                      <p:to>
                                        <p:strVal val="visible"/>
                                      </p:to>
                                    </p:set>
                                    <p:animEffect transition="in" filter="dissolve">
                                      <p:cBhvr>
                                        <p:cTn id="32" dur="500"/>
                                        <p:tgtEl>
                                          <p:spTgt spid="4455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445551"/>
                                        </p:tgtEl>
                                        <p:attrNameLst>
                                          <p:attrName>style.visibility</p:attrName>
                                        </p:attrNameLst>
                                      </p:cBhvr>
                                      <p:to>
                                        <p:strVal val="visible"/>
                                      </p:to>
                                    </p:set>
                                    <p:animEffect transition="in" filter="dissolve">
                                      <p:cBhvr>
                                        <p:cTn id="37" dur="500"/>
                                        <p:tgtEl>
                                          <p:spTgt spid="44555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445552"/>
                                        </p:tgtEl>
                                        <p:attrNameLst>
                                          <p:attrName>style.visibility</p:attrName>
                                        </p:attrNameLst>
                                      </p:cBhvr>
                                      <p:to>
                                        <p:strVal val="visible"/>
                                      </p:to>
                                    </p:set>
                                    <p:animEffect transition="in" filter="dissolve">
                                      <p:cBhvr>
                                        <p:cTn id="42" dur="500"/>
                                        <p:tgtEl>
                                          <p:spTgt spid="44555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445553"/>
                                        </p:tgtEl>
                                        <p:attrNameLst>
                                          <p:attrName>style.visibility</p:attrName>
                                        </p:attrNameLst>
                                      </p:cBhvr>
                                      <p:to>
                                        <p:strVal val="visible"/>
                                      </p:to>
                                    </p:set>
                                    <p:animEffect transition="in" filter="dissolve">
                                      <p:cBhvr>
                                        <p:cTn id="47" dur="500"/>
                                        <p:tgtEl>
                                          <p:spTgt spid="44555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445555"/>
                                        </p:tgtEl>
                                        <p:attrNameLst>
                                          <p:attrName>style.visibility</p:attrName>
                                        </p:attrNameLst>
                                      </p:cBhvr>
                                      <p:to>
                                        <p:strVal val="visible"/>
                                      </p:to>
                                    </p:set>
                                    <p:animEffect transition="in" filter="dissolve">
                                      <p:cBhvr>
                                        <p:cTn id="52" dur="500"/>
                                        <p:tgtEl>
                                          <p:spTgt spid="445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CB05A51-6D4F-4426-A6B2-F4F91E3D116B}" type="slidenum">
              <a:rPr lang="zh-CN" altLang="en-US" b="0" i="0" smtClean="0"/>
              <a:pPr/>
              <a:t>16</a:t>
            </a:fld>
            <a:endParaRPr lang="en-US" altLang="zh-CN" b="0" i="0" smtClean="0"/>
          </a:p>
        </p:txBody>
      </p:sp>
      <p:sp>
        <p:nvSpPr>
          <p:cNvPr id="3481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D0D881E-3238-4D52-8592-8B13242E2A8C}" type="datetime1">
              <a:rPr lang="zh-CN" altLang="en-US" sz="1800" i="0" smtClean="0"/>
              <a:pPr/>
              <a:t>2024/10/20</a:t>
            </a:fld>
            <a:endParaRPr lang="en-US" altLang="zh-CN" sz="1800" i="0" smtClean="0"/>
          </a:p>
        </p:txBody>
      </p:sp>
      <p:sp>
        <p:nvSpPr>
          <p:cNvPr id="446466" name="Rectangle 2"/>
          <p:cNvSpPr>
            <a:spLocks noGrp="1" noChangeArrowheads="1"/>
          </p:cNvSpPr>
          <p:nvPr>
            <p:ph type="title"/>
          </p:nvPr>
        </p:nvSpPr>
        <p:spPr/>
        <p:txBody>
          <a:bodyPr/>
          <a:lstStyle/>
          <a:p>
            <a:pPr>
              <a:defRPr/>
            </a:pPr>
            <a:r>
              <a:rPr lang="zh-CN" altLang="en-US" smtClean="0"/>
              <a:t>§1.1  差  商</a:t>
            </a:r>
          </a:p>
        </p:txBody>
      </p:sp>
      <p:sp>
        <p:nvSpPr>
          <p:cNvPr id="34821" name="Rectangle 3"/>
          <p:cNvSpPr>
            <a:spLocks noGrp="1" noChangeArrowheads="1"/>
          </p:cNvSpPr>
          <p:nvPr>
            <p:ph type="body" idx="1"/>
          </p:nvPr>
        </p:nvSpPr>
        <p:spPr>
          <a:xfrm>
            <a:off x="650875" y="1143000"/>
            <a:ext cx="8820150" cy="2603500"/>
          </a:xfrm>
        </p:spPr>
        <p:txBody>
          <a:bodyPr/>
          <a:lstStyle/>
          <a:p>
            <a:r>
              <a:rPr lang="zh-CN" altLang="en-US" smtClean="0"/>
              <a:t>以</a:t>
            </a:r>
            <a:r>
              <a:rPr lang="en-US" altLang="zh-CN" i="1" smtClean="0"/>
              <a:t>x</a:t>
            </a:r>
            <a:r>
              <a:rPr lang="zh-CN" altLang="en-US" smtClean="0"/>
              <a:t>代表时间</a:t>
            </a:r>
            <a:r>
              <a:rPr lang="en-US" altLang="zh-CN" i="1" smtClean="0"/>
              <a:t>t</a:t>
            </a:r>
            <a:r>
              <a:rPr lang="en-US" altLang="zh-CN" smtClean="0"/>
              <a:t>,   </a:t>
            </a:r>
            <a:r>
              <a:rPr lang="en-US" altLang="zh-CN" i="1" smtClean="0"/>
              <a:t>f</a:t>
            </a:r>
            <a:r>
              <a:rPr lang="en-US" altLang="zh-CN" smtClean="0"/>
              <a:t>(</a:t>
            </a:r>
            <a:r>
              <a:rPr lang="en-US" altLang="zh-CN" i="1" smtClean="0"/>
              <a:t>x</a:t>
            </a:r>
            <a:r>
              <a:rPr lang="en-US" altLang="zh-CN" smtClean="0"/>
              <a:t>)</a:t>
            </a:r>
            <a:r>
              <a:rPr lang="zh-CN" altLang="en-US" smtClean="0"/>
              <a:t>代表路程</a:t>
            </a:r>
            <a:r>
              <a:rPr lang="en-US" altLang="zh-CN" i="1" smtClean="0"/>
              <a:t>s</a:t>
            </a:r>
            <a:r>
              <a:rPr lang="en-US" altLang="zh-CN" smtClean="0"/>
              <a:t>,</a:t>
            </a:r>
            <a:r>
              <a:rPr lang="zh-CN" altLang="en-US" smtClean="0"/>
              <a:t>则一阶差商为</a:t>
            </a:r>
            <a:r>
              <a:rPr lang="zh-CN" altLang="en-US" smtClean="0">
                <a:sym typeface="Symbol" pitchFamily="18" charset="2"/>
              </a:rPr>
              <a:t></a:t>
            </a:r>
            <a:r>
              <a:rPr lang="en-US" altLang="zh-CN" i="1" smtClean="0"/>
              <a:t>s</a:t>
            </a:r>
            <a:r>
              <a:rPr lang="en-US" altLang="zh-CN" i="1" baseline="-25000" smtClean="0"/>
              <a:t>i</a:t>
            </a:r>
            <a:r>
              <a:rPr lang="en-US" altLang="zh-CN" i="1" smtClean="0"/>
              <a:t>/ </a:t>
            </a:r>
            <a:r>
              <a:rPr lang="zh-CN" altLang="en-US" smtClean="0">
                <a:sym typeface="Symbol" pitchFamily="18" charset="2"/>
              </a:rPr>
              <a:t></a:t>
            </a:r>
            <a:r>
              <a:rPr lang="en-US" altLang="zh-CN" i="1" smtClean="0">
                <a:sym typeface="Symbol" pitchFamily="18" charset="2"/>
              </a:rPr>
              <a:t>t</a:t>
            </a:r>
            <a:r>
              <a:rPr lang="en-US" altLang="zh-CN" baseline="-25000" smtClean="0">
                <a:sym typeface="Symbol" pitchFamily="18" charset="2"/>
              </a:rPr>
              <a:t>i</a:t>
            </a:r>
            <a:r>
              <a:rPr lang="en-US" altLang="zh-CN" smtClean="0">
                <a:sym typeface="Symbol" pitchFamily="18" charset="2"/>
              </a:rPr>
              <a:t>=V</a:t>
            </a:r>
            <a:r>
              <a:rPr lang="en-US" altLang="zh-CN" baseline="-25000" smtClean="0">
                <a:sym typeface="Symbol" pitchFamily="18" charset="2"/>
              </a:rPr>
              <a:t>i</a:t>
            </a:r>
            <a:r>
              <a:rPr lang="zh-CN" altLang="en-US" smtClean="0">
                <a:sym typeface="Symbol" pitchFamily="18" charset="2"/>
              </a:rPr>
              <a:t>;二阶差商则为上述平均速度的平均变化率，即平均加速度,…,所以差商表的数值可以直接反映出函数值的变化情况</a:t>
            </a:r>
          </a:p>
          <a:p>
            <a:r>
              <a:rPr lang="zh-CN" altLang="en-US" smtClean="0">
                <a:sym typeface="Symbol" pitchFamily="18" charset="2"/>
              </a:rPr>
              <a:t>差商的重要特性——对称性</a:t>
            </a:r>
          </a:p>
          <a:p>
            <a:pPr lvl="1"/>
            <a:r>
              <a:rPr lang="zh-CN" altLang="en-US" smtClean="0">
                <a:sym typeface="Symbol" pitchFamily="18" charset="2"/>
              </a:rPr>
              <a:t>例如：</a:t>
            </a:r>
          </a:p>
        </p:txBody>
      </p:sp>
      <p:sp>
        <p:nvSpPr>
          <p:cNvPr id="446471" name="Rectangle 7"/>
          <p:cNvSpPr>
            <a:spLocks noChangeArrowheads="1"/>
          </p:cNvSpPr>
          <p:nvPr/>
        </p:nvSpPr>
        <p:spPr bwMode="auto">
          <a:xfrm>
            <a:off x="1812925" y="3700463"/>
            <a:ext cx="17637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endParaRPr lang="zh-CN" altLang="en-US" sz="3200" i="0">
              <a:latin typeface="Times New Roman" pitchFamily="18" charset="0"/>
            </a:endParaRPr>
          </a:p>
        </p:txBody>
      </p:sp>
      <p:sp>
        <p:nvSpPr>
          <p:cNvPr id="446472" name="Rectangle 8"/>
          <p:cNvSpPr>
            <a:spLocks noChangeArrowheads="1"/>
          </p:cNvSpPr>
          <p:nvPr/>
        </p:nvSpPr>
        <p:spPr bwMode="auto">
          <a:xfrm>
            <a:off x="3543300" y="3457575"/>
            <a:ext cx="1903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 </a:t>
            </a:r>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endParaRPr lang="zh-CN" altLang="en-US" sz="3200" i="0">
              <a:latin typeface="Times New Roman" pitchFamily="18" charset="0"/>
            </a:endParaRPr>
          </a:p>
        </p:txBody>
      </p:sp>
      <p:sp>
        <p:nvSpPr>
          <p:cNvPr id="446473" name="Line 9"/>
          <p:cNvSpPr>
            <a:spLocks noChangeShapeType="1"/>
          </p:cNvSpPr>
          <p:nvPr/>
        </p:nvSpPr>
        <p:spPr bwMode="auto">
          <a:xfrm>
            <a:off x="3624263" y="4038600"/>
            <a:ext cx="17335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6474" name="Rectangle 10"/>
          <p:cNvSpPr>
            <a:spLocks noChangeArrowheads="1"/>
          </p:cNvSpPr>
          <p:nvPr/>
        </p:nvSpPr>
        <p:spPr bwMode="auto">
          <a:xfrm>
            <a:off x="3822700" y="3929063"/>
            <a:ext cx="12287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1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446475" name="Rectangle 11"/>
          <p:cNvSpPr>
            <a:spLocks noChangeArrowheads="1"/>
          </p:cNvSpPr>
          <p:nvPr/>
        </p:nvSpPr>
        <p:spPr bwMode="auto">
          <a:xfrm>
            <a:off x="5803900" y="3457575"/>
            <a:ext cx="1903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 </a:t>
            </a:r>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endParaRPr lang="zh-CN" altLang="en-US" sz="3200" i="0">
              <a:latin typeface="Times New Roman" pitchFamily="18" charset="0"/>
            </a:endParaRPr>
          </a:p>
        </p:txBody>
      </p:sp>
      <p:sp>
        <p:nvSpPr>
          <p:cNvPr id="446476" name="Line 12"/>
          <p:cNvSpPr>
            <a:spLocks noChangeShapeType="1"/>
          </p:cNvSpPr>
          <p:nvPr/>
        </p:nvSpPr>
        <p:spPr bwMode="auto">
          <a:xfrm>
            <a:off x="5883275" y="4038600"/>
            <a:ext cx="17335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6477" name="Rectangle 13"/>
          <p:cNvSpPr>
            <a:spLocks noChangeArrowheads="1"/>
          </p:cNvSpPr>
          <p:nvPr/>
        </p:nvSpPr>
        <p:spPr bwMode="auto">
          <a:xfrm>
            <a:off x="6081713" y="3929063"/>
            <a:ext cx="12287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1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446478" name="Rectangle 14"/>
          <p:cNvSpPr>
            <a:spLocks noChangeArrowheads="1"/>
          </p:cNvSpPr>
          <p:nvPr/>
        </p:nvSpPr>
        <p:spPr bwMode="auto">
          <a:xfrm>
            <a:off x="5360988" y="3700463"/>
            <a:ext cx="4159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endParaRPr lang="zh-CN" altLang="en-US" sz="3200" i="0">
              <a:latin typeface="Times New Roman" pitchFamily="18" charset="0"/>
            </a:endParaRPr>
          </a:p>
        </p:txBody>
      </p:sp>
      <p:sp>
        <p:nvSpPr>
          <p:cNvPr id="446479" name="Rectangle 15"/>
          <p:cNvSpPr>
            <a:spLocks noChangeArrowheads="1"/>
          </p:cNvSpPr>
          <p:nvPr/>
        </p:nvSpPr>
        <p:spPr bwMode="auto">
          <a:xfrm>
            <a:off x="1789113" y="4843463"/>
            <a:ext cx="17637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endParaRPr lang="zh-CN" altLang="en-US" sz="3200" i="0">
              <a:latin typeface="Times New Roman" pitchFamily="18" charset="0"/>
            </a:endParaRPr>
          </a:p>
        </p:txBody>
      </p:sp>
      <p:grpSp>
        <p:nvGrpSpPr>
          <p:cNvPr id="2" name="Group 16"/>
          <p:cNvGrpSpPr>
            <a:grpSpLocks/>
          </p:cNvGrpSpPr>
          <p:nvPr/>
        </p:nvGrpSpPr>
        <p:grpSpPr bwMode="auto">
          <a:xfrm>
            <a:off x="3540125" y="4600575"/>
            <a:ext cx="1903413" cy="1050925"/>
            <a:chOff x="1483" y="2178"/>
            <a:chExt cx="1107" cy="662"/>
          </a:xfrm>
        </p:grpSpPr>
        <p:sp>
          <p:nvSpPr>
            <p:cNvPr id="34840" name="Rectangle 17"/>
            <p:cNvSpPr>
              <a:spLocks noChangeArrowheads="1"/>
            </p:cNvSpPr>
            <p:nvPr/>
          </p:nvSpPr>
          <p:spPr bwMode="auto">
            <a:xfrm>
              <a:off x="1483" y="2178"/>
              <a:ext cx="110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 </a:t>
              </a:r>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endParaRPr lang="zh-CN" altLang="en-US" sz="3200" i="0">
                <a:latin typeface="Times New Roman" pitchFamily="18" charset="0"/>
              </a:endParaRPr>
            </a:p>
          </p:txBody>
        </p:sp>
        <p:sp>
          <p:nvSpPr>
            <p:cNvPr id="34841" name="Line 18"/>
            <p:cNvSpPr>
              <a:spLocks noChangeShapeType="1"/>
            </p:cNvSpPr>
            <p:nvPr/>
          </p:nvSpPr>
          <p:spPr bwMode="auto">
            <a:xfrm>
              <a:off x="1530" y="2544"/>
              <a:ext cx="10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2" name="Rectangle 19"/>
            <p:cNvSpPr>
              <a:spLocks noChangeArrowheads="1"/>
            </p:cNvSpPr>
            <p:nvPr/>
          </p:nvSpPr>
          <p:spPr bwMode="auto">
            <a:xfrm>
              <a:off x="1646" y="2475"/>
              <a:ext cx="7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0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1</a:t>
              </a:r>
              <a:endParaRPr lang="zh-CN" altLang="en-US" sz="3200" i="0" baseline="-25000">
                <a:latin typeface="Times New Roman" pitchFamily="18" charset="0"/>
              </a:endParaRPr>
            </a:p>
          </p:txBody>
        </p:sp>
      </p:grpSp>
      <p:grpSp>
        <p:nvGrpSpPr>
          <p:cNvPr id="3" name="Group 20"/>
          <p:cNvGrpSpPr>
            <a:grpSpLocks/>
          </p:cNvGrpSpPr>
          <p:nvPr/>
        </p:nvGrpSpPr>
        <p:grpSpPr bwMode="auto">
          <a:xfrm>
            <a:off x="5359400" y="4600575"/>
            <a:ext cx="2347913" cy="1050925"/>
            <a:chOff x="2540" y="2178"/>
            <a:chExt cx="1366" cy="662"/>
          </a:xfrm>
        </p:grpSpPr>
        <p:sp>
          <p:nvSpPr>
            <p:cNvPr id="34836" name="Rectangle 21"/>
            <p:cNvSpPr>
              <a:spLocks noChangeArrowheads="1"/>
            </p:cNvSpPr>
            <p:nvPr/>
          </p:nvSpPr>
          <p:spPr bwMode="auto">
            <a:xfrm>
              <a:off x="2798" y="2178"/>
              <a:ext cx="110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 </a:t>
              </a:r>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endParaRPr lang="zh-CN" altLang="en-US" sz="3200" i="0">
                <a:latin typeface="Times New Roman" pitchFamily="18" charset="0"/>
              </a:endParaRPr>
            </a:p>
          </p:txBody>
        </p:sp>
        <p:sp>
          <p:nvSpPr>
            <p:cNvPr id="34837" name="Line 22"/>
            <p:cNvSpPr>
              <a:spLocks noChangeShapeType="1"/>
            </p:cNvSpPr>
            <p:nvPr/>
          </p:nvSpPr>
          <p:spPr bwMode="auto">
            <a:xfrm>
              <a:off x="2844" y="2544"/>
              <a:ext cx="10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8" name="Rectangle 23"/>
            <p:cNvSpPr>
              <a:spLocks noChangeArrowheads="1"/>
            </p:cNvSpPr>
            <p:nvPr/>
          </p:nvSpPr>
          <p:spPr bwMode="auto">
            <a:xfrm>
              <a:off x="2960" y="2475"/>
              <a:ext cx="7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0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1</a:t>
              </a:r>
              <a:endParaRPr lang="zh-CN" altLang="en-US" sz="3200" i="0" baseline="-25000">
                <a:latin typeface="Times New Roman" pitchFamily="18" charset="0"/>
              </a:endParaRPr>
            </a:p>
          </p:txBody>
        </p:sp>
        <p:sp>
          <p:nvSpPr>
            <p:cNvPr id="34839" name="Rectangle 24"/>
            <p:cNvSpPr>
              <a:spLocks noChangeArrowheads="1"/>
            </p:cNvSpPr>
            <p:nvPr/>
          </p:nvSpPr>
          <p:spPr bwMode="auto">
            <a:xfrm>
              <a:off x="2540" y="2331"/>
              <a:ext cx="24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endParaRPr lang="zh-CN" altLang="en-US" sz="3200" i="0">
                <a:latin typeface="Times New Roman" pitchFamily="18" charset="0"/>
              </a:endParaRPr>
            </a:p>
          </p:txBody>
        </p:sp>
      </p:grpSp>
      <p:grpSp>
        <p:nvGrpSpPr>
          <p:cNvPr id="4" name="Group 25"/>
          <p:cNvGrpSpPr>
            <a:grpSpLocks/>
          </p:cNvGrpSpPr>
          <p:nvPr/>
        </p:nvGrpSpPr>
        <p:grpSpPr bwMode="auto">
          <a:xfrm>
            <a:off x="2476500" y="4419600"/>
            <a:ext cx="165100" cy="381000"/>
            <a:chOff x="864" y="2160"/>
            <a:chExt cx="96" cy="240"/>
          </a:xfrm>
        </p:grpSpPr>
        <p:sp>
          <p:nvSpPr>
            <p:cNvPr id="34834" name="Line 26"/>
            <p:cNvSpPr>
              <a:spLocks noChangeShapeType="1"/>
            </p:cNvSpPr>
            <p:nvPr/>
          </p:nvSpPr>
          <p:spPr bwMode="auto">
            <a:xfrm>
              <a:off x="864" y="2160"/>
              <a:ext cx="0"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5" name="Line 27"/>
            <p:cNvSpPr>
              <a:spLocks noChangeShapeType="1"/>
            </p:cNvSpPr>
            <p:nvPr/>
          </p:nvSpPr>
          <p:spPr bwMode="auto">
            <a:xfrm>
              <a:off x="960" y="2160"/>
              <a:ext cx="0"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6471"/>
                                        </p:tgtEl>
                                        <p:attrNameLst>
                                          <p:attrName>style.visibility</p:attrName>
                                        </p:attrNameLst>
                                      </p:cBhvr>
                                      <p:to>
                                        <p:strVal val="visible"/>
                                      </p:to>
                                    </p:set>
                                    <p:animEffect transition="in" filter="dissolve">
                                      <p:cBhvr>
                                        <p:cTn id="7" dur="500"/>
                                        <p:tgtEl>
                                          <p:spTgt spid="4464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6472"/>
                                        </p:tgtEl>
                                        <p:attrNameLst>
                                          <p:attrName>style.visibility</p:attrName>
                                        </p:attrNameLst>
                                      </p:cBhvr>
                                      <p:to>
                                        <p:strVal val="visible"/>
                                      </p:to>
                                    </p:set>
                                    <p:animEffect transition="in" filter="dissolve">
                                      <p:cBhvr>
                                        <p:cTn id="12" dur="500"/>
                                        <p:tgtEl>
                                          <p:spTgt spid="4464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46473"/>
                                        </p:tgtEl>
                                        <p:attrNameLst>
                                          <p:attrName>style.visibility</p:attrName>
                                        </p:attrNameLst>
                                      </p:cBhvr>
                                      <p:to>
                                        <p:strVal val="visible"/>
                                      </p:to>
                                    </p:set>
                                    <p:animEffect transition="in" filter="dissolve">
                                      <p:cBhvr>
                                        <p:cTn id="17" dur="500"/>
                                        <p:tgtEl>
                                          <p:spTgt spid="4464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46474"/>
                                        </p:tgtEl>
                                        <p:attrNameLst>
                                          <p:attrName>style.visibility</p:attrName>
                                        </p:attrNameLst>
                                      </p:cBhvr>
                                      <p:to>
                                        <p:strVal val="visible"/>
                                      </p:to>
                                    </p:set>
                                    <p:animEffect transition="in" filter="dissolve">
                                      <p:cBhvr>
                                        <p:cTn id="22" dur="500"/>
                                        <p:tgtEl>
                                          <p:spTgt spid="4464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46478"/>
                                        </p:tgtEl>
                                        <p:attrNameLst>
                                          <p:attrName>style.visibility</p:attrName>
                                        </p:attrNameLst>
                                      </p:cBhvr>
                                      <p:to>
                                        <p:strVal val="visible"/>
                                      </p:to>
                                    </p:set>
                                    <p:animEffect transition="in" filter="dissolve">
                                      <p:cBhvr>
                                        <p:cTn id="27" dur="500"/>
                                        <p:tgtEl>
                                          <p:spTgt spid="4464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46475"/>
                                        </p:tgtEl>
                                        <p:attrNameLst>
                                          <p:attrName>style.visibility</p:attrName>
                                        </p:attrNameLst>
                                      </p:cBhvr>
                                      <p:to>
                                        <p:strVal val="visible"/>
                                      </p:to>
                                    </p:set>
                                    <p:animEffect transition="in" filter="dissolve">
                                      <p:cBhvr>
                                        <p:cTn id="32" dur="500"/>
                                        <p:tgtEl>
                                          <p:spTgt spid="4464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46476"/>
                                        </p:tgtEl>
                                        <p:attrNameLst>
                                          <p:attrName>style.visibility</p:attrName>
                                        </p:attrNameLst>
                                      </p:cBhvr>
                                      <p:to>
                                        <p:strVal val="visible"/>
                                      </p:to>
                                    </p:set>
                                    <p:animEffect transition="in" filter="dissolve">
                                      <p:cBhvr>
                                        <p:cTn id="37" dur="500"/>
                                        <p:tgtEl>
                                          <p:spTgt spid="4464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46477"/>
                                        </p:tgtEl>
                                        <p:attrNameLst>
                                          <p:attrName>style.visibility</p:attrName>
                                        </p:attrNameLst>
                                      </p:cBhvr>
                                      <p:to>
                                        <p:strVal val="visible"/>
                                      </p:to>
                                    </p:set>
                                    <p:animEffect transition="in" filter="dissolve">
                                      <p:cBhvr>
                                        <p:cTn id="42" dur="500"/>
                                        <p:tgtEl>
                                          <p:spTgt spid="44647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46479"/>
                                        </p:tgtEl>
                                        <p:attrNameLst>
                                          <p:attrName>style.visibility</p:attrName>
                                        </p:attrNameLst>
                                      </p:cBhvr>
                                      <p:to>
                                        <p:strVal val="visible"/>
                                      </p:to>
                                    </p:set>
                                    <p:animEffect transition="in" filter="dissolve">
                                      <p:cBhvr>
                                        <p:cTn id="47" dur="500"/>
                                        <p:tgtEl>
                                          <p:spTgt spid="44647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dissolve">
                                      <p:cBhvr>
                                        <p:cTn id="52" dur="500"/>
                                        <p:tgtEl>
                                          <p:spTgt spid="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dissolve">
                                      <p:cBhvr>
                                        <p:cTn id="57" dur="500"/>
                                        <p:tgtEl>
                                          <p:spTgt spid="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3" presetClass="entr" presetSubtype="528"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 calcmode="lin" valueType="num">
                                      <p:cBhvr>
                                        <p:cTn id="62" dur="500" fill="hold"/>
                                        <p:tgtEl>
                                          <p:spTgt spid="4"/>
                                        </p:tgtEl>
                                        <p:attrNameLst>
                                          <p:attrName>ppt_w</p:attrName>
                                        </p:attrNameLst>
                                      </p:cBhvr>
                                      <p:tavLst>
                                        <p:tav tm="0">
                                          <p:val>
                                            <p:fltVal val="0"/>
                                          </p:val>
                                        </p:tav>
                                        <p:tav tm="100000">
                                          <p:val>
                                            <p:strVal val="#ppt_w"/>
                                          </p:val>
                                        </p:tav>
                                      </p:tavLst>
                                    </p:anim>
                                    <p:anim calcmode="lin" valueType="num">
                                      <p:cBhvr>
                                        <p:cTn id="63" dur="500" fill="hold"/>
                                        <p:tgtEl>
                                          <p:spTgt spid="4"/>
                                        </p:tgtEl>
                                        <p:attrNameLst>
                                          <p:attrName>ppt_h</p:attrName>
                                        </p:attrNameLst>
                                      </p:cBhvr>
                                      <p:tavLst>
                                        <p:tav tm="0">
                                          <p:val>
                                            <p:fltVal val="0"/>
                                          </p:val>
                                        </p:tav>
                                        <p:tav tm="100000">
                                          <p:val>
                                            <p:strVal val="#ppt_h"/>
                                          </p:val>
                                        </p:tav>
                                      </p:tavLst>
                                    </p:anim>
                                    <p:anim calcmode="lin" valueType="num">
                                      <p:cBhvr>
                                        <p:cTn id="64" dur="500" fill="hold"/>
                                        <p:tgtEl>
                                          <p:spTgt spid="4"/>
                                        </p:tgtEl>
                                        <p:attrNameLst>
                                          <p:attrName>ppt_x</p:attrName>
                                        </p:attrNameLst>
                                      </p:cBhvr>
                                      <p:tavLst>
                                        <p:tav tm="0">
                                          <p:val>
                                            <p:fltVal val="0.5"/>
                                          </p:val>
                                        </p:tav>
                                        <p:tav tm="100000">
                                          <p:val>
                                            <p:strVal val="#ppt_x"/>
                                          </p:val>
                                        </p:tav>
                                      </p:tavLst>
                                    </p:anim>
                                    <p:anim calcmode="lin" valueType="num">
                                      <p:cBhvr>
                                        <p:cTn id="65" dur="500" fill="hold"/>
                                        <p:tgtEl>
                                          <p:spTgt spid="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71" grpId="0" autoUpdateAnimBg="0"/>
      <p:bldP spid="446472" grpId="0" autoUpdateAnimBg="0"/>
      <p:bldP spid="446473" grpId="0" animBg="1"/>
      <p:bldP spid="446474" grpId="0" autoUpdateAnimBg="0"/>
      <p:bldP spid="446475" grpId="0" autoUpdateAnimBg="0"/>
      <p:bldP spid="446476" grpId="0" animBg="1"/>
      <p:bldP spid="446477" grpId="0" autoUpdateAnimBg="0"/>
      <p:bldP spid="446478" grpId="0" autoUpdateAnimBg="0"/>
      <p:bldP spid="44647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BF1BF61-6E84-4C62-8E74-9838F70190B8}" type="slidenum">
              <a:rPr lang="zh-CN" altLang="en-US" b="0" i="0" smtClean="0"/>
              <a:pPr/>
              <a:t>17</a:t>
            </a:fld>
            <a:endParaRPr lang="en-US" altLang="zh-CN" b="0" i="0" smtClean="0"/>
          </a:p>
        </p:txBody>
      </p:sp>
      <p:sp>
        <p:nvSpPr>
          <p:cNvPr id="3584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C78498D-DAE2-4765-B626-AFBA01F727CF}" type="datetime1">
              <a:rPr lang="zh-CN" altLang="en-US" sz="1800" i="0" smtClean="0"/>
              <a:pPr/>
              <a:t>2024/10/20</a:t>
            </a:fld>
            <a:endParaRPr lang="en-US" altLang="zh-CN" sz="1800" i="0" smtClean="0"/>
          </a:p>
        </p:txBody>
      </p:sp>
      <p:sp>
        <p:nvSpPr>
          <p:cNvPr id="579586" name="Rectangle 2"/>
          <p:cNvSpPr>
            <a:spLocks noChangeArrowheads="1"/>
          </p:cNvSpPr>
          <p:nvPr/>
        </p:nvSpPr>
        <p:spPr bwMode="auto">
          <a:xfrm>
            <a:off x="1085850" y="1233488"/>
            <a:ext cx="2281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i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j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k</a:t>
            </a:r>
            <a:r>
              <a:rPr lang="en-US" altLang="zh-CN" sz="3200" i="0">
                <a:latin typeface="Times New Roman" pitchFamily="18" charset="0"/>
              </a:rPr>
              <a:t>]=</a:t>
            </a:r>
            <a:endParaRPr lang="zh-CN" altLang="en-US" sz="3200" i="0">
              <a:latin typeface="Times New Roman" pitchFamily="18" charset="0"/>
            </a:endParaRPr>
          </a:p>
        </p:txBody>
      </p:sp>
      <p:sp>
        <p:nvSpPr>
          <p:cNvPr id="579587" name="Rectangle 3"/>
          <p:cNvSpPr>
            <a:spLocks noChangeArrowheads="1"/>
          </p:cNvSpPr>
          <p:nvPr/>
        </p:nvSpPr>
        <p:spPr bwMode="auto">
          <a:xfrm>
            <a:off x="3592513" y="957263"/>
            <a:ext cx="30495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j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k</a:t>
            </a:r>
            <a:r>
              <a:rPr lang="en-US" altLang="zh-CN" sz="3200" i="0">
                <a:latin typeface="Times New Roman" pitchFamily="18" charset="0"/>
              </a:rPr>
              <a:t>]- </a:t>
            </a:r>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i </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j </a:t>
            </a:r>
            <a:r>
              <a:rPr lang="en-US" altLang="zh-CN" sz="3200" i="0">
                <a:latin typeface="Times New Roman" pitchFamily="18" charset="0"/>
              </a:rPr>
              <a:t>]</a:t>
            </a:r>
            <a:endParaRPr lang="zh-CN" altLang="en-US" sz="3200" i="0">
              <a:latin typeface="Times New Roman" pitchFamily="18" charset="0"/>
            </a:endParaRPr>
          </a:p>
        </p:txBody>
      </p:sp>
      <p:sp>
        <p:nvSpPr>
          <p:cNvPr id="579588" name="Line 4"/>
          <p:cNvSpPr>
            <a:spLocks noChangeShapeType="1"/>
          </p:cNvSpPr>
          <p:nvPr/>
        </p:nvSpPr>
        <p:spPr bwMode="auto">
          <a:xfrm>
            <a:off x="3616325" y="1614488"/>
            <a:ext cx="297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9589" name="Rectangle 5"/>
          <p:cNvSpPr>
            <a:spLocks noChangeArrowheads="1"/>
          </p:cNvSpPr>
          <p:nvPr/>
        </p:nvSpPr>
        <p:spPr bwMode="auto">
          <a:xfrm>
            <a:off x="4514850" y="1490663"/>
            <a:ext cx="10493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k</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i</a:t>
            </a:r>
            <a:endParaRPr lang="zh-CN" altLang="en-US" sz="3200" i="0" baseline="-25000">
              <a:latin typeface="Times New Roman" pitchFamily="18" charset="0"/>
            </a:endParaRPr>
          </a:p>
        </p:txBody>
      </p:sp>
      <p:sp>
        <p:nvSpPr>
          <p:cNvPr id="579590" name="Rectangle 6"/>
          <p:cNvSpPr>
            <a:spLocks noChangeArrowheads="1"/>
          </p:cNvSpPr>
          <p:nvPr/>
        </p:nvSpPr>
        <p:spPr bwMode="auto">
          <a:xfrm>
            <a:off x="2141538" y="1143000"/>
            <a:ext cx="908050" cy="7620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9591" name="Rectangle 7"/>
          <p:cNvSpPr>
            <a:spLocks noChangeArrowheads="1"/>
          </p:cNvSpPr>
          <p:nvPr/>
        </p:nvSpPr>
        <p:spPr bwMode="auto">
          <a:xfrm>
            <a:off x="3968750" y="838200"/>
            <a:ext cx="908050" cy="7620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9592" name="Rectangle 8"/>
          <p:cNvSpPr>
            <a:spLocks noChangeArrowheads="1"/>
          </p:cNvSpPr>
          <p:nvPr/>
        </p:nvSpPr>
        <p:spPr bwMode="auto">
          <a:xfrm>
            <a:off x="1403350" y="1371600"/>
            <a:ext cx="990600" cy="4572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9593" name="Rectangle 9"/>
          <p:cNvSpPr>
            <a:spLocks noChangeArrowheads="1"/>
          </p:cNvSpPr>
          <p:nvPr/>
        </p:nvSpPr>
        <p:spPr bwMode="auto">
          <a:xfrm>
            <a:off x="5454650" y="852488"/>
            <a:ext cx="1066800" cy="8382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9594" name="Rectangle 10"/>
          <p:cNvSpPr>
            <a:spLocks noChangeArrowheads="1"/>
          </p:cNvSpPr>
          <p:nvPr/>
        </p:nvSpPr>
        <p:spPr bwMode="auto">
          <a:xfrm>
            <a:off x="74613" y="2312988"/>
            <a:ext cx="1817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579595" name="Rectangle 11"/>
          <p:cNvSpPr>
            <a:spLocks noChangeArrowheads="1"/>
          </p:cNvSpPr>
          <p:nvPr/>
        </p:nvSpPr>
        <p:spPr bwMode="auto">
          <a:xfrm>
            <a:off x="2084388" y="2070100"/>
            <a:ext cx="2478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579596" name="Line 12"/>
          <p:cNvSpPr>
            <a:spLocks noChangeShapeType="1"/>
          </p:cNvSpPr>
          <p:nvPr/>
        </p:nvSpPr>
        <p:spPr bwMode="auto">
          <a:xfrm>
            <a:off x="1981200" y="2603500"/>
            <a:ext cx="2559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9597" name="Rectangle 13"/>
          <p:cNvSpPr>
            <a:spLocks noChangeArrowheads="1"/>
          </p:cNvSpPr>
          <p:nvPr/>
        </p:nvSpPr>
        <p:spPr bwMode="auto">
          <a:xfrm>
            <a:off x="2687638" y="2541588"/>
            <a:ext cx="1108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2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grpSp>
        <p:nvGrpSpPr>
          <p:cNvPr id="2" name="Group 14"/>
          <p:cNvGrpSpPr>
            <a:grpSpLocks/>
          </p:cNvGrpSpPr>
          <p:nvPr/>
        </p:nvGrpSpPr>
        <p:grpSpPr bwMode="auto">
          <a:xfrm>
            <a:off x="5945188" y="2070100"/>
            <a:ext cx="1733550" cy="990600"/>
            <a:chOff x="3485" y="3120"/>
            <a:chExt cx="1008" cy="624"/>
          </a:xfrm>
        </p:grpSpPr>
        <p:sp>
          <p:nvSpPr>
            <p:cNvPr id="35932" name="Rectangle 15"/>
            <p:cNvSpPr>
              <a:spLocks noChangeArrowheads="1"/>
            </p:cNvSpPr>
            <p:nvPr/>
          </p:nvSpPr>
          <p:spPr bwMode="auto">
            <a:xfrm>
              <a:off x="3523" y="3120"/>
              <a:ext cx="93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35933" name="Line 16"/>
            <p:cNvSpPr>
              <a:spLocks noChangeShapeType="1"/>
            </p:cNvSpPr>
            <p:nvPr/>
          </p:nvSpPr>
          <p:spPr bwMode="auto">
            <a:xfrm>
              <a:off x="3485" y="3456"/>
              <a:ext cx="10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34" name="Rectangle 17"/>
            <p:cNvSpPr>
              <a:spLocks noChangeArrowheads="1"/>
            </p:cNvSpPr>
            <p:nvPr/>
          </p:nvSpPr>
          <p:spPr bwMode="auto">
            <a:xfrm>
              <a:off x="3635" y="3417"/>
              <a:ext cx="6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2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grpSp>
      <p:sp>
        <p:nvSpPr>
          <p:cNvPr id="579602" name="Rectangle 18"/>
          <p:cNvSpPr>
            <a:spLocks noChangeArrowheads="1"/>
          </p:cNvSpPr>
          <p:nvPr/>
        </p:nvSpPr>
        <p:spPr bwMode="auto">
          <a:xfrm>
            <a:off x="4473575" y="23129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nvGrpSpPr>
          <p:cNvPr id="3" name="Group 19"/>
          <p:cNvGrpSpPr>
            <a:grpSpLocks/>
          </p:cNvGrpSpPr>
          <p:nvPr/>
        </p:nvGrpSpPr>
        <p:grpSpPr bwMode="auto">
          <a:xfrm>
            <a:off x="4789488" y="2070100"/>
            <a:ext cx="996950" cy="976313"/>
            <a:chOff x="2785" y="1392"/>
            <a:chExt cx="580" cy="615"/>
          </a:xfrm>
        </p:grpSpPr>
        <p:sp>
          <p:nvSpPr>
            <p:cNvPr id="35929" name="Rectangle 20"/>
            <p:cNvSpPr>
              <a:spLocks noChangeArrowheads="1"/>
            </p:cNvSpPr>
            <p:nvPr/>
          </p:nvSpPr>
          <p:spPr bwMode="auto">
            <a:xfrm>
              <a:off x="2807" y="1680"/>
              <a:ext cx="5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35930" name="Line 21"/>
            <p:cNvSpPr>
              <a:spLocks noChangeShapeType="1"/>
            </p:cNvSpPr>
            <p:nvPr/>
          </p:nvSpPr>
          <p:spPr bwMode="auto">
            <a:xfrm>
              <a:off x="2785" y="172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31" name="Rectangle 22"/>
            <p:cNvSpPr>
              <a:spLocks noChangeArrowheads="1"/>
            </p:cNvSpPr>
            <p:nvPr/>
          </p:nvSpPr>
          <p:spPr bwMode="auto">
            <a:xfrm>
              <a:off x="2933" y="1392"/>
              <a:ext cx="2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baseline="-25000">
                <a:latin typeface="Times New Roman" pitchFamily="18" charset="0"/>
              </a:endParaRPr>
            </a:p>
          </p:txBody>
        </p:sp>
      </p:grpSp>
      <p:grpSp>
        <p:nvGrpSpPr>
          <p:cNvPr id="4" name="Group 23"/>
          <p:cNvGrpSpPr>
            <a:grpSpLocks/>
          </p:cNvGrpSpPr>
          <p:nvPr/>
        </p:nvGrpSpPr>
        <p:grpSpPr bwMode="auto">
          <a:xfrm>
            <a:off x="8027988" y="2070100"/>
            <a:ext cx="1733550" cy="990600"/>
            <a:chOff x="3485" y="3120"/>
            <a:chExt cx="1008" cy="624"/>
          </a:xfrm>
        </p:grpSpPr>
        <p:sp>
          <p:nvSpPr>
            <p:cNvPr id="35926" name="Rectangle 24"/>
            <p:cNvSpPr>
              <a:spLocks noChangeArrowheads="1"/>
            </p:cNvSpPr>
            <p:nvPr/>
          </p:nvSpPr>
          <p:spPr bwMode="auto">
            <a:xfrm>
              <a:off x="3497" y="3120"/>
              <a:ext cx="9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5927" name="Line 25"/>
            <p:cNvSpPr>
              <a:spLocks noChangeShapeType="1"/>
            </p:cNvSpPr>
            <p:nvPr/>
          </p:nvSpPr>
          <p:spPr bwMode="auto">
            <a:xfrm>
              <a:off x="3485" y="3456"/>
              <a:ext cx="10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28" name="Rectangle 26"/>
            <p:cNvSpPr>
              <a:spLocks noChangeArrowheads="1"/>
            </p:cNvSpPr>
            <p:nvPr/>
          </p:nvSpPr>
          <p:spPr bwMode="auto">
            <a:xfrm>
              <a:off x="3636" y="3417"/>
              <a:ext cx="6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1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grpSp>
      <p:sp>
        <p:nvSpPr>
          <p:cNvPr id="579611" name="Rectangle 27"/>
          <p:cNvSpPr>
            <a:spLocks noChangeArrowheads="1"/>
          </p:cNvSpPr>
          <p:nvPr/>
        </p:nvSpPr>
        <p:spPr bwMode="auto">
          <a:xfrm>
            <a:off x="5626100" y="2222500"/>
            <a:ext cx="319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endParaRPr lang="zh-CN" altLang="en-US" sz="3200" i="0">
              <a:latin typeface="Times New Roman" pitchFamily="18" charset="0"/>
            </a:endParaRPr>
          </a:p>
        </p:txBody>
      </p:sp>
      <p:sp>
        <p:nvSpPr>
          <p:cNvPr id="579612" name="Rectangle 28"/>
          <p:cNvSpPr>
            <a:spLocks noChangeArrowheads="1"/>
          </p:cNvSpPr>
          <p:nvPr/>
        </p:nvSpPr>
        <p:spPr bwMode="auto">
          <a:xfrm>
            <a:off x="7681913" y="2251075"/>
            <a:ext cx="3190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rPr>
              <a:t>-</a:t>
            </a:r>
          </a:p>
        </p:txBody>
      </p:sp>
      <p:sp>
        <p:nvSpPr>
          <p:cNvPr id="579613" name="Rectangle 29"/>
          <p:cNvSpPr>
            <a:spLocks noChangeArrowheads="1"/>
          </p:cNvSpPr>
          <p:nvPr/>
        </p:nvSpPr>
        <p:spPr bwMode="auto">
          <a:xfrm>
            <a:off x="9655175" y="2298700"/>
            <a:ext cx="319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endParaRPr lang="zh-CN" altLang="en-US" sz="3200" i="0">
              <a:latin typeface="Times New Roman" pitchFamily="18" charset="0"/>
            </a:endParaRPr>
          </a:p>
        </p:txBody>
      </p:sp>
      <p:sp>
        <p:nvSpPr>
          <p:cNvPr id="579614" name="Rectangle 30"/>
          <p:cNvSpPr>
            <a:spLocks noChangeArrowheads="1"/>
          </p:cNvSpPr>
          <p:nvPr/>
        </p:nvSpPr>
        <p:spPr bwMode="auto">
          <a:xfrm>
            <a:off x="-66675" y="32893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sp>
        <p:nvSpPr>
          <p:cNvPr id="579615" name="Rectangle 31"/>
          <p:cNvSpPr>
            <a:spLocks noChangeArrowheads="1"/>
          </p:cNvSpPr>
          <p:nvPr/>
        </p:nvSpPr>
        <p:spPr bwMode="auto">
          <a:xfrm>
            <a:off x="257175" y="3517900"/>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579616" name="Line 32"/>
          <p:cNvSpPr>
            <a:spLocks noChangeShapeType="1"/>
          </p:cNvSpPr>
          <p:nvPr/>
        </p:nvSpPr>
        <p:spPr bwMode="auto">
          <a:xfrm>
            <a:off x="247650" y="3594100"/>
            <a:ext cx="2228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9617" name="Rectangle 33"/>
          <p:cNvSpPr>
            <a:spLocks noChangeArrowheads="1"/>
          </p:cNvSpPr>
          <p:nvPr/>
        </p:nvSpPr>
        <p:spPr bwMode="auto">
          <a:xfrm>
            <a:off x="1108075" y="3060700"/>
            <a:ext cx="839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579618" name="Rectangle 34"/>
          <p:cNvSpPr>
            <a:spLocks noChangeArrowheads="1"/>
          </p:cNvSpPr>
          <p:nvPr/>
        </p:nvSpPr>
        <p:spPr bwMode="auto">
          <a:xfrm>
            <a:off x="2393950" y="3213100"/>
            <a:ext cx="346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200" i="0">
                <a:latin typeface="Times New Roman" pitchFamily="18" charset="0"/>
              </a:rPr>
              <a:t>-</a:t>
            </a:r>
          </a:p>
        </p:txBody>
      </p:sp>
      <p:grpSp>
        <p:nvGrpSpPr>
          <p:cNvPr id="5" name="Group 35"/>
          <p:cNvGrpSpPr>
            <a:grpSpLocks/>
          </p:cNvGrpSpPr>
          <p:nvPr/>
        </p:nvGrpSpPr>
        <p:grpSpPr bwMode="auto">
          <a:xfrm>
            <a:off x="2724150" y="3060700"/>
            <a:ext cx="2228850" cy="976313"/>
            <a:chOff x="1872" y="2016"/>
            <a:chExt cx="1296" cy="615"/>
          </a:xfrm>
        </p:grpSpPr>
        <p:sp>
          <p:nvSpPr>
            <p:cNvPr id="35923" name="Rectangle 36"/>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35924" name="Line 37"/>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25" name="Rectangle 38"/>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grpSp>
      <p:sp>
        <p:nvSpPr>
          <p:cNvPr id="579623" name="Rectangle 39"/>
          <p:cNvSpPr>
            <a:spLocks noChangeArrowheads="1"/>
          </p:cNvSpPr>
          <p:nvPr/>
        </p:nvSpPr>
        <p:spPr bwMode="auto">
          <a:xfrm>
            <a:off x="4854575" y="3213100"/>
            <a:ext cx="346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200" i="0">
                <a:latin typeface="Times New Roman" pitchFamily="18" charset="0"/>
              </a:rPr>
              <a:t>-</a:t>
            </a:r>
          </a:p>
        </p:txBody>
      </p:sp>
      <p:grpSp>
        <p:nvGrpSpPr>
          <p:cNvPr id="6" name="Group 40"/>
          <p:cNvGrpSpPr>
            <a:grpSpLocks/>
          </p:cNvGrpSpPr>
          <p:nvPr/>
        </p:nvGrpSpPr>
        <p:grpSpPr bwMode="auto">
          <a:xfrm>
            <a:off x="5200650" y="3060700"/>
            <a:ext cx="2228850" cy="976313"/>
            <a:chOff x="1872" y="2016"/>
            <a:chExt cx="1296" cy="615"/>
          </a:xfrm>
        </p:grpSpPr>
        <p:sp>
          <p:nvSpPr>
            <p:cNvPr id="35920" name="Rectangle 41"/>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5921" name="Line 42"/>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22" name="Rectangle 43"/>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grpSp>
      <p:sp>
        <p:nvSpPr>
          <p:cNvPr id="579628" name="Rectangle 44"/>
          <p:cNvSpPr>
            <a:spLocks noChangeArrowheads="1"/>
          </p:cNvSpPr>
          <p:nvPr/>
        </p:nvSpPr>
        <p:spPr bwMode="auto">
          <a:xfrm>
            <a:off x="7346950" y="3303588"/>
            <a:ext cx="41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grpSp>
        <p:nvGrpSpPr>
          <p:cNvPr id="7" name="Group 45"/>
          <p:cNvGrpSpPr>
            <a:grpSpLocks/>
          </p:cNvGrpSpPr>
          <p:nvPr/>
        </p:nvGrpSpPr>
        <p:grpSpPr bwMode="auto">
          <a:xfrm>
            <a:off x="7677150" y="3074988"/>
            <a:ext cx="2228850" cy="976312"/>
            <a:chOff x="1872" y="2016"/>
            <a:chExt cx="1296" cy="615"/>
          </a:xfrm>
        </p:grpSpPr>
        <p:sp>
          <p:nvSpPr>
            <p:cNvPr id="35917" name="Rectangle 46"/>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5918" name="Line 47"/>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19" name="Rectangle 48"/>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grpSp>
      <p:sp>
        <p:nvSpPr>
          <p:cNvPr id="579633" name="Rectangle 49"/>
          <p:cNvSpPr>
            <a:spLocks noChangeArrowheads="1"/>
          </p:cNvSpPr>
          <p:nvPr/>
        </p:nvSpPr>
        <p:spPr bwMode="auto">
          <a:xfrm>
            <a:off x="2641600" y="3060700"/>
            <a:ext cx="4870450" cy="1066800"/>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8" name="Group 50"/>
          <p:cNvGrpSpPr>
            <a:grpSpLocks/>
          </p:cNvGrpSpPr>
          <p:nvPr/>
        </p:nvGrpSpPr>
        <p:grpSpPr bwMode="auto">
          <a:xfrm>
            <a:off x="4457700" y="4203700"/>
            <a:ext cx="165100" cy="381000"/>
            <a:chOff x="864" y="2160"/>
            <a:chExt cx="96" cy="240"/>
          </a:xfrm>
        </p:grpSpPr>
        <p:sp>
          <p:nvSpPr>
            <p:cNvPr id="35915" name="Line 51"/>
            <p:cNvSpPr>
              <a:spLocks noChangeShapeType="1"/>
            </p:cNvSpPr>
            <p:nvPr/>
          </p:nvSpPr>
          <p:spPr bwMode="auto">
            <a:xfrm>
              <a:off x="864" y="2160"/>
              <a:ext cx="0"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16" name="Line 52"/>
            <p:cNvSpPr>
              <a:spLocks noChangeShapeType="1"/>
            </p:cNvSpPr>
            <p:nvPr/>
          </p:nvSpPr>
          <p:spPr bwMode="auto">
            <a:xfrm>
              <a:off x="960" y="2160"/>
              <a:ext cx="0"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 name="Group 53"/>
          <p:cNvGrpSpPr>
            <a:grpSpLocks/>
          </p:cNvGrpSpPr>
          <p:nvPr/>
        </p:nvGrpSpPr>
        <p:grpSpPr bwMode="auto">
          <a:xfrm>
            <a:off x="854075" y="4370388"/>
            <a:ext cx="1239838" cy="976312"/>
            <a:chOff x="336" y="2832"/>
            <a:chExt cx="720" cy="615"/>
          </a:xfrm>
        </p:grpSpPr>
        <p:sp>
          <p:nvSpPr>
            <p:cNvPr id="35912" name="Rectangle 54"/>
            <p:cNvSpPr>
              <a:spLocks noChangeArrowheads="1"/>
            </p:cNvSpPr>
            <p:nvPr/>
          </p:nvSpPr>
          <p:spPr bwMode="auto">
            <a:xfrm>
              <a:off x="348" y="3120"/>
              <a:ext cx="6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5913" name="Line 55"/>
            <p:cNvSpPr>
              <a:spLocks noChangeShapeType="1"/>
            </p:cNvSpPr>
            <p:nvPr/>
          </p:nvSpPr>
          <p:spPr bwMode="auto">
            <a:xfrm>
              <a:off x="336" y="3168"/>
              <a:ext cx="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14" name="Rectangle 56"/>
            <p:cNvSpPr>
              <a:spLocks noChangeArrowheads="1"/>
            </p:cNvSpPr>
            <p:nvPr/>
          </p:nvSpPr>
          <p:spPr bwMode="auto">
            <a:xfrm>
              <a:off x="548" y="2832"/>
              <a:ext cx="4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grpSp>
      <p:grpSp>
        <p:nvGrpSpPr>
          <p:cNvPr id="10" name="Group 57"/>
          <p:cNvGrpSpPr>
            <a:grpSpLocks/>
          </p:cNvGrpSpPr>
          <p:nvPr/>
        </p:nvGrpSpPr>
        <p:grpSpPr bwMode="auto">
          <a:xfrm>
            <a:off x="2312988" y="4356100"/>
            <a:ext cx="996950" cy="976313"/>
            <a:chOff x="2785" y="1392"/>
            <a:chExt cx="580" cy="615"/>
          </a:xfrm>
        </p:grpSpPr>
        <p:sp>
          <p:nvSpPr>
            <p:cNvPr id="35909" name="Rectangle 58"/>
            <p:cNvSpPr>
              <a:spLocks noChangeArrowheads="1"/>
            </p:cNvSpPr>
            <p:nvPr/>
          </p:nvSpPr>
          <p:spPr bwMode="auto">
            <a:xfrm>
              <a:off x="2807" y="1680"/>
              <a:ext cx="5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35910" name="Line 59"/>
            <p:cNvSpPr>
              <a:spLocks noChangeShapeType="1"/>
            </p:cNvSpPr>
            <p:nvPr/>
          </p:nvSpPr>
          <p:spPr bwMode="auto">
            <a:xfrm>
              <a:off x="2785" y="172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11" name="Rectangle 60"/>
            <p:cNvSpPr>
              <a:spLocks noChangeArrowheads="1"/>
            </p:cNvSpPr>
            <p:nvPr/>
          </p:nvSpPr>
          <p:spPr bwMode="auto">
            <a:xfrm>
              <a:off x="2933" y="1392"/>
              <a:ext cx="2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baseline="-25000">
                <a:latin typeface="Times New Roman" pitchFamily="18" charset="0"/>
              </a:endParaRPr>
            </a:p>
          </p:txBody>
        </p:sp>
      </p:grpSp>
      <p:sp>
        <p:nvSpPr>
          <p:cNvPr id="579645" name="Rectangle 61"/>
          <p:cNvSpPr>
            <a:spLocks noChangeArrowheads="1"/>
          </p:cNvSpPr>
          <p:nvPr/>
        </p:nvSpPr>
        <p:spPr bwMode="auto">
          <a:xfrm rot="10800000" flipV="1">
            <a:off x="2047875" y="4584700"/>
            <a:ext cx="346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200" i="0">
                <a:latin typeface="Times New Roman" pitchFamily="18" charset="0"/>
              </a:rPr>
              <a:t>(</a:t>
            </a:r>
          </a:p>
        </p:txBody>
      </p:sp>
      <p:sp>
        <p:nvSpPr>
          <p:cNvPr id="579646" name="Rectangle 62"/>
          <p:cNvSpPr>
            <a:spLocks noChangeArrowheads="1"/>
          </p:cNvSpPr>
          <p:nvPr/>
        </p:nvSpPr>
        <p:spPr bwMode="auto">
          <a:xfrm rot="10800000" flipV="1">
            <a:off x="4540250" y="4538663"/>
            <a:ext cx="346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200" i="0">
                <a:latin typeface="Times New Roman" pitchFamily="18" charset="0"/>
              </a:rPr>
              <a:t>)</a:t>
            </a:r>
          </a:p>
        </p:txBody>
      </p:sp>
      <p:sp>
        <p:nvSpPr>
          <p:cNvPr id="579647" name="Rectangle 63"/>
          <p:cNvSpPr>
            <a:spLocks noChangeArrowheads="1"/>
          </p:cNvSpPr>
          <p:nvPr/>
        </p:nvSpPr>
        <p:spPr bwMode="auto">
          <a:xfrm>
            <a:off x="3302000" y="4598988"/>
            <a:ext cx="41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grpSp>
        <p:nvGrpSpPr>
          <p:cNvPr id="11" name="Group 64"/>
          <p:cNvGrpSpPr>
            <a:grpSpLocks/>
          </p:cNvGrpSpPr>
          <p:nvPr/>
        </p:nvGrpSpPr>
        <p:grpSpPr bwMode="auto">
          <a:xfrm>
            <a:off x="3633788" y="4356100"/>
            <a:ext cx="996950" cy="976313"/>
            <a:chOff x="2785" y="1392"/>
            <a:chExt cx="580" cy="615"/>
          </a:xfrm>
        </p:grpSpPr>
        <p:sp>
          <p:nvSpPr>
            <p:cNvPr id="35906" name="Rectangle 65"/>
            <p:cNvSpPr>
              <a:spLocks noChangeArrowheads="1"/>
            </p:cNvSpPr>
            <p:nvPr/>
          </p:nvSpPr>
          <p:spPr bwMode="auto">
            <a:xfrm>
              <a:off x="2807" y="1680"/>
              <a:ext cx="5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35907" name="Line 66"/>
            <p:cNvSpPr>
              <a:spLocks noChangeShapeType="1"/>
            </p:cNvSpPr>
            <p:nvPr/>
          </p:nvSpPr>
          <p:spPr bwMode="auto">
            <a:xfrm>
              <a:off x="2785" y="172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08" name="Rectangle 67"/>
            <p:cNvSpPr>
              <a:spLocks noChangeArrowheads="1"/>
            </p:cNvSpPr>
            <p:nvPr/>
          </p:nvSpPr>
          <p:spPr bwMode="auto">
            <a:xfrm>
              <a:off x="2933" y="1392"/>
              <a:ext cx="2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baseline="-25000">
                <a:latin typeface="Times New Roman" pitchFamily="18" charset="0"/>
              </a:endParaRPr>
            </a:p>
          </p:txBody>
        </p:sp>
      </p:grpSp>
      <p:sp>
        <p:nvSpPr>
          <p:cNvPr id="579652" name="Rectangle 68"/>
          <p:cNvSpPr>
            <a:spLocks noChangeArrowheads="1"/>
          </p:cNvSpPr>
          <p:nvPr/>
        </p:nvSpPr>
        <p:spPr bwMode="auto">
          <a:xfrm>
            <a:off x="4797425" y="45989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nvGrpSpPr>
          <p:cNvPr id="12" name="Group 69"/>
          <p:cNvGrpSpPr>
            <a:grpSpLocks/>
          </p:cNvGrpSpPr>
          <p:nvPr/>
        </p:nvGrpSpPr>
        <p:grpSpPr bwMode="auto">
          <a:xfrm>
            <a:off x="5146675" y="4356100"/>
            <a:ext cx="1239838" cy="976313"/>
            <a:chOff x="336" y="2832"/>
            <a:chExt cx="720" cy="615"/>
          </a:xfrm>
        </p:grpSpPr>
        <p:sp>
          <p:nvSpPr>
            <p:cNvPr id="35903" name="Rectangle 70"/>
            <p:cNvSpPr>
              <a:spLocks noChangeArrowheads="1"/>
            </p:cNvSpPr>
            <p:nvPr/>
          </p:nvSpPr>
          <p:spPr bwMode="auto">
            <a:xfrm>
              <a:off x="348" y="3120"/>
              <a:ext cx="6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5904" name="Line 71"/>
            <p:cNvSpPr>
              <a:spLocks noChangeShapeType="1"/>
            </p:cNvSpPr>
            <p:nvPr/>
          </p:nvSpPr>
          <p:spPr bwMode="auto">
            <a:xfrm>
              <a:off x="336" y="3168"/>
              <a:ext cx="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05" name="Rectangle 72"/>
            <p:cNvSpPr>
              <a:spLocks noChangeArrowheads="1"/>
            </p:cNvSpPr>
            <p:nvPr/>
          </p:nvSpPr>
          <p:spPr bwMode="auto">
            <a:xfrm>
              <a:off x="548" y="2832"/>
              <a:ext cx="4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grpSp>
      <p:sp>
        <p:nvSpPr>
          <p:cNvPr id="579657" name="Rectangle 73"/>
          <p:cNvSpPr>
            <a:spLocks noChangeArrowheads="1"/>
          </p:cNvSpPr>
          <p:nvPr/>
        </p:nvSpPr>
        <p:spPr bwMode="auto">
          <a:xfrm>
            <a:off x="6448425" y="4813300"/>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579658" name="Line 74"/>
          <p:cNvSpPr>
            <a:spLocks noChangeShapeType="1"/>
          </p:cNvSpPr>
          <p:nvPr/>
        </p:nvSpPr>
        <p:spPr bwMode="auto">
          <a:xfrm>
            <a:off x="6521450" y="4889500"/>
            <a:ext cx="2146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9659" name="Rectangle 75"/>
          <p:cNvSpPr>
            <a:spLocks noChangeArrowheads="1"/>
          </p:cNvSpPr>
          <p:nvPr/>
        </p:nvSpPr>
        <p:spPr bwMode="auto">
          <a:xfrm>
            <a:off x="6526213" y="4356100"/>
            <a:ext cx="2085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 </a:t>
            </a:r>
            <a:r>
              <a:rPr lang="zh-CN" altLang="en-US"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579660" name="Rectangle 76"/>
          <p:cNvSpPr>
            <a:spLocks noChangeArrowheads="1"/>
          </p:cNvSpPr>
          <p:nvPr/>
        </p:nvSpPr>
        <p:spPr bwMode="auto">
          <a:xfrm>
            <a:off x="15875" y="55626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sp>
        <p:nvSpPr>
          <p:cNvPr id="579661" name="Rectangle 77"/>
          <p:cNvSpPr>
            <a:spLocks noChangeArrowheads="1"/>
          </p:cNvSpPr>
          <p:nvPr/>
        </p:nvSpPr>
        <p:spPr bwMode="auto">
          <a:xfrm>
            <a:off x="504825" y="5791200"/>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579662" name="Line 78"/>
          <p:cNvSpPr>
            <a:spLocks noChangeShapeType="1"/>
          </p:cNvSpPr>
          <p:nvPr/>
        </p:nvSpPr>
        <p:spPr bwMode="auto">
          <a:xfrm>
            <a:off x="495300" y="5867400"/>
            <a:ext cx="2228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9663" name="Rectangle 79"/>
          <p:cNvSpPr>
            <a:spLocks noChangeArrowheads="1"/>
          </p:cNvSpPr>
          <p:nvPr/>
        </p:nvSpPr>
        <p:spPr bwMode="auto">
          <a:xfrm>
            <a:off x="1355725" y="5334000"/>
            <a:ext cx="839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579664" name="Rectangle 80"/>
          <p:cNvSpPr>
            <a:spLocks noChangeArrowheads="1"/>
          </p:cNvSpPr>
          <p:nvPr/>
        </p:nvSpPr>
        <p:spPr bwMode="auto">
          <a:xfrm>
            <a:off x="2641600" y="5486400"/>
            <a:ext cx="495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grpSp>
        <p:nvGrpSpPr>
          <p:cNvPr id="13" name="Group 81"/>
          <p:cNvGrpSpPr>
            <a:grpSpLocks/>
          </p:cNvGrpSpPr>
          <p:nvPr/>
        </p:nvGrpSpPr>
        <p:grpSpPr bwMode="auto">
          <a:xfrm>
            <a:off x="2971800" y="5334000"/>
            <a:ext cx="2228850" cy="976313"/>
            <a:chOff x="1872" y="2016"/>
            <a:chExt cx="1296" cy="615"/>
          </a:xfrm>
        </p:grpSpPr>
        <p:sp>
          <p:nvSpPr>
            <p:cNvPr id="35900" name="Rectangle 82"/>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5901" name="Line 83"/>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02" name="Rectangle 84"/>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grpSp>
      <p:sp>
        <p:nvSpPr>
          <p:cNvPr id="579669" name="Rectangle 85"/>
          <p:cNvSpPr>
            <a:spLocks noChangeArrowheads="1"/>
          </p:cNvSpPr>
          <p:nvPr/>
        </p:nvSpPr>
        <p:spPr bwMode="auto">
          <a:xfrm>
            <a:off x="5200650" y="5576888"/>
            <a:ext cx="41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grpSp>
        <p:nvGrpSpPr>
          <p:cNvPr id="14" name="Group 86"/>
          <p:cNvGrpSpPr>
            <a:grpSpLocks/>
          </p:cNvGrpSpPr>
          <p:nvPr/>
        </p:nvGrpSpPr>
        <p:grpSpPr bwMode="auto">
          <a:xfrm>
            <a:off x="5530850" y="5348288"/>
            <a:ext cx="2228850" cy="976312"/>
            <a:chOff x="1872" y="2016"/>
            <a:chExt cx="1296" cy="615"/>
          </a:xfrm>
        </p:grpSpPr>
        <p:sp>
          <p:nvSpPr>
            <p:cNvPr id="35897" name="Rectangle 87"/>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35898" name="Line 88"/>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99" name="Rectangle 89"/>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grpSp>
      <p:sp>
        <p:nvSpPr>
          <p:cNvPr id="579674" name="Line 90"/>
          <p:cNvSpPr>
            <a:spLocks noChangeShapeType="1"/>
          </p:cNvSpPr>
          <p:nvPr/>
        </p:nvSpPr>
        <p:spPr bwMode="auto">
          <a:xfrm>
            <a:off x="5200650" y="4965700"/>
            <a:ext cx="1073150" cy="3048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9675" name="Line 91"/>
          <p:cNvSpPr>
            <a:spLocks noChangeShapeType="1"/>
          </p:cNvSpPr>
          <p:nvPr/>
        </p:nvSpPr>
        <p:spPr bwMode="auto">
          <a:xfrm>
            <a:off x="6438900" y="4432300"/>
            <a:ext cx="2228850" cy="3810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9676" name="Rectangle 92"/>
          <p:cNvSpPr>
            <a:spLocks noGrp="1" noChangeArrowheads="1"/>
          </p:cNvSpPr>
          <p:nvPr>
            <p:ph type="title"/>
          </p:nvPr>
        </p:nvSpPr>
        <p:spPr/>
        <p:txBody>
          <a:bodyPr/>
          <a:lstStyle/>
          <a:p>
            <a:pPr>
              <a:defRPr/>
            </a:pPr>
            <a:r>
              <a:rPr lang="zh-CN" altLang="en-US" smtClean="0"/>
              <a:t>§1.1  差  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wd">
                                    <p:tmPct val="100000"/>
                                  </p:iterate>
                                  <p:childTnLst>
                                    <p:set>
                                      <p:cBhvr>
                                        <p:cTn id="6" dur="1" fill="hold">
                                          <p:stCondLst>
                                            <p:cond delay="0"/>
                                          </p:stCondLst>
                                        </p:cTn>
                                        <p:tgtEl>
                                          <p:spTgt spid="579586"/>
                                        </p:tgtEl>
                                        <p:attrNameLst>
                                          <p:attrName>style.visibility</p:attrName>
                                        </p:attrNameLst>
                                      </p:cBhvr>
                                      <p:to>
                                        <p:strVal val="visible"/>
                                      </p:to>
                                    </p:set>
                                    <p:animEffect transition="in" filter="dissolve">
                                      <p:cBhvr>
                                        <p:cTn id="7" dur="300"/>
                                        <p:tgtEl>
                                          <p:spTgt spid="579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iterate type="wd">
                                    <p:tmPct val="100000"/>
                                  </p:iterate>
                                  <p:childTnLst>
                                    <p:set>
                                      <p:cBhvr>
                                        <p:cTn id="11" dur="1" fill="hold">
                                          <p:stCondLst>
                                            <p:cond delay="0"/>
                                          </p:stCondLst>
                                        </p:cTn>
                                        <p:tgtEl>
                                          <p:spTgt spid="579587"/>
                                        </p:tgtEl>
                                        <p:attrNameLst>
                                          <p:attrName>style.visibility</p:attrName>
                                        </p:attrNameLst>
                                      </p:cBhvr>
                                      <p:to>
                                        <p:strVal val="visible"/>
                                      </p:to>
                                    </p:set>
                                    <p:animEffect transition="in" filter="dissolve">
                                      <p:cBhvr>
                                        <p:cTn id="12" dur="300"/>
                                        <p:tgtEl>
                                          <p:spTgt spid="579587"/>
                                        </p:tgtEl>
                                      </p:cBhvr>
                                    </p:animEffect>
                                  </p:childTnLst>
                                </p:cTn>
                              </p:par>
                            </p:childTnLst>
                          </p:cTn>
                        </p:par>
                        <p:par>
                          <p:cTn id="13" fill="hold" nodeType="afterGroup">
                            <p:stCondLst>
                              <p:cond delay="2400"/>
                            </p:stCondLst>
                            <p:childTnLst>
                              <p:par>
                                <p:cTn id="14" presetID="9" presetClass="entr" presetSubtype="0" fill="hold" grpId="0" nodeType="afterEffect">
                                  <p:stCondLst>
                                    <p:cond delay="0"/>
                                  </p:stCondLst>
                                  <p:childTnLst>
                                    <p:set>
                                      <p:cBhvr>
                                        <p:cTn id="15" dur="1" fill="hold">
                                          <p:stCondLst>
                                            <p:cond delay="0"/>
                                          </p:stCondLst>
                                        </p:cTn>
                                        <p:tgtEl>
                                          <p:spTgt spid="579588"/>
                                        </p:tgtEl>
                                        <p:attrNameLst>
                                          <p:attrName>style.visibility</p:attrName>
                                        </p:attrNameLst>
                                      </p:cBhvr>
                                      <p:to>
                                        <p:strVal val="visible"/>
                                      </p:to>
                                    </p:set>
                                    <p:animEffect transition="in" filter="dissolve">
                                      <p:cBhvr>
                                        <p:cTn id="16" dur="500"/>
                                        <p:tgtEl>
                                          <p:spTgt spid="579588"/>
                                        </p:tgtEl>
                                      </p:cBhvr>
                                    </p:animEffect>
                                  </p:childTnLst>
                                </p:cTn>
                              </p:par>
                            </p:childTnLst>
                          </p:cTn>
                        </p:par>
                        <p:par>
                          <p:cTn id="17" fill="hold" nodeType="afterGroup">
                            <p:stCondLst>
                              <p:cond delay="2900"/>
                            </p:stCondLst>
                            <p:childTnLst>
                              <p:par>
                                <p:cTn id="18" presetID="9" presetClass="entr" presetSubtype="0" fill="hold" grpId="0" nodeType="afterEffect">
                                  <p:stCondLst>
                                    <p:cond delay="0"/>
                                  </p:stCondLst>
                                  <p:iterate type="wd">
                                    <p:tmPct val="100000"/>
                                  </p:iterate>
                                  <p:childTnLst>
                                    <p:set>
                                      <p:cBhvr>
                                        <p:cTn id="19" dur="1" fill="hold">
                                          <p:stCondLst>
                                            <p:cond delay="0"/>
                                          </p:stCondLst>
                                        </p:cTn>
                                        <p:tgtEl>
                                          <p:spTgt spid="579589"/>
                                        </p:tgtEl>
                                        <p:attrNameLst>
                                          <p:attrName>style.visibility</p:attrName>
                                        </p:attrNameLst>
                                      </p:cBhvr>
                                      <p:to>
                                        <p:strVal val="visible"/>
                                      </p:to>
                                    </p:set>
                                    <p:animEffect transition="in" filter="dissolve">
                                      <p:cBhvr>
                                        <p:cTn id="20" dur="300"/>
                                        <p:tgtEl>
                                          <p:spTgt spid="57958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528" fill="hold" grpId="0" nodeType="clickEffect">
                                  <p:stCondLst>
                                    <p:cond delay="0"/>
                                  </p:stCondLst>
                                  <p:childTnLst>
                                    <p:set>
                                      <p:cBhvr>
                                        <p:cTn id="24" dur="1" fill="hold">
                                          <p:stCondLst>
                                            <p:cond delay="0"/>
                                          </p:stCondLst>
                                        </p:cTn>
                                        <p:tgtEl>
                                          <p:spTgt spid="579590"/>
                                        </p:tgtEl>
                                        <p:attrNameLst>
                                          <p:attrName>style.visibility</p:attrName>
                                        </p:attrNameLst>
                                      </p:cBhvr>
                                      <p:to>
                                        <p:strVal val="visible"/>
                                      </p:to>
                                    </p:set>
                                    <p:anim calcmode="lin" valueType="num">
                                      <p:cBhvr>
                                        <p:cTn id="25" dur="500" fill="hold"/>
                                        <p:tgtEl>
                                          <p:spTgt spid="579590"/>
                                        </p:tgtEl>
                                        <p:attrNameLst>
                                          <p:attrName>ppt_w</p:attrName>
                                        </p:attrNameLst>
                                      </p:cBhvr>
                                      <p:tavLst>
                                        <p:tav tm="0">
                                          <p:val>
                                            <p:fltVal val="0"/>
                                          </p:val>
                                        </p:tav>
                                        <p:tav tm="100000">
                                          <p:val>
                                            <p:strVal val="#ppt_w"/>
                                          </p:val>
                                        </p:tav>
                                      </p:tavLst>
                                    </p:anim>
                                    <p:anim calcmode="lin" valueType="num">
                                      <p:cBhvr>
                                        <p:cTn id="26" dur="500" fill="hold"/>
                                        <p:tgtEl>
                                          <p:spTgt spid="579590"/>
                                        </p:tgtEl>
                                        <p:attrNameLst>
                                          <p:attrName>ppt_h</p:attrName>
                                        </p:attrNameLst>
                                      </p:cBhvr>
                                      <p:tavLst>
                                        <p:tav tm="0">
                                          <p:val>
                                            <p:fltVal val="0"/>
                                          </p:val>
                                        </p:tav>
                                        <p:tav tm="100000">
                                          <p:val>
                                            <p:strVal val="#ppt_h"/>
                                          </p:val>
                                        </p:tav>
                                      </p:tavLst>
                                    </p:anim>
                                    <p:anim calcmode="lin" valueType="num">
                                      <p:cBhvr>
                                        <p:cTn id="27" dur="500" fill="hold"/>
                                        <p:tgtEl>
                                          <p:spTgt spid="579590"/>
                                        </p:tgtEl>
                                        <p:attrNameLst>
                                          <p:attrName>ppt_x</p:attrName>
                                        </p:attrNameLst>
                                      </p:cBhvr>
                                      <p:tavLst>
                                        <p:tav tm="0">
                                          <p:val>
                                            <p:fltVal val="0.5"/>
                                          </p:val>
                                        </p:tav>
                                        <p:tav tm="100000">
                                          <p:val>
                                            <p:strVal val="#ppt_x"/>
                                          </p:val>
                                        </p:tav>
                                      </p:tavLst>
                                    </p:anim>
                                    <p:anim calcmode="lin" valueType="num">
                                      <p:cBhvr>
                                        <p:cTn id="28" dur="500" fill="hold"/>
                                        <p:tgtEl>
                                          <p:spTgt spid="579590"/>
                                        </p:tgtEl>
                                        <p:attrNameLst>
                                          <p:attrName>ppt_y</p:attrName>
                                        </p:attrNameLst>
                                      </p:cBhvr>
                                      <p:tavLst>
                                        <p:tav tm="0">
                                          <p:val>
                                            <p:fltVal val="0.5"/>
                                          </p:val>
                                        </p:tav>
                                        <p:tav tm="100000">
                                          <p:val>
                                            <p:strVal val="#ppt_y"/>
                                          </p:val>
                                        </p:tav>
                                      </p:tavLst>
                                    </p:anim>
                                  </p:childTnLst>
                                </p:cTn>
                              </p:par>
                            </p:childTnLst>
                          </p:cTn>
                        </p:par>
                        <p:par>
                          <p:cTn id="29" fill="hold" nodeType="afterGroup">
                            <p:stCondLst>
                              <p:cond delay="500"/>
                            </p:stCondLst>
                            <p:childTnLst>
                              <p:par>
                                <p:cTn id="30" presetID="23" presetClass="entr" presetSubtype="528" fill="hold" grpId="0" nodeType="afterEffect">
                                  <p:stCondLst>
                                    <p:cond delay="0"/>
                                  </p:stCondLst>
                                  <p:childTnLst>
                                    <p:set>
                                      <p:cBhvr>
                                        <p:cTn id="31" dur="1" fill="hold">
                                          <p:stCondLst>
                                            <p:cond delay="0"/>
                                          </p:stCondLst>
                                        </p:cTn>
                                        <p:tgtEl>
                                          <p:spTgt spid="579591"/>
                                        </p:tgtEl>
                                        <p:attrNameLst>
                                          <p:attrName>style.visibility</p:attrName>
                                        </p:attrNameLst>
                                      </p:cBhvr>
                                      <p:to>
                                        <p:strVal val="visible"/>
                                      </p:to>
                                    </p:set>
                                    <p:anim calcmode="lin" valueType="num">
                                      <p:cBhvr>
                                        <p:cTn id="32" dur="500" fill="hold"/>
                                        <p:tgtEl>
                                          <p:spTgt spid="579591"/>
                                        </p:tgtEl>
                                        <p:attrNameLst>
                                          <p:attrName>ppt_w</p:attrName>
                                        </p:attrNameLst>
                                      </p:cBhvr>
                                      <p:tavLst>
                                        <p:tav tm="0">
                                          <p:val>
                                            <p:fltVal val="0"/>
                                          </p:val>
                                        </p:tav>
                                        <p:tav tm="100000">
                                          <p:val>
                                            <p:strVal val="#ppt_w"/>
                                          </p:val>
                                        </p:tav>
                                      </p:tavLst>
                                    </p:anim>
                                    <p:anim calcmode="lin" valueType="num">
                                      <p:cBhvr>
                                        <p:cTn id="33" dur="500" fill="hold"/>
                                        <p:tgtEl>
                                          <p:spTgt spid="579591"/>
                                        </p:tgtEl>
                                        <p:attrNameLst>
                                          <p:attrName>ppt_h</p:attrName>
                                        </p:attrNameLst>
                                      </p:cBhvr>
                                      <p:tavLst>
                                        <p:tav tm="0">
                                          <p:val>
                                            <p:fltVal val="0"/>
                                          </p:val>
                                        </p:tav>
                                        <p:tav tm="100000">
                                          <p:val>
                                            <p:strVal val="#ppt_h"/>
                                          </p:val>
                                        </p:tav>
                                      </p:tavLst>
                                    </p:anim>
                                    <p:anim calcmode="lin" valueType="num">
                                      <p:cBhvr>
                                        <p:cTn id="34" dur="500" fill="hold"/>
                                        <p:tgtEl>
                                          <p:spTgt spid="579591"/>
                                        </p:tgtEl>
                                        <p:attrNameLst>
                                          <p:attrName>ppt_x</p:attrName>
                                        </p:attrNameLst>
                                      </p:cBhvr>
                                      <p:tavLst>
                                        <p:tav tm="0">
                                          <p:val>
                                            <p:fltVal val="0.5"/>
                                          </p:val>
                                        </p:tav>
                                        <p:tav tm="100000">
                                          <p:val>
                                            <p:strVal val="#ppt_x"/>
                                          </p:val>
                                        </p:tav>
                                      </p:tavLst>
                                    </p:anim>
                                    <p:anim calcmode="lin" valueType="num">
                                      <p:cBhvr>
                                        <p:cTn id="35" dur="500" fill="hold"/>
                                        <p:tgtEl>
                                          <p:spTgt spid="579591"/>
                                        </p:tgtEl>
                                        <p:attrNameLst>
                                          <p:attrName>ppt_y</p:attrName>
                                        </p:attrNameLst>
                                      </p:cBhvr>
                                      <p:tavLst>
                                        <p:tav tm="0">
                                          <p:val>
                                            <p:fltVal val="0.5"/>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528" fill="hold" grpId="0" nodeType="clickEffect">
                                  <p:stCondLst>
                                    <p:cond delay="0"/>
                                  </p:stCondLst>
                                  <p:childTnLst>
                                    <p:set>
                                      <p:cBhvr>
                                        <p:cTn id="39" dur="1" fill="hold">
                                          <p:stCondLst>
                                            <p:cond delay="0"/>
                                          </p:stCondLst>
                                        </p:cTn>
                                        <p:tgtEl>
                                          <p:spTgt spid="579592"/>
                                        </p:tgtEl>
                                        <p:attrNameLst>
                                          <p:attrName>style.visibility</p:attrName>
                                        </p:attrNameLst>
                                      </p:cBhvr>
                                      <p:to>
                                        <p:strVal val="visible"/>
                                      </p:to>
                                    </p:set>
                                    <p:anim calcmode="lin" valueType="num">
                                      <p:cBhvr>
                                        <p:cTn id="40" dur="500" fill="hold"/>
                                        <p:tgtEl>
                                          <p:spTgt spid="579592"/>
                                        </p:tgtEl>
                                        <p:attrNameLst>
                                          <p:attrName>ppt_w</p:attrName>
                                        </p:attrNameLst>
                                      </p:cBhvr>
                                      <p:tavLst>
                                        <p:tav tm="0">
                                          <p:val>
                                            <p:fltVal val="0"/>
                                          </p:val>
                                        </p:tav>
                                        <p:tav tm="100000">
                                          <p:val>
                                            <p:strVal val="#ppt_w"/>
                                          </p:val>
                                        </p:tav>
                                      </p:tavLst>
                                    </p:anim>
                                    <p:anim calcmode="lin" valueType="num">
                                      <p:cBhvr>
                                        <p:cTn id="41" dur="500" fill="hold"/>
                                        <p:tgtEl>
                                          <p:spTgt spid="579592"/>
                                        </p:tgtEl>
                                        <p:attrNameLst>
                                          <p:attrName>ppt_h</p:attrName>
                                        </p:attrNameLst>
                                      </p:cBhvr>
                                      <p:tavLst>
                                        <p:tav tm="0">
                                          <p:val>
                                            <p:fltVal val="0"/>
                                          </p:val>
                                        </p:tav>
                                        <p:tav tm="100000">
                                          <p:val>
                                            <p:strVal val="#ppt_h"/>
                                          </p:val>
                                        </p:tav>
                                      </p:tavLst>
                                    </p:anim>
                                    <p:anim calcmode="lin" valueType="num">
                                      <p:cBhvr>
                                        <p:cTn id="42" dur="500" fill="hold"/>
                                        <p:tgtEl>
                                          <p:spTgt spid="579592"/>
                                        </p:tgtEl>
                                        <p:attrNameLst>
                                          <p:attrName>ppt_x</p:attrName>
                                        </p:attrNameLst>
                                      </p:cBhvr>
                                      <p:tavLst>
                                        <p:tav tm="0">
                                          <p:val>
                                            <p:fltVal val="0.5"/>
                                          </p:val>
                                        </p:tav>
                                        <p:tav tm="100000">
                                          <p:val>
                                            <p:strVal val="#ppt_x"/>
                                          </p:val>
                                        </p:tav>
                                      </p:tavLst>
                                    </p:anim>
                                    <p:anim calcmode="lin" valueType="num">
                                      <p:cBhvr>
                                        <p:cTn id="43" dur="500" fill="hold"/>
                                        <p:tgtEl>
                                          <p:spTgt spid="579592"/>
                                        </p:tgtEl>
                                        <p:attrNameLst>
                                          <p:attrName>ppt_y</p:attrName>
                                        </p:attrNameLst>
                                      </p:cBhvr>
                                      <p:tavLst>
                                        <p:tav tm="0">
                                          <p:val>
                                            <p:fltVal val="0.5"/>
                                          </p:val>
                                        </p:tav>
                                        <p:tav tm="100000">
                                          <p:val>
                                            <p:strVal val="#ppt_y"/>
                                          </p:val>
                                        </p:tav>
                                      </p:tavLst>
                                    </p:anim>
                                  </p:childTnLst>
                                </p:cTn>
                              </p:par>
                            </p:childTnLst>
                          </p:cTn>
                        </p:par>
                        <p:par>
                          <p:cTn id="44" fill="hold" nodeType="afterGroup">
                            <p:stCondLst>
                              <p:cond delay="500"/>
                            </p:stCondLst>
                            <p:childTnLst>
                              <p:par>
                                <p:cTn id="45" presetID="23" presetClass="entr" presetSubtype="528" fill="hold" grpId="0" nodeType="afterEffect">
                                  <p:stCondLst>
                                    <p:cond delay="0"/>
                                  </p:stCondLst>
                                  <p:childTnLst>
                                    <p:set>
                                      <p:cBhvr>
                                        <p:cTn id="46" dur="1" fill="hold">
                                          <p:stCondLst>
                                            <p:cond delay="0"/>
                                          </p:stCondLst>
                                        </p:cTn>
                                        <p:tgtEl>
                                          <p:spTgt spid="579593"/>
                                        </p:tgtEl>
                                        <p:attrNameLst>
                                          <p:attrName>style.visibility</p:attrName>
                                        </p:attrNameLst>
                                      </p:cBhvr>
                                      <p:to>
                                        <p:strVal val="visible"/>
                                      </p:to>
                                    </p:set>
                                    <p:anim calcmode="lin" valueType="num">
                                      <p:cBhvr>
                                        <p:cTn id="47" dur="500" fill="hold"/>
                                        <p:tgtEl>
                                          <p:spTgt spid="579593"/>
                                        </p:tgtEl>
                                        <p:attrNameLst>
                                          <p:attrName>ppt_w</p:attrName>
                                        </p:attrNameLst>
                                      </p:cBhvr>
                                      <p:tavLst>
                                        <p:tav tm="0">
                                          <p:val>
                                            <p:fltVal val="0"/>
                                          </p:val>
                                        </p:tav>
                                        <p:tav tm="100000">
                                          <p:val>
                                            <p:strVal val="#ppt_w"/>
                                          </p:val>
                                        </p:tav>
                                      </p:tavLst>
                                    </p:anim>
                                    <p:anim calcmode="lin" valueType="num">
                                      <p:cBhvr>
                                        <p:cTn id="48" dur="500" fill="hold"/>
                                        <p:tgtEl>
                                          <p:spTgt spid="579593"/>
                                        </p:tgtEl>
                                        <p:attrNameLst>
                                          <p:attrName>ppt_h</p:attrName>
                                        </p:attrNameLst>
                                      </p:cBhvr>
                                      <p:tavLst>
                                        <p:tav tm="0">
                                          <p:val>
                                            <p:fltVal val="0"/>
                                          </p:val>
                                        </p:tav>
                                        <p:tav tm="100000">
                                          <p:val>
                                            <p:strVal val="#ppt_h"/>
                                          </p:val>
                                        </p:tav>
                                      </p:tavLst>
                                    </p:anim>
                                    <p:anim calcmode="lin" valueType="num">
                                      <p:cBhvr>
                                        <p:cTn id="49" dur="500" fill="hold"/>
                                        <p:tgtEl>
                                          <p:spTgt spid="579593"/>
                                        </p:tgtEl>
                                        <p:attrNameLst>
                                          <p:attrName>ppt_x</p:attrName>
                                        </p:attrNameLst>
                                      </p:cBhvr>
                                      <p:tavLst>
                                        <p:tav tm="0">
                                          <p:val>
                                            <p:fltVal val="0.5"/>
                                          </p:val>
                                        </p:tav>
                                        <p:tav tm="100000">
                                          <p:val>
                                            <p:strVal val="#ppt_x"/>
                                          </p:val>
                                        </p:tav>
                                      </p:tavLst>
                                    </p:anim>
                                    <p:anim calcmode="lin" valueType="num">
                                      <p:cBhvr>
                                        <p:cTn id="50" dur="500" fill="hold"/>
                                        <p:tgtEl>
                                          <p:spTgt spid="579593"/>
                                        </p:tgtEl>
                                        <p:attrNameLst>
                                          <p:attrName>ppt_y</p:attrName>
                                        </p:attrNameLst>
                                      </p:cBhvr>
                                      <p:tavLst>
                                        <p:tav tm="0">
                                          <p:val>
                                            <p:fltVal val="0.5"/>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579594"/>
                                        </p:tgtEl>
                                        <p:attrNameLst>
                                          <p:attrName>style.visibility</p:attrName>
                                        </p:attrNameLst>
                                      </p:cBhvr>
                                      <p:to>
                                        <p:strVal val="visible"/>
                                      </p:to>
                                    </p:set>
                                    <p:animEffect transition="in" filter="dissolve">
                                      <p:cBhvr>
                                        <p:cTn id="55" dur="500"/>
                                        <p:tgtEl>
                                          <p:spTgt spid="57959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579595"/>
                                        </p:tgtEl>
                                        <p:attrNameLst>
                                          <p:attrName>style.visibility</p:attrName>
                                        </p:attrNameLst>
                                      </p:cBhvr>
                                      <p:to>
                                        <p:strVal val="visible"/>
                                      </p:to>
                                    </p:set>
                                    <p:animEffect transition="in" filter="dissolve">
                                      <p:cBhvr>
                                        <p:cTn id="60" dur="500"/>
                                        <p:tgtEl>
                                          <p:spTgt spid="579595"/>
                                        </p:tgtEl>
                                      </p:cBhvr>
                                    </p:animEffect>
                                  </p:childTnLst>
                                </p:cTn>
                              </p:par>
                            </p:childTnLst>
                          </p:cTn>
                        </p:par>
                        <p:par>
                          <p:cTn id="61" fill="hold" nodeType="afterGroup">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579596"/>
                                        </p:tgtEl>
                                        <p:attrNameLst>
                                          <p:attrName>style.visibility</p:attrName>
                                        </p:attrNameLst>
                                      </p:cBhvr>
                                      <p:to>
                                        <p:strVal val="visible"/>
                                      </p:to>
                                    </p:set>
                                    <p:animEffect transition="in" filter="dissolve">
                                      <p:cBhvr>
                                        <p:cTn id="64" dur="500"/>
                                        <p:tgtEl>
                                          <p:spTgt spid="579596"/>
                                        </p:tgtEl>
                                      </p:cBhvr>
                                    </p:animEffect>
                                  </p:childTnLst>
                                </p:cTn>
                              </p:par>
                            </p:childTnLst>
                          </p:cTn>
                        </p:par>
                        <p:par>
                          <p:cTn id="65" fill="hold" nodeType="afterGroup">
                            <p:stCondLst>
                              <p:cond delay="1000"/>
                            </p:stCondLst>
                            <p:childTnLst>
                              <p:par>
                                <p:cTn id="66" presetID="9" presetClass="entr" presetSubtype="0" fill="hold" grpId="0" nodeType="afterEffect">
                                  <p:stCondLst>
                                    <p:cond delay="0"/>
                                  </p:stCondLst>
                                  <p:childTnLst>
                                    <p:set>
                                      <p:cBhvr>
                                        <p:cTn id="67" dur="1" fill="hold">
                                          <p:stCondLst>
                                            <p:cond delay="0"/>
                                          </p:stCondLst>
                                        </p:cTn>
                                        <p:tgtEl>
                                          <p:spTgt spid="579597"/>
                                        </p:tgtEl>
                                        <p:attrNameLst>
                                          <p:attrName>style.visibility</p:attrName>
                                        </p:attrNameLst>
                                      </p:cBhvr>
                                      <p:to>
                                        <p:strVal val="visible"/>
                                      </p:to>
                                    </p:set>
                                    <p:animEffect transition="in" filter="dissolve">
                                      <p:cBhvr>
                                        <p:cTn id="68" dur="500"/>
                                        <p:tgtEl>
                                          <p:spTgt spid="57959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579602"/>
                                        </p:tgtEl>
                                        <p:attrNameLst>
                                          <p:attrName>style.visibility</p:attrName>
                                        </p:attrNameLst>
                                      </p:cBhvr>
                                      <p:to>
                                        <p:strVal val="visible"/>
                                      </p:to>
                                    </p:set>
                                    <p:animEffect transition="in" filter="dissolve">
                                      <p:cBhvr>
                                        <p:cTn id="73" dur="500"/>
                                        <p:tgtEl>
                                          <p:spTgt spid="579602"/>
                                        </p:tgtEl>
                                      </p:cBhvr>
                                    </p:animEffect>
                                  </p:childTnLst>
                                </p:cTn>
                              </p:par>
                            </p:childTnLst>
                          </p:cTn>
                        </p:par>
                        <p:par>
                          <p:cTn id="74" fill="hold" nodeType="afterGroup">
                            <p:stCondLst>
                              <p:cond delay="500"/>
                            </p:stCondLst>
                            <p:childTnLst>
                              <p:par>
                                <p:cTn id="75" presetID="9" presetClass="entr" presetSubtype="0" fill="hold" nodeType="after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dissolve">
                                      <p:cBhvr>
                                        <p:cTn id="77" dur="500"/>
                                        <p:tgtEl>
                                          <p:spTgt spid="3"/>
                                        </p:tgtEl>
                                      </p:cBhvr>
                                    </p:animEffect>
                                  </p:childTnLst>
                                </p:cTn>
                              </p:par>
                            </p:childTnLst>
                          </p:cTn>
                        </p:par>
                        <p:par>
                          <p:cTn id="78" fill="hold" nodeType="afterGroup">
                            <p:stCondLst>
                              <p:cond delay="1000"/>
                            </p:stCondLst>
                            <p:childTnLst>
                              <p:par>
                                <p:cTn id="79" presetID="9" presetClass="entr" presetSubtype="0" fill="hold" grpId="0" nodeType="afterEffect">
                                  <p:stCondLst>
                                    <p:cond delay="2000"/>
                                  </p:stCondLst>
                                  <p:childTnLst>
                                    <p:set>
                                      <p:cBhvr>
                                        <p:cTn id="80" dur="1" fill="hold">
                                          <p:stCondLst>
                                            <p:cond delay="0"/>
                                          </p:stCondLst>
                                        </p:cTn>
                                        <p:tgtEl>
                                          <p:spTgt spid="579611"/>
                                        </p:tgtEl>
                                        <p:attrNameLst>
                                          <p:attrName>style.visibility</p:attrName>
                                        </p:attrNameLst>
                                      </p:cBhvr>
                                      <p:to>
                                        <p:strVal val="visible"/>
                                      </p:to>
                                    </p:set>
                                    <p:animEffect transition="in" filter="dissolve">
                                      <p:cBhvr>
                                        <p:cTn id="81" dur="500"/>
                                        <p:tgtEl>
                                          <p:spTgt spid="579611"/>
                                        </p:tgtEl>
                                      </p:cBhvr>
                                    </p:animEffect>
                                  </p:childTnLst>
                                </p:cTn>
                              </p:par>
                            </p:childTnLst>
                          </p:cTn>
                        </p:par>
                        <p:par>
                          <p:cTn id="82" fill="hold" nodeType="afterGroup">
                            <p:stCondLst>
                              <p:cond delay="3500"/>
                            </p:stCondLst>
                            <p:childTnLst>
                              <p:par>
                                <p:cTn id="83" presetID="9" presetClass="entr" presetSubtype="0" fill="hold" grpId="0" nodeType="afterEffect">
                                  <p:stCondLst>
                                    <p:cond delay="1000"/>
                                  </p:stCondLst>
                                  <p:childTnLst>
                                    <p:set>
                                      <p:cBhvr>
                                        <p:cTn id="84" dur="1" fill="hold">
                                          <p:stCondLst>
                                            <p:cond delay="0"/>
                                          </p:stCondLst>
                                        </p:cTn>
                                        <p:tgtEl>
                                          <p:spTgt spid="579612"/>
                                        </p:tgtEl>
                                        <p:attrNameLst>
                                          <p:attrName>style.visibility</p:attrName>
                                        </p:attrNameLst>
                                      </p:cBhvr>
                                      <p:to>
                                        <p:strVal val="visible"/>
                                      </p:to>
                                    </p:set>
                                    <p:animEffect transition="in" filter="dissolve">
                                      <p:cBhvr>
                                        <p:cTn id="85" dur="500"/>
                                        <p:tgtEl>
                                          <p:spTgt spid="579612"/>
                                        </p:tgtEl>
                                      </p:cBhvr>
                                    </p:animEffect>
                                  </p:childTnLst>
                                </p:cTn>
                              </p:par>
                            </p:childTnLst>
                          </p:cTn>
                        </p:par>
                        <p:par>
                          <p:cTn id="86" fill="hold" nodeType="afterGroup">
                            <p:stCondLst>
                              <p:cond delay="5000"/>
                            </p:stCondLst>
                            <p:childTnLst>
                              <p:par>
                                <p:cTn id="87" presetID="9" presetClass="entr" presetSubtype="0" fill="hold" grpId="0" nodeType="afterEffect">
                                  <p:stCondLst>
                                    <p:cond delay="0"/>
                                  </p:stCondLst>
                                  <p:childTnLst>
                                    <p:set>
                                      <p:cBhvr>
                                        <p:cTn id="88" dur="1" fill="hold">
                                          <p:stCondLst>
                                            <p:cond delay="0"/>
                                          </p:stCondLst>
                                        </p:cTn>
                                        <p:tgtEl>
                                          <p:spTgt spid="579613"/>
                                        </p:tgtEl>
                                        <p:attrNameLst>
                                          <p:attrName>style.visibility</p:attrName>
                                        </p:attrNameLst>
                                      </p:cBhvr>
                                      <p:to>
                                        <p:strVal val="visible"/>
                                      </p:to>
                                    </p:set>
                                    <p:animEffect transition="in" filter="dissolve">
                                      <p:cBhvr>
                                        <p:cTn id="89" dur="500"/>
                                        <p:tgtEl>
                                          <p:spTgt spid="579613"/>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9" presetClass="entr" presetSubtype="0" fill="hold" nodeType="clickEffect">
                                  <p:stCondLst>
                                    <p:cond delay="0"/>
                                  </p:stCondLst>
                                  <p:childTnLst>
                                    <p:set>
                                      <p:cBhvr>
                                        <p:cTn id="93" dur="1" fill="hold">
                                          <p:stCondLst>
                                            <p:cond delay="0"/>
                                          </p:stCondLst>
                                        </p:cTn>
                                        <p:tgtEl>
                                          <p:spTgt spid="2"/>
                                        </p:tgtEl>
                                        <p:attrNameLst>
                                          <p:attrName>style.visibility</p:attrName>
                                        </p:attrNameLst>
                                      </p:cBhvr>
                                      <p:to>
                                        <p:strVal val="visible"/>
                                      </p:to>
                                    </p:set>
                                    <p:animEffect transition="in" filter="dissolve">
                                      <p:cBhvr>
                                        <p:cTn id="94" dur="500"/>
                                        <p:tgtEl>
                                          <p:spTgt spid="2"/>
                                        </p:tgtEl>
                                      </p:cBhvr>
                                    </p:animEffect>
                                  </p:childTnLst>
                                </p:cTn>
                              </p:par>
                            </p:childTnLst>
                          </p:cTn>
                        </p:par>
                        <p:par>
                          <p:cTn id="95" fill="hold" nodeType="afterGroup">
                            <p:stCondLst>
                              <p:cond delay="500"/>
                            </p:stCondLst>
                            <p:childTnLst>
                              <p:par>
                                <p:cTn id="96" presetID="9" presetClass="entr" presetSubtype="0" fill="hold" nodeType="afterEffect">
                                  <p:stCondLst>
                                    <p:cond delay="2000"/>
                                  </p:stCondLst>
                                  <p:childTnLst>
                                    <p:set>
                                      <p:cBhvr>
                                        <p:cTn id="97" dur="1" fill="hold">
                                          <p:stCondLst>
                                            <p:cond delay="0"/>
                                          </p:stCondLst>
                                        </p:cTn>
                                        <p:tgtEl>
                                          <p:spTgt spid="4"/>
                                        </p:tgtEl>
                                        <p:attrNameLst>
                                          <p:attrName>style.visibility</p:attrName>
                                        </p:attrNameLst>
                                      </p:cBhvr>
                                      <p:to>
                                        <p:strVal val="visible"/>
                                      </p:to>
                                    </p:set>
                                    <p:animEffect transition="in" filter="dissolve">
                                      <p:cBhvr>
                                        <p:cTn id="98" dur="500"/>
                                        <p:tgtEl>
                                          <p:spTgt spid="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9" presetClass="entr" presetSubtype="0" fill="hold" grpId="0" nodeType="clickEffect">
                                  <p:stCondLst>
                                    <p:cond delay="0"/>
                                  </p:stCondLst>
                                  <p:childTnLst>
                                    <p:set>
                                      <p:cBhvr>
                                        <p:cTn id="102" dur="1" fill="hold">
                                          <p:stCondLst>
                                            <p:cond delay="0"/>
                                          </p:stCondLst>
                                        </p:cTn>
                                        <p:tgtEl>
                                          <p:spTgt spid="579614"/>
                                        </p:tgtEl>
                                        <p:attrNameLst>
                                          <p:attrName>style.visibility</p:attrName>
                                        </p:attrNameLst>
                                      </p:cBhvr>
                                      <p:to>
                                        <p:strVal val="visible"/>
                                      </p:to>
                                    </p:set>
                                    <p:animEffect transition="in" filter="dissolve">
                                      <p:cBhvr>
                                        <p:cTn id="103" dur="500"/>
                                        <p:tgtEl>
                                          <p:spTgt spid="579614"/>
                                        </p:tgtEl>
                                      </p:cBhvr>
                                    </p:animEffect>
                                  </p:childTnLst>
                                </p:cTn>
                              </p:par>
                            </p:childTnLst>
                          </p:cTn>
                        </p:par>
                        <p:par>
                          <p:cTn id="104" fill="hold" nodeType="afterGroup">
                            <p:stCondLst>
                              <p:cond delay="500"/>
                            </p:stCondLst>
                            <p:childTnLst>
                              <p:par>
                                <p:cTn id="105" presetID="9" presetClass="entr" presetSubtype="0" fill="hold" grpId="0" nodeType="afterEffect">
                                  <p:stCondLst>
                                    <p:cond delay="0"/>
                                  </p:stCondLst>
                                  <p:childTnLst>
                                    <p:set>
                                      <p:cBhvr>
                                        <p:cTn id="106" dur="1" fill="hold">
                                          <p:stCondLst>
                                            <p:cond delay="0"/>
                                          </p:stCondLst>
                                        </p:cTn>
                                        <p:tgtEl>
                                          <p:spTgt spid="579615"/>
                                        </p:tgtEl>
                                        <p:attrNameLst>
                                          <p:attrName>style.visibility</p:attrName>
                                        </p:attrNameLst>
                                      </p:cBhvr>
                                      <p:to>
                                        <p:strVal val="visible"/>
                                      </p:to>
                                    </p:set>
                                    <p:animEffect transition="in" filter="dissolve">
                                      <p:cBhvr>
                                        <p:cTn id="107" dur="500"/>
                                        <p:tgtEl>
                                          <p:spTgt spid="579615"/>
                                        </p:tgtEl>
                                      </p:cBhvr>
                                    </p:animEffect>
                                  </p:childTnLst>
                                </p:cTn>
                              </p:par>
                            </p:childTnLst>
                          </p:cTn>
                        </p:par>
                        <p:par>
                          <p:cTn id="108" fill="hold" nodeType="afterGroup">
                            <p:stCondLst>
                              <p:cond delay="1000"/>
                            </p:stCondLst>
                            <p:childTnLst>
                              <p:par>
                                <p:cTn id="109" presetID="9" presetClass="entr" presetSubtype="0" fill="hold" grpId="0" nodeType="afterEffect">
                                  <p:stCondLst>
                                    <p:cond delay="1000"/>
                                  </p:stCondLst>
                                  <p:childTnLst>
                                    <p:set>
                                      <p:cBhvr>
                                        <p:cTn id="110" dur="1" fill="hold">
                                          <p:stCondLst>
                                            <p:cond delay="0"/>
                                          </p:stCondLst>
                                        </p:cTn>
                                        <p:tgtEl>
                                          <p:spTgt spid="579616"/>
                                        </p:tgtEl>
                                        <p:attrNameLst>
                                          <p:attrName>style.visibility</p:attrName>
                                        </p:attrNameLst>
                                      </p:cBhvr>
                                      <p:to>
                                        <p:strVal val="visible"/>
                                      </p:to>
                                    </p:set>
                                    <p:animEffect transition="in" filter="dissolve">
                                      <p:cBhvr>
                                        <p:cTn id="111" dur="500"/>
                                        <p:tgtEl>
                                          <p:spTgt spid="579616"/>
                                        </p:tgtEl>
                                      </p:cBhvr>
                                    </p:animEffect>
                                  </p:childTnLst>
                                </p:cTn>
                              </p:par>
                            </p:childTnLst>
                          </p:cTn>
                        </p:par>
                        <p:par>
                          <p:cTn id="112" fill="hold" nodeType="afterGroup">
                            <p:stCondLst>
                              <p:cond delay="2500"/>
                            </p:stCondLst>
                            <p:childTnLst>
                              <p:par>
                                <p:cTn id="113" presetID="9" presetClass="entr" presetSubtype="0" fill="hold" grpId="0" nodeType="afterEffect">
                                  <p:stCondLst>
                                    <p:cond delay="2000"/>
                                  </p:stCondLst>
                                  <p:childTnLst>
                                    <p:set>
                                      <p:cBhvr>
                                        <p:cTn id="114" dur="1" fill="hold">
                                          <p:stCondLst>
                                            <p:cond delay="0"/>
                                          </p:stCondLst>
                                        </p:cTn>
                                        <p:tgtEl>
                                          <p:spTgt spid="579617"/>
                                        </p:tgtEl>
                                        <p:attrNameLst>
                                          <p:attrName>style.visibility</p:attrName>
                                        </p:attrNameLst>
                                      </p:cBhvr>
                                      <p:to>
                                        <p:strVal val="visible"/>
                                      </p:to>
                                    </p:set>
                                    <p:animEffect transition="in" filter="dissolve">
                                      <p:cBhvr>
                                        <p:cTn id="115" dur="500"/>
                                        <p:tgtEl>
                                          <p:spTgt spid="579617"/>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9" presetClass="entr" presetSubtype="0" fill="hold" grpId="0" nodeType="clickEffect">
                                  <p:stCondLst>
                                    <p:cond delay="0"/>
                                  </p:stCondLst>
                                  <p:childTnLst>
                                    <p:set>
                                      <p:cBhvr>
                                        <p:cTn id="119" dur="1" fill="hold">
                                          <p:stCondLst>
                                            <p:cond delay="0"/>
                                          </p:stCondLst>
                                        </p:cTn>
                                        <p:tgtEl>
                                          <p:spTgt spid="579618"/>
                                        </p:tgtEl>
                                        <p:attrNameLst>
                                          <p:attrName>style.visibility</p:attrName>
                                        </p:attrNameLst>
                                      </p:cBhvr>
                                      <p:to>
                                        <p:strVal val="visible"/>
                                      </p:to>
                                    </p:set>
                                    <p:animEffect transition="in" filter="dissolve">
                                      <p:cBhvr>
                                        <p:cTn id="120" dur="500"/>
                                        <p:tgtEl>
                                          <p:spTgt spid="579618"/>
                                        </p:tgtEl>
                                      </p:cBhvr>
                                    </p:animEffect>
                                  </p:childTnLst>
                                </p:cTn>
                              </p:par>
                            </p:childTnLst>
                          </p:cTn>
                        </p:par>
                        <p:par>
                          <p:cTn id="121" fill="hold" nodeType="afterGroup">
                            <p:stCondLst>
                              <p:cond delay="500"/>
                            </p:stCondLst>
                            <p:childTnLst>
                              <p:par>
                                <p:cTn id="122" presetID="9" presetClass="entr" presetSubtype="0" fill="hold" nodeType="afterEffect">
                                  <p:stCondLst>
                                    <p:cond delay="0"/>
                                  </p:stCondLst>
                                  <p:childTnLst>
                                    <p:set>
                                      <p:cBhvr>
                                        <p:cTn id="123" dur="1" fill="hold">
                                          <p:stCondLst>
                                            <p:cond delay="0"/>
                                          </p:stCondLst>
                                        </p:cTn>
                                        <p:tgtEl>
                                          <p:spTgt spid="5"/>
                                        </p:tgtEl>
                                        <p:attrNameLst>
                                          <p:attrName>style.visibility</p:attrName>
                                        </p:attrNameLst>
                                      </p:cBhvr>
                                      <p:to>
                                        <p:strVal val="visible"/>
                                      </p:to>
                                    </p:set>
                                    <p:animEffect transition="in" filter="dissolve">
                                      <p:cBhvr>
                                        <p:cTn id="124" dur="500"/>
                                        <p:tgtEl>
                                          <p:spTgt spid="5"/>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ntr" presetSubtype="0" fill="hold" grpId="0" nodeType="clickEffect">
                                  <p:stCondLst>
                                    <p:cond delay="0"/>
                                  </p:stCondLst>
                                  <p:childTnLst>
                                    <p:set>
                                      <p:cBhvr>
                                        <p:cTn id="128" dur="1" fill="hold">
                                          <p:stCondLst>
                                            <p:cond delay="0"/>
                                          </p:stCondLst>
                                        </p:cTn>
                                        <p:tgtEl>
                                          <p:spTgt spid="579623"/>
                                        </p:tgtEl>
                                        <p:attrNameLst>
                                          <p:attrName>style.visibility</p:attrName>
                                        </p:attrNameLst>
                                      </p:cBhvr>
                                      <p:to>
                                        <p:strVal val="visible"/>
                                      </p:to>
                                    </p:set>
                                    <p:animEffect transition="in" filter="dissolve">
                                      <p:cBhvr>
                                        <p:cTn id="129" dur="500"/>
                                        <p:tgtEl>
                                          <p:spTgt spid="579623"/>
                                        </p:tgtEl>
                                      </p:cBhvr>
                                    </p:animEffect>
                                  </p:childTnLst>
                                </p:cTn>
                              </p:par>
                            </p:childTnLst>
                          </p:cTn>
                        </p:par>
                        <p:par>
                          <p:cTn id="130" fill="hold" nodeType="afterGroup">
                            <p:stCondLst>
                              <p:cond delay="500"/>
                            </p:stCondLst>
                            <p:childTnLst>
                              <p:par>
                                <p:cTn id="131" presetID="9" presetClass="entr" presetSubtype="0" fill="hold" nodeType="afterEffect">
                                  <p:stCondLst>
                                    <p:cond delay="0"/>
                                  </p:stCondLst>
                                  <p:childTnLst>
                                    <p:set>
                                      <p:cBhvr>
                                        <p:cTn id="132" dur="1" fill="hold">
                                          <p:stCondLst>
                                            <p:cond delay="0"/>
                                          </p:stCondLst>
                                        </p:cTn>
                                        <p:tgtEl>
                                          <p:spTgt spid="6"/>
                                        </p:tgtEl>
                                        <p:attrNameLst>
                                          <p:attrName>style.visibility</p:attrName>
                                        </p:attrNameLst>
                                      </p:cBhvr>
                                      <p:to>
                                        <p:strVal val="visible"/>
                                      </p:to>
                                    </p:set>
                                    <p:animEffect transition="in" filter="dissolve">
                                      <p:cBhvr>
                                        <p:cTn id="133" dur="500"/>
                                        <p:tgtEl>
                                          <p:spTgt spid="6"/>
                                        </p:tgtEl>
                                      </p:cBhvr>
                                    </p:animEffect>
                                  </p:childTnLst>
                                </p:cTn>
                              </p:par>
                            </p:childTnLst>
                          </p:cTn>
                        </p:par>
                        <p:par>
                          <p:cTn id="134" fill="hold" nodeType="afterGroup">
                            <p:stCondLst>
                              <p:cond delay="1000"/>
                            </p:stCondLst>
                            <p:childTnLst>
                              <p:par>
                                <p:cTn id="135" presetID="9" presetClass="entr" presetSubtype="0" fill="hold" grpId="0" nodeType="afterEffect">
                                  <p:stCondLst>
                                    <p:cond delay="0"/>
                                  </p:stCondLst>
                                  <p:childTnLst>
                                    <p:set>
                                      <p:cBhvr>
                                        <p:cTn id="136" dur="1" fill="hold">
                                          <p:stCondLst>
                                            <p:cond delay="0"/>
                                          </p:stCondLst>
                                        </p:cTn>
                                        <p:tgtEl>
                                          <p:spTgt spid="579628"/>
                                        </p:tgtEl>
                                        <p:attrNameLst>
                                          <p:attrName>style.visibility</p:attrName>
                                        </p:attrNameLst>
                                      </p:cBhvr>
                                      <p:to>
                                        <p:strVal val="visible"/>
                                      </p:to>
                                    </p:set>
                                    <p:animEffect transition="in" filter="dissolve">
                                      <p:cBhvr>
                                        <p:cTn id="137" dur="500"/>
                                        <p:tgtEl>
                                          <p:spTgt spid="579628"/>
                                        </p:tgtEl>
                                      </p:cBhvr>
                                    </p:animEffect>
                                  </p:childTnLst>
                                </p:cTn>
                              </p:par>
                            </p:childTnLst>
                          </p:cTn>
                        </p:par>
                        <p:par>
                          <p:cTn id="138" fill="hold" nodeType="afterGroup">
                            <p:stCondLst>
                              <p:cond delay="1500"/>
                            </p:stCondLst>
                            <p:childTnLst>
                              <p:par>
                                <p:cTn id="139" presetID="9" presetClass="entr" presetSubtype="0" fill="hold" nodeType="afterEffect">
                                  <p:stCondLst>
                                    <p:cond delay="0"/>
                                  </p:stCondLst>
                                  <p:childTnLst>
                                    <p:set>
                                      <p:cBhvr>
                                        <p:cTn id="140" dur="1" fill="hold">
                                          <p:stCondLst>
                                            <p:cond delay="0"/>
                                          </p:stCondLst>
                                        </p:cTn>
                                        <p:tgtEl>
                                          <p:spTgt spid="7"/>
                                        </p:tgtEl>
                                        <p:attrNameLst>
                                          <p:attrName>style.visibility</p:attrName>
                                        </p:attrNameLst>
                                      </p:cBhvr>
                                      <p:to>
                                        <p:strVal val="visible"/>
                                      </p:to>
                                    </p:set>
                                    <p:animEffect transition="in" filter="dissolve">
                                      <p:cBhvr>
                                        <p:cTn id="141" dur="500"/>
                                        <p:tgtEl>
                                          <p:spTgt spid="7"/>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9" presetClass="entr" presetSubtype="0" fill="hold" grpId="0" nodeType="clickEffect">
                                  <p:stCondLst>
                                    <p:cond delay="0"/>
                                  </p:stCondLst>
                                  <p:childTnLst>
                                    <p:set>
                                      <p:cBhvr>
                                        <p:cTn id="145" dur="1" fill="hold">
                                          <p:stCondLst>
                                            <p:cond delay="0"/>
                                          </p:stCondLst>
                                        </p:cTn>
                                        <p:tgtEl>
                                          <p:spTgt spid="579633"/>
                                        </p:tgtEl>
                                        <p:attrNameLst>
                                          <p:attrName>style.visibility</p:attrName>
                                        </p:attrNameLst>
                                      </p:cBhvr>
                                      <p:to>
                                        <p:strVal val="visible"/>
                                      </p:to>
                                    </p:set>
                                    <p:animEffect transition="in" filter="dissolve">
                                      <p:cBhvr>
                                        <p:cTn id="146" dur="500"/>
                                        <p:tgtEl>
                                          <p:spTgt spid="579633"/>
                                        </p:tgtEl>
                                      </p:cBhvr>
                                    </p:animEffect>
                                  </p:childTnLst>
                                </p:cTn>
                              </p:par>
                            </p:childTnLst>
                          </p:cTn>
                        </p:par>
                        <p:par>
                          <p:cTn id="147" fill="hold" nodeType="afterGroup">
                            <p:stCondLst>
                              <p:cond delay="500"/>
                            </p:stCondLst>
                            <p:childTnLst>
                              <p:par>
                                <p:cTn id="148" presetID="9" presetClass="entr" presetSubtype="0" fill="hold" nodeType="afterEffect">
                                  <p:stCondLst>
                                    <p:cond delay="0"/>
                                  </p:stCondLst>
                                  <p:childTnLst>
                                    <p:set>
                                      <p:cBhvr>
                                        <p:cTn id="149" dur="1" fill="hold">
                                          <p:stCondLst>
                                            <p:cond delay="0"/>
                                          </p:stCondLst>
                                        </p:cTn>
                                        <p:tgtEl>
                                          <p:spTgt spid="8"/>
                                        </p:tgtEl>
                                        <p:attrNameLst>
                                          <p:attrName>style.visibility</p:attrName>
                                        </p:attrNameLst>
                                      </p:cBhvr>
                                      <p:to>
                                        <p:strVal val="visible"/>
                                      </p:to>
                                    </p:set>
                                    <p:animEffect transition="in" filter="dissolve">
                                      <p:cBhvr>
                                        <p:cTn id="150" dur="500"/>
                                        <p:tgtEl>
                                          <p:spTgt spid="8"/>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9" presetClass="entr" presetSubtype="0" fill="hold" nodeType="clickEffect">
                                  <p:stCondLst>
                                    <p:cond delay="0"/>
                                  </p:stCondLst>
                                  <p:childTnLst>
                                    <p:set>
                                      <p:cBhvr>
                                        <p:cTn id="154" dur="1" fill="hold">
                                          <p:stCondLst>
                                            <p:cond delay="0"/>
                                          </p:stCondLst>
                                        </p:cTn>
                                        <p:tgtEl>
                                          <p:spTgt spid="9"/>
                                        </p:tgtEl>
                                        <p:attrNameLst>
                                          <p:attrName>style.visibility</p:attrName>
                                        </p:attrNameLst>
                                      </p:cBhvr>
                                      <p:to>
                                        <p:strVal val="visible"/>
                                      </p:to>
                                    </p:set>
                                    <p:animEffect transition="in" filter="dissolve">
                                      <p:cBhvr>
                                        <p:cTn id="155" dur="500"/>
                                        <p:tgtEl>
                                          <p:spTgt spid="9"/>
                                        </p:tgtEl>
                                      </p:cBhvr>
                                    </p:animEffect>
                                  </p:childTnLst>
                                </p:cTn>
                              </p:par>
                            </p:childTnLst>
                          </p:cTn>
                        </p:par>
                        <p:par>
                          <p:cTn id="156" fill="hold" nodeType="afterGroup">
                            <p:stCondLst>
                              <p:cond delay="500"/>
                            </p:stCondLst>
                            <p:childTnLst>
                              <p:par>
                                <p:cTn id="157" presetID="9" presetClass="entr" presetSubtype="0" fill="hold" grpId="0" nodeType="afterEffect">
                                  <p:stCondLst>
                                    <p:cond delay="0"/>
                                  </p:stCondLst>
                                  <p:childTnLst>
                                    <p:set>
                                      <p:cBhvr>
                                        <p:cTn id="158" dur="1" fill="hold">
                                          <p:stCondLst>
                                            <p:cond delay="0"/>
                                          </p:stCondLst>
                                        </p:cTn>
                                        <p:tgtEl>
                                          <p:spTgt spid="579645"/>
                                        </p:tgtEl>
                                        <p:attrNameLst>
                                          <p:attrName>style.visibility</p:attrName>
                                        </p:attrNameLst>
                                      </p:cBhvr>
                                      <p:to>
                                        <p:strVal val="visible"/>
                                      </p:to>
                                    </p:set>
                                    <p:animEffect transition="in" filter="dissolve">
                                      <p:cBhvr>
                                        <p:cTn id="159" dur="500"/>
                                        <p:tgtEl>
                                          <p:spTgt spid="579645"/>
                                        </p:tgtEl>
                                      </p:cBhvr>
                                    </p:animEffect>
                                  </p:childTnLst>
                                </p:cTn>
                              </p:par>
                            </p:childTnLst>
                          </p:cTn>
                        </p:par>
                        <p:par>
                          <p:cTn id="160" fill="hold" nodeType="afterGroup">
                            <p:stCondLst>
                              <p:cond delay="1000"/>
                            </p:stCondLst>
                            <p:childTnLst>
                              <p:par>
                                <p:cTn id="161" presetID="9" presetClass="entr" presetSubtype="0" fill="hold" nodeType="afterEffect">
                                  <p:stCondLst>
                                    <p:cond delay="1000"/>
                                  </p:stCondLst>
                                  <p:childTnLst>
                                    <p:set>
                                      <p:cBhvr>
                                        <p:cTn id="162" dur="1" fill="hold">
                                          <p:stCondLst>
                                            <p:cond delay="0"/>
                                          </p:stCondLst>
                                        </p:cTn>
                                        <p:tgtEl>
                                          <p:spTgt spid="10"/>
                                        </p:tgtEl>
                                        <p:attrNameLst>
                                          <p:attrName>style.visibility</p:attrName>
                                        </p:attrNameLst>
                                      </p:cBhvr>
                                      <p:to>
                                        <p:strVal val="visible"/>
                                      </p:to>
                                    </p:set>
                                    <p:animEffect transition="in" filter="dissolve">
                                      <p:cBhvr>
                                        <p:cTn id="163" dur="500"/>
                                        <p:tgtEl>
                                          <p:spTgt spid="10"/>
                                        </p:tgtEl>
                                      </p:cBhvr>
                                    </p:animEffect>
                                  </p:childTnLst>
                                </p:cTn>
                              </p:par>
                            </p:childTnLst>
                          </p:cTn>
                        </p:par>
                        <p:par>
                          <p:cTn id="164" fill="hold" nodeType="afterGroup">
                            <p:stCondLst>
                              <p:cond delay="2500"/>
                            </p:stCondLst>
                            <p:childTnLst>
                              <p:par>
                                <p:cTn id="165" presetID="9" presetClass="entr" presetSubtype="0" fill="hold" grpId="0" nodeType="afterEffect">
                                  <p:stCondLst>
                                    <p:cond delay="0"/>
                                  </p:stCondLst>
                                  <p:childTnLst>
                                    <p:set>
                                      <p:cBhvr>
                                        <p:cTn id="166" dur="1" fill="hold">
                                          <p:stCondLst>
                                            <p:cond delay="0"/>
                                          </p:stCondLst>
                                        </p:cTn>
                                        <p:tgtEl>
                                          <p:spTgt spid="579647"/>
                                        </p:tgtEl>
                                        <p:attrNameLst>
                                          <p:attrName>style.visibility</p:attrName>
                                        </p:attrNameLst>
                                      </p:cBhvr>
                                      <p:to>
                                        <p:strVal val="visible"/>
                                      </p:to>
                                    </p:set>
                                    <p:animEffect transition="in" filter="dissolve">
                                      <p:cBhvr>
                                        <p:cTn id="167" dur="500"/>
                                        <p:tgtEl>
                                          <p:spTgt spid="579647"/>
                                        </p:tgtEl>
                                      </p:cBhvr>
                                    </p:animEffect>
                                  </p:childTnLst>
                                </p:cTn>
                              </p:par>
                            </p:childTnLst>
                          </p:cTn>
                        </p:par>
                        <p:par>
                          <p:cTn id="168" fill="hold" nodeType="afterGroup">
                            <p:stCondLst>
                              <p:cond delay="3000"/>
                            </p:stCondLst>
                            <p:childTnLst>
                              <p:par>
                                <p:cTn id="169" presetID="9" presetClass="entr" presetSubtype="0" fill="hold" nodeType="afterEffect">
                                  <p:stCondLst>
                                    <p:cond delay="2000"/>
                                  </p:stCondLst>
                                  <p:childTnLst>
                                    <p:set>
                                      <p:cBhvr>
                                        <p:cTn id="170" dur="1" fill="hold">
                                          <p:stCondLst>
                                            <p:cond delay="0"/>
                                          </p:stCondLst>
                                        </p:cTn>
                                        <p:tgtEl>
                                          <p:spTgt spid="11"/>
                                        </p:tgtEl>
                                        <p:attrNameLst>
                                          <p:attrName>style.visibility</p:attrName>
                                        </p:attrNameLst>
                                      </p:cBhvr>
                                      <p:to>
                                        <p:strVal val="visible"/>
                                      </p:to>
                                    </p:set>
                                    <p:animEffect transition="in" filter="dissolve">
                                      <p:cBhvr>
                                        <p:cTn id="171" dur="500"/>
                                        <p:tgtEl>
                                          <p:spTgt spid="11"/>
                                        </p:tgtEl>
                                      </p:cBhvr>
                                    </p:animEffect>
                                  </p:childTnLst>
                                </p:cTn>
                              </p:par>
                            </p:childTnLst>
                          </p:cTn>
                        </p:par>
                        <p:par>
                          <p:cTn id="172" fill="hold" nodeType="afterGroup">
                            <p:stCondLst>
                              <p:cond delay="5500"/>
                            </p:stCondLst>
                            <p:childTnLst>
                              <p:par>
                                <p:cTn id="173" presetID="9" presetClass="entr" presetSubtype="0" fill="hold" grpId="0" nodeType="afterEffect">
                                  <p:stCondLst>
                                    <p:cond delay="2000"/>
                                  </p:stCondLst>
                                  <p:childTnLst>
                                    <p:set>
                                      <p:cBhvr>
                                        <p:cTn id="174" dur="1" fill="hold">
                                          <p:stCondLst>
                                            <p:cond delay="0"/>
                                          </p:stCondLst>
                                        </p:cTn>
                                        <p:tgtEl>
                                          <p:spTgt spid="579646"/>
                                        </p:tgtEl>
                                        <p:attrNameLst>
                                          <p:attrName>style.visibility</p:attrName>
                                        </p:attrNameLst>
                                      </p:cBhvr>
                                      <p:to>
                                        <p:strVal val="visible"/>
                                      </p:to>
                                    </p:set>
                                    <p:animEffect transition="in" filter="dissolve">
                                      <p:cBhvr>
                                        <p:cTn id="175" dur="500"/>
                                        <p:tgtEl>
                                          <p:spTgt spid="579646"/>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9" presetClass="entr" presetSubtype="0" fill="hold" grpId="0" nodeType="clickEffect">
                                  <p:stCondLst>
                                    <p:cond delay="0"/>
                                  </p:stCondLst>
                                  <p:childTnLst>
                                    <p:set>
                                      <p:cBhvr>
                                        <p:cTn id="179" dur="1" fill="hold">
                                          <p:stCondLst>
                                            <p:cond delay="0"/>
                                          </p:stCondLst>
                                        </p:cTn>
                                        <p:tgtEl>
                                          <p:spTgt spid="579652"/>
                                        </p:tgtEl>
                                        <p:attrNameLst>
                                          <p:attrName>style.visibility</p:attrName>
                                        </p:attrNameLst>
                                      </p:cBhvr>
                                      <p:to>
                                        <p:strVal val="visible"/>
                                      </p:to>
                                    </p:set>
                                    <p:animEffect transition="in" filter="dissolve">
                                      <p:cBhvr>
                                        <p:cTn id="180" dur="500"/>
                                        <p:tgtEl>
                                          <p:spTgt spid="579652"/>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9" presetClass="entr" presetSubtype="0" fill="hold" nodeType="clickEffect">
                                  <p:stCondLst>
                                    <p:cond delay="0"/>
                                  </p:stCondLst>
                                  <p:childTnLst>
                                    <p:set>
                                      <p:cBhvr>
                                        <p:cTn id="184" dur="1" fill="hold">
                                          <p:stCondLst>
                                            <p:cond delay="0"/>
                                          </p:stCondLst>
                                        </p:cTn>
                                        <p:tgtEl>
                                          <p:spTgt spid="12"/>
                                        </p:tgtEl>
                                        <p:attrNameLst>
                                          <p:attrName>style.visibility</p:attrName>
                                        </p:attrNameLst>
                                      </p:cBhvr>
                                      <p:to>
                                        <p:strVal val="visible"/>
                                      </p:to>
                                    </p:set>
                                    <p:animEffect transition="in" filter="dissolve">
                                      <p:cBhvr>
                                        <p:cTn id="185" dur="500"/>
                                        <p:tgtEl>
                                          <p:spTgt spid="12"/>
                                        </p:tgtEl>
                                      </p:cBhvr>
                                    </p:animEffect>
                                  </p:childTnLst>
                                </p:cTn>
                              </p:par>
                            </p:childTnLst>
                          </p:cTn>
                        </p:par>
                        <p:par>
                          <p:cTn id="186" fill="hold" nodeType="afterGroup">
                            <p:stCondLst>
                              <p:cond delay="500"/>
                            </p:stCondLst>
                            <p:childTnLst>
                              <p:par>
                                <p:cTn id="187" presetID="9" presetClass="entr" presetSubtype="0" fill="hold" grpId="0" nodeType="afterEffect">
                                  <p:stCondLst>
                                    <p:cond delay="2000"/>
                                  </p:stCondLst>
                                  <p:childTnLst>
                                    <p:set>
                                      <p:cBhvr>
                                        <p:cTn id="188" dur="1" fill="hold">
                                          <p:stCondLst>
                                            <p:cond delay="0"/>
                                          </p:stCondLst>
                                        </p:cTn>
                                        <p:tgtEl>
                                          <p:spTgt spid="579657"/>
                                        </p:tgtEl>
                                        <p:attrNameLst>
                                          <p:attrName>style.visibility</p:attrName>
                                        </p:attrNameLst>
                                      </p:cBhvr>
                                      <p:to>
                                        <p:strVal val="visible"/>
                                      </p:to>
                                    </p:set>
                                    <p:animEffect transition="in" filter="dissolve">
                                      <p:cBhvr>
                                        <p:cTn id="189" dur="500"/>
                                        <p:tgtEl>
                                          <p:spTgt spid="579657"/>
                                        </p:tgtEl>
                                      </p:cBhvr>
                                    </p:animEffect>
                                  </p:childTnLst>
                                </p:cTn>
                              </p:par>
                            </p:childTnLst>
                          </p:cTn>
                        </p:par>
                        <p:par>
                          <p:cTn id="190" fill="hold" nodeType="afterGroup">
                            <p:stCondLst>
                              <p:cond delay="3000"/>
                            </p:stCondLst>
                            <p:childTnLst>
                              <p:par>
                                <p:cTn id="191" presetID="9" presetClass="entr" presetSubtype="0" fill="hold" grpId="0" nodeType="afterEffect">
                                  <p:stCondLst>
                                    <p:cond delay="2000"/>
                                  </p:stCondLst>
                                  <p:childTnLst>
                                    <p:set>
                                      <p:cBhvr>
                                        <p:cTn id="192" dur="1" fill="hold">
                                          <p:stCondLst>
                                            <p:cond delay="0"/>
                                          </p:stCondLst>
                                        </p:cTn>
                                        <p:tgtEl>
                                          <p:spTgt spid="579658"/>
                                        </p:tgtEl>
                                        <p:attrNameLst>
                                          <p:attrName>style.visibility</p:attrName>
                                        </p:attrNameLst>
                                      </p:cBhvr>
                                      <p:to>
                                        <p:strVal val="visible"/>
                                      </p:to>
                                    </p:set>
                                    <p:animEffect transition="in" filter="dissolve">
                                      <p:cBhvr>
                                        <p:cTn id="193" dur="500"/>
                                        <p:tgtEl>
                                          <p:spTgt spid="579658"/>
                                        </p:tgtEl>
                                      </p:cBhvr>
                                    </p:animEffect>
                                  </p:childTnLst>
                                </p:cTn>
                              </p:par>
                            </p:childTnLst>
                          </p:cTn>
                        </p:par>
                        <p:par>
                          <p:cTn id="194" fill="hold" nodeType="afterGroup">
                            <p:stCondLst>
                              <p:cond delay="5500"/>
                            </p:stCondLst>
                            <p:childTnLst>
                              <p:par>
                                <p:cTn id="195" presetID="9" presetClass="entr" presetSubtype="0" fill="hold" grpId="0" nodeType="afterEffect">
                                  <p:stCondLst>
                                    <p:cond delay="2000"/>
                                  </p:stCondLst>
                                  <p:childTnLst>
                                    <p:set>
                                      <p:cBhvr>
                                        <p:cTn id="196" dur="1" fill="hold">
                                          <p:stCondLst>
                                            <p:cond delay="0"/>
                                          </p:stCondLst>
                                        </p:cTn>
                                        <p:tgtEl>
                                          <p:spTgt spid="579659"/>
                                        </p:tgtEl>
                                        <p:attrNameLst>
                                          <p:attrName>style.visibility</p:attrName>
                                        </p:attrNameLst>
                                      </p:cBhvr>
                                      <p:to>
                                        <p:strVal val="visible"/>
                                      </p:to>
                                    </p:set>
                                    <p:animEffect transition="in" filter="dissolve">
                                      <p:cBhvr>
                                        <p:cTn id="197" dur="500"/>
                                        <p:tgtEl>
                                          <p:spTgt spid="579659"/>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9" presetClass="entr" presetSubtype="0" fill="hold" grpId="0" nodeType="clickEffect">
                                  <p:stCondLst>
                                    <p:cond delay="0"/>
                                  </p:stCondLst>
                                  <p:childTnLst>
                                    <p:set>
                                      <p:cBhvr>
                                        <p:cTn id="201" dur="1" fill="hold">
                                          <p:stCondLst>
                                            <p:cond delay="0"/>
                                          </p:stCondLst>
                                        </p:cTn>
                                        <p:tgtEl>
                                          <p:spTgt spid="579674"/>
                                        </p:tgtEl>
                                        <p:attrNameLst>
                                          <p:attrName>style.visibility</p:attrName>
                                        </p:attrNameLst>
                                      </p:cBhvr>
                                      <p:to>
                                        <p:strVal val="visible"/>
                                      </p:to>
                                    </p:set>
                                    <p:animEffect transition="in" filter="dissolve">
                                      <p:cBhvr>
                                        <p:cTn id="202" dur="500"/>
                                        <p:tgtEl>
                                          <p:spTgt spid="579674"/>
                                        </p:tgtEl>
                                      </p:cBhvr>
                                    </p:animEffect>
                                  </p:childTnLst>
                                </p:cTn>
                              </p:par>
                            </p:childTnLst>
                          </p:cTn>
                        </p:par>
                        <p:par>
                          <p:cTn id="203" fill="hold" nodeType="afterGroup">
                            <p:stCondLst>
                              <p:cond delay="500"/>
                            </p:stCondLst>
                            <p:childTnLst>
                              <p:par>
                                <p:cTn id="204" presetID="9" presetClass="entr" presetSubtype="0" fill="hold" grpId="0" nodeType="afterEffect">
                                  <p:stCondLst>
                                    <p:cond delay="2000"/>
                                  </p:stCondLst>
                                  <p:childTnLst>
                                    <p:set>
                                      <p:cBhvr>
                                        <p:cTn id="205" dur="1" fill="hold">
                                          <p:stCondLst>
                                            <p:cond delay="0"/>
                                          </p:stCondLst>
                                        </p:cTn>
                                        <p:tgtEl>
                                          <p:spTgt spid="579675"/>
                                        </p:tgtEl>
                                        <p:attrNameLst>
                                          <p:attrName>style.visibility</p:attrName>
                                        </p:attrNameLst>
                                      </p:cBhvr>
                                      <p:to>
                                        <p:strVal val="visible"/>
                                      </p:to>
                                    </p:set>
                                    <p:animEffect transition="in" filter="dissolve">
                                      <p:cBhvr>
                                        <p:cTn id="206" dur="500"/>
                                        <p:tgtEl>
                                          <p:spTgt spid="579675"/>
                                        </p:tgtEl>
                                      </p:cBhvr>
                                    </p:animEffec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9" presetClass="entr" presetSubtype="0" fill="hold" grpId="0" nodeType="clickEffect">
                                  <p:stCondLst>
                                    <p:cond delay="0"/>
                                  </p:stCondLst>
                                  <p:childTnLst>
                                    <p:set>
                                      <p:cBhvr>
                                        <p:cTn id="210" dur="1" fill="hold">
                                          <p:stCondLst>
                                            <p:cond delay="0"/>
                                          </p:stCondLst>
                                        </p:cTn>
                                        <p:tgtEl>
                                          <p:spTgt spid="579660"/>
                                        </p:tgtEl>
                                        <p:attrNameLst>
                                          <p:attrName>style.visibility</p:attrName>
                                        </p:attrNameLst>
                                      </p:cBhvr>
                                      <p:to>
                                        <p:strVal val="visible"/>
                                      </p:to>
                                    </p:set>
                                    <p:animEffect transition="in" filter="dissolve">
                                      <p:cBhvr>
                                        <p:cTn id="211" dur="500"/>
                                        <p:tgtEl>
                                          <p:spTgt spid="579660"/>
                                        </p:tgtEl>
                                      </p:cBhvr>
                                    </p:animEffect>
                                  </p:childTnLst>
                                </p:cTn>
                              </p:par>
                            </p:childTnLst>
                          </p:cTn>
                        </p:par>
                        <p:par>
                          <p:cTn id="212" fill="hold" nodeType="afterGroup">
                            <p:stCondLst>
                              <p:cond delay="500"/>
                            </p:stCondLst>
                            <p:childTnLst>
                              <p:par>
                                <p:cTn id="213" presetID="9" presetClass="entr" presetSubtype="0" fill="hold" grpId="0" nodeType="afterEffect">
                                  <p:stCondLst>
                                    <p:cond delay="2000"/>
                                  </p:stCondLst>
                                  <p:childTnLst>
                                    <p:set>
                                      <p:cBhvr>
                                        <p:cTn id="214" dur="1" fill="hold">
                                          <p:stCondLst>
                                            <p:cond delay="0"/>
                                          </p:stCondLst>
                                        </p:cTn>
                                        <p:tgtEl>
                                          <p:spTgt spid="579661"/>
                                        </p:tgtEl>
                                        <p:attrNameLst>
                                          <p:attrName>style.visibility</p:attrName>
                                        </p:attrNameLst>
                                      </p:cBhvr>
                                      <p:to>
                                        <p:strVal val="visible"/>
                                      </p:to>
                                    </p:set>
                                    <p:animEffect transition="in" filter="dissolve">
                                      <p:cBhvr>
                                        <p:cTn id="215" dur="500"/>
                                        <p:tgtEl>
                                          <p:spTgt spid="579661"/>
                                        </p:tgtEl>
                                      </p:cBhvr>
                                    </p:animEffect>
                                  </p:childTnLst>
                                </p:cTn>
                              </p:par>
                            </p:childTnLst>
                          </p:cTn>
                        </p:par>
                        <p:par>
                          <p:cTn id="216" fill="hold" nodeType="afterGroup">
                            <p:stCondLst>
                              <p:cond delay="3000"/>
                            </p:stCondLst>
                            <p:childTnLst>
                              <p:par>
                                <p:cTn id="217" presetID="9" presetClass="entr" presetSubtype="0" fill="hold" grpId="0" nodeType="afterEffect">
                                  <p:stCondLst>
                                    <p:cond delay="2000"/>
                                  </p:stCondLst>
                                  <p:childTnLst>
                                    <p:set>
                                      <p:cBhvr>
                                        <p:cTn id="218" dur="1" fill="hold">
                                          <p:stCondLst>
                                            <p:cond delay="0"/>
                                          </p:stCondLst>
                                        </p:cTn>
                                        <p:tgtEl>
                                          <p:spTgt spid="579662"/>
                                        </p:tgtEl>
                                        <p:attrNameLst>
                                          <p:attrName>style.visibility</p:attrName>
                                        </p:attrNameLst>
                                      </p:cBhvr>
                                      <p:to>
                                        <p:strVal val="visible"/>
                                      </p:to>
                                    </p:set>
                                    <p:animEffect transition="in" filter="dissolve">
                                      <p:cBhvr>
                                        <p:cTn id="219" dur="500"/>
                                        <p:tgtEl>
                                          <p:spTgt spid="579662"/>
                                        </p:tgtEl>
                                      </p:cBhvr>
                                    </p:animEffect>
                                  </p:childTnLst>
                                </p:cTn>
                              </p:par>
                            </p:childTnLst>
                          </p:cTn>
                        </p:par>
                        <p:par>
                          <p:cTn id="220" fill="hold" nodeType="afterGroup">
                            <p:stCondLst>
                              <p:cond delay="5500"/>
                            </p:stCondLst>
                            <p:childTnLst>
                              <p:par>
                                <p:cTn id="221" presetID="9" presetClass="entr" presetSubtype="0" fill="hold" grpId="0" nodeType="afterEffect">
                                  <p:stCondLst>
                                    <p:cond delay="2000"/>
                                  </p:stCondLst>
                                  <p:childTnLst>
                                    <p:set>
                                      <p:cBhvr>
                                        <p:cTn id="222" dur="1" fill="hold">
                                          <p:stCondLst>
                                            <p:cond delay="0"/>
                                          </p:stCondLst>
                                        </p:cTn>
                                        <p:tgtEl>
                                          <p:spTgt spid="579663"/>
                                        </p:tgtEl>
                                        <p:attrNameLst>
                                          <p:attrName>style.visibility</p:attrName>
                                        </p:attrNameLst>
                                      </p:cBhvr>
                                      <p:to>
                                        <p:strVal val="visible"/>
                                      </p:to>
                                    </p:set>
                                    <p:animEffect transition="in" filter="dissolve">
                                      <p:cBhvr>
                                        <p:cTn id="223" dur="500"/>
                                        <p:tgtEl>
                                          <p:spTgt spid="579663"/>
                                        </p:tgtEl>
                                      </p:cBhvr>
                                    </p:animEffect>
                                  </p:childTnLst>
                                </p:cTn>
                              </p:par>
                            </p:childTnLst>
                          </p:cTn>
                        </p:par>
                        <p:par>
                          <p:cTn id="224" fill="hold" nodeType="afterGroup">
                            <p:stCondLst>
                              <p:cond delay="8000"/>
                            </p:stCondLst>
                            <p:childTnLst>
                              <p:par>
                                <p:cTn id="225" presetID="9" presetClass="entr" presetSubtype="0" fill="hold" grpId="0" nodeType="afterEffect">
                                  <p:stCondLst>
                                    <p:cond delay="2000"/>
                                  </p:stCondLst>
                                  <p:childTnLst>
                                    <p:set>
                                      <p:cBhvr>
                                        <p:cTn id="226" dur="1" fill="hold">
                                          <p:stCondLst>
                                            <p:cond delay="0"/>
                                          </p:stCondLst>
                                        </p:cTn>
                                        <p:tgtEl>
                                          <p:spTgt spid="579664"/>
                                        </p:tgtEl>
                                        <p:attrNameLst>
                                          <p:attrName>style.visibility</p:attrName>
                                        </p:attrNameLst>
                                      </p:cBhvr>
                                      <p:to>
                                        <p:strVal val="visible"/>
                                      </p:to>
                                    </p:set>
                                    <p:animEffect transition="in" filter="dissolve">
                                      <p:cBhvr>
                                        <p:cTn id="227" dur="500"/>
                                        <p:tgtEl>
                                          <p:spTgt spid="579664"/>
                                        </p:tgtEl>
                                      </p:cBhvr>
                                    </p:animEffect>
                                  </p:childTnLst>
                                </p:cTn>
                              </p:par>
                            </p:childTnLst>
                          </p:cTn>
                        </p:par>
                        <p:par>
                          <p:cTn id="228" fill="hold" nodeType="afterGroup">
                            <p:stCondLst>
                              <p:cond delay="10500"/>
                            </p:stCondLst>
                            <p:childTnLst>
                              <p:par>
                                <p:cTn id="229" presetID="9" presetClass="entr" presetSubtype="0" fill="hold" nodeType="afterEffect">
                                  <p:stCondLst>
                                    <p:cond delay="0"/>
                                  </p:stCondLst>
                                  <p:childTnLst>
                                    <p:set>
                                      <p:cBhvr>
                                        <p:cTn id="230" dur="1" fill="hold">
                                          <p:stCondLst>
                                            <p:cond delay="0"/>
                                          </p:stCondLst>
                                        </p:cTn>
                                        <p:tgtEl>
                                          <p:spTgt spid="13"/>
                                        </p:tgtEl>
                                        <p:attrNameLst>
                                          <p:attrName>style.visibility</p:attrName>
                                        </p:attrNameLst>
                                      </p:cBhvr>
                                      <p:to>
                                        <p:strVal val="visible"/>
                                      </p:to>
                                    </p:set>
                                    <p:animEffect transition="in" filter="dissolve">
                                      <p:cBhvr>
                                        <p:cTn id="231" dur="500"/>
                                        <p:tgtEl>
                                          <p:spTgt spid="13"/>
                                        </p:tgtEl>
                                      </p:cBhvr>
                                    </p:animEffect>
                                  </p:childTnLst>
                                </p:cTn>
                              </p:par>
                            </p:childTnLst>
                          </p:cTn>
                        </p:par>
                        <p:par>
                          <p:cTn id="232" fill="hold" nodeType="afterGroup">
                            <p:stCondLst>
                              <p:cond delay="11000"/>
                            </p:stCondLst>
                            <p:childTnLst>
                              <p:par>
                                <p:cTn id="233" presetID="9" presetClass="entr" presetSubtype="0" fill="hold" grpId="0" nodeType="afterEffect">
                                  <p:stCondLst>
                                    <p:cond delay="2000"/>
                                  </p:stCondLst>
                                  <p:childTnLst>
                                    <p:set>
                                      <p:cBhvr>
                                        <p:cTn id="234" dur="1" fill="hold">
                                          <p:stCondLst>
                                            <p:cond delay="0"/>
                                          </p:stCondLst>
                                        </p:cTn>
                                        <p:tgtEl>
                                          <p:spTgt spid="579669"/>
                                        </p:tgtEl>
                                        <p:attrNameLst>
                                          <p:attrName>style.visibility</p:attrName>
                                        </p:attrNameLst>
                                      </p:cBhvr>
                                      <p:to>
                                        <p:strVal val="visible"/>
                                      </p:to>
                                    </p:set>
                                    <p:animEffect transition="in" filter="dissolve">
                                      <p:cBhvr>
                                        <p:cTn id="235" dur="500"/>
                                        <p:tgtEl>
                                          <p:spTgt spid="579669"/>
                                        </p:tgtEl>
                                      </p:cBhvr>
                                    </p:animEffect>
                                  </p:childTnLst>
                                </p:cTn>
                              </p:par>
                            </p:childTnLst>
                          </p:cTn>
                        </p:par>
                        <p:par>
                          <p:cTn id="236" fill="hold" nodeType="afterGroup">
                            <p:stCondLst>
                              <p:cond delay="13500"/>
                            </p:stCondLst>
                            <p:childTnLst>
                              <p:par>
                                <p:cTn id="237" presetID="9" presetClass="entr" presetSubtype="0" fill="hold" nodeType="afterEffect">
                                  <p:stCondLst>
                                    <p:cond delay="0"/>
                                  </p:stCondLst>
                                  <p:childTnLst>
                                    <p:set>
                                      <p:cBhvr>
                                        <p:cTn id="238" dur="1" fill="hold">
                                          <p:stCondLst>
                                            <p:cond delay="0"/>
                                          </p:stCondLst>
                                        </p:cTn>
                                        <p:tgtEl>
                                          <p:spTgt spid="14"/>
                                        </p:tgtEl>
                                        <p:attrNameLst>
                                          <p:attrName>style.visibility</p:attrName>
                                        </p:attrNameLst>
                                      </p:cBhvr>
                                      <p:to>
                                        <p:strVal val="visible"/>
                                      </p:to>
                                    </p:set>
                                    <p:animEffect transition="in" filter="dissolve">
                                      <p:cBhvr>
                                        <p:cTn id="2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6" grpId="0" autoUpdateAnimBg="0"/>
      <p:bldP spid="579587" grpId="0" autoUpdateAnimBg="0"/>
      <p:bldP spid="579588" grpId="0" animBg="1"/>
      <p:bldP spid="579589" grpId="0" autoUpdateAnimBg="0"/>
      <p:bldP spid="579590" grpId="0" animBg="1"/>
      <p:bldP spid="579591" grpId="0" animBg="1"/>
      <p:bldP spid="579592" grpId="0" animBg="1"/>
      <p:bldP spid="579593" grpId="0" animBg="1"/>
      <p:bldP spid="579594" grpId="0" autoUpdateAnimBg="0"/>
      <p:bldP spid="579595" grpId="0" autoUpdateAnimBg="0"/>
      <p:bldP spid="579596" grpId="0" animBg="1"/>
      <p:bldP spid="579597" grpId="0" autoUpdateAnimBg="0"/>
      <p:bldP spid="579602" grpId="0" autoUpdateAnimBg="0"/>
      <p:bldP spid="579611" grpId="0" autoUpdateAnimBg="0"/>
      <p:bldP spid="579612" grpId="0" autoUpdateAnimBg="0"/>
      <p:bldP spid="579613" grpId="0" autoUpdateAnimBg="0"/>
      <p:bldP spid="579614" grpId="0" autoUpdateAnimBg="0"/>
      <p:bldP spid="579615" grpId="0" autoUpdateAnimBg="0"/>
      <p:bldP spid="579616" grpId="0" animBg="1"/>
      <p:bldP spid="579617" grpId="0" autoUpdateAnimBg="0"/>
      <p:bldP spid="579618" grpId="0" autoUpdateAnimBg="0"/>
      <p:bldP spid="579623" grpId="0" autoUpdateAnimBg="0"/>
      <p:bldP spid="579628" grpId="0" autoUpdateAnimBg="0"/>
      <p:bldP spid="579633" grpId="0" animBg="1"/>
      <p:bldP spid="579645" grpId="0" autoUpdateAnimBg="0"/>
      <p:bldP spid="579646" grpId="0" autoUpdateAnimBg="0"/>
      <p:bldP spid="579647" grpId="0" autoUpdateAnimBg="0"/>
      <p:bldP spid="579652" grpId="0" autoUpdateAnimBg="0"/>
      <p:bldP spid="579657" grpId="0" autoUpdateAnimBg="0"/>
      <p:bldP spid="579658" grpId="0" animBg="1"/>
      <p:bldP spid="579659" grpId="0" autoUpdateAnimBg="0"/>
      <p:bldP spid="579660" grpId="0" autoUpdateAnimBg="0"/>
      <p:bldP spid="579661" grpId="0" autoUpdateAnimBg="0"/>
      <p:bldP spid="579662" grpId="0" animBg="1"/>
      <p:bldP spid="579663" grpId="0" autoUpdateAnimBg="0"/>
      <p:bldP spid="579664" grpId="0" autoUpdateAnimBg="0"/>
      <p:bldP spid="579669" grpId="0" autoUpdateAnimBg="0"/>
      <p:bldP spid="579674" grpId="0" animBg="1"/>
      <p:bldP spid="57967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5AE4BCB-26CA-457A-9E94-B76700A7F233}" type="slidenum">
              <a:rPr lang="zh-CN" altLang="en-US" b="0" i="0" smtClean="0"/>
              <a:pPr/>
              <a:t>18</a:t>
            </a:fld>
            <a:endParaRPr lang="en-US" altLang="zh-CN" b="0" i="0" smtClean="0"/>
          </a:p>
        </p:txBody>
      </p:sp>
      <p:sp>
        <p:nvSpPr>
          <p:cNvPr id="3686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B7BFD2E-8851-41A6-B184-18C9FC8A1B35}" type="datetime1">
              <a:rPr lang="zh-CN" altLang="en-US" sz="1800" i="0" smtClean="0"/>
              <a:pPr/>
              <a:t>2024/10/20</a:t>
            </a:fld>
            <a:endParaRPr lang="en-US" altLang="zh-CN" sz="1800" i="0" smtClean="0"/>
          </a:p>
        </p:txBody>
      </p:sp>
      <p:sp>
        <p:nvSpPr>
          <p:cNvPr id="580610" name="Rectangle 2"/>
          <p:cNvSpPr>
            <a:spLocks noChangeArrowheads="1"/>
          </p:cNvSpPr>
          <p:nvPr/>
        </p:nvSpPr>
        <p:spPr bwMode="auto">
          <a:xfrm>
            <a:off x="74613" y="1322388"/>
            <a:ext cx="1817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580611" name="Rectangle 3"/>
          <p:cNvSpPr>
            <a:spLocks noChangeArrowheads="1"/>
          </p:cNvSpPr>
          <p:nvPr/>
        </p:nvSpPr>
        <p:spPr bwMode="auto">
          <a:xfrm>
            <a:off x="2084388" y="1079500"/>
            <a:ext cx="2478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580612" name="Line 4"/>
          <p:cNvSpPr>
            <a:spLocks noChangeShapeType="1"/>
          </p:cNvSpPr>
          <p:nvPr/>
        </p:nvSpPr>
        <p:spPr bwMode="auto">
          <a:xfrm>
            <a:off x="1981200" y="1612900"/>
            <a:ext cx="2559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0613" name="Rectangle 5"/>
          <p:cNvSpPr>
            <a:spLocks noChangeArrowheads="1"/>
          </p:cNvSpPr>
          <p:nvPr/>
        </p:nvSpPr>
        <p:spPr bwMode="auto">
          <a:xfrm>
            <a:off x="2687638" y="1550988"/>
            <a:ext cx="1108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1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grpSp>
        <p:nvGrpSpPr>
          <p:cNvPr id="2" name="Group 6"/>
          <p:cNvGrpSpPr>
            <a:grpSpLocks/>
          </p:cNvGrpSpPr>
          <p:nvPr/>
        </p:nvGrpSpPr>
        <p:grpSpPr bwMode="auto">
          <a:xfrm>
            <a:off x="5945188" y="1079500"/>
            <a:ext cx="1733550" cy="990600"/>
            <a:chOff x="3485" y="3120"/>
            <a:chExt cx="1008" cy="624"/>
          </a:xfrm>
        </p:grpSpPr>
        <p:sp>
          <p:nvSpPr>
            <p:cNvPr id="36948" name="Rectangle 7"/>
            <p:cNvSpPr>
              <a:spLocks noChangeArrowheads="1"/>
            </p:cNvSpPr>
            <p:nvPr/>
          </p:nvSpPr>
          <p:spPr bwMode="auto">
            <a:xfrm>
              <a:off x="3523" y="3120"/>
              <a:ext cx="93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36949" name="Line 8"/>
            <p:cNvSpPr>
              <a:spLocks noChangeShapeType="1"/>
            </p:cNvSpPr>
            <p:nvPr/>
          </p:nvSpPr>
          <p:spPr bwMode="auto">
            <a:xfrm>
              <a:off x="3485" y="3456"/>
              <a:ext cx="10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50" name="Rectangle 9"/>
            <p:cNvSpPr>
              <a:spLocks noChangeArrowheads="1"/>
            </p:cNvSpPr>
            <p:nvPr/>
          </p:nvSpPr>
          <p:spPr bwMode="auto">
            <a:xfrm>
              <a:off x="3635" y="3417"/>
              <a:ext cx="6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1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2</a:t>
              </a:r>
              <a:endParaRPr lang="zh-CN" altLang="en-US" sz="2800" i="0" baseline="-25000">
                <a:latin typeface="Times New Roman" pitchFamily="18" charset="0"/>
              </a:endParaRPr>
            </a:p>
          </p:txBody>
        </p:sp>
      </p:grpSp>
      <p:sp>
        <p:nvSpPr>
          <p:cNvPr id="580618" name="Rectangle 10"/>
          <p:cNvSpPr>
            <a:spLocks noChangeArrowheads="1"/>
          </p:cNvSpPr>
          <p:nvPr/>
        </p:nvSpPr>
        <p:spPr bwMode="auto">
          <a:xfrm>
            <a:off x="4473575" y="13223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nvGrpSpPr>
          <p:cNvPr id="3" name="Group 11"/>
          <p:cNvGrpSpPr>
            <a:grpSpLocks/>
          </p:cNvGrpSpPr>
          <p:nvPr/>
        </p:nvGrpSpPr>
        <p:grpSpPr bwMode="auto">
          <a:xfrm>
            <a:off x="4789488" y="1079500"/>
            <a:ext cx="996950" cy="976313"/>
            <a:chOff x="2785" y="1392"/>
            <a:chExt cx="580" cy="615"/>
          </a:xfrm>
        </p:grpSpPr>
        <p:sp>
          <p:nvSpPr>
            <p:cNvPr id="36945" name="Rectangle 12"/>
            <p:cNvSpPr>
              <a:spLocks noChangeArrowheads="1"/>
            </p:cNvSpPr>
            <p:nvPr/>
          </p:nvSpPr>
          <p:spPr bwMode="auto">
            <a:xfrm>
              <a:off x="2807" y="1680"/>
              <a:ext cx="5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36946" name="Line 13"/>
            <p:cNvSpPr>
              <a:spLocks noChangeShapeType="1"/>
            </p:cNvSpPr>
            <p:nvPr/>
          </p:nvSpPr>
          <p:spPr bwMode="auto">
            <a:xfrm>
              <a:off x="2785" y="172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47" name="Rectangle 14"/>
            <p:cNvSpPr>
              <a:spLocks noChangeArrowheads="1"/>
            </p:cNvSpPr>
            <p:nvPr/>
          </p:nvSpPr>
          <p:spPr bwMode="auto">
            <a:xfrm>
              <a:off x="2933" y="1392"/>
              <a:ext cx="2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baseline="-25000">
                <a:latin typeface="Times New Roman" pitchFamily="18" charset="0"/>
              </a:endParaRPr>
            </a:p>
          </p:txBody>
        </p:sp>
      </p:grpSp>
      <p:grpSp>
        <p:nvGrpSpPr>
          <p:cNvPr id="4" name="Group 15"/>
          <p:cNvGrpSpPr>
            <a:grpSpLocks/>
          </p:cNvGrpSpPr>
          <p:nvPr/>
        </p:nvGrpSpPr>
        <p:grpSpPr bwMode="auto">
          <a:xfrm>
            <a:off x="8027988" y="1079500"/>
            <a:ext cx="1733550" cy="990600"/>
            <a:chOff x="3485" y="3120"/>
            <a:chExt cx="1008" cy="624"/>
          </a:xfrm>
        </p:grpSpPr>
        <p:sp>
          <p:nvSpPr>
            <p:cNvPr id="36942" name="Rectangle 16"/>
            <p:cNvSpPr>
              <a:spLocks noChangeArrowheads="1"/>
            </p:cNvSpPr>
            <p:nvPr/>
          </p:nvSpPr>
          <p:spPr bwMode="auto">
            <a:xfrm>
              <a:off x="3497" y="3120"/>
              <a:ext cx="9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6943" name="Line 17"/>
            <p:cNvSpPr>
              <a:spLocks noChangeShapeType="1"/>
            </p:cNvSpPr>
            <p:nvPr/>
          </p:nvSpPr>
          <p:spPr bwMode="auto">
            <a:xfrm>
              <a:off x="3485" y="3456"/>
              <a:ext cx="10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44" name="Rectangle 18"/>
            <p:cNvSpPr>
              <a:spLocks noChangeArrowheads="1"/>
            </p:cNvSpPr>
            <p:nvPr/>
          </p:nvSpPr>
          <p:spPr bwMode="auto">
            <a:xfrm>
              <a:off x="3636" y="3417"/>
              <a:ext cx="6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2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grpSp>
      <p:sp>
        <p:nvSpPr>
          <p:cNvPr id="580627" name="Rectangle 19"/>
          <p:cNvSpPr>
            <a:spLocks noChangeArrowheads="1"/>
          </p:cNvSpPr>
          <p:nvPr/>
        </p:nvSpPr>
        <p:spPr bwMode="auto">
          <a:xfrm>
            <a:off x="5626100" y="1231900"/>
            <a:ext cx="319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endParaRPr lang="zh-CN" altLang="en-US" sz="3200" i="0">
              <a:latin typeface="Times New Roman" pitchFamily="18" charset="0"/>
            </a:endParaRPr>
          </a:p>
        </p:txBody>
      </p:sp>
      <p:sp>
        <p:nvSpPr>
          <p:cNvPr id="580628" name="Rectangle 20"/>
          <p:cNvSpPr>
            <a:spLocks noChangeArrowheads="1"/>
          </p:cNvSpPr>
          <p:nvPr/>
        </p:nvSpPr>
        <p:spPr bwMode="auto">
          <a:xfrm>
            <a:off x="7681913" y="1260475"/>
            <a:ext cx="3190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rPr>
              <a:t>-</a:t>
            </a:r>
          </a:p>
        </p:txBody>
      </p:sp>
      <p:sp>
        <p:nvSpPr>
          <p:cNvPr id="580629" name="Rectangle 21"/>
          <p:cNvSpPr>
            <a:spLocks noChangeArrowheads="1"/>
          </p:cNvSpPr>
          <p:nvPr/>
        </p:nvSpPr>
        <p:spPr bwMode="auto">
          <a:xfrm>
            <a:off x="9655175" y="1219200"/>
            <a:ext cx="319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endParaRPr lang="zh-CN" altLang="en-US" sz="3200" i="0">
              <a:latin typeface="Times New Roman" pitchFamily="18" charset="0"/>
            </a:endParaRPr>
          </a:p>
        </p:txBody>
      </p:sp>
      <p:sp>
        <p:nvSpPr>
          <p:cNvPr id="580630" name="Rectangle 22"/>
          <p:cNvSpPr>
            <a:spLocks noChangeArrowheads="1"/>
          </p:cNvSpPr>
          <p:nvPr/>
        </p:nvSpPr>
        <p:spPr bwMode="auto">
          <a:xfrm>
            <a:off x="-66675" y="22987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sp>
        <p:nvSpPr>
          <p:cNvPr id="580631" name="Rectangle 23"/>
          <p:cNvSpPr>
            <a:spLocks noChangeArrowheads="1"/>
          </p:cNvSpPr>
          <p:nvPr/>
        </p:nvSpPr>
        <p:spPr bwMode="auto">
          <a:xfrm>
            <a:off x="257175" y="2527300"/>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580632" name="Line 24"/>
          <p:cNvSpPr>
            <a:spLocks noChangeShapeType="1"/>
          </p:cNvSpPr>
          <p:nvPr/>
        </p:nvSpPr>
        <p:spPr bwMode="auto">
          <a:xfrm>
            <a:off x="247650" y="2603500"/>
            <a:ext cx="2228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0633" name="Rectangle 25"/>
          <p:cNvSpPr>
            <a:spLocks noChangeArrowheads="1"/>
          </p:cNvSpPr>
          <p:nvPr/>
        </p:nvSpPr>
        <p:spPr bwMode="auto">
          <a:xfrm>
            <a:off x="1108075" y="2070100"/>
            <a:ext cx="839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580634" name="Rectangle 26"/>
          <p:cNvSpPr>
            <a:spLocks noChangeArrowheads="1"/>
          </p:cNvSpPr>
          <p:nvPr/>
        </p:nvSpPr>
        <p:spPr bwMode="auto">
          <a:xfrm>
            <a:off x="2393950" y="2222500"/>
            <a:ext cx="346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200" i="0">
                <a:latin typeface="Times New Roman" pitchFamily="18" charset="0"/>
              </a:rPr>
              <a:t>-</a:t>
            </a:r>
          </a:p>
        </p:txBody>
      </p:sp>
      <p:grpSp>
        <p:nvGrpSpPr>
          <p:cNvPr id="5" name="Group 27"/>
          <p:cNvGrpSpPr>
            <a:grpSpLocks/>
          </p:cNvGrpSpPr>
          <p:nvPr/>
        </p:nvGrpSpPr>
        <p:grpSpPr bwMode="auto">
          <a:xfrm>
            <a:off x="2724150" y="2070100"/>
            <a:ext cx="2228850" cy="976313"/>
            <a:chOff x="1872" y="2016"/>
            <a:chExt cx="1296" cy="615"/>
          </a:xfrm>
        </p:grpSpPr>
        <p:sp>
          <p:nvSpPr>
            <p:cNvPr id="36939" name="Rectangle 28"/>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36940" name="Line 29"/>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41" name="Rectangle 30"/>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grpSp>
      <p:sp>
        <p:nvSpPr>
          <p:cNvPr id="580639" name="Rectangle 31"/>
          <p:cNvSpPr>
            <a:spLocks noChangeArrowheads="1"/>
          </p:cNvSpPr>
          <p:nvPr/>
        </p:nvSpPr>
        <p:spPr bwMode="auto">
          <a:xfrm>
            <a:off x="4854575" y="2222500"/>
            <a:ext cx="346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200" i="0">
                <a:latin typeface="Times New Roman" pitchFamily="18" charset="0"/>
              </a:rPr>
              <a:t>-</a:t>
            </a:r>
          </a:p>
        </p:txBody>
      </p:sp>
      <p:grpSp>
        <p:nvGrpSpPr>
          <p:cNvPr id="6" name="Group 32"/>
          <p:cNvGrpSpPr>
            <a:grpSpLocks/>
          </p:cNvGrpSpPr>
          <p:nvPr/>
        </p:nvGrpSpPr>
        <p:grpSpPr bwMode="auto">
          <a:xfrm>
            <a:off x="5200650" y="2070100"/>
            <a:ext cx="2228850" cy="976313"/>
            <a:chOff x="1872" y="2016"/>
            <a:chExt cx="1296" cy="615"/>
          </a:xfrm>
        </p:grpSpPr>
        <p:sp>
          <p:nvSpPr>
            <p:cNvPr id="36936" name="Rectangle 33"/>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6937" name="Line 34"/>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38" name="Rectangle 35"/>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grpSp>
      <p:sp>
        <p:nvSpPr>
          <p:cNvPr id="580644" name="Rectangle 36"/>
          <p:cNvSpPr>
            <a:spLocks noChangeArrowheads="1"/>
          </p:cNvSpPr>
          <p:nvPr/>
        </p:nvSpPr>
        <p:spPr bwMode="auto">
          <a:xfrm>
            <a:off x="7346950" y="2312988"/>
            <a:ext cx="41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grpSp>
        <p:nvGrpSpPr>
          <p:cNvPr id="7" name="Group 37"/>
          <p:cNvGrpSpPr>
            <a:grpSpLocks/>
          </p:cNvGrpSpPr>
          <p:nvPr/>
        </p:nvGrpSpPr>
        <p:grpSpPr bwMode="auto">
          <a:xfrm>
            <a:off x="7677150" y="2147888"/>
            <a:ext cx="2228850" cy="976312"/>
            <a:chOff x="1872" y="2016"/>
            <a:chExt cx="1296" cy="615"/>
          </a:xfrm>
        </p:grpSpPr>
        <p:sp>
          <p:nvSpPr>
            <p:cNvPr id="36933" name="Rectangle 38"/>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6934" name="Line 39"/>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35" name="Rectangle 40"/>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grpSp>
      <p:sp>
        <p:nvSpPr>
          <p:cNvPr id="580649" name="Rectangle 41"/>
          <p:cNvSpPr>
            <a:spLocks noChangeArrowheads="1"/>
          </p:cNvSpPr>
          <p:nvPr/>
        </p:nvSpPr>
        <p:spPr bwMode="auto">
          <a:xfrm>
            <a:off x="2641600" y="2070100"/>
            <a:ext cx="4870450" cy="1066800"/>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8" name="Group 42"/>
          <p:cNvGrpSpPr>
            <a:grpSpLocks/>
          </p:cNvGrpSpPr>
          <p:nvPr/>
        </p:nvGrpSpPr>
        <p:grpSpPr bwMode="auto">
          <a:xfrm>
            <a:off x="5010150" y="3213100"/>
            <a:ext cx="165100" cy="381000"/>
            <a:chOff x="864" y="2160"/>
            <a:chExt cx="96" cy="240"/>
          </a:xfrm>
        </p:grpSpPr>
        <p:sp>
          <p:nvSpPr>
            <p:cNvPr id="36931" name="Line 43"/>
            <p:cNvSpPr>
              <a:spLocks noChangeShapeType="1"/>
            </p:cNvSpPr>
            <p:nvPr/>
          </p:nvSpPr>
          <p:spPr bwMode="auto">
            <a:xfrm>
              <a:off x="864" y="2160"/>
              <a:ext cx="0"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32" name="Line 44"/>
            <p:cNvSpPr>
              <a:spLocks noChangeShapeType="1"/>
            </p:cNvSpPr>
            <p:nvPr/>
          </p:nvSpPr>
          <p:spPr bwMode="auto">
            <a:xfrm>
              <a:off x="960" y="2160"/>
              <a:ext cx="0"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 name="Group 45"/>
          <p:cNvGrpSpPr>
            <a:grpSpLocks/>
          </p:cNvGrpSpPr>
          <p:nvPr/>
        </p:nvGrpSpPr>
        <p:grpSpPr bwMode="auto">
          <a:xfrm>
            <a:off x="1406525" y="3379788"/>
            <a:ext cx="1239838" cy="976312"/>
            <a:chOff x="336" y="2832"/>
            <a:chExt cx="720" cy="615"/>
          </a:xfrm>
        </p:grpSpPr>
        <p:sp>
          <p:nvSpPr>
            <p:cNvPr id="36928" name="Rectangle 46"/>
            <p:cNvSpPr>
              <a:spLocks noChangeArrowheads="1"/>
            </p:cNvSpPr>
            <p:nvPr/>
          </p:nvSpPr>
          <p:spPr bwMode="auto">
            <a:xfrm>
              <a:off x="348" y="3120"/>
              <a:ext cx="6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6929" name="Line 47"/>
            <p:cNvSpPr>
              <a:spLocks noChangeShapeType="1"/>
            </p:cNvSpPr>
            <p:nvPr/>
          </p:nvSpPr>
          <p:spPr bwMode="auto">
            <a:xfrm>
              <a:off x="336" y="3168"/>
              <a:ext cx="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30" name="Rectangle 48"/>
            <p:cNvSpPr>
              <a:spLocks noChangeArrowheads="1"/>
            </p:cNvSpPr>
            <p:nvPr/>
          </p:nvSpPr>
          <p:spPr bwMode="auto">
            <a:xfrm>
              <a:off x="548" y="2832"/>
              <a:ext cx="4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grpSp>
      <p:grpSp>
        <p:nvGrpSpPr>
          <p:cNvPr id="10" name="Group 49"/>
          <p:cNvGrpSpPr>
            <a:grpSpLocks/>
          </p:cNvGrpSpPr>
          <p:nvPr/>
        </p:nvGrpSpPr>
        <p:grpSpPr bwMode="auto">
          <a:xfrm>
            <a:off x="2865438" y="3365500"/>
            <a:ext cx="996950" cy="976313"/>
            <a:chOff x="2785" y="1392"/>
            <a:chExt cx="580" cy="615"/>
          </a:xfrm>
        </p:grpSpPr>
        <p:sp>
          <p:nvSpPr>
            <p:cNvPr id="36925" name="Rectangle 50"/>
            <p:cNvSpPr>
              <a:spLocks noChangeArrowheads="1"/>
            </p:cNvSpPr>
            <p:nvPr/>
          </p:nvSpPr>
          <p:spPr bwMode="auto">
            <a:xfrm>
              <a:off x="2807" y="1680"/>
              <a:ext cx="5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endParaRPr lang="zh-CN" altLang="en-US" sz="2800" i="0" baseline="-25000">
                <a:latin typeface="Times New Roman" pitchFamily="18" charset="0"/>
              </a:endParaRPr>
            </a:p>
          </p:txBody>
        </p:sp>
        <p:sp>
          <p:nvSpPr>
            <p:cNvPr id="36926" name="Line 51"/>
            <p:cNvSpPr>
              <a:spLocks noChangeShapeType="1"/>
            </p:cNvSpPr>
            <p:nvPr/>
          </p:nvSpPr>
          <p:spPr bwMode="auto">
            <a:xfrm>
              <a:off x="2785" y="172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27" name="Rectangle 52"/>
            <p:cNvSpPr>
              <a:spLocks noChangeArrowheads="1"/>
            </p:cNvSpPr>
            <p:nvPr/>
          </p:nvSpPr>
          <p:spPr bwMode="auto">
            <a:xfrm>
              <a:off x="2933" y="1392"/>
              <a:ext cx="2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baseline="-25000">
                <a:latin typeface="Times New Roman" pitchFamily="18" charset="0"/>
              </a:endParaRPr>
            </a:p>
          </p:txBody>
        </p:sp>
      </p:grpSp>
      <p:sp>
        <p:nvSpPr>
          <p:cNvPr id="580661" name="Rectangle 53"/>
          <p:cNvSpPr>
            <a:spLocks noChangeArrowheads="1"/>
          </p:cNvSpPr>
          <p:nvPr/>
        </p:nvSpPr>
        <p:spPr bwMode="auto">
          <a:xfrm rot="10800000" flipV="1">
            <a:off x="2600325" y="3594100"/>
            <a:ext cx="346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200" i="0">
                <a:latin typeface="Times New Roman" pitchFamily="18" charset="0"/>
              </a:rPr>
              <a:t>(</a:t>
            </a:r>
          </a:p>
        </p:txBody>
      </p:sp>
      <p:sp>
        <p:nvSpPr>
          <p:cNvPr id="580662" name="Rectangle 54"/>
          <p:cNvSpPr>
            <a:spLocks noChangeArrowheads="1"/>
          </p:cNvSpPr>
          <p:nvPr/>
        </p:nvSpPr>
        <p:spPr bwMode="auto">
          <a:xfrm rot="10800000" flipV="1">
            <a:off x="5092700" y="3548063"/>
            <a:ext cx="346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200" i="0">
                <a:latin typeface="Times New Roman" pitchFamily="18" charset="0"/>
              </a:rPr>
              <a:t>)</a:t>
            </a:r>
          </a:p>
        </p:txBody>
      </p:sp>
      <p:sp>
        <p:nvSpPr>
          <p:cNvPr id="580663" name="Rectangle 55"/>
          <p:cNvSpPr>
            <a:spLocks noChangeArrowheads="1"/>
          </p:cNvSpPr>
          <p:nvPr/>
        </p:nvSpPr>
        <p:spPr bwMode="auto">
          <a:xfrm>
            <a:off x="3854450" y="3608388"/>
            <a:ext cx="41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grpSp>
        <p:nvGrpSpPr>
          <p:cNvPr id="11" name="Group 56"/>
          <p:cNvGrpSpPr>
            <a:grpSpLocks/>
          </p:cNvGrpSpPr>
          <p:nvPr/>
        </p:nvGrpSpPr>
        <p:grpSpPr bwMode="auto">
          <a:xfrm>
            <a:off x="4186238" y="3365500"/>
            <a:ext cx="996950" cy="976313"/>
            <a:chOff x="2785" y="1392"/>
            <a:chExt cx="580" cy="615"/>
          </a:xfrm>
        </p:grpSpPr>
        <p:sp>
          <p:nvSpPr>
            <p:cNvPr id="36922" name="Rectangle 57"/>
            <p:cNvSpPr>
              <a:spLocks noChangeArrowheads="1"/>
            </p:cNvSpPr>
            <p:nvPr/>
          </p:nvSpPr>
          <p:spPr bwMode="auto">
            <a:xfrm>
              <a:off x="2807" y="1680"/>
              <a:ext cx="5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36923" name="Line 58"/>
            <p:cNvSpPr>
              <a:spLocks noChangeShapeType="1"/>
            </p:cNvSpPr>
            <p:nvPr/>
          </p:nvSpPr>
          <p:spPr bwMode="auto">
            <a:xfrm>
              <a:off x="2785" y="1728"/>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24" name="Rectangle 59"/>
            <p:cNvSpPr>
              <a:spLocks noChangeArrowheads="1"/>
            </p:cNvSpPr>
            <p:nvPr/>
          </p:nvSpPr>
          <p:spPr bwMode="auto">
            <a:xfrm>
              <a:off x="2933" y="1392"/>
              <a:ext cx="2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baseline="-25000">
                <a:latin typeface="Times New Roman" pitchFamily="18" charset="0"/>
              </a:endParaRPr>
            </a:p>
          </p:txBody>
        </p:sp>
      </p:grpSp>
      <p:sp>
        <p:nvSpPr>
          <p:cNvPr id="580668" name="Rectangle 60"/>
          <p:cNvSpPr>
            <a:spLocks noChangeArrowheads="1"/>
          </p:cNvSpPr>
          <p:nvPr/>
        </p:nvSpPr>
        <p:spPr bwMode="auto">
          <a:xfrm>
            <a:off x="5349875" y="36083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nvGrpSpPr>
          <p:cNvPr id="12" name="Group 61"/>
          <p:cNvGrpSpPr>
            <a:grpSpLocks/>
          </p:cNvGrpSpPr>
          <p:nvPr/>
        </p:nvGrpSpPr>
        <p:grpSpPr bwMode="auto">
          <a:xfrm>
            <a:off x="5699125" y="3365500"/>
            <a:ext cx="1239838" cy="976313"/>
            <a:chOff x="336" y="2832"/>
            <a:chExt cx="720" cy="615"/>
          </a:xfrm>
        </p:grpSpPr>
        <p:sp>
          <p:nvSpPr>
            <p:cNvPr id="36919" name="Rectangle 62"/>
            <p:cNvSpPr>
              <a:spLocks noChangeArrowheads="1"/>
            </p:cNvSpPr>
            <p:nvPr/>
          </p:nvSpPr>
          <p:spPr bwMode="auto">
            <a:xfrm>
              <a:off x="348" y="3120"/>
              <a:ext cx="6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6920" name="Line 63"/>
            <p:cNvSpPr>
              <a:spLocks noChangeShapeType="1"/>
            </p:cNvSpPr>
            <p:nvPr/>
          </p:nvSpPr>
          <p:spPr bwMode="auto">
            <a:xfrm>
              <a:off x="336" y="3168"/>
              <a:ext cx="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21" name="Rectangle 64"/>
            <p:cNvSpPr>
              <a:spLocks noChangeArrowheads="1"/>
            </p:cNvSpPr>
            <p:nvPr/>
          </p:nvSpPr>
          <p:spPr bwMode="auto">
            <a:xfrm>
              <a:off x="548" y="2832"/>
              <a:ext cx="4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grpSp>
      <p:sp>
        <p:nvSpPr>
          <p:cNvPr id="580673" name="Rectangle 65"/>
          <p:cNvSpPr>
            <a:spLocks noChangeArrowheads="1"/>
          </p:cNvSpPr>
          <p:nvPr/>
        </p:nvSpPr>
        <p:spPr bwMode="auto">
          <a:xfrm>
            <a:off x="7000875" y="3822700"/>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580674" name="Line 66"/>
          <p:cNvSpPr>
            <a:spLocks noChangeShapeType="1"/>
          </p:cNvSpPr>
          <p:nvPr/>
        </p:nvSpPr>
        <p:spPr bwMode="auto">
          <a:xfrm>
            <a:off x="7073900" y="3898900"/>
            <a:ext cx="2146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0675" name="Rectangle 67"/>
          <p:cNvSpPr>
            <a:spLocks noChangeArrowheads="1"/>
          </p:cNvSpPr>
          <p:nvPr/>
        </p:nvSpPr>
        <p:spPr bwMode="auto">
          <a:xfrm>
            <a:off x="7078663" y="3365500"/>
            <a:ext cx="2085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 </a:t>
            </a:r>
            <a:r>
              <a:rPr lang="zh-CN" altLang="en-US"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endParaRPr lang="zh-CN" altLang="en-US" sz="2800" i="0" baseline="-25000">
              <a:latin typeface="Times New Roman" pitchFamily="18" charset="0"/>
            </a:endParaRPr>
          </a:p>
        </p:txBody>
      </p:sp>
      <p:sp>
        <p:nvSpPr>
          <p:cNvPr id="580676" name="Rectangle 68"/>
          <p:cNvSpPr>
            <a:spLocks noChangeArrowheads="1"/>
          </p:cNvSpPr>
          <p:nvPr/>
        </p:nvSpPr>
        <p:spPr bwMode="auto">
          <a:xfrm>
            <a:off x="15875" y="45720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sp>
        <p:nvSpPr>
          <p:cNvPr id="580677" name="Rectangle 69"/>
          <p:cNvSpPr>
            <a:spLocks noChangeArrowheads="1"/>
          </p:cNvSpPr>
          <p:nvPr/>
        </p:nvSpPr>
        <p:spPr bwMode="auto">
          <a:xfrm>
            <a:off x="504825" y="4800600"/>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580678" name="Line 70"/>
          <p:cNvSpPr>
            <a:spLocks noChangeShapeType="1"/>
          </p:cNvSpPr>
          <p:nvPr/>
        </p:nvSpPr>
        <p:spPr bwMode="auto">
          <a:xfrm>
            <a:off x="495300" y="4876800"/>
            <a:ext cx="2228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0679" name="Rectangle 71"/>
          <p:cNvSpPr>
            <a:spLocks noChangeArrowheads="1"/>
          </p:cNvSpPr>
          <p:nvPr/>
        </p:nvSpPr>
        <p:spPr bwMode="auto">
          <a:xfrm>
            <a:off x="1355725" y="4343400"/>
            <a:ext cx="839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580680" name="Rectangle 72"/>
          <p:cNvSpPr>
            <a:spLocks noChangeArrowheads="1"/>
          </p:cNvSpPr>
          <p:nvPr/>
        </p:nvSpPr>
        <p:spPr bwMode="auto">
          <a:xfrm>
            <a:off x="2641600" y="4495800"/>
            <a:ext cx="495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grpSp>
        <p:nvGrpSpPr>
          <p:cNvPr id="13" name="Group 73"/>
          <p:cNvGrpSpPr>
            <a:grpSpLocks/>
          </p:cNvGrpSpPr>
          <p:nvPr/>
        </p:nvGrpSpPr>
        <p:grpSpPr bwMode="auto">
          <a:xfrm>
            <a:off x="2971800" y="4343400"/>
            <a:ext cx="2228850" cy="976313"/>
            <a:chOff x="1872" y="2016"/>
            <a:chExt cx="1296" cy="615"/>
          </a:xfrm>
        </p:grpSpPr>
        <p:sp>
          <p:nvSpPr>
            <p:cNvPr id="36916" name="Rectangle 74"/>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6917" name="Line 75"/>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18" name="Rectangle 76"/>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grpSp>
      <p:sp>
        <p:nvSpPr>
          <p:cNvPr id="580685" name="Rectangle 77"/>
          <p:cNvSpPr>
            <a:spLocks noChangeArrowheads="1"/>
          </p:cNvSpPr>
          <p:nvPr/>
        </p:nvSpPr>
        <p:spPr bwMode="auto">
          <a:xfrm>
            <a:off x="5200650" y="4586288"/>
            <a:ext cx="41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grpSp>
        <p:nvGrpSpPr>
          <p:cNvPr id="14" name="Group 78"/>
          <p:cNvGrpSpPr>
            <a:grpSpLocks/>
          </p:cNvGrpSpPr>
          <p:nvPr/>
        </p:nvGrpSpPr>
        <p:grpSpPr bwMode="auto">
          <a:xfrm>
            <a:off x="5530850" y="4357688"/>
            <a:ext cx="2228850" cy="976312"/>
            <a:chOff x="1872" y="2016"/>
            <a:chExt cx="1296" cy="615"/>
          </a:xfrm>
        </p:grpSpPr>
        <p:sp>
          <p:nvSpPr>
            <p:cNvPr id="36913" name="Rectangle 79"/>
            <p:cNvSpPr>
              <a:spLocks noChangeArrowheads="1"/>
            </p:cNvSpPr>
            <p:nvPr/>
          </p:nvSpPr>
          <p:spPr bwMode="auto">
            <a:xfrm>
              <a:off x="1878" y="2304"/>
              <a:ext cx="1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36914" name="Line 80"/>
            <p:cNvSpPr>
              <a:spLocks noChangeShapeType="1"/>
            </p:cNvSpPr>
            <p:nvPr/>
          </p:nvSpPr>
          <p:spPr bwMode="auto">
            <a:xfrm>
              <a:off x="1872" y="2352"/>
              <a:ext cx="12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15" name="Rectangle 81"/>
            <p:cNvSpPr>
              <a:spLocks noChangeArrowheads="1"/>
            </p:cNvSpPr>
            <p:nvPr/>
          </p:nvSpPr>
          <p:spPr bwMode="auto">
            <a:xfrm>
              <a:off x="2372" y="2016"/>
              <a:ext cx="4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grpSp>
      <p:sp>
        <p:nvSpPr>
          <p:cNvPr id="580690" name="Line 82"/>
          <p:cNvSpPr>
            <a:spLocks noChangeShapeType="1"/>
          </p:cNvSpPr>
          <p:nvPr/>
        </p:nvSpPr>
        <p:spPr bwMode="auto">
          <a:xfrm>
            <a:off x="5753100" y="3975100"/>
            <a:ext cx="1073150" cy="3048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0691" name="Line 83"/>
          <p:cNvSpPr>
            <a:spLocks noChangeShapeType="1"/>
          </p:cNvSpPr>
          <p:nvPr/>
        </p:nvSpPr>
        <p:spPr bwMode="auto">
          <a:xfrm>
            <a:off x="6991350" y="3441700"/>
            <a:ext cx="2228850" cy="3810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0692" name="Rectangle 84"/>
          <p:cNvSpPr>
            <a:spLocks noGrp="1" noChangeArrowheads="1"/>
          </p:cNvSpPr>
          <p:nvPr>
            <p:ph type="title"/>
          </p:nvPr>
        </p:nvSpPr>
        <p:spPr/>
        <p:txBody>
          <a:bodyPr/>
          <a:lstStyle/>
          <a:p>
            <a:pPr>
              <a:defRPr/>
            </a:pPr>
            <a:r>
              <a:rPr lang="zh-CN" altLang="en-US" smtClean="0"/>
              <a:t>§1.1  差  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0610"/>
                                        </p:tgtEl>
                                        <p:attrNameLst>
                                          <p:attrName>style.visibility</p:attrName>
                                        </p:attrNameLst>
                                      </p:cBhvr>
                                      <p:to>
                                        <p:strVal val="visible"/>
                                      </p:to>
                                    </p:set>
                                    <p:animEffect transition="in" filter="dissolve">
                                      <p:cBhvr>
                                        <p:cTn id="7" dur="500"/>
                                        <p:tgtEl>
                                          <p:spTgt spid="580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0611"/>
                                        </p:tgtEl>
                                        <p:attrNameLst>
                                          <p:attrName>style.visibility</p:attrName>
                                        </p:attrNameLst>
                                      </p:cBhvr>
                                      <p:to>
                                        <p:strVal val="visible"/>
                                      </p:to>
                                    </p:set>
                                    <p:animEffect transition="in" filter="dissolve">
                                      <p:cBhvr>
                                        <p:cTn id="12" dur="500"/>
                                        <p:tgtEl>
                                          <p:spTgt spid="580611"/>
                                        </p:tgtEl>
                                      </p:cBhvr>
                                    </p:animEffect>
                                  </p:childTnLst>
                                </p:cTn>
                              </p:par>
                            </p:childTnLst>
                          </p:cTn>
                        </p:par>
                        <p:par>
                          <p:cTn id="13" fill="hold" nodeType="afterGroup">
                            <p:stCondLst>
                              <p:cond delay="500"/>
                            </p:stCondLst>
                            <p:childTnLst>
                              <p:par>
                                <p:cTn id="14" presetID="9" presetClass="entr" presetSubtype="0" fill="hold" grpId="0" nodeType="afterEffect">
                                  <p:stCondLst>
                                    <p:cond delay="1000"/>
                                  </p:stCondLst>
                                  <p:childTnLst>
                                    <p:set>
                                      <p:cBhvr>
                                        <p:cTn id="15" dur="1" fill="hold">
                                          <p:stCondLst>
                                            <p:cond delay="0"/>
                                          </p:stCondLst>
                                        </p:cTn>
                                        <p:tgtEl>
                                          <p:spTgt spid="580612"/>
                                        </p:tgtEl>
                                        <p:attrNameLst>
                                          <p:attrName>style.visibility</p:attrName>
                                        </p:attrNameLst>
                                      </p:cBhvr>
                                      <p:to>
                                        <p:strVal val="visible"/>
                                      </p:to>
                                    </p:set>
                                    <p:animEffect transition="in" filter="dissolve">
                                      <p:cBhvr>
                                        <p:cTn id="16" dur="500"/>
                                        <p:tgtEl>
                                          <p:spTgt spid="580612"/>
                                        </p:tgtEl>
                                      </p:cBhvr>
                                    </p:animEffect>
                                  </p:childTnLst>
                                </p:cTn>
                              </p:par>
                            </p:childTnLst>
                          </p:cTn>
                        </p:par>
                        <p:par>
                          <p:cTn id="17" fill="hold" nodeType="afterGroup">
                            <p:stCondLst>
                              <p:cond delay="2000"/>
                            </p:stCondLst>
                            <p:childTnLst>
                              <p:par>
                                <p:cTn id="18" presetID="9" presetClass="entr" presetSubtype="0" fill="hold" grpId="0" nodeType="afterEffect">
                                  <p:stCondLst>
                                    <p:cond delay="2000"/>
                                  </p:stCondLst>
                                  <p:childTnLst>
                                    <p:set>
                                      <p:cBhvr>
                                        <p:cTn id="19" dur="1" fill="hold">
                                          <p:stCondLst>
                                            <p:cond delay="0"/>
                                          </p:stCondLst>
                                        </p:cTn>
                                        <p:tgtEl>
                                          <p:spTgt spid="580613"/>
                                        </p:tgtEl>
                                        <p:attrNameLst>
                                          <p:attrName>style.visibility</p:attrName>
                                        </p:attrNameLst>
                                      </p:cBhvr>
                                      <p:to>
                                        <p:strVal val="visible"/>
                                      </p:to>
                                    </p:set>
                                    <p:animEffect transition="in" filter="dissolve">
                                      <p:cBhvr>
                                        <p:cTn id="20" dur="500"/>
                                        <p:tgtEl>
                                          <p:spTgt spid="5806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80618"/>
                                        </p:tgtEl>
                                        <p:attrNameLst>
                                          <p:attrName>style.visibility</p:attrName>
                                        </p:attrNameLst>
                                      </p:cBhvr>
                                      <p:to>
                                        <p:strVal val="visible"/>
                                      </p:to>
                                    </p:set>
                                    <p:animEffect transition="in" filter="dissolve">
                                      <p:cBhvr>
                                        <p:cTn id="25" dur="500"/>
                                        <p:tgtEl>
                                          <p:spTgt spid="58061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dissolve">
                                      <p:cBhvr>
                                        <p:cTn id="30" dur="500"/>
                                        <p:tgtEl>
                                          <p:spTgt spid="3"/>
                                        </p:tgtEl>
                                      </p:cBhvr>
                                    </p:animEffect>
                                  </p:childTnLst>
                                </p:cTn>
                              </p:par>
                            </p:childTnLst>
                          </p:cTn>
                        </p:par>
                        <p:par>
                          <p:cTn id="31" fill="hold" nodeType="afterGroup">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580627"/>
                                        </p:tgtEl>
                                        <p:attrNameLst>
                                          <p:attrName>style.visibility</p:attrName>
                                        </p:attrNameLst>
                                      </p:cBhvr>
                                      <p:to>
                                        <p:strVal val="visible"/>
                                      </p:to>
                                    </p:set>
                                    <p:animEffect transition="in" filter="dissolve">
                                      <p:cBhvr>
                                        <p:cTn id="34" dur="500"/>
                                        <p:tgtEl>
                                          <p:spTgt spid="580627"/>
                                        </p:tgtEl>
                                      </p:cBhvr>
                                    </p:animEffect>
                                  </p:childTnLst>
                                </p:cTn>
                              </p:par>
                            </p:childTnLst>
                          </p:cTn>
                        </p:par>
                        <p:par>
                          <p:cTn id="35" fill="hold" nodeType="afterGroup">
                            <p:stCondLst>
                              <p:cond delay="1000"/>
                            </p:stCondLst>
                            <p:childTnLst>
                              <p:par>
                                <p:cTn id="36" presetID="9" presetClass="entr" presetSubtype="0" fill="hold" grpId="0" nodeType="afterEffect">
                                  <p:stCondLst>
                                    <p:cond delay="0"/>
                                  </p:stCondLst>
                                  <p:childTnLst>
                                    <p:set>
                                      <p:cBhvr>
                                        <p:cTn id="37" dur="1" fill="hold">
                                          <p:stCondLst>
                                            <p:cond delay="0"/>
                                          </p:stCondLst>
                                        </p:cTn>
                                        <p:tgtEl>
                                          <p:spTgt spid="580628"/>
                                        </p:tgtEl>
                                        <p:attrNameLst>
                                          <p:attrName>style.visibility</p:attrName>
                                        </p:attrNameLst>
                                      </p:cBhvr>
                                      <p:to>
                                        <p:strVal val="visible"/>
                                      </p:to>
                                    </p:set>
                                    <p:animEffect transition="in" filter="dissolve">
                                      <p:cBhvr>
                                        <p:cTn id="38" dur="500"/>
                                        <p:tgtEl>
                                          <p:spTgt spid="580628"/>
                                        </p:tgtEl>
                                      </p:cBhvr>
                                    </p:animEffect>
                                  </p:childTnLst>
                                </p:cTn>
                              </p:par>
                            </p:childTnLst>
                          </p:cTn>
                        </p:par>
                        <p:par>
                          <p:cTn id="39" fill="hold" nodeType="afterGroup">
                            <p:stCondLst>
                              <p:cond delay="1500"/>
                            </p:stCondLst>
                            <p:childTnLst>
                              <p:par>
                                <p:cTn id="40" presetID="9" presetClass="entr" presetSubtype="0" fill="hold" grpId="0" nodeType="afterEffect">
                                  <p:stCondLst>
                                    <p:cond delay="0"/>
                                  </p:stCondLst>
                                  <p:childTnLst>
                                    <p:set>
                                      <p:cBhvr>
                                        <p:cTn id="41" dur="1" fill="hold">
                                          <p:stCondLst>
                                            <p:cond delay="0"/>
                                          </p:stCondLst>
                                        </p:cTn>
                                        <p:tgtEl>
                                          <p:spTgt spid="580629"/>
                                        </p:tgtEl>
                                        <p:attrNameLst>
                                          <p:attrName>style.visibility</p:attrName>
                                        </p:attrNameLst>
                                      </p:cBhvr>
                                      <p:to>
                                        <p:strVal val="visible"/>
                                      </p:to>
                                    </p:set>
                                    <p:animEffect transition="in" filter="dissolve">
                                      <p:cBhvr>
                                        <p:cTn id="42" dur="500"/>
                                        <p:tgtEl>
                                          <p:spTgt spid="58062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dissolve">
                                      <p:cBhvr>
                                        <p:cTn id="47" dur="500"/>
                                        <p:tgtEl>
                                          <p:spTgt spid="2"/>
                                        </p:tgtEl>
                                      </p:cBhvr>
                                    </p:animEffect>
                                  </p:childTnLst>
                                </p:cTn>
                              </p:par>
                            </p:childTnLst>
                          </p:cTn>
                        </p:par>
                        <p:par>
                          <p:cTn id="48" fill="hold" nodeType="afterGroup">
                            <p:stCondLst>
                              <p:cond delay="500"/>
                            </p:stCondLst>
                            <p:childTnLst>
                              <p:par>
                                <p:cTn id="49" presetID="9" presetClass="entr" presetSubtype="0" fill="hold" nodeType="afterEffect">
                                  <p:stCondLst>
                                    <p:cond delay="2000"/>
                                  </p:stCondLst>
                                  <p:childTnLst>
                                    <p:set>
                                      <p:cBhvr>
                                        <p:cTn id="50" dur="1" fill="hold">
                                          <p:stCondLst>
                                            <p:cond delay="0"/>
                                          </p:stCondLst>
                                        </p:cTn>
                                        <p:tgtEl>
                                          <p:spTgt spid="4"/>
                                        </p:tgtEl>
                                        <p:attrNameLst>
                                          <p:attrName>style.visibility</p:attrName>
                                        </p:attrNameLst>
                                      </p:cBhvr>
                                      <p:to>
                                        <p:strVal val="visible"/>
                                      </p:to>
                                    </p:set>
                                    <p:animEffect transition="in" filter="dissolve">
                                      <p:cBhvr>
                                        <p:cTn id="51" dur="500"/>
                                        <p:tgtEl>
                                          <p:spTgt spid="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580630"/>
                                        </p:tgtEl>
                                        <p:attrNameLst>
                                          <p:attrName>style.visibility</p:attrName>
                                        </p:attrNameLst>
                                      </p:cBhvr>
                                      <p:to>
                                        <p:strVal val="visible"/>
                                      </p:to>
                                    </p:set>
                                    <p:animEffect transition="in" filter="dissolve">
                                      <p:cBhvr>
                                        <p:cTn id="56" dur="500"/>
                                        <p:tgtEl>
                                          <p:spTgt spid="580630"/>
                                        </p:tgtEl>
                                      </p:cBhvr>
                                    </p:animEffect>
                                  </p:childTnLst>
                                </p:cTn>
                              </p:par>
                            </p:childTnLst>
                          </p:cTn>
                        </p:par>
                        <p:par>
                          <p:cTn id="57" fill="hold" nodeType="afterGroup">
                            <p:stCondLst>
                              <p:cond delay="500"/>
                            </p:stCondLst>
                            <p:childTnLst>
                              <p:par>
                                <p:cTn id="58" presetID="9" presetClass="entr" presetSubtype="0" fill="hold" grpId="0" nodeType="afterEffect">
                                  <p:stCondLst>
                                    <p:cond delay="0"/>
                                  </p:stCondLst>
                                  <p:childTnLst>
                                    <p:set>
                                      <p:cBhvr>
                                        <p:cTn id="59" dur="1" fill="hold">
                                          <p:stCondLst>
                                            <p:cond delay="0"/>
                                          </p:stCondLst>
                                        </p:cTn>
                                        <p:tgtEl>
                                          <p:spTgt spid="580631"/>
                                        </p:tgtEl>
                                        <p:attrNameLst>
                                          <p:attrName>style.visibility</p:attrName>
                                        </p:attrNameLst>
                                      </p:cBhvr>
                                      <p:to>
                                        <p:strVal val="visible"/>
                                      </p:to>
                                    </p:set>
                                    <p:animEffect transition="in" filter="dissolve">
                                      <p:cBhvr>
                                        <p:cTn id="60" dur="500"/>
                                        <p:tgtEl>
                                          <p:spTgt spid="580631"/>
                                        </p:tgtEl>
                                      </p:cBhvr>
                                    </p:animEffect>
                                  </p:childTnLst>
                                </p:cTn>
                              </p:par>
                            </p:childTnLst>
                          </p:cTn>
                        </p:par>
                        <p:par>
                          <p:cTn id="61" fill="hold" nodeType="afterGroup">
                            <p:stCondLst>
                              <p:cond delay="1000"/>
                            </p:stCondLst>
                            <p:childTnLst>
                              <p:par>
                                <p:cTn id="62" presetID="9" presetClass="entr" presetSubtype="0" fill="hold" grpId="0" nodeType="afterEffect">
                                  <p:stCondLst>
                                    <p:cond delay="2000"/>
                                  </p:stCondLst>
                                  <p:childTnLst>
                                    <p:set>
                                      <p:cBhvr>
                                        <p:cTn id="63" dur="1" fill="hold">
                                          <p:stCondLst>
                                            <p:cond delay="0"/>
                                          </p:stCondLst>
                                        </p:cTn>
                                        <p:tgtEl>
                                          <p:spTgt spid="580632"/>
                                        </p:tgtEl>
                                        <p:attrNameLst>
                                          <p:attrName>style.visibility</p:attrName>
                                        </p:attrNameLst>
                                      </p:cBhvr>
                                      <p:to>
                                        <p:strVal val="visible"/>
                                      </p:to>
                                    </p:set>
                                    <p:animEffect transition="in" filter="dissolve">
                                      <p:cBhvr>
                                        <p:cTn id="64" dur="500"/>
                                        <p:tgtEl>
                                          <p:spTgt spid="580632"/>
                                        </p:tgtEl>
                                      </p:cBhvr>
                                    </p:animEffect>
                                  </p:childTnLst>
                                </p:cTn>
                              </p:par>
                            </p:childTnLst>
                          </p:cTn>
                        </p:par>
                        <p:par>
                          <p:cTn id="65" fill="hold" nodeType="afterGroup">
                            <p:stCondLst>
                              <p:cond delay="3500"/>
                            </p:stCondLst>
                            <p:childTnLst>
                              <p:par>
                                <p:cTn id="66" presetID="9" presetClass="entr" presetSubtype="0" fill="hold" grpId="0" nodeType="afterEffect">
                                  <p:stCondLst>
                                    <p:cond delay="2000"/>
                                  </p:stCondLst>
                                  <p:childTnLst>
                                    <p:set>
                                      <p:cBhvr>
                                        <p:cTn id="67" dur="1" fill="hold">
                                          <p:stCondLst>
                                            <p:cond delay="0"/>
                                          </p:stCondLst>
                                        </p:cTn>
                                        <p:tgtEl>
                                          <p:spTgt spid="580633"/>
                                        </p:tgtEl>
                                        <p:attrNameLst>
                                          <p:attrName>style.visibility</p:attrName>
                                        </p:attrNameLst>
                                      </p:cBhvr>
                                      <p:to>
                                        <p:strVal val="visible"/>
                                      </p:to>
                                    </p:set>
                                    <p:animEffect transition="in" filter="dissolve">
                                      <p:cBhvr>
                                        <p:cTn id="68" dur="500"/>
                                        <p:tgtEl>
                                          <p:spTgt spid="58063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580634"/>
                                        </p:tgtEl>
                                        <p:attrNameLst>
                                          <p:attrName>style.visibility</p:attrName>
                                        </p:attrNameLst>
                                      </p:cBhvr>
                                      <p:to>
                                        <p:strVal val="visible"/>
                                      </p:to>
                                    </p:set>
                                    <p:animEffect transition="in" filter="dissolve">
                                      <p:cBhvr>
                                        <p:cTn id="73" dur="500"/>
                                        <p:tgtEl>
                                          <p:spTgt spid="580634"/>
                                        </p:tgtEl>
                                      </p:cBhvr>
                                    </p:animEffect>
                                  </p:childTnLst>
                                </p:cTn>
                              </p:par>
                            </p:childTnLst>
                          </p:cTn>
                        </p:par>
                        <p:par>
                          <p:cTn id="74" fill="hold" nodeType="afterGroup">
                            <p:stCondLst>
                              <p:cond delay="500"/>
                            </p:stCondLst>
                            <p:childTnLst>
                              <p:par>
                                <p:cTn id="75" presetID="9" presetClass="entr" presetSubtype="0" fill="hold" nodeType="afterEffect">
                                  <p:stCondLst>
                                    <p:cond delay="2000"/>
                                  </p:stCondLst>
                                  <p:childTnLst>
                                    <p:set>
                                      <p:cBhvr>
                                        <p:cTn id="76" dur="1" fill="hold">
                                          <p:stCondLst>
                                            <p:cond delay="0"/>
                                          </p:stCondLst>
                                        </p:cTn>
                                        <p:tgtEl>
                                          <p:spTgt spid="5"/>
                                        </p:tgtEl>
                                        <p:attrNameLst>
                                          <p:attrName>style.visibility</p:attrName>
                                        </p:attrNameLst>
                                      </p:cBhvr>
                                      <p:to>
                                        <p:strVal val="visible"/>
                                      </p:to>
                                    </p:set>
                                    <p:animEffect transition="in" filter="dissolve">
                                      <p:cBhvr>
                                        <p:cTn id="77" dur="500"/>
                                        <p:tgtEl>
                                          <p:spTgt spid="5"/>
                                        </p:tgtEl>
                                      </p:cBhvr>
                                    </p:animEffect>
                                  </p:childTnLst>
                                </p:cTn>
                              </p:par>
                            </p:childTnLst>
                          </p:cTn>
                        </p:par>
                        <p:par>
                          <p:cTn id="78" fill="hold" nodeType="afterGroup">
                            <p:stCondLst>
                              <p:cond delay="3000"/>
                            </p:stCondLst>
                            <p:childTnLst>
                              <p:par>
                                <p:cTn id="79" presetID="9" presetClass="entr" presetSubtype="0" fill="hold" grpId="0" nodeType="afterEffect">
                                  <p:stCondLst>
                                    <p:cond delay="2000"/>
                                  </p:stCondLst>
                                  <p:childTnLst>
                                    <p:set>
                                      <p:cBhvr>
                                        <p:cTn id="80" dur="1" fill="hold">
                                          <p:stCondLst>
                                            <p:cond delay="0"/>
                                          </p:stCondLst>
                                        </p:cTn>
                                        <p:tgtEl>
                                          <p:spTgt spid="580639"/>
                                        </p:tgtEl>
                                        <p:attrNameLst>
                                          <p:attrName>style.visibility</p:attrName>
                                        </p:attrNameLst>
                                      </p:cBhvr>
                                      <p:to>
                                        <p:strVal val="visible"/>
                                      </p:to>
                                    </p:set>
                                    <p:animEffect transition="in" filter="dissolve">
                                      <p:cBhvr>
                                        <p:cTn id="81" dur="500"/>
                                        <p:tgtEl>
                                          <p:spTgt spid="580639"/>
                                        </p:tgtEl>
                                      </p:cBhvr>
                                    </p:animEffect>
                                  </p:childTnLst>
                                </p:cTn>
                              </p:par>
                            </p:childTnLst>
                          </p:cTn>
                        </p:par>
                        <p:par>
                          <p:cTn id="82" fill="hold" nodeType="afterGroup">
                            <p:stCondLst>
                              <p:cond delay="5500"/>
                            </p:stCondLst>
                            <p:childTnLst>
                              <p:par>
                                <p:cTn id="83" presetID="9" presetClass="entr" presetSubtype="0" fill="hold" nodeType="afterEffect">
                                  <p:stCondLst>
                                    <p:cond delay="2000"/>
                                  </p:stCondLst>
                                  <p:childTnLst>
                                    <p:set>
                                      <p:cBhvr>
                                        <p:cTn id="84" dur="1" fill="hold">
                                          <p:stCondLst>
                                            <p:cond delay="0"/>
                                          </p:stCondLst>
                                        </p:cTn>
                                        <p:tgtEl>
                                          <p:spTgt spid="6"/>
                                        </p:tgtEl>
                                        <p:attrNameLst>
                                          <p:attrName>style.visibility</p:attrName>
                                        </p:attrNameLst>
                                      </p:cBhvr>
                                      <p:to>
                                        <p:strVal val="visible"/>
                                      </p:to>
                                    </p:set>
                                    <p:animEffect transition="in" filter="dissolve">
                                      <p:cBhvr>
                                        <p:cTn id="85" dur="500"/>
                                        <p:tgtEl>
                                          <p:spTgt spid="6"/>
                                        </p:tgtEl>
                                      </p:cBhvr>
                                    </p:animEffect>
                                  </p:childTnLst>
                                </p:cTn>
                              </p:par>
                            </p:childTnLst>
                          </p:cTn>
                        </p:par>
                        <p:par>
                          <p:cTn id="86" fill="hold" nodeType="afterGroup">
                            <p:stCondLst>
                              <p:cond delay="8000"/>
                            </p:stCondLst>
                            <p:childTnLst>
                              <p:par>
                                <p:cTn id="87" presetID="9" presetClass="entr" presetSubtype="0" fill="hold" grpId="0" nodeType="afterEffect">
                                  <p:stCondLst>
                                    <p:cond delay="2000"/>
                                  </p:stCondLst>
                                  <p:childTnLst>
                                    <p:set>
                                      <p:cBhvr>
                                        <p:cTn id="88" dur="1" fill="hold">
                                          <p:stCondLst>
                                            <p:cond delay="0"/>
                                          </p:stCondLst>
                                        </p:cTn>
                                        <p:tgtEl>
                                          <p:spTgt spid="580644"/>
                                        </p:tgtEl>
                                        <p:attrNameLst>
                                          <p:attrName>style.visibility</p:attrName>
                                        </p:attrNameLst>
                                      </p:cBhvr>
                                      <p:to>
                                        <p:strVal val="visible"/>
                                      </p:to>
                                    </p:set>
                                    <p:animEffect transition="in" filter="dissolve">
                                      <p:cBhvr>
                                        <p:cTn id="89" dur="500"/>
                                        <p:tgtEl>
                                          <p:spTgt spid="580644"/>
                                        </p:tgtEl>
                                      </p:cBhvr>
                                    </p:animEffect>
                                  </p:childTnLst>
                                </p:cTn>
                              </p:par>
                            </p:childTnLst>
                          </p:cTn>
                        </p:par>
                        <p:par>
                          <p:cTn id="90" fill="hold" nodeType="afterGroup">
                            <p:stCondLst>
                              <p:cond delay="10500"/>
                            </p:stCondLst>
                            <p:childTnLst>
                              <p:par>
                                <p:cTn id="91" presetID="9" presetClass="entr" presetSubtype="0" fill="hold" nodeType="afterEffect">
                                  <p:stCondLst>
                                    <p:cond delay="0"/>
                                  </p:stCondLst>
                                  <p:childTnLst>
                                    <p:set>
                                      <p:cBhvr>
                                        <p:cTn id="92" dur="1" fill="hold">
                                          <p:stCondLst>
                                            <p:cond delay="0"/>
                                          </p:stCondLst>
                                        </p:cTn>
                                        <p:tgtEl>
                                          <p:spTgt spid="7"/>
                                        </p:tgtEl>
                                        <p:attrNameLst>
                                          <p:attrName>style.visibility</p:attrName>
                                        </p:attrNameLst>
                                      </p:cBhvr>
                                      <p:to>
                                        <p:strVal val="visible"/>
                                      </p:to>
                                    </p:set>
                                    <p:animEffect transition="in" filter="dissolve">
                                      <p:cBhvr>
                                        <p:cTn id="93" dur="500"/>
                                        <p:tgtEl>
                                          <p:spTgt spid="7"/>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580649"/>
                                        </p:tgtEl>
                                        <p:attrNameLst>
                                          <p:attrName>style.visibility</p:attrName>
                                        </p:attrNameLst>
                                      </p:cBhvr>
                                      <p:to>
                                        <p:strVal val="visible"/>
                                      </p:to>
                                    </p:set>
                                    <p:animEffect transition="in" filter="dissolve">
                                      <p:cBhvr>
                                        <p:cTn id="98" dur="500"/>
                                        <p:tgtEl>
                                          <p:spTgt spid="580649"/>
                                        </p:tgtEl>
                                      </p:cBhvr>
                                    </p:animEffect>
                                  </p:childTnLst>
                                </p:cTn>
                              </p:par>
                            </p:childTnLst>
                          </p:cTn>
                        </p:par>
                        <p:par>
                          <p:cTn id="99" fill="hold" nodeType="afterGroup">
                            <p:stCondLst>
                              <p:cond delay="500"/>
                            </p:stCondLst>
                            <p:childTnLst>
                              <p:par>
                                <p:cTn id="100" presetID="9" presetClass="entr" presetSubtype="0" fill="hold" nodeType="afterEffect">
                                  <p:stCondLst>
                                    <p:cond delay="2000"/>
                                  </p:stCondLst>
                                  <p:childTnLst>
                                    <p:set>
                                      <p:cBhvr>
                                        <p:cTn id="101" dur="1" fill="hold">
                                          <p:stCondLst>
                                            <p:cond delay="0"/>
                                          </p:stCondLst>
                                        </p:cTn>
                                        <p:tgtEl>
                                          <p:spTgt spid="8"/>
                                        </p:tgtEl>
                                        <p:attrNameLst>
                                          <p:attrName>style.visibility</p:attrName>
                                        </p:attrNameLst>
                                      </p:cBhvr>
                                      <p:to>
                                        <p:strVal val="visible"/>
                                      </p:to>
                                    </p:set>
                                    <p:animEffect transition="in" filter="dissolve">
                                      <p:cBhvr>
                                        <p:cTn id="102" dur="500"/>
                                        <p:tgtEl>
                                          <p:spTgt spid="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9" presetClass="entr" presetSubtype="0" fill="hold" nodeType="clickEffect">
                                  <p:stCondLst>
                                    <p:cond delay="0"/>
                                  </p:stCondLst>
                                  <p:childTnLst>
                                    <p:set>
                                      <p:cBhvr>
                                        <p:cTn id="106" dur="1" fill="hold">
                                          <p:stCondLst>
                                            <p:cond delay="0"/>
                                          </p:stCondLst>
                                        </p:cTn>
                                        <p:tgtEl>
                                          <p:spTgt spid="9"/>
                                        </p:tgtEl>
                                        <p:attrNameLst>
                                          <p:attrName>style.visibility</p:attrName>
                                        </p:attrNameLst>
                                      </p:cBhvr>
                                      <p:to>
                                        <p:strVal val="visible"/>
                                      </p:to>
                                    </p:set>
                                    <p:animEffect transition="in" filter="dissolve">
                                      <p:cBhvr>
                                        <p:cTn id="107" dur="500"/>
                                        <p:tgtEl>
                                          <p:spTgt spid="9"/>
                                        </p:tgtEl>
                                      </p:cBhvr>
                                    </p:animEffect>
                                  </p:childTnLst>
                                </p:cTn>
                              </p:par>
                            </p:childTnLst>
                          </p:cTn>
                        </p:par>
                        <p:par>
                          <p:cTn id="108" fill="hold" nodeType="afterGroup">
                            <p:stCondLst>
                              <p:cond delay="500"/>
                            </p:stCondLst>
                            <p:childTnLst>
                              <p:par>
                                <p:cTn id="109" presetID="9" presetClass="entr" presetSubtype="0" fill="hold" grpId="0" nodeType="afterEffect">
                                  <p:stCondLst>
                                    <p:cond delay="0"/>
                                  </p:stCondLst>
                                  <p:childTnLst>
                                    <p:set>
                                      <p:cBhvr>
                                        <p:cTn id="110" dur="1" fill="hold">
                                          <p:stCondLst>
                                            <p:cond delay="0"/>
                                          </p:stCondLst>
                                        </p:cTn>
                                        <p:tgtEl>
                                          <p:spTgt spid="580661"/>
                                        </p:tgtEl>
                                        <p:attrNameLst>
                                          <p:attrName>style.visibility</p:attrName>
                                        </p:attrNameLst>
                                      </p:cBhvr>
                                      <p:to>
                                        <p:strVal val="visible"/>
                                      </p:to>
                                    </p:set>
                                    <p:animEffect transition="in" filter="dissolve">
                                      <p:cBhvr>
                                        <p:cTn id="111" dur="500"/>
                                        <p:tgtEl>
                                          <p:spTgt spid="580661"/>
                                        </p:tgtEl>
                                      </p:cBhvr>
                                    </p:animEffect>
                                  </p:childTnLst>
                                </p:cTn>
                              </p:par>
                            </p:childTnLst>
                          </p:cTn>
                        </p:par>
                        <p:par>
                          <p:cTn id="112" fill="hold" nodeType="afterGroup">
                            <p:stCondLst>
                              <p:cond delay="1000"/>
                            </p:stCondLst>
                            <p:childTnLst>
                              <p:par>
                                <p:cTn id="113" presetID="9" presetClass="entr" presetSubtype="0" fill="hold" nodeType="afterEffect">
                                  <p:stCondLst>
                                    <p:cond delay="3000"/>
                                  </p:stCondLst>
                                  <p:childTnLst>
                                    <p:set>
                                      <p:cBhvr>
                                        <p:cTn id="114" dur="1" fill="hold">
                                          <p:stCondLst>
                                            <p:cond delay="0"/>
                                          </p:stCondLst>
                                        </p:cTn>
                                        <p:tgtEl>
                                          <p:spTgt spid="10"/>
                                        </p:tgtEl>
                                        <p:attrNameLst>
                                          <p:attrName>style.visibility</p:attrName>
                                        </p:attrNameLst>
                                      </p:cBhvr>
                                      <p:to>
                                        <p:strVal val="visible"/>
                                      </p:to>
                                    </p:set>
                                    <p:animEffect transition="in" filter="dissolve">
                                      <p:cBhvr>
                                        <p:cTn id="115" dur="500"/>
                                        <p:tgtEl>
                                          <p:spTgt spid="10"/>
                                        </p:tgtEl>
                                      </p:cBhvr>
                                    </p:animEffect>
                                  </p:childTnLst>
                                </p:cTn>
                              </p:par>
                            </p:childTnLst>
                          </p:cTn>
                        </p:par>
                        <p:par>
                          <p:cTn id="116" fill="hold" nodeType="afterGroup">
                            <p:stCondLst>
                              <p:cond delay="4500"/>
                            </p:stCondLst>
                            <p:childTnLst>
                              <p:par>
                                <p:cTn id="117" presetID="9" presetClass="entr" presetSubtype="0" fill="hold" grpId="0" nodeType="afterEffect">
                                  <p:stCondLst>
                                    <p:cond delay="2000"/>
                                  </p:stCondLst>
                                  <p:childTnLst>
                                    <p:set>
                                      <p:cBhvr>
                                        <p:cTn id="118" dur="1" fill="hold">
                                          <p:stCondLst>
                                            <p:cond delay="0"/>
                                          </p:stCondLst>
                                        </p:cTn>
                                        <p:tgtEl>
                                          <p:spTgt spid="580663"/>
                                        </p:tgtEl>
                                        <p:attrNameLst>
                                          <p:attrName>style.visibility</p:attrName>
                                        </p:attrNameLst>
                                      </p:cBhvr>
                                      <p:to>
                                        <p:strVal val="visible"/>
                                      </p:to>
                                    </p:set>
                                    <p:animEffect transition="in" filter="dissolve">
                                      <p:cBhvr>
                                        <p:cTn id="119" dur="500"/>
                                        <p:tgtEl>
                                          <p:spTgt spid="580663"/>
                                        </p:tgtEl>
                                      </p:cBhvr>
                                    </p:animEffect>
                                  </p:childTnLst>
                                </p:cTn>
                              </p:par>
                            </p:childTnLst>
                          </p:cTn>
                        </p:par>
                        <p:par>
                          <p:cTn id="120" fill="hold" nodeType="afterGroup">
                            <p:stCondLst>
                              <p:cond delay="7000"/>
                            </p:stCondLst>
                            <p:childTnLst>
                              <p:par>
                                <p:cTn id="121" presetID="9" presetClass="entr" presetSubtype="0" fill="hold" nodeType="afterEffect">
                                  <p:stCondLst>
                                    <p:cond delay="2000"/>
                                  </p:stCondLst>
                                  <p:childTnLst>
                                    <p:set>
                                      <p:cBhvr>
                                        <p:cTn id="122" dur="1" fill="hold">
                                          <p:stCondLst>
                                            <p:cond delay="0"/>
                                          </p:stCondLst>
                                        </p:cTn>
                                        <p:tgtEl>
                                          <p:spTgt spid="11"/>
                                        </p:tgtEl>
                                        <p:attrNameLst>
                                          <p:attrName>style.visibility</p:attrName>
                                        </p:attrNameLst>
                                      </p:cBhvr>
                                      <p:to>
                                        <p:strVal val="visible"/>
                                      </p:to>
                                    </p:set>
                                    <p:animEffect transition="in" filter="dissolve">
                                      <p:cBhvr>
                                        <p:cTn id="123" dur="500"/>
                                        <p:tgtEl>
                                          <p:spTgt spid="11"/>
                                        </p:tgtEl>
                                      </p:cBhvr>
                                    </p:animEffect>
                                  </p:childTnLst>
                                </p:cTn>
                              </p:par>
                            </p:childTnLst>
                          </p:cTn>
                        </p:par>
                        <p:par>
                          <p:cTn id="124" fill="hold" nodeType="afterGroup">
                            <p:stCondLst>
                              <p:cond delay="9500"/>
                            </p:stCondLst>
                            <p:childTnLst>
                              <p:par>
                                <p:cTn id="125" presetID="9" presetClass="entr" presetSubtype="0" fill="hold" grpId="0" nodeType="afterEffect">
                                  <p:stCondLst>
                                    <p:cond delay="0"/>
                                  </p:stCondLst>
                                  <p:childTnLst>
                                    <p:set>
                                      <p:cBhvr>
                                        <p:cTn id="126" dur="1" fill="hold">
                                          <p:stCondLst>
                                            <p:cond delay="0"/>
                                          </p:stCondLst>
                                        </p:cTn>
                                        <p:tgtEl>
                                          <p:spTgt spid="580662"/>
                                        </p:tgtEl>
                                        <p:attrNameLst>
                                          <p:attrName>style.visibility</p:attrName>
                                        </p:attrNameLst>
                                      </p:cBhvr>
                                      <p:to>
                                        <p:strVal val="visible"/>
                                      </p:to>
                                    </p:set>
                                    <p:animEffect transition="in" filter="dissolve">
                                      <p:cBhvr>
                                        <p:cTn id="127" dur="500"/>
                                        <p:tgtEl>
                                          <p:spTgt spid="580662"/>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9" presetClass="entr" presetSubtype="0" fill="hold" grpId="0" nodeType="clickEffect">
                                  <p:stCondLst>
                                    <p:cond delay="0"/>
                                  </p:stCondLst>
                                  <p:childTnLst>
                                    <p:set>
                                      <p:cBhvr>
                                        <p:cTn id="131" dur="1" fill="hold">
                                          <p:stCondLst>
                                            <p:cond delay="0"/>
                                          </p:stCondLst>
                                        </p:cTn>
                                        <p:tgtEl>
                                          <p:spTgt spid="580668"/>
                                        </p:tgtEl>
                                        <p:attrNameLst>
                                          <p:attrName>style.visibility</p:attrName>
                                        </p:attrNameLst>
                                      </p:cBhvr>
                                      <p:to>
                                        <p:strVal val="visible"/>
                                      </p:to>
                                    </p:set>
                                    <p:animEffect transition="in" filter="dissolve">
                                      <p:cBhvr>
                                        <p:cTn id="132" dur="500"/>
                                        <p:tgtEl>
                                          <p:spTgt spid="580668"/>
                                        </p:tgtEl>
                                      </p:cBhvr>
                                    </p:animEffect>
                                  </p:childTnLst>
                                </p:cTn>
                              </p:par>
                            </p:childTnLst>
                          </p:cTn>
                        </p:par>
                        <p:par>
                          <p:cTn id="133" fill="hold" nodeType="afterGroup">
                            <p:stCondLst>
                              <p:cond delay="500"/>
                            </p:stCondLst>
                            <p:childTnLst>
                              <p:par>
                                <p:cTn id="134" presetID="9" presetClass="entr" presetSubtype="0" fill="hold" nodeType="afterEffect">
                                  <p:stCondLst>
                                    <p:cond delay="0"/>
                                  </p:stCondLst>
                                  <p:childTnLst>
                                    <p:set>
                                      <p:cBhvr>
                                        <p:cTn id="135" dur="1" fill="hold">
                                          <p:stCondLst>
                                            <p:cond delay="0"/>
                                          </p:stCondLst>
                                        </p:cTn>
                                        <p:tgtEl>
                                          <p:spTgt spid="12"/>
                                        </p:tgtEl>
                                        <p:attrNameLst>
                                          <p:attrName>style.visibility</p:attrName>
                                        </p:attrNameLst>
                                      </p:cBhvr>
                                      <p:to>
                                        <p:strVal val="visible"/>
                                      </p:to>
                                    </p:set>
                                    <p:animEffect transition="in" filter="dissolve">
                                      <p:cBhvr>
                                        <p:cTn id="136" dur="500"/>
                                        <p:tgtEl>
                                          <p:spTgt spid="12"/>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9" presetClass="entr" presetSubtype="0" fill="hold" grpId="0" nodeType="clickEffect">
                                  <p:stCondLst>
                                    <p:cond delay="0"/>
                                  </p:stCondLst>
                                  <p:childTnLst>
                                    <p:set>
                                      <p:cBhvr>
                                        <p:cTn id="140" dur="1" fill="hold">
                                          <p:stCondLst>
                                            <p:cond delay="0"/>
                                          </p:stCondLst>
                                        </p:cTn>
                                        <p:tgtEl>
                                          <p:spTgt spid="580673"/>
                                        </p:tgtEl>
                                        <p:attrNameLst>
                                          <p:attrName>style.visibility</p:attrName>
                                        </p:attrNameLst>
                                      </p:cBhvr>
                                      <p:to>
                                        <p:strVal val="visible"/>
                                      </p:to>
                                    </p:set>
                                    <p:animEffect transition="in" filter="dissolve">
                                      <p:cBhvr>
                                        <p:cTn id="141" dur="500"/>
                                        <p:tgtEl>
                                          <p:spTgt spid="580673"/>
                                        </p:tgtEl>
                                      </p:cBhvr>
                                    </p:animEffect>
                                  </p:childTnLst>
                                </p:cTn>
                              </p:par>
                            </p:childTnLst>
                          </p:cTn>
                        </p:par>
                        <p:par>
                          <p:cTn id="142" fill="hold" nodeType="afterGroup">
                            <p:stCondLst>
                              <p:cond delay="500"/>
                            </p:stCondLst>
                            <p:childTnLst>
                              <p:par>
                                <p:cTn id="143" presetID="9" presetClass="entr" presetSubtype="0" fill="hold" grpId="0" nodeType="afterEffect">
                                  <p:stCondLst>
                                    <p:cond delay="0"/>
                                  </p:stCondLst>
                                  <p:childTnLst>
                                    <p:set>
                                      <p:cBhvr>
                                        <p:cTn id="144" dur="1" fill="hold">
                                          <p:stCondLst>
                                            <p:cond delay="0"/>
                                          </p:stCondLst>
                                        </p:cTn>
                                        <p:tgtEl>
                                          <p:spTgt spid="580674"/>
                                        </p:tgtEl>
                                        <p:attrNameLst>
                                          <p:attrName>style.visibility</p:attrName>
                                        </p:attrNameLst>
                                      </p:cBhvr>
                                      <p:to>
                                        <p:strVal val="visible"/>
                                      </p:to>
                                    </p:set>
                                    <p:animEffect transition="in" filter="dissolve">
                                      <p:cBhvr>
                                        <p:cTn id="145" dur="500"/>
                                        <p:tgtEl>
                                          <p:spTgt spid="580674"/>
                                        </p:tgtEl>
                                      </p:cBhvr>
                                    </p:animEffect>
                                  </p:childTnLst>
                                </p:cTn>
                              </p:par>
                            </p:childTnLst>
                          </p:cTn>
                        </p:par>
                        <p:par>
                          <p:cTn id="146" fill="hold" nodeType="afterGroup">
                            <p:stCondLst>
                              <p:cond delay="1000"/>
                            </p:stCondLst>
                            <p:childTnLst>
                              <p:par>
                                <p:cTn id="147" presetID="9" presetClass="entr" presetSubtype="0" fill="hold" grpId="0" nodeType="afterEffect">
                                  <p:stCondLst>
                                    <p:cond delay="0"/>
                                  </p:stCondLst>
                                  <p:childTnLst>
                                    <p:set>
                                      <p:cBhvr>
                                        <p:cTn id="148" dur="1" fill="hold">
                                          <p:stCondLst>
                                            <p:cond delay="0"/>
                                          </p:stCondLst>
                                        </p:cTn>
                                        <p:tgtEl>
                                          <p:spTgt spid="580675"/>
                                        </p:tgtEl>
                                        <p:attrNameLst>
                                          <p:attrName>style.visibility</p:attrName>
                                        </p:attrNameLst>
                                      </p:cBhvr>
                                      <p:to>
                                        <p:strVal val="visible"/>
                                      </p:to>
                                    </p:set>
                                    <p:animEffect transition="in" filter="dissolve">
                                      <p:cBhvr>
                                        <p:cTn id="149" dur="500"/>
                                        <p:tgtEl>
                                          <p:spTgt spid="580675"/>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9" presetClass="entr" presetSubtype="0" fill="hold" grpId="0" nodeType="clickEffect">
                                  <p:stCondLst>
                                    <p:cond delay="0"/>
                                  </p:stCondLst>
                                  <p:childTnLst>
                                    <p:set>
                                      <p:cBhvr>
                                        <p:cTn id="153" dur="1" fill="hold">
                                          <p:stCondLst>
                                            <p:cond delay="0"/>
                                          </p:stCondLst>
                                        </p:cTn>
                                        <p:tgtEl>
                                          <p:spTgt spid="580690"/>
                                        </p:tgtEl>
                                        <p:attrNameLst>
                                          <p:attrName>style.visibility</p:attrName>
                                        </p:attrNameLst>
                                      </p:cBhvr>
                                      <p:to>
                                        <p:strVal val="visible"/>
                                      </p:to>
                                    </p:set>
                                    <p:animEffect transition="in" filter="dissolve">
                                      <p:cBhvr>
                                        <p:cTn id="154" dur="500"/>
                                        <p:tgtEl>
                                          <p:spTgt spid="580690"/>
                                        </p:tgtEl>
                                      </p:cBhvr>
                                    </p:animEffect>
                                  </p:childTnLst>
                                </p:cTn>
                              </p:par>
                            </p:childTnLst>
                          </p:cTn>
                        </p:par>
                        <p:par>
                          <p:cTn id="155" fill="hold" nodeType="afterGroup">
                            <p:stCondLst>
                              <p:cond delay="500"/>
                            </p:stCondLst>
                            <p:childTnLst>
                              <p:par>
                                <p:cTn id="156" presetID="9" presetClass="entr" presetSubtype="0" fill="hold" grpId="0" nodeType="afterEffect">
                                  <p:stCondLst>
                                    <p:cond delay="0"/>
                                  </p:stCondLst>
                                  <p:childTnLst>
                                    <p:set>
                                      <p:cBhvr>
                                        <p:cTn id="157" dur="1" fill="hold">
                                          <p:stCondLst>
                                            <p:cond delay="0"/>
                                          </p:stCondLst>
                                        </p:cTn>
                                        <p:tgtEl>
                                          <p:spTgt spid="580691"/>
                                        </p:tgtEl>
                                        <p:attrNameLst>
                                          <p:attrName>style.visibility</p:attrName>
                                        </p:attrNameLst>
                                      </p:cBhvr>
                                      <p:to>
                                        <p:strVal val="visible"/>
                                      </p:to>
                                    </p:set>
                                    <p:animEffect transition="in" filter="dissolve">
                                      <p:cBhvr>
                                        <p:cTn id="158" dur="500"/>
                                        <p:tgtEl>
                                          <p:spTgt spid="580691"/>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9" presetClass="entr" presetSubtype="0" fill="hold" grpId="0" nodeType="clickEffect">
                                  <p:stCondLst>
                                    <p:cond delay="0"/>
                                  </p:stCondLst>
                                  <p:childTnLst>
                                    <p:set>
                                      <p:cBhvr>
                                        <p:cTn id="162" dur="1" fill="hold">
                                          <p:stCondLst>
                                            <p:cond delay="0"/>
                                          </p:stCondLst>
                                        </p:cTn>
                                        <p:tgtEl>
                                          <p:spTgt spid="580676"/>
                                        </p:tgtEl>
                                        <p:attrNameLst>
                                          <p:attrName>style.visibility</p:attrName>
                                        </p:attrNameLst>
                                      </p:cBhvr>
                                      <p:to>
                                        <p:strVal val="visible"/>
                                      </p:to>
                                    </p:set>
                                    <p:animEffect transition="in" filter="dissolve">
                                      <p:cBhvr>
                                        <p:cTn id="163" dur="500"/>
                                        <p:tgtEl>
                                          <p:spTgt spid="580676"/>
                                        </p:tgtEl>
                                      </p:cBhvr>
                                    </p:animEffect>
                                  </p:childTnLst>
                                </p:cTn>
                              </p:par>
                            </p:childTnLst>
                          </p:cTn>
                        </p:par>
                        <p:par>
                          <p:cTn id="164" fill="hold" nodeType="afterGroup">
                            <p:stCondLst>
                              <p:cond delay="500"/>
                            </p:stCondLst>
                            <p:childTnLst>
                              <p:par>
                                <p:cTn id="165" presetID="9" presetClass="entr" presetSubtype="0" fill="hold" grpId="0" nodeType="afterEffect">
                                  <p:stCondLst>
                                    <p:cond delay="0"/>
                                  </p:stCondLst>
                                  <p:childTnLst>
                                    <p:set>
                                      <p:cBhvr>
                                        <p:cTn id="166" dur="1" fill="hold">
                                          <p:stCondLst>
                                            <p:cond delay="0"/>
                                          </p:stCondLst>
                                        </p:cTn>
                                        <p:tgtEl>
                                          <p:spTgt spid="580677"/>
                                        </p:tgtEl>
                                        <p:attrNameLst>
                                          <p:attrName>style.visibility</p:attrName>
                                        </p:attrNameLst>
                                      </p:cBhvr>
                                      <p:to>
                                        <p:strVal val="visible"/>
                                      </p:to>
                                    </p:set>
                                    <p:animEffect transition="in" filter="dissolve">
                                      <p:cBhvr>
                                        <p:cTn id="167" dur="500"/>
                                        <p:tgtEl>
                                          <p:spTgt spid="580677"/>
                                        </p:tgtEl>
                                      </p:cBhvr>
                                    </p:animEffect>
                                  </p:childTnLst>
                                </p:cTn>
                              </p:par>
                            </p:childTnLst>
                          </p:cTn>
                        </p:par>
                        <p:par>
                          <p:cTn id="168" fill="hold" nodeType="afterGroup">
                            <p:stCondLst>
                              <p:cond delay="1000"/>
                            </p:stCondLst>
                            <p:childTnLst>
                              <p:par>
                                <p:cTn id="169" presetID="9" presetClass="entr" presetSubtype="0" fill="hold" grpId="0" nodeType="afterEffect">
                                  <p:stCondLst>
                                    <p:cond delay="0"/>
                                  </p:stCondLst>
                                  <p:childTnLst>
                                    <p:set>
                                      <p:cBhvr>
                                        <p:cTn id="170" dur="1" fill="hold">
                                          <p:stCondLst>
                                            <p:cond delay="0"/>
                                          </p:stCondLst>
                                        </p:cTn>
                                        <p:tgtEl>
                                          <p:spTgt spid="580678"/>
                                        </p:tgtEl>
                                        <p:attrNameLst>
                                          <p:attrName>style.visibility</p:attrName>
                                        </p:attrNameLst>
                                      </p:cBhvr>
                                      <p:to>
                                        <p:strVal val="visible"/>
                                      </p:to>
                                    </p:set>
                                    <p:animEffect transition="in" filter="dissolve">
                                      <p:cBhvr>
                                        <p:cTn id="171" dur="500"/>
                                        <p:tgtEl>
                                          <p:spTgt spid="580678"/>
                                        </p:tgtEl>
                                      </p:cBhvr>
                                    </p:animEffect>
                                  </p:childTnLst>
                                </p:cTn>
                              </p:par>
                            </p:childTnLst>
                          </p:cTn>
                        </p:par>
                        <p:par>
                          <p:cTn id="172" fill="hold" nodeType="afterGroup">
                            <p:stCondLst>
                              <p:cond delay="1500"/>
                            </p:stCondLst>
                            <p:childTnLst>
                              <p:par>
                                <p:cTn id="173" presetID="9" presetClass="entr" presetSubtype="0" fill="hold" grpId="0" nodeType="afterEffect">
                                  <p:stCondLst>
                                    <p:cond delay="0"/>
                                  </p:stCondLst>
                                  <p:childTnLst>
                                    <p:set>
                                      <p:cBhvr>
                                        <p:cTn id="174" dur="1" fill="hold">
                                          <p:stCondLst>
                                            <p:cond delay="0"/>
                                          </p:stCondLst>
                                        </p:cTn>
                                        <p:tgtEl>
                                          <p:spTgt spid="580679"/>
                                        </p:tgtEl>
                                        <p:attrNameLst>
                                          <p:attrName>style.visibility</p:attrName>
                                        </p:attrNameLst>
                                      </p:cBhvr>
                                      <p:to>
                                        <p:strVal val="visible"/>
                                      </p:to>
                                    </p:set>
                                    <p:animEffect transition="in" filter="dissolve">
                                      <p:cBhvr>
                                        <p:cTn id="175" dur="500"/>
                                        <p:tgtEl>
                                          <p:spTgt spid="580679"/>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9" presetClass="entr" presetSubtype="0" fill="hold" grpId="0" nodeType="clickEffect">
                                  <p:stCondLst>
                                    <p:cond delay="0"/>
                                  </p:stCondLst>
                                  <p:childTnLst>
                                    <p:set>
                                      <p:cBhvr>
                                        <p:cTn id="179" dur="1" fill="hold">
                                          <p:stCondLst>
                                            <p:cond delay="0"/>
                                          </p:stCondLst>
                                        </p:cTn>
                                        <p:tgtEl>
                                          <p:spTgt spid="580680"/>
                                        </p:tgtEl>
                                        <p:attrNameLst>
                                          <p:attrName>style.visibility</p:attrName>
                                        </p:attrNameLst>
                                      </p:cBhvr>
                                      <p:to>
                                        <p:strVal val="visible"/>
                                      </p:to>
                                    </p:set>
                                    <p:animEffect transition="in" filter="dissolve">
                                      <p:cBhvr>
                                        <p:cTn id="180" dur="500"/>
                                        <p:tgtEl>
                                          <p:spTgt spid="580680"/>
                                        </p:tgtEl>
                                      </p:cBhvr>
                                    </p:animEffect>
                                  </p:childTnLst>
                                </p:cTn>
                              </p:par>
                            </p:childTnLst>
                          </p:cTn>
                        </p:par>
                        <p:par>
                          <p:cTn id="181" fill="hold" nodeType="afterGroup">
                            <p:stCondLst>
                              <p:cond delay="500"/>
                            </p:stCondLst>
                            <p:childTnLst>
                              <p:par>
                                <p:cTn id="182" presetID="9" presetClass="entr" presetSubtype="0" fill="hold" nodeType="afterEffect">
                                  <p:stCondLst>
                                    <p:cond delay="0"/>
                                  </p:stCondLst>
                                  <p:childTnLst>
                                    <p:set>
                                      <p:cBhvr>
                                        <p:cTn id="183" dur="1" fill="hold">
                                          <p:stCondLst>
                                            <p:cond delay="0"/>
                                          </p:stCondLst>
                                        </p:cTn>
                                        <p:tgtEl>
                                          <p:spTgt spid="13"/>
                                        </p:tgtEl>
                                        <p:attrNameLst>
                                          <p:attrName>style.visibility</p:attrName>
                                        </p:attrNameLst>
                                      </p:cBhvr>
                                      <p:to>
                                        <p:strVal val="visible"/>
                                      </p:to>
                                    </p:set>
                                    <p:animEffect transition="in" filter="dissolve">
                                      <p:cBhvr>
                                        <p:cTn id="184" dur="500"/>
                                        <p:tgtEl>
                                          <p:spTgt spid="13"/>
                                        </p:tgtEl>
                                      </p:cBhvr>
                                    </p:animEffect>
                                  </p:childTnLst>
                                </p:cTn>
                              </p:par>
                            </p:childTnLst>
                          </p:cTn>
                        </p:par>
                        <p:par>
                          <p:cTn id="185" fill="hold" nodeType="afterGroup">
                            <p:stCondLst>
                              <p:cond delay="1000"/>
                            </p:stCondLst>
                            <p:childTnLst>
                              <p:par>
                                <p:cTn id="186" presetID="9" presetClass="entr" presetSubtype="0" fill="hold" grpId="0" nodeType="afterEffect">
                                  <p:stCondLst>
                                    <p:cond delay="0"/>
                                  </p:stCondLst>
                                  <p:childTnLst>
                                    <p:set>
                                      <p:cBhvr>
                                        <p:cTn id="187" dur="1" fill="hold">
                                          <p:stCondLst>
                                            <p:cond delay="0"/>
                                          </p:stCondLst>
                                        </p:cTn>
                                        <p:tgtEl>
                                          <p:spTgt spid="580685"/>
                                        </p:tgtEl>
                                        <p:attrNameLst>
                                          <p:attrName>style.visibility</p:attrName>
                                        </p:attrNameLst>
                                      </p:cBhvr>
                                      <p:to>
                                        <p:strVal val="visible"/>
                                      </p:to>
                                    </p:set>
                                    <p:animEffect transition="in" filter="dissolve">
                                      <p:cBhvr>
                                        <p:cTn id="188" dur="500"/>
                                        <p:tgtEl>
                                          <p:spTgt spid="580685"/>
                                        </p:tgtEl>
                                      </p:cBhvr>
                                    </p:animEffect>
                                  </p:childTnLst>
                                </p:cTn>
                              </p:par>
                            </p:childTnLst>
                          </p:cTn>
                        </p:par>
                        <p:par>
                          <p:cTn id="189" fill="hold" nodeType="afterGroup">
                            <p:stCondLst>
                              <p:cond delay="1500"/>
                            </p:stCondLst>
                            <p:childTnLst>
                              <p:par>
                                <p:cTn id="190" presetID="9" presetClass="entr" presetSubtype="0" fill="hold" nodeType="afterEffect">
                                  <p:stCondLst>
                                    <p:cond delay="0"/>
                                  </p:stCondLst>
                                  <p:childTnLst>
                                    <p:set>
                                      <p:cBhvr>
                                        <p:cTn id="191" dur="1" fill="hold">
                                          <p:stCondLst>
                                            <p:cond delay="0"/>
                                          </p:stCondLst>
                                        </p:cTn>
                                        <p:tgtEl>
                                          <p:spTgt spid="14"/>
                                        </p:tgtEl>
                                        <p:attrNameLst>
                                          <p:attrName>style.visibility</p:attrName>
                                        </p:attrNameLst>
                                      </p:cBhvr>
                                      <p:to>
                                        <p:strVal val="visible"/>
                                      </p:to>
                                    </p:set>
                                    <p:animEffect transition="in" filter="dissolve">
                                      <p:cBhvr>
                                        <p:cTn id="19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0" grpId="0" autoUpdateAnimBg="0"/>
      <p:bldP spid="580611" grpId="0" autoUpdateAnimBg="0"/>
      <p:bldP spid="580612" grpId="0" animBg="1"/>
      <p:bldP spid="580613" grpId="0" autoUpdateAnimBg="0"/>
      <p:bldP spid="580618" grpId="0" autoUpdateAnimBg="0"/>
      <p:bldP spid="580627" grpId="0" autoUpdateAnimBg="0"/>
      <p:bldP spid="580628" grpId="0" autoUpdateAnimBg="0"/>
      <p:bldP spid="580629" grpId="0" autoUpdateAnimBg="0"/>
      <p:bldP spid="580630" grpId="0" autoUpdateAnimBg="0"/>
      <p:bldP spid="580631" grpId="0" autoUpdateAnimBg="0"/>
      <p:bldP spid="580632" grpId="0" animBg="1"/>
      <p:bldP spid="580633" grpId="0" autoUpdateAnimBg="0"/>
      <p:bldP spid="580634" grpId="0" autoUpdateAnimBg="0"/>
      <p:bldP spid="580639" grpId="0" autoUpdateAnimBg="0"/>
      <p:bldP spid="580644" grpId="0" autoUpdateAnimBg="0"/>
      <p:bldP spid="580649" grpId="0" animBg="1"/>
      <p:bldP spid="580661" grpId="0" autoUpdateAnimBg="0"/>
      <p:bldP spid="580662" grpId="0" autoUpdateAnimBg="0"/>
      <p:bldP spid="580663" grpId="0" autoUpdateAnimBg="0"/>
      <p:bldP spid="580668" grpId="0" autoUpdateAnimBg="0"/>
      <p:bldP spid="580673" grpId="0" autoUpdateAnimBg="0"/>
      <p:bldP spid="580674" grpId="0" animBg="1"/>
      <p:bldP spid="580675" grpId="0" autoUpdateAnimBg="0"/>
      <p:bldP spid="580676" grpId="0" autoUpdateAnimBg="0"/>
      <p:bldP spid="580677" grpId="0" autoUpdateAnimBg="0"/>
      <p:bldP spid="580678" grpId="0" animBg="1"/>
      <p:bldP spid="580679" grpId="0" autoUpdateAnimBg="0"/>
      <p:bldP spid="580680" grpId="0" autoUpdateAnimBg="0"/>
      <p:bldP spid="580685" grpId="0" autoUpdateAnimBg="0"/>
      <p:bldP spid="580690" grpId="0" animBg="1"/>
      <p:bldP spid="58069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7163A62-5BB4-412E-9ECE-BDAD0AB7EDC9}" type="slidenum">
              <a:rPr lang="zh-CN" altLang="en-US" b="0" i="0" smtClean="0"/>
              <a:pPr/>
              <a:t>19</a:t>
            </a:fld>
            <a:endParaRPr lang="en-US" altLang="zh-CN" b="0" i="0" smtClean="0"/>
          </a:p>
        </p:txBody>
      </p:sp>
      <p:sp>
        <p:nvSpPr>
          <p:cNvPr id="3789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E1AA662-B7B6-4C3C-B4AC-D796F8EA6D55}" type="datetime1">
              <a:rPr lang="zh-CN" altLang="en-US" sz="1800" i="0" smtClean="0"/>
              <a:pPr/>
              <a:t>2024/10/20</a:t>
            </a:fld>
            <a:endParaRPr lang="en-US" altLang="zh-CN" sz="1800" i="0" smtClean="0"/>
          </a:p>
        </p:txBody>
      </p:sp>
      <p:sp>
        <p:nvSpPr>
          <p:cNvPr id="447490" name="Rectangle 2"/>
          <p:cNvSpPr>
            <a:spLocks noGrp="1" noChangeArrowheads="1"/>
          </p:cNvSpPr>
          <p:nvPr>
            <p:ph type="title"/>
          </p:nvPr>
        </p:nvSpPr>
        <p:spPr/>
        <p:txBody>
          <a:bodyPr/>
          <a:lstStyle/>
          <a:p>
            <a:pPr>
              <a:defRPr/>
            </a:pPr>
            <a:r>
              <a:rPr lang="zh-CN" altLang="en-US" smtClean="0"/>
              <a:t>§1.1  差  商</a:t>
            </a:r>
          </a:p>
        </p:txBody>
      </p:sp>
      <p:sp>
        <p:nvSpPr>
          <p:cNvPr id="37893" name="Rectangle 3"/>
          <p:cNvSpPr>
            <a:spLocks noGrp="1" noChangeArrowheads="1"/>
          </p:cNvSpPr>
          <p:nvPr>
            <p:ph type="body" idx="1"/>
          </p:nvPr>
        </p:nvSpPr>
        <p:spPr>
          <a:xfrm>
            <a:off x="650875" y="1143000"/>
            <a:ext cx="8820150" cy="384175"/>
          </a:xfrm>
        </p:spPr>
        <p:txBody>
          <a:bodyPr/>
          <a:lstStyle/>
          <a:p>
            <a:r>
              <a:rPr lang="zh-CN" altLang="en-US" smtClean="0"/>
              <a:t>一般情况下，</a:t>
            </a:r>
          </a:p>
        </p:txBody>
      </p:sp>
      <p:graphicFrame>
        <p:nvGraphicFramePr>
          <p:cNvPr id="447492" name="Object 4"/>
          <p:cNvGraphicFramePr>
            <a:graphicFrameLocks noChangeAspect="1"/>
          </p:cNvGraphicFramePr>
          <p:nvPr/>
        </p:nvGraphicFramePr>
        <p:xfrm>
          <a:off x="0" y="1524000"/>
          <a:ext cx="9906000" cy="2057400"/>
        </p:xfrm>
        <a:graphic>
          <a:graphicData uri="http://schemas.openxmlformats.org/presentationml/2006/ole">
            <mc:AlternateContent xmlns:mc="http://schemas.openxmlformats.org/markup-compatibility/2006">
              <mc:Choice xmlns:v="urn:schemas-microsoft-com:vml" Requires="v">
                <p:oleObj spid="_x0000_s37920" name="Equation" r:id="rId4" imgW="5067300" imgH="889000" progId="Equation.3">
                  <p:embed/>
                </p:oleObj>
              </mc:Choice>
              <mc:Fallback>
                <p:oleObj name="Equation" r:id="rId4" imgW="5067300" imgH="889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524000"/>
                        <a:ext cx="9906000"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493" name="Rectangle 5"/>
          <p:cNvSpPr>
            <a:spLocks noChangeArrowheads="1"/>
          </p:cNvSpPr>
          <p:nvPr/>
        </p:nvSpPr>
        <p:spPr bwMode="auto">
          <a:xfrm>
            <a:off x="660400" y="3213100"/>
            <a:ext cx="8820150"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3200" i="0">
                <a:latin typeface="Times New Roman" pitchFamily="18" charset="0"/>
                <a:ea typeface="黑体" pitchFamily="49" charset="-122"/>
              </a:rPr>
              <a:t>结论：</a:t>
            </a:r>
          </a:p>
          <a:p>
            <a:pPr marL="649288" lvl="1" indent="-261938" algn="l" defTabSz="814388">
              <a:lnSpc>
                <a:spcPct val="90000"/>
              </a:lnSpc>
              <a:spcBef>
                <a:spcPct val="35000"/>
              </a:spcBef>
              <a:buClr>
                <a:srgbClr val="27305F"/>
              </a:buClr>
              <a:buSzPct val="60000"/>
              <a:buFont typeface="Symbol" pitchFamily="18" charset="2"/>
              <a:buChar char="-"/>
            </a:pPr>
            <a:r>
              <a:rPr lang="zh-CN" altLang="en-US" sz="3200" i="0">
                <a:latin typeface="Times New Roman" pitchFamily="18" charset="0"/>
                <a:ea typeface="黑体" pitchFamily="49" charset="-122"/>
              </a:rPr>
              <a:t>差商值与变量的排列次序无关</a:t>
            </a:r>
          </a:p>
          <a:p>
            <a:pPr marL="1027113" lvl="2" indent="-249238" algn="l" defTabSz="814388">
              <a:lnSpc>
                <a:spcPct val="90000"/>
              </a:lnSpc>
              <a:spcBef>
                <a:spcPct val="35000"/>
              </a:spcBef>
              <a:buClr>
                <a:srgbClr val="27305F"/>
              </a:buClr>
              <a:buSzPct val="60000"/>
              <a:buFontTx/>
              <a:buChar char="•"/>
            </a:pPr>
            <a:r>
              <a:rPr lang="zh-CN" altLang="en-US" sz="3200" i="0">
                <a:latin typeface="Times New Roman" pitchFamily="18" charset="0"/>
                <a:ea typeface="黑体" pitchFamily="49" charset="-122"/>
              </a:rPr>
              <a:t>无论如何安排插值节点的顺序，只要节点相同，它们所对应的差商值是相同的</a:t>
            </a:r>
          </a:p>
          <a:p>
            <a:pPr marL="649288" lvl="1" indent="-261938" algn="l" defTabSz="814388">
              <a:lnSpc>
                <a:spcPct val="90000"/>
              </a:lnSpc>
              <a:spcBef>
                <a:spcPct val="35000"/>
              </a:spcBef>
              <a:buClr>
                <a:srgbClr val="27305F"/>
              </a:buClr>
              <a:buSzPct val="60000"/>
              <a:buFont typeface="Symbol" pitchFamily="18" charset="2"/>
              <a:buChar char="-"/>
            </a:pPr>
            <a:r>
              <a:rPr lang="zh-CN" altLang="en-US" sz="3200" i="0">
                <a:latin typeface="Times New Roman" pitchFamily="18" charset="0"/>
                <a:ea typeface="黑体" pitchFamily="49" charset="-122"/>
              </a:rPr>
              <a:t>当</a:t>
            </a:r>
            <a:r>
              <a:rPr lang="en-US" altLang="zh-CN" sz="3200">
                <a:latin typeface="Times New Roman" pitchFamily="18" charset="0"/>
                <a:ea typeface="黑体" pitchFamily="49" charset="-122"/>
              </a:rPr>
              <a:t>f</a:t>
            </a:r>
            <a:r>
              <a:rPr lang="en-US" altLang="zh-CN" sz="3200" i="0">
                <a:latin typeface="Times New Roman" pitchFamily="18" charset="0"/>
                <a:ea typeface="黑体" pitchFamily="49" charset="-122"/>
              </a:rPr>
              <a:t>(</a:t>
            </a:r>
            <a:r>
              <a:rPr lang="en-US" altLang="zh-CN" sz="3200">
                <a:latin typeface="Times New Roman" pitchFamily="18" charset="0"/>
                <a:ea typeface="黑体" pitchFamily="49" charset="-122"/>
              </a:rPr>
              <a:t>x</a:t>
            </a:r>
            <a:r>
              <a:rPr lang="en-US" altLang="zh-CN" sz="3200" i="0">
                <a:latin typeface="Times New Roman" pitchFamily="18" charset="0"/>
                <a:ea typeface="黑体" pitchFamily="49" charset="-122"/>
              </a:rPr>
              <a:t>)</a:t>
            </a:r>
            <a:r>
              <a:rPr lang="zh-CN" altLang="en-US" sz="3200" i="0">
                <a:latin typeface="Times New Roman" pitchFamily="18" charset="0"/>
                <a:ea typeface="黑体" pitchFamily="49" charset="-122"/>
              </a:rPr>
              <a:t>是</a:t>
            </a:r>
            <a:r>
              <a:rPr lang="en-US" altLang="zh-CN" sz="3200">
                <a:latin typeface="Times New Roman" pitchFamily="18" charset="0"/>
                <a:ea typeface="黑体" pitchFamily="49" charset="-122"/>
              </a:rPr>
              <a:t>n</a:t>
            </a:r>
            <a:r>
              <a:rPr lang="zh-CN" altLang="en-US" sz="3200" i="0">
                <a:latin typeface="Times New Roman" pitchFamily="18" charset="0"/>
                <a:ea typeface="黑体" pitchFamily="49" charset="-122"/>
              </a:rPr>
              <a:t>次多项式时，可以证明它的</a:t>
            </a:r>
            <a:r>
              <a:rPr lang="en-US" altLang="zh-CN" sz="3200">
                <a:latin typeface="Times New Roman" pitchFamily="18" charset="0"/>
                <a:ea typeface="黑体" pitchFamily="49" charset="-122"/>
              </a:rPr>
              <a:t>n</a:t>
            </a:r>
            <a:r>
              <a:rPr lang="zh-CN" altLang="en-US" sz="3200" i="0">
                <a:latin typeface="Times New Roman" pitchFamily="18" charset="0"/>
                <a:ea typeface="黑体" pitchFamily="49" charset="-122"/>
              </a:rPr>
              <a:t>阶差商是一个常量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47492"/>
                                        </p:tgtEl>
                                        <p:attrNameLst>
                                          <p:attrName>style.visibility</p:attrName>
                                        </p:attrNameLst>
                                      </p:cBhvr>
                                      <p:to>
                                        <p:strVal val="visible"/>
                                      </p:to>
                                    </p:set>
                                    <p:animEffect transition="in" filter="dissolve">
                                      <p:cBhvr>
                                        <p:cTn id="7" dur="500"/>
                                        <p:tgtEl>
                                          <p:spTgt spid="4474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447493"/>
                                        </p:tgtEl>
                                        <p:attrNameLst>
                                          <p:attrName>style.visibility</p:attrName>
                                        </p:attrNameLst>
                                      </p:cBhvr>
                                      <p:to>
                                        <p:strVal val="visible"/>
                                      </p:to>
                                    </p:set>
                                    <p:animEffect transition="in" filter="wipe(up)">
                                      <p:cBhvr>
                                        <p:cTn id="12" dur="75"/>
                                        <p:tgtEl>
                                          <p:spTgt spid="447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3"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ACC7A77-4936-41ED-B807-235BDB0CB8B4}" type="slidenum">
              <a:rPr lang="zh-CN" altLang="en-US" b="0" i="0" smtClean="0"/>
              <a:pPr/>
              <a:t>20</a:t>
            </a:fld>
            <a:endParaRPr lang="en-US" altLang="zh-CN" b="0" i="0" smtClean="0"/>
          </a:p>
        </p:txBody>
      </p:sp>
      <p:sp>
        <p:nvSpPr>
          <p:cNvPr id="3891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E3C79B7-BC6D-419E-BF07-037B141A5D41}" type="datetime1">
              <a:rPr lang="zh-CN" altLang="en-US" sz="1800" i="0" smtClean="0"/>
              <a:pPr/>
              <a:t>2024/10/20</a:t>
            </a:fld>
            <a:endParaRPr lang="en-US" altLang="zh-CN" sz="1800" i="0" smtClean="0"/>
          </a:p>
        </p:txBody>
      </p:sp>
      <p:sp>
        <p:nvSpPr>
          <p:cNvPr id="586754" name="Rectangle 2"/>
          <p:cNvSpPr>
            <a:spLocks noGrp="1" noChangeArrowheads="1"/>
          </p:cNvSpPr>
          <p:nvPr>
            <p:ph type="title"/>
          </p:nvPr>
        </p:nvSpPr>
        <p:spPr/>
        <p:txBody>
          <a:bodyPr/>
          <a:lstStyle/>
          <a:p>
            <a:pPr>
              <a:defRPr/>
            </a:pPr>
            <a:r>
              <a:rPr lang="zh-CN" altLang="en-US" smtClean="0"/>
              <a:t>§1.1  差  商</a:t>
            </a:r>
          </a:p>
        </p:txBody>
      </p:sp>
      <p:sp>
        <p:nvSpPr>
          <p:cNvPr id="586756" name="Rectangle 4"/>
          <p:cNvSpPr>
            <a:spLocks noChangeArrowheads="1"/>
          </p:cNvSpPr>
          <p:nvPr/>
        </p:nvSpPr>
        <p:spPr bwMode="auto">
          <a:xfrm>
            <a:off x="188913" y="1938338"/>
            <a:ext cx="24653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lvl="1">
              <a:lnSpc>
                <a:spcPct val="90000"/>
              </a:lnSpc>
              <a:spcBef>
                <a:spcPct val="35000"/>
              </a:spcBef>
              <a:buClr>
                <a:srgbClr val="27305F"/>
              </a:buClr>
            </a:pPr>
            <a:r>
              <a:rPr lang="zh-CN" altLang="en-US" sz="2800" i="0">
                <a:latin typeface="Times New Roman" pitchFamily="18" charset="0"/>
              </a:rPr>
              <a:t>记</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p>
        </p:txBody>
      </p:sp>
      <p:sp>
        <p:nvSpPr>
          <p:cNvPr id="586757" name="Rectangle 5"/>
          <p:cNvSpPr>
            <a:spLocks noChangeArrowheads="1"/>
          </p:cNvSpPr>
          <p:nvPr/>
        </p:nvSpPr>
        <p:spPr bwMode="auto">
          <a:xfrm>
            <a:off x="2654300" y="1919288"/>
            <a:ext cx="42751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zh-CN" altLang="en-US" sz="2800" i="0">
                <a:latin typeface="Times New Roman" pitchFamily="18" charset="0"/>
              </a:rPr>
              <a:t>当</a:t>
            </a:r>
            <a:r>
              <a:rPr lang="en-US" altLang="zh-CN" sz="2800">
                <a:latin typeface="Times New Roman" pitchFamily="18" charset="0"/>
              </a:rPr>
              <a:t>x</a:t>
            </a:r>
            <a:r>
              <a:rPr lang="zh-CN" altLang="en-US"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zh-CN" altLang="en-US" sz="2800" i="0">
                <a:latin typeface="Times New Roman" pitchFamily="18" charset="0"/>
              </a:rPr>
              <a:t>时， </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 </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)=0</a:t>
            </a:r>
            <a:endParaRPr lang="zh-CN" altLang="en-US" sz="2800" i="0">
              <a:latin typeface="Times New Roman" pitchFamily="18" charset="0"/>
            </a:endParaRPr>
          </a:p>
        </p:txBody>
      </p:sp>
      <p:sp>
        <p:nvSpPr>
          <p:cNvPr id="586758" name="Rectangle 6"/>
          <p:cNvSpPr>
            <a:spLocks noChangeArrowheads="1"/>
          </p:cNvSpPr>
          <p:nvPr/>
        </p:nvSpPr>
        <p:spPr bwMode="auto">
          <a:xfrm>
            <a:off x="4521200" y="2314575"/>
            <a:ext cx="447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 </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 (</a:t>
            </a:r>
            <a:r>
              <a:rPr lang="en-US" altLang="zh-CN" sz="2800">
                <a:latin typeface="Times New Roman" pitchFamily="18" charset="0"/>
              </a:rPr>
              <a:t>x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a:t>
            </a:r>
          </a:p>
        </p:txBody>
      </p:sp>
      <p:sp>
        <p:nvSpPr>
          <p:cNvPr id="586759" name="Rectangle 7"/>
          <p:cNvSpPr>
            <a:spLocks noChangeArrowheads="1"/>
          </p:cNvSpPr>
          <p:nvPr/>
        </p:nvSpPr>
        <p:spPr bwMode="auto">
          <a:xfrm>
            <a:off x="609600" y="3000375"/>
            <a:ext cx="1458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 </a:t>
            </a:r>
            <a:r>
              <a:rPr lang="en-US" altLang="zh-CN" sz="2800" i="0">
                <a:latin typeface="Times New Roman" pitchFamily="18" charset="0"/>
              </a:rPr>
              <a:t>, </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586760" name="Rectangle 8"/>
          <p:cNvSpPr>
            <a:spLocks noChangeArrowheads="1"/>
          </p:cNvSpPr>
          <p:nvPr/>
        </p:nvSpPr>
        <p:spPr bwMode="auto">
          <a:xfrm>
            <a:off x="2068513" y="2757488"/>
            <a:ext cx="15827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586761" name="Line 9"/>
          <p:cNvSpPr>
            <a:spLocks noChangeShapeType="1"/>
          </p:cNvSpPr>
          <p:nvPr/>
        </p:nvSpPr>
        <p:spPr bwMode="auto">
          <a:xfrm>
            <a:off x="1987550" y="3290888"/>
            <a:ext cx="17335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6762" name="Rectangle 10"/>
          <p:cNvSpPr>
            <a:spLocks noChangeArrowheads="1"/>
          </p:cNvSpPr>
          <p:nvPr/>
        </p:nvSpPr>
        <p:spPr bwMode="auto">
          <a:xfrm>
            <a:off x="2306638" y="3228975"/>
            <a:ext cx="987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grpSp>
        <p:nvGrpSpPr>
          <p:cNvPr id="2" name="Group 11"/>
          <p:cNvGrpSpPr>
            <a:grpSpLocks/>
          </p:cNvGrpSpPr>
          <p:nvPr/>
        </p:nvGrpSpPr>
        <p:grpSpPr bwMode="auto">
          <a:xfrm>
            <a:off x="3738563" y="2757488"/>
            <a:ext cx="2411412" cy="990600"/>
            <a:chOff x="2816" y="1584"/>
            <a:chExt cx="1519" cy="624"/>
          </a:xfrm>
        </p:grpSpPr>
        <p:sp>
          <p:nvSpPr>
            <p:cNvPr id="38961" name="Rectangle 12"/>
            <p:cNvSpPr>
              <a:spLocks noChangeArrowheads="1"/>
            </p:cNvSpPr>
            <p:nvPr/>
          </p:nvSpPr>
          <p:spPr bwMode="auto">
            <a:xfrm>
              <a:off x="3038" y="1584"/>
              <a:ext cx="12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 </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8962" name="Line 13"/>
            <p:cNvSpPr>
              <a:spLocks noChangeShapeType="1"/>
            </p:cNvSpPr>
            <p:nvPr/>
          </p:nvSpPr>
          <p:spPr bwMode="auto">
            <a:xfrm>
              <a:off x="3136" y="1920"/>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63" name="Rectangle 14"/>
            <p:cNvSpPr>
              <a:spLocks noChangeArrowheads="1"/>
            </p:cNvSpPr>
            <p:nvPr/>
          </p:nvSpPr>
          <p:spPr bwMode="auto">
            <a:xfrm>
              <a:off x="3337" y="1881"/>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38964" name="Rectangle 15"/>
            <p:cNvSpPr>
              <a:spLocks noChangeArrowheads="1"/>
            </p:cNvSpPr>
            <p:nvPr/>
          </p:nvSpPr>
          <p:spPr bwMode="auto">
            <a:xfrm>
              <a:off x="2816" y="1737"/>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grpSp>
        <p:nvGrpSpPr>
          <p:cNvPr id="3" name="Group 16"/>
          <p:cNvGrpSpPr>
            <a:grpSpLocks/>
          </p:cNvGrpSpPr>
          <p:nvPr/>
        </p:nvGrpSpPr>
        <p:grpSpPr bwMode="auto">
          <a:xfrm>
            <a:off x="5924550" y="2757488"/>
            <a:ext cx="2489200" cy="990600"/>
            <a:chOff x="2816" y="1584"/>
            <a:chExt cx="1568" cy="624"/>
          </a:xfrm>
        </p:grpSpPr>
        <p:sp>
          <p:nvSpPr>
            <p:cNvPr id="38957" name="Rectangle 17"/>
            <p:cNvSpPr>
              <a:spLocks noChangeArrowheads="1"/>
            </p:cNvSpPr>
            <p:nvPr/>
          </p:nvSpPr>
          <p:spPr bwMode="auto">
            <a:xfrm>
              <a:off x="2989" y="1584"/>
              <a:ext cx="13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8958" name="Line 18"/>
            <p:cNvSpPr>
              <a:spLocks noChangeShapeType="1"/>
            </p:cNvSpPr>
            <p:nvPr/>
          </p:nvSpPr>
          <p:spPr bwMode="auto">
            <a:xfrm>
              <a:off x="3136" y="1920"/>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59" name="Rectangle 19"/>
            <p:cNvSpPr>
              <a:spLocks noChangeArrowheads="1"/>
            </p:cNvSpPr>
            <p:nvPr/>
          </p:nvSpPr>
          <p:spPr bwMode="auto">
            <a:xfrm>
              <a:off x="3337" y="1881"/>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38960" name="Rectangle 20"/>
            <p:cNvSpPr>
              <a:spLocks noChangeArrowheads="1"/>
            </p:cNvSpPr>
            <p:nvPr/>
          </p:nvSpPr>
          <p:spPr bwMode="auto">
            <a:xfrm>
              <a:off x="2816" y="1737"/>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sp>
        <p:nvSpPr>
          <p:cNvPr id="586773" name="Rectangle 21"/>
          <p:cNvSpPr>
            <a:spLocks noChangeArrowheads="1"/>
          </p:cNvSpPr>
          <p:nvPr/>
        </p:nvSpPr>
        <p:spPr bwMode="auto">
          <a:xfrm>
            <a:off x="8308975" y="2986088"/>
            <a:ext cx="1319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grpSp>
        <p:nvGrpSpPr>
          <p:cNvPr id="4" name="Group 22"/>
          <p:cNvGrpSpPr>
            <a:grpSpLocks/>
          </p:cNvGrpSpPr>
          <p:nvPr/>
        </p:nvGrpSpPr>
        <p:grpSpPr bwMode="auto">
          <a:xfrm>
            <a:off x="192088" y="3748088"/>
            <a:ext cx="3694112" cy="990600"/>
            <a:chOff x="121" y="2112"/>
            <a:chExt cx="2327" cy="624"/>
          </a:xfrm>
        </p:grpSpPr>
        <p:sp>
          <p:nvSpPr>
            <p:cNvPr id="38953" name="Rectangle 23"/>
            <p:cNvSpPr>
              <a:spLocks noChangeArrowheads="1"/>
            </p:cNvSpPr>
            <p:nvPr/>
          </p:nvSpPr>
          <p:spPr bwMode="auto">
            <a:xfrm>
              <a:off x="121" y="2265"/>
              <a:ext cx="10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8954" name="Rectangle 24"/>
            <p:cNvSpPr>
              <a:spLocks noChangeArrowheads="1"/>
            </p:cNvSpPr>
            <p:nvPr/>
          </p:nvSpPr>
          <p:spPr bwMode="auto">
            <a:xfrm>
              <a:off x="1019" y="2112"/>
              <a:ext cx="14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8955" name="Line 25"/>
            <p:cNvSpPr>
              <a:spLocks noChangeShapeType="1"/>
            </p:cNvSpPr>
            <p:nvPr/>
          </p:nvSpPr>
          <p:spPr bwMode="auto">
            <a:xfrm>
              <a:off x="1184" y="2448"/>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56" name="Rectangle 26"/>
            <p:cNvSpPr>
              <a:spLocks noChangeArrowheads="1"/>
            </p:cNvSpPr>
            <p:nvPr/>
          </p:nvSpPr>
          <p:spPr bwMode="auto">
            <a:xfrm>
              <a:off x="1385" y="2409"/>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grpSp>
      <p:grpSp>
        <p:nvGrpSpPr>
          <p:cNvPr id="5" name="Group 27"/>
          <p:cNvGrpSpPr>
            <a:grpSpLocks/>
          </p:cNvGrpSpPr>
          <p:nvPr/>
        </p:nvGrpSpPr>
        <p:grpSpPr bwMode="auto">
          <a:xfrm>
            <a:off x="3727450" y="3748088"/>
            <a:ext cx="2578100" cy="990600"/>
            <a:chOff x="2252" y="2112"/>
            <a:chExt cx="1624" cy="624"/>
          </a:xfrm>
        </p:grpSpPr>
        <p:sp>
          <p:nvSpPr>
            <p:cNvPr id="38949" name="Rectangle 28"/>
            <p:cNvSpPr>
              <a:spLocks noChangeArrowheads="1"/>
            </p:cNvSpPr>
            <p:nvPr/>
          </p:nvSpPr>
          <p:spPr bwMode="auto">
            <a:xfrm>
              <a:off x="2400" y="2112"/>
              <a:ext cx="14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38950" name="Line 29"/>
            <p:cNvSpPr>
              <a:spLocks noChangeShapeType="1"/>
            </p:cNvSpPr>
            <p:nvPr/>
          </p:nvSpPr>
          <p:spPr bwMode="auto">
            <a:xfrm>
              <a:off x="2448" y="2448"/>
              <a:ext cx="13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51" name="Rectangle 30"/>
            <p:cNvSpPr>
              <a:spLocks noChangeArrowheads="1"/>
            </p:cNvSpPr>
            <p:nvPr/>
          </p:nvSpPr>
          <p:spPr bwMode="auto">
            <a:xfrm>
              <a:off x="2876" y="2409"/>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38952" name="Rectangle 31"/>
            <p:cNvSpPr>
              <a:spLocks noChangeArrowheads="1"/>
            </p:cNvSpPr>
            <p:nvPr/>
          </p:nvSpPr>
          <p:spPr bwMode="auto">
            <a:xfrm>
              <a:off x="2252" y="2265"/>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sp>
        <p:nvSpPr>
          <p:cNvPr id="38929" name="Rectangle 56"/>
          <p:cNvSpPr>
            <a:spLocks noChangeArrowheads="1"/>
          </p:cNvSpPr>
          <p:nvPr/>
        </p:nvSpPr>
        <p:spPr bwMode="auto">
          <a:xfrm>
            <a:off x="533400" y="1035050"/>
            <a:ext cx="8610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buFont typeface="Wingdings" pitchFamily="2" charset="2"/>
              <a:buChar char="§"/>
            </a:pPr>
            <a:r>
              <a:rPr lang="zh-CN" altLang="en-US" sz="2800" i="0">
                <a:latin typeface="Times New Roman" pitchFamily="18" charset="0"/>
                <a:ea typeface="黑体" pitchFamily="49" charset="-122"/>
              </a:rPr>
              <a:t>一般的，当</a:t>
            </a:r>
            <a:r>
              <a:rPr lang="en-US" altLang="zh-CN" sz="2800">
                <a:latin typeface="Times New Roman" pitchFamily="18" charset="0"/>
                <a:ea typeface="黑体" pitchFamily="49" charset="-122"/>
              </a:rPr>
              <a:t>f</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x</a:t>
            </a:r>
            <a:r>
              <a:rPr lang="en-US" altLang="zh-CN" sz="2800" i="0">
                <a:latin typeface="Times New Roman" pitchFamily="18" charset="0"/>
                <a:ea typeface="黑体" pitchFamily="49" charset="-122"/>
              </a:rPr>
              <a:t>)</a:t>
            </a:r>
            <a:r>
              <a:rPr lang="zh-CN" altLang="en-US" sz="2800" i="0">
                <a:latin typeface="Times New Roman" pitchFamily="18" charset="0"/>
                <a:ea typeface="黑体" pitchFamily="49" charset="-122"/>
              </a:rPr>
              <a:t>是</a:t>
            </a:r>
            <a:r>
              <a:rPr lang="en-US" altLang="zh-CN" sz="2800">
                <a:latin typeface="Times New Roman" pitchFamily="18" charset="0"/>
                <a:ea typeface="黑体" pitchFamily="49" charset="-122"/>
              </a:rPr>
              <a:t>n</a:t>
            </a:r>
            <a:r>
              <a:rPr lang="zh-CN" altLang="en-US" sz="2800" i="0">
                <a:latin typeface="Times New Roman" pitchFamily="18" charset="0"/>
                <a:ea typeface="黑体" pitchFamily="49" charset="-122"/>
              </a:rPr>
              <a:t>次多项式时，可以证明它的</a:t>
            </a:r>
            <a:r>
              <a:rPr lang="en-US" altLang="zh-CN" sz="2800">
                <a:latin typeface="Times New Roman" pitchFamily="18" charset="0"/>
                <a:ea typeface="黑体" pitchFamily="49" charset="-122"/>
              </a:rPr>
              <a:t>n</a:t>
            </a:r>
            <a:r>
              <a:rPr lang="zh-CN" altLang="en-US" sz="2800" i="0">
                <a:latin typeface="Times New Roman" pitchFamily="18" charset="0"/>
                <a:ea typeface="黑体" pitchFamily="49" charset="-122"/>
              </a:rPr>
              <a:t>阶差商是一个常量。</a:t>
            </a:r>
          </a:p>
        </p:txBody>
      </p:sp>
      <p:grpSp>
        <p:nvGrpSpPr>
          <p:cNvPr id="6" name="Group 91"/>
          <p:cNvGrpSpPr>
            <a:grpSpLocks/>
          </p:cNvGrpSpPr>
          <p:nvPr/>
        </p:nvGrpSpPr>
        <p:grpSpPr bwMode="auto">
          <a:xfrm>
            <a:off x="192088" y="5445125"/>
            <a:ext cx="9713912" cy="990600"/>
            <a:chOff x="121" y="3430"/>
            <a:chExt cx="6119" cy="624"/>
          </a:xfrm>
        </p:grpSpPr>
        <p:grpSp>
          <p:nvGrpSpPr>
            <p:cNvPr id="38933" name="Group 73"/>
            <p:cNvGrpSpPr>
              <a:grpSpLocks/>
            </p:cNvGrpSpPr>
            <p:nvPr/>
          </p:nvGrpSpPr>
          <p:grpSpPr bwMode="auto">
            <a:xfrm>
              <a:off x="121" y="3430"/>
              <a:ext cx="2327" cy="624"/>
              <a:chOff x="121" y="2112"/>
              <a:chExt cx="2327" cy="624"/>
            </a:xfrm>
          </p:grpSpPr>
          <p:sp>
            <p:nvSpPr>
              <p:cNvPr id="38945" name="Rectangle 74"/>
              <p:cNvSpPr>
                <a:spLocks noChangeArrowheads="1"/>
              </p:cNvSpPr>
              <p:nvPr/>
            </p:nvSpPr>
            <p:spPr bwMode="auto">
              <a:xfrm>
                <a:off x="121" y="2265"/>
                <a:ext cx="10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8946" name="Rectangle 75"/>
              <p:cNvSpPr>
                <a:spLocks noChangeArrowheads="1"/>
              </p:cNvSpPr>
              <p:nvPr/>
            </p:nvSpPr>
            <p:spPr bwMode="auto">
              <a:xfrm>
                <a:off x="1019" y="2112"/>
                <a:ext cx="14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8947" name="Line 76"/>
              <p:cNvSpPr>
                <a:spLocks noChangeShapeType="1"/>
              </p:cNvSpPr>
              <p:nvPr/>
            </p:nvSpPr>
            <p:spPr bwMode="auto">
              <a:xfrm>
                <a:off x="1184" y="2448"/>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8" name="Rectangle 77"/>
              <p:cNvSpPr>
                <a:spLocks noChangeArrowheads="1"/>
              </p:cNvSpPr>
              <p:nvPr/>
            </p:nvSpPr>
            <p:spPr bwMode="auto">
              <a:xfrm>
                <a:off x="1385" y="2409"/>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grpSp>
        <p:grpSp>
          <p:nvGrpSpPr>
            <p:cNvPr id="38934" name="Group 78"/>
            <p:cNvGrpSpPr>
              <a:grpSpLocks/>
            </p:cNvGrpSpPr>
            <p:nvPr/>
          </p:nvGrpSpPr>
          <p:grpSpPr bwMode="auto">
            <a:xfrm>
              <a:off x="2348" y="3430"/>
              <a:ext cx="1624" cy="624"/>
              <a:chOff x="2252" y="2112"/>
              <a:chExt cx="1624" cy="624"/>
            </a:xfrm>
          </p:grpSpPr>
          <p:sp>
            <p:nvSpPr>
              <p:cNvPr id="38941" name="Rectangle 79"/>
              <p:cNvSpPr>
                <a:spLocks noChangeArrowheads="1"/>
              </p:cNvSpPr>
              <p:nvPr/>
            </p:nvSpPr>
            <p:spPr bwMode="auto">
              <a:xfrm>
                <a:off x="2400" y="2112"/>
                <a:ext cx="14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38942" name="Line 80"/>
              <p:cNvSpPr>
                <a:spLocks noChangeShapeType="1"/>
              </p:cNvSpPr>
              <p:nvPr/>
            </p:nvSpPr>
            <p:spPr bwMode="auto">
              <a:xfrm>
                <a:off x="2448" y="2448"/>
                <a:ext cx="13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3" name="Rectangle 81"/>
              <p:cNvSpPr>
                <a:spLocks noChangeArrowheads="1"/>
              </p:cNvSpPr>
              <p:nvPr/>
            </p:nvSpPr>
            <p:spPr bwMode="auto">
              <a:xfrm>
                <a:off x="2876" y="2409"/>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38944" name="Rectangle 82"/>
              <p:cNvSpPr>
                <a:spLocks noChangeArrowheads="1"/>
              </p:cNvSpPr>
              <p:nvPr/>
            </p:nvSpPr>
            <p:spPr bwMode="auto">
              <a:xfrm>
                <a:off x="2252" y="2265"/>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grpSp>
          <p:nvGrpSpPr>
            <p:cNvPr id="38935" name="Group 83"/>
            <p:cNvGrpSpPr>
              <a:grpSpLocks/>
            </p:cNvGrpSpPr>
            <p:nvPr/>
          </p:nvGrpSpPr>
          <p:grpSpPr bwMode="auto">
            <a:xfrm>
              <a:off x="3904" y="3430"/>
              <a:ext cx="1587" cy="624"/>
              <a:chOff x="2816" y="1584"/>
              <a:chExt cx="1587" cy="624"/>
            </a:xfrm>
          </p:grpSpPr>
          <p:sp>
            <p:nvSpPr>
              <p:cNvPr id="38937" name="Rectangle 84"/>
              <p:cNvSpPr>
                <a:spLocks noChangeArrowheads="1"/>
              </p:cNvSpPr>
              <p:nvPr/>
            </p:nvSpPr>
            <p:spPr bwMode="auto">
              <a:xfrm>
                <a:off x="2971" y="1584"/>
                <a:ext cx="14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n-2</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8938" name="Line 85"/>
              <p:cNvSpPr>
                <a:spLocks noChangeShapeType="1"/>
              </p:cNvSpPr>
              <p:nvPr/>
            </p:nvSpPr>
            <p:spPr bwMode="auto">
              <a:xfrm>
                <a:off x="3136" y="1920"/>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9" name="Rectangle 86"/>
              <p:cNvSpPr>
                <a:spLocks noChangeArrowheads="1"/>
              </p:cNvSpPr>
              <p:nvPr/>
            </p:nvSpPr>
            <p:spPr bwMode="auto">
              <a:xfrm>
                <a:off x="3337" y="1881"/>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38940" name="Rectangle 87"/>
              <p:cNvSpPr>
                <a:spLocks noChangeArrowheads="1"/>
              </p:cNvSpPr>
              <p:nvPr/>
            </p:nvSpPr>
            <p:spPr bwMode="auto">
              <a:xfrm>
                <a:off x="2816" y="1737"/>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sp>
          <p:nvSpPr>
            <p:cNvPr id="38936" name="Rectangle 88"/>
            <p:cNvSpPr>
              <a:spLocks noChangeArrowheads="1"/>
            </p:cNvSpPr>
            <p:nvPr/>
          </p:nvSpPr>
          <p:spPr bwMode="auto">
            <a:xfrm>
              <a:off x="5410" y="3583"/>
              <a:ext cx="8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n-2</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grpSp>
      <p:sp>
        <p:nvSpPr>
          <p:cNvPr id="586841" name="Rectangle 89"/>
          <p:cNvSpPr>
            <a:spLocks noChangeArrowheads="1"/>
          </p:cNvSpPr>
          <p:nvPr/>
        </p:nvSpPr>
        <p:spPr bwMode="auto">
          <a:xfrm>
            <a:off x="0" y="4868863"/>
            <a:ext cx="4116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zh-CN" altLang="en-US" sz="2800" i="0">
                <a:latin typeface="Times New Roman" pitchFamily="18" charset="0"/>
              </a:rPr>
              <a:t>当</a:t>
            </a:r>
            <a:r>
              <a:rPr lang="en-US" altLang="zh-CN" sz="2800">
                <a:latin typeface="Times New Roman" pitchFamily="18" charset="0"/>
              </a:rPr>
              <a:t>x</a:t>
            </a:r>
            <a:r>
              <a:rPr lang="zh-CN" altLang="en-US"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)=0</a:t>
            </a:r>
            <a:endParaRPr lang="zh-CN" altLang="en-US" sz="2800" i="0">
              <a:latin typeface="Times New Roman" pitchFamily="18" charset="0"/>
            </a:endParaRPr>
          </a:p>
        </p:txBody>
      </p:sp>
      <p:sp>
        <p:nvSpPr>
          <p:cNvPr id="586842" name="Rectangle 90"/>
          <p:cNvSpPr>
            <a:spLocks noChangeArrowheads="1"/>
          </p:cNvSpPr>
          <p:nvPr/>
        </p:nvSpPr>
        <p:spPr bwMode="auto">
          <a:xfrm>
            <a:off x="4200525" y="4868863"/>
            <a:ext cx="5705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所以</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 (</a:t>
            </a:r>
            <a:r>
              <a:rPr lang="en-US" altLang="zh-CN" sz="2800">
                <a:latin typeface="Times New Roman" pitchFamily="18" charset="0"/>
              </a:rPr>
              <a:t>x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n-2</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6756"/>
                                        </p:tgtEl>
                                        <p:attrNameLst>
                                          <p:attrName>style.visibility</p:attrName>
                                        </p:attrNameLst>
                                      </p:cBhvr>
                                      <p:to>
                                        <p:strVal val="visible"/>
                                      </p:to>
                                    </p:set>
                                    <p:animEffect transition="in" filter="dissolve">
                                      <p:cBhvr>
                                        <p:cTn id="7" dur="500"/>
                                        <p:tgtEl>
                                          <p:spTgt spid="5867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6757"/>
                                        </p:tgtEl>
                                        <p:attrNameLst>
                                          <p:attrName>style.visibility</p:attrName>
                                        </p:attrNameLst>
                                      </p:cBhvr>
                                      <p:to>
                                        <p:strVal val="visible"/>
                                      </p:to>
                                    </p:set>
                                    <p:animEffect transition="in" filter="dissolve">
                                      <p:cBhvr>
                                        <p:cTn id="12" dur="500"/>
                                        <p:tgtEl>
                                          <p:spTgt spid="5867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6758"/>
                                        </p:tgtEl>
                                        <p:attrNameLst>
                                          <p:attrName>style.visibility</p:attrName>
                                        </p:attrNameLst>
                                      </p:cBhvr>
                                      <p:to>
                                        <p:strVal val="visible"/>
                                      </p:to>
                                    </p:set>
                                    <p:animEffect transition="in" filter="dissolve">
                                      <p:cBhvr>
                                        <p:cTn id="17" dur="500"/>
                                        <p:tgtEl>
                                          <p:spTgt spid="5867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86759"/>
                                        </p:tgtEl>
                                        <p:attrNameLst>
                                          <p:attrName>style.visibility</p:attrName>
                                        </p:attrNameLst>
                                      </p:cBhvr>
                                      <p:to>
                                        <p:strVal val="visible"/>
                                      </p:to>
                                    </p:set>
                                    <p:animEffect transition="in" filter="dissolve">
                                      <p:cBhvr>
                                        <p:cTn id="22" dur="500"/>
                                        <p:tgtEl>
                                          <p:spTgt spid="5867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86760"/>
                                        </p:tgtEl>
                                        <p:attrNameLst>
                                          <p:attrName>style.visibility</p:attrName>
                                        </p:attrNameLst>
                                      </p:cBhvr>
                                      <p:to>
                                        <p:strVal val="visible"/>
                                      </p:to>
                                    </p:set>
                                    <p:animEffect transition="in" filter="dissolve">
                                      <p:cBhvr>
                                        <p:cTn id="27" dur="500"/>
                                        <p:tgtEl>
                                          <p:spTgt spid="58676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86761"/>
                                        </p:tgtEl>
                                        <p:attrNameLst>
                                          <p:attrName>style.visibility</p:attrName>
                                        </p:attrNameLst>
                                      </p:cBhvr>
                                      <p:to>
                                        <p:strVal val="visible"/>
                                      </p:to>
                                    </p:set>
                                    <p:animEffect transition="in" filter="dissolve">
                                      <p:cBhvr>
                                        <p:cTn id="32" dur="500"/>
                                        <p:tgtEl>
                                          <p:spTgt spid="58676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86762"/>
                                        </p:tgtEl>
                                        <p:attrNameLst>
                                          <p:attrName>style.visibility</p:attrName>
                                        </p:attrNameLst>
                                      </p:cBhvr>
                                      <p:to>
                                        <p:strVal val="visible"/>
                                      </p:to>
                                    </p:set>
                                    <p:animEffect transition="in" filter="dissolve">
                                      <p:cBhvr>
                                        <p:cTn id="37" dur="500"/>
                                        <p:tgtEl>
                                          <p:spTgt spid="58676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dissolve">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dissolve">
                                      <p:cBhvr>
                                        <p:cTn id="47" dur="500"/>
                                        <p:tgtEl>
                                          <p:spTgt spid="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586773"/>
                                        </p:tgtEl>
                                        <p:attrNameLst>
                                          <p:attrName>style.visibility</p:attrName>
                                        </p:attrNameLst>
                                      </p:cBhvr>
                                      <p:to>
                                        <p:strVal val="visible"/>
                                      </p:to>
                                    </p:set>
                                    <p:animEffect transition="in" filter="dissolve">
                                      <p:cBhvr>
                                        <p:cTn id="52" dur="500"/>
                                        <p:tgtEl>
                                          <p:spTgt spid="58677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dissolve">
                                      <p:cBhvr>
                                        <p:cTn id="57" dur="500"/>
                                        <p:tgtEl>
                                          <p:spTgt spid="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dissolve">
                                      <p:cBhvr>
                                        <p:cTn id="62" dur="500"/>
                                        <p:tgtEl>
                                          <p:spTgt spid="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586841"/>
                                        </p:tgtEl>
                                        <p:attrNameLst>
                                          <p:attrName>style.visibility</p:attrName>
                                        </p:attrNameLst>
                                      </p:cBhvr>
                                      <p:to>
                                        <p:strVal val="visible"/>
                                      </p:to>
                                    </p:set>
                                    <p:animEffect transition="in" filter="dissolve">
                                      <p:cBhvr>
                                        <p:cTn id="67" dur="500"/>
                                        <p:tgtEl>
                                          <p:spTgt spid="58684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586842"/>
                                        </p:tgtEl>
                                        <p:attrNameLst>
                                          <p:attrName>style.visibility</p:attrName>
                                        </p:attrNameLst>
                                      </p:cBhvr>
                                      <p:to>
                                        <p:strVal val="visible"/>
                                      </p:to>
                                    </p:set>
                                    <p:animEffect transition="in" filter="dissolve">
                                      <p:cBhvr>
                                        <p:cTn id="72" dur="500"/>
                                        <p:tgtEl>
                                          <p:spTgt spid="58684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6"/>
                                        </p:tgtEl>
                                        <p:attrNameLst>
                                          <p:attrName>style.visibility</p:attrName>
                                        </p:attrNameLst>
                                      </p:cBhvr>
                                      <p:to>
                                        <p:strVal val="visible"/>
                                      </p:to>
                                    </p:set>
                                    <p:animEffect transition="in" filter="wipe(up)">
                                      <p:cBhvr>
                                        <p:cTn id="7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6" grpId="0" autoUpdateAnimBg="0"/>
      <p:bldP spid="586757" grpId="0" autoUpdateAnimBg="0"/>
      <p:bldP spid="586758" grpId="0" autoUpdateAnimBg="0"/>
      <p:bldP spid="586759" grpId="0" autoUpdateAnimBg="0"/>
      <p:bldP spid="586760" grpId="0" autoUpdateAnimBg="0"/>
      <p:bldP spid="586761" grpId="0" animBg="1"/>
      <p:bldP spid="586762" grpId="0" autoUpdateAnimBg="0"/>
      <p:bldP spid="586773" grpId="0" autoUpdateAnimBg="0"/>
      <p:bldP spid="586841" grpId="0" autoUpdateAnimBg="0"/>
      <p:bldP spid="58684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4D65D66-69F2-4047-883B-B4AE27180276}" type="slidenum">
              <a:rPr lang="zh-CN" altLang="en-US" b="0" i="0" smtClean="0"/>
              <a:pPr/>
              <a:t>21</a:t>
            </a:fld>
            <a:endParaRPr lang="en-US" altLang="zh-CN" b="0" i="0" smtClean="0"/>
          </a:p>
        </p:txBody>
      </p:sp>
      <p:sp>
        <p:nvSpPr>
          <p:cNvPr id="3993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527F7DB-340F-4A3A-A1FA-AC1CB99A53E2}" type="datetime1">
              <a:rPr lang="zh-CN" altLang="en-US" sz="1800" i="0" smtClean="0"/>
              <a:pPr/>
              <a:t>2024/10/20</a:t>
            </a:fld>
            <a:endParaRPr lang="en-US" altLang="zh-CN" sz="1800" i="0" smtClean="0"/>
          </a:p>
        </p:txBody>
      </p:sp>
      <p:sp>
        <p:nvSpPr>
          <p:cNvPr id="816130" name="Rectangle 2"/>
          <p:cNvSpPr>
            <a:spLocks noGrp="1" noChangeArrowheads="1"/>
          </p:cNvSpPr>
          <p:nvPr>
            <p:ph type="title"/>
          </p:nvPr>
        </p:nvSpPr>
        <p:spPr/>
        <p:txBody>
          <a:bodyPr/>
          <a:lstStyle/>
          <a:p>
            <a:pPr>
              <a:defRPr/>
            </a:pPr>
            <a:r>
              <a:rPr lang="zh-CN" altLang="en-US" smtClean="0"/>
              <a:t>§1.1  差  商</a:t>
            </a:r>
          </a:p>
        </p:txBody>
      </p:sp>
      <p:sp>
        <p:nvSpPr>
          <p:cNvPr id="39941" name="Rectangle 3"/>
          <p:cNvSpPr>
            <a:spLocks noChangeArrowheads="1"/>
          </p:cNvSpPr>
          <p:nvPr/>
        </p:nvSpPr>
        <p:spPr bwMode="auto">
          <a:xfrm>
            <a:off x="188913" y="1235075"/>
            <a:ext cx="24653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lvl="1">
              <a:lnSpc>
                <a:spcPct val="90000"/>
              </a:lnSpc>
              <a:spcBef>
                <a:spcPct val="35000"/>
              </a:spcBef>
              <a:buClr>
                <a:srgbClr val="27305F"/>
              </a:buClr>
            </a:pPr>
            <a:r>
              <a:rPr lang="zh-CN" altLang="en-US" sz="2800" i="0">
                <a:latin typeface="Times New Roman" pitchFamily="18" charset="0"/>
              </a:rPr>
              <a:t>记</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p>
        </p:txBody>
      </p:sp>
      <p:sp>
        <p:nvSpPr>
          <p:cNvPr id="39942" name="Rectangle 4"/>
          <p:cNvSpPr>
            <a:spLocks noChangeArrowheads="1"/>
          </p:cNvSpPr>
          <p:nvPr/>
        </p:nvSpPr>
        <p:spPr bwMode="auto">
          <a:xfrm>
            <a:off x="2654300" y="1216025"/>
            <a:ext cx="4279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zh-CN" altLang="en-US" sz="2800" i="0">
                <a:latin typeface="Times New Roman" pitchFamily="18" charset="0"/>
              </a:rPr>
              <a:t>当</a:t>
            </a:r>
            <a:r>
              <a:rPr lang="en-US" altLang="zh-CN" sz="2800">
                <a:latin typeface="Times New Roman" pitchFamily="18" charset="0"/>
              </a:rPr>
              <a:t>x</a:t>
            </a:r>
            <a:r>
              <a:rPr lang="zh-CN" altLang="en-US"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zh-CN" altLang="en-US" sz="2800" i="0">
                <a:latin typeface="Times New Roman" pitchFamily="18" charset="0"/>
              </a:rPr>
              <a:t>时， </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 </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)=0</a:t>
            </a:r>
            <a:endParaRPr lang="zh-CN" altLang="en-US" sz="2800" i="0">
              <a:latin typeface="Times New Roman" pitchFamily="18" charset="0"/>
            </a:endParaRPr>
          </a:p>
        </p:txBody>
      </p:sp>
      <p:sp>
        <p:nvSpPr>
          <p:cNvPr id="39943" name="Rectangle 5"/>
          <p:cNvSpPr>
            <a:spLocks noChangeArrowheads="1"/>
          </p:cNvSpPr>
          <p:nvPr/>
        </p:nvSpPr>
        <p:spPr bwMode="auto">
          <a:xfrm>
            <a:off x="4521200" y="1611313"/>
            <a:ext cx="4470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 </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 (</a:t>
            </a:r>
            <a:r>
              <a:rPr lang="en-US" altLang="zh-CN" sz="2800">
                <a:latin typeface="Times New Roman" pitchFamily="18" charset="0"/>
              </a:rPr>
              <a:t>x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a:t>
            </a:r>
          </a:p>
        </p:txBody>
      </p:sp>
      <p:sp>
        <p:nvSpPr>
          <p:cNvPr id="39944" name="Rectangle 6"/>
          <p:cNvSpPr>
            <a:spLocks noChangeArrowheads="1"/>
          </p:cNvSpPr>
          <p:nvPr/>
        </p:nvSpPr>
        <p:spPr bwMode="auto">
          <a:xfrm>
            <a:off x="609600" y="2297113"/>
            <a:ext cx="1458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 </a:t>
            </a:r>
            <a:r>
              <a:rPr lang="en-US" altLang="zh-CN" sz="2800" i="0">
                <a:latin typeface="Times New Roman" pitchFamily="18" charset="0"/>
              </a:rPr>
              <a:t>, </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9945" name="Rectangle 7"/>
          <p:cNvSpPr>
            <a:spLocks noChangeArrowheads="1"/>
          </p:cNvSpPr>
          <p:nvPr/>
        </p:nvSpPr>
        <p:spPr bwMode="auto">
          <a:xfrm>
            <a:off x="2068513" y="2054225"/>
            <a:ext cx="15827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9946" name="Line 8"/>
          <p:cNvSpPr>
            <a:spLocks noChangeShapeType="1"/>
          </p:cNvSpPr>
          <p:nvPr/>
        </p:nvSpPr>
        <p:spPr bwMode="auto">
          <a:xfrm>
            <a:off x="1987550" y="2587625"/>
            <a:ext cx="17335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7" name="Rectangle 9"/>
          <p:cNvSpPr>
            <a:spLocks noChangeArrowheads="1"/>
          </p:cNvSpPr>
          <p:nvPr/>
        </p:nvSpPr>
        <p:spPr bwMode="auto">
          <a:xfrm>
            <a:off x="2306638" y="2525713"/>
            <a:ext cx="987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grpSp>
        <p:nvGrpSpPr>
          <p:cNvPr id="39948" name="Group 10"/>
          <p:cNvGrpSpPr>
            <a:grpSpLocks/>
          </p:cNvGrpSpPr>
          <p:nvPr/>
        </p:nvGrpSpPr>
        <p:grpSpPr bwMode="auto">
          <a:xfrm>
            <a:off x="3738563" y="2054225"/>
            <a:ext cx="2411412" cy="990600"/>
            <a:chOff x="2816" y="1584"/>
            <a:chExt cx="1519" cy="624"/>
          </a:xfrm>
        </p:grpSpPr>
        <p:sp>
          <p:nvSpPr>
            <p:cNvPr id="39988" name="Rectangle 11"/>
            <p:cNvSpPr>
              <a:spLocks noChangeArrowheads="1"/>
            </p:cNvSpPr>
            <p:nvPr/>
          </p:nvSpPr>
          <p:spPr bwMode="auto">
            <a:xfrm>
              <a:off x="3038" y="1584"/>
              <a:ext cx="12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 - </a:t>
              </a:r>
              <a:r>
                <a:rPr lang="en-US" altLang="zh-CN" sz="280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9989" name="Line 12"/>
            <p:cNvSpPr>
              <a:spLocks noChangeShapeType="1"/>
            </p:cNvSpPr>
            <p:nvPr/>
          </p:nvSpPr>
          <p:spPr bwMode="auto">
            <a:xfrm>
              <a:off x="3136" y="1920"/>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0" name="Rectangle 13"/>
            <p:cNvSpPr>
              <a:spLocks noChangeArrowheads="1"/>
            </p:cNvSpPr>
            <p:nvPr/>
          </p:nvSpPr>
          <p:spPr bwMode="auto">
            <a:xfrm>
              <a:off x="3337" y="1881"/>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39991" name="Rectangle 14"/>
            <p:cNvSpPr>
              <a:spLocks noChangeArrowheads="1"/>
            </p:cNvSpPr>
            <p:nvPr/>
          </p:nvSpPr>
          <p:spPr bwMode="auto">
            <a:xfrm>
              <a:off x="2816" y="1737"/>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grpSp>
        <p:nvGrpSpPr>
          <p:cNvPr id="39949" name="Group 15"/>
          <p:cNvGrpSpPr>
            <a:grpSpLocks/>
          </p:cNvGrpSpPr>
          <p:nvPr/>
        </p:nvGrpSpPr>
        <p:grpSpPr bwMode="auto">
          <a:xfrm>
            <a:off x="5924550" y="2054225"/>
            <a:ext cx="2489200" cy="990600"/>
            <a:chOff x="2816" y="1584"/>
            <a:chExt cx="1568" cy="624"/>
          </a:xfrm>
        </p:grpSpPr>
        <p:sp>
          <p:nvSpPr>
            <p:cNvPr id="39984" name="Rectangle 16"/>
            <p:cNvSpPr>
              <a:spLocks noChangeArrowheads="1"/>
            </p:cNvSpPr>
            <p:nvPr/>
          </p:nvSpPr>
          <p:spPr bwMode="auto">
            <a:xfrm>
              <a:off x="2989" y="1584"/>
              <a:ext cx="13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9985" name="Line 17"/>
            <p:cNvSpPr>
              <a:spLocks noChangeShapeType="1"/>
            </p:cNvSpPr>
            <p:nvPr/>
          </p:nvSpPr>
          <p:spPr bwMode="auto">
            <a:xfrm>
              <a:off x="3136" y="1920"/>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6" name="Rectangle 18"/>
            <p:cNvSpPr>
              <a:spLocks noChangeArrowheads="1"/>
            </p:cNvSpPr>
            <p:nvPr/>
          </p:nvSpPr>
          <p:spPr bwMode="auto">
            <a:xfrm>
              <a:off x="3337" y="1881"/>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39987" name="Rectangle 19"/>
            <p:cNvSpPr>
              <a:spLocks noChangeArrowheads="1"/>
            </p:cNvSpPr>
            <p:nvPr/>
          </p:nvSpPr>
          <p:spPr bwMode="auto">
            <a:xfrm>
              <a:off x="2816" y="1737"/>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sp>
        <p:nvSpPr>
          <p:cNvPr id="39950" name="Rectangle 20"/>
          <p:cNvSpPr>
            <a:spLocks noChangeArrowheads="1"/>
          </p:cNvSpPr>
          <p:nvPr/>
        </p:nvSpPr>
        <p:spPr bwMode="auto">
          <a:xfrm>
            <a:off x="8308975" y="2282825"/>
            <a:ext cx="1319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grpSp>
        <p:nvGrpSpPr>
          <p:cNvPr id="39951" name="Group 21"/>
          <p:cNvGrpSpPr>
            <a:grpSpLocks/>
          </p:cNvGrpSpPr>
          <p:nvPr/>
        </p:nvGrpSpPr>
        <p:grpSpPr bwMode="auto">
          <a:xfrm>
            <a:off x="192088" y="3044825"/>
            <a:ext cx="3694112" cy="990600"/>
            <a:chOff x="121" y="2112"/>
            <a:chExt cx="2327" cy="624"/>
          </a:xfrm>
        </p:grpSpPr>
        <p:sp>
          <p:nvSpPr>
            <p:cNvPr id="39980" name="Rectangle 22"/>
            <p:cNvSpPr>
              <a:spLocks noChangeArrowheads="1"/>
            </p:cNvSpPr>
            <p:nvPr/>
          </p:nvSpPr>
          <p:spPr bwMode="auto">
            <a:xfrm>
              <a:off x="121" y="2265"/>
              <a:ext cx="10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9981" name="Rectangle 23"/>
            <p:cNvSpPr>
              <a:spLocks noChangeArrowheads="1"/>
            </p:cNvSpPr>
            <p:nvPr/>
          </p:nvSpPr>
          <p:spPr bwMode="auto">
            <a:xfrm>
              <a:off x="1019" y="2112"/>
              <a:ext cx="142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9982" name="Line 24"/>
            <p:cNvSpPr>
              <a:spLocks noChangeShapeType="1"/>
            </p:cNvSpPr>
            <p:nvPr/>
          </p:nvSpPr>
          <p:spPr bwMode="auto">
            <a:xfrm>
              <a:off x="1184" y="2448"/>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3" name="Rectangle 25"/>
            <p:cNvSpPr>
              <a:spLocks noChangeArrowheads="1"/>
            </p:cNvSpPr>
            <p:nvPr/>
          </p:nvSpPr>
          <p:spPr bwMode="auto">
            <a:xfrm>
              <a:off x="1385" y="2409"/>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grpSp>
      <p:grpSp>
        <p:nvGrpSpPr>
          <p:cNvPr id="39952" name="Group 26"/>
          <p:cNvGrpSpPr>
            <a:grpSpLocks/>
          </p:cNvGrpSpPr>
          <p:nvPr/>
        </p:nvGrpSpPr>
        <p:grpSpPr bwMode="auto">
          <a:xfrm>
            <a:off x="3727450" y="3044825"/>
            <a:ext cx="2578100" cy="990600"/>
            <a:chOff x="2252" y="2112"/>
            <a:chExt cx="1624" cy="624"/>
          </a:xfrm>
        </p:grpSpPr>
        <p:sp>
          <p:nvSpPr>
            <p:cNvPr id="39976" name="Rectangle 27"/>
            <p:cNvSpPr>
              <a:spLocks noChangeArrowheads="1"/>
            </p:cNvSpPr>
            <p:nvPr/>
          </p:nvSpPr>
          <p:spPr bwMode="auto">
            <a:xfrm>
              <a:off x="2400" y="2112"/>
              <a:ext cx="14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39977" name="Line 28"/>
            <p:cNvSpPr>
              <a:spLocks noChangeShapeType="1"/>
            </p:cNvSpPr>
            <p:nvPr/>
          </p:nvSpPr>
          <p:spPr bwMode="auto">
            <a:xfrm>
              <a:off x="2448" y="2448"/>
              <a:ext cx="13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8" name="Rectangle 29"/>
            <p:cNvSpPr>
              <a:spLocks noChangeArrowheads="1"/>
            </p:cNvSpPr>
            <p:nvPr/>
          </p:nvSpPr>
          <p:spPr bwMode="auto">
            <a:xfrm>
              <a:off x="2876" y="2409"/>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39979" name="Rectangle 30"/>
            <p:cNvSpPr>
              <a:spLocks noChangeArrowheads="1"/>
            </p:cNvSpPr>
            <p:nvPr/>
          </p:nvSpPr>
          <p:spPr bwMode="auto">
            <a:xfrm>
              <a:off x="2252" y="2265"/>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grpSp>
        <p:nvGrpSpPr>
          <p:cNvPr id="39953" name="Group 31"/>
          <p:cNvGrpSpPr>
            <a:grpSpLocks/>
          </p:cNvGrpSpPr>
          <p:nvPr/>
        </p:nvGrpSpPr>
        <p:grpSpPr bwMode="auto">
          <a:xfrm>
            <a:off x="6197600" y="3044825"/>
            <a:ext cx="2519363" cy="990600"/>
            <a:chOff x="2816" y="1584"/>
            <a:chExt cx="1587" cy="624"/>
          </a:xfrm>
        </p:grpSpPr>
        <p:sp>
          <p:nvSpPr>
            <p:cNvPr id="39972" name="Rectangle 32"/>
            <p:cNvSpPr>
              <a:spLocks noChangeArrowheads="1"/>
            </p:cNvSpPr>
            <p:nvPr/>
          </p:nvSpPr>
          <p:spPr bwMode="auto">
            <a:xfrm>
              <a:off x="2971" y="1584"/>
              <a:ext cx="14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n-2</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9973" name="Line 33"/>
            <p:cNvSpPr>
              <a:spLocks noChangeShapeType="1"/>
            </p:cNvSpPr>
            <p:nvPr/>
          </p:nvSpPr>
          <p:spPr bwMode="auto">
            <a:xfrm>
              <a:off x="3136" y="1920"/>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4" name="Rectangle 34"/>
            <p:cNvSpPr>
              <a:spLocks noChangeArrowheads="1"/>
            </p:cNvSpPr>
            <p:nvPr/>
          </p:nvSpPr>
          <p:spPr bwMode="auto">
            <a:xfrm>
              <a:off x="3337" y="1881"/>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39975" name="Rectangle 35"/>
            <p:cNvSpPr>
              <a:spLocks noChangeArrowheads="1"/>
            </p:cNvSpPr>
            <p:nvPr/>
          </p:nvSpPr>
          <p:spPr bwMode="auto">
            <a:xfrm>
              <a:off x="2816" y="1737"/>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sp>
        <p:nvSpPr>
          <p:cNvPr id="39954" name="Rectangle 36"/>
          <p:cNvSpPr>
            <a:spLocks noChangeArrowheads="1"/>
          </p:cNvSpPr>
          <p:nvPr/>
        </p:nvSpPr>
        <p:spPr bwMode="auto">
          <a:xfrm>
            <a:off x="8588375" y="3287713"/>
            <a:ext cx="1317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n-2</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grpSp>
        <p:nvGrpSpPr>
          <p:cNvPr id="7" name="Group 37"/>
          <p:cNvGrpSpPr>
            <a:grpSpLocks/>
          </p:cNvGrpSpPr>
          <p:nvPr/>
        </p:nvGrpSpPr>
        <p:grpSpPr bwMode="auto">
          <a:xfrm>
            <a:off x="0" y="4021138"/>
            <a:ext cx="4956175" cy="990600"/>
            <a:chOff x="4" y="2592"/>
            <a:chExt cx="2981" cy="624"/>
          </a:xfrm>
        </p:grpSpPr>
        <p:sp>
          <p:nvSpPr>
            <p:cNvPr id="39968" name="Rectangle 38"/>
            <p:cNvSpPr>
              <a:spLocks noChangeArrowheads="1"/>
            </p:cNvSpPr>
            <p:nvPr/>
          </p:nvSpPr>
          <p:spPr bwMode="auto">
            <a:xfrm>
              <a:off x="4" y="2745"/>
              <a:ext cx="12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9969" name="Rectangle 39"/>
            <p:cNvSpPr>
              <a:spLocks noChangeArrowheads="1"/>
            </p:cNvSpPr>
            <p:nvPr/>
          </p:nvSpPr>
          <p:spPr bwMode="auto">
            <a:xfrm>
              <a:off x="1154" y="2592"/>
              <a:ext cx="18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39970" name="Line 40"/>
            <p:cNvSpPr>
              <a:spLocks noChangeShapeType="1"/>
            </p:cNvSpPr>
            <p:nvPr/>
          </p:nvSpPr>
          <p:spPr bwMode="auto">
            <a:xfrm>
              <a:off x="1200" y="2928"/>
              <a:ext cx="17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1" name="Rectangle 41"/>
            <p:cNvSpPr>
              <a:spLocks noChangeArrowheads="1"/>
            </p:cNvSpPr>
            <p:nvPr/>
          </p:nvSpPr>
          <p:spPr bwMode="auto">
            <a:xfrm>
              <a:off x="1735" y="2889"/>
              <a:ext cx="5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2</a:t>
              </a:r>
              <a:endParaRPr lang="zh-CN" altLang="en-US" sz="2800" i="0" baseline="-25000">
                <a:latin typeface="Times New Roman" pitchFamily="18" charset="0"/>
              </a:endParaRPr>
            </a:p>
          </p:txBody>
        </p:sp>
      </p:grpSp>
      <p:grpSp>
        <p:nvGrpSpPr>
          <p:cNvPr id="8" name="Group 42"/>
          <p:cNvGrpSpPr>
            <a:grpSpLocks/>
          </p:cNvGrpSpPr>
          <p:nvPr/>
        </p:nvGrpSpPr>
        <p:grpSpPr bwMode="auto">
          <a:xfrm>
            <a:off x="4881563" y="4094163"/>
            <a:ext cx="2578100" cy="990600"/>
            <a:chOff x="2252" y="2112"/>
            <a:chExt cx="1624" cy="624"/>
          </a:xfrm>
        </p:grpSpPr>
        <p:sp>
          <p:nvSpPr>
            <p:cNvPr id="39964" name="Rectangle 43"/>
            <p:cNvSpPr>
              <a:spLocks noChangeArrowheads="1"/>
            </p:cNvSpPr>
            <p:nvPr/>
          </p:nvSpPr>
          <p:spPr bwMode="auto">
            <a:xfrm>
              <a:off x="2400" y="2112"/>
              <a:ext cx="14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n-2</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zh-CN" altLang="en-US" sz="2800" i="0">
                  <a:latin typeface="Times New Roman" pitchFamily="18" charset="0"/>
                </a:rPr>
                <a:t>–</a:t>
              </a:r>
              <a:r>
                <a:rPr lang="en-US" altLang="zh-CN" sz="2800">
                  <a:latin typeface="Times New Roman" pitchFamily="18" charset="0"/>
                </a:rPr>
                <a:t>p</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39965" name="Line 44"/>
            <p:cNvSpPr>
              <a:spLocks noChangeShapeType="1"/>
            </p:cNvSpPr>
            <p:nvPr/>
          </p:nvSpPr>
          <p:spPr bwMode="auto">
            <a:xfrm>
              <a:off x="2448" y="2448"/>
              <a:ext cx="13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6" name="Rectangle 45"/>
            <p:cNvSpPr>
              <a:spLocks noChangeArrowheads="1"/>
            </p:cNvSpPr>
            <p:nvPr/>
          </p:nvSpPr>
          <p:spPr bwMode="auto">
            <a:xfrm>
              <a:off x="2876" y="2409"/>
              <a:ext cx="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2</a:t>
              </a:r>
              <a:endParaRPr lang="zh-CN" altLang="en-US" sz="2800" i="0" baseline="-25000">
                <a:latin typeface="Times New Roman" pitchFamily="18" charset="0"/>
              </a:endParaRPr>
            </a:p>
          </p:txBody>
        </p:sp>
        <p:sp>
          <p:nvSpPr>
            <p:cNvPr id="39967" name="Rectangle 46"/>
            <p:cNvSpPr>
              <a:spLocks noChangeArrowheads="1"/>
            </p:cNvSpPr>
            <p:nvPr/>
          </p:nvSpPr>
          <p:spPr bwMode="auto">
            <a:xfrm>
              <a:off x="2252" y="2265"/>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grpSp>
        <p:nvGrpSpPr>
          <p:cNvPr id="9" name="Group 47"/>
          <p:cNvGrpSpPr>
            <a:grpSpLocks/>
          </p:cNvGrpSpPr>
          <p:nvPr/>
        </p:nvGrpSpPr>
        <p:grpSpPr bwMode="auto">
          <a:xfrm>
            <a:off x="1928813" y="4797425"/>
            <a:ext cx="2486025" cy="990600"/>
            <a:chOff x="2812" y="1584"/>
            <a:chExt cx="1613" cy="624"/>
          </a:xfrm>
        </p:grpSpPr>
        <p:sp>
          <p:nvSpPr>
            <p:cNvPr id="39960" name="Rectangle 48"/>
            <p:cNvSpPr>
              <a:spLocks noChangeArrowheads="1"/>
            </p:cNvSpPr>
            <p:nvPr/>
          </p:nvSpPr>
          <p:spPr bwMode="auto">
            <a:xfrm>
              <a:off x="2950" y="1584"/>
              <a:ext cx="14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n-3</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39961" name="Line 49"/>
            <p:cNvSpPr>
              <a:spLocks noChangeShapeType="1"/>
            </p:cNvSpPr>
            <p:nvPr/>
          </p:nvSpPr>
          <p:spPr bwMode="auto">
            <a:xfrm>
              <a:off x="3136" y="1920"/>
              <a:ext cx="10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2" name="Rectangle 50"/>
            <p:cNvSpPr>
              <a:spLocks noChangeArrowheads="1"/>
            </p:cNvSpPr>
            <p:nvPr/>
          </p:nvSpPr>
          <p:spPr bwMode="auto">
            <a:xfrm>
              <a:off x="3328" y="1881"/>
              <a:ext cx="6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2</a:t>
              </a:r>
              <a:endParaRPr lang="zh-CN" altLang="en-US" sz="2800" i="0" baseline="-25000">
                <a:latin typeface="Times New Roman" pitchFamily="18" charset="0"/>
              </a:endParaRPr>
            </a:p>
          </p:txBody>
        </p:sp>
        <p:sp>
          <p:nvSpPr>
            <p:cNvPr id="39963" name="Rectangle 51"/>
            <p:cNvSpPr>
              <a:spLocks noChangeArrowheads="1"/>
            </p:cNvSpPr>
            <p:nvPr/>
          </p:nvSpPr>
          <p:spPr bwMode="auto">
            <a:xfrm>
              <a:off x="2812" y="1737"/>
              <a:ext cx="2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grpSp>
      <p:sp>
        <p:nvSpPr>
          <p:cNvPr id="816180" name="Rectangle 52"/>
          <p:cNvSpPr>
            <a:spLocks noChangeArrowheads="1"/>
          </p:cNvSpPr>
          <p:nvPr/>
        </p:nvSpPr>
        <p:spPr bwMode="auto">
          <a:xfrm>
            <a:off x="4318000" y="5035550"/>
            <a:ext cx="1317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=p</a:t>
            </a:r>
            <a:r>
              <a:rPr lang="en-US" altLang="zh-CN" sz="2800" i="0" baseline="-25000">
                <a:latin typeface="Times New Roman" pitchFamily="18" charset="0"/>
              </a:rPr>
              <a:t>n-3</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816181" name="Rectangle 53"/>
          <p:cNvSpPr>
            <a:spLocks noChangeArrowheads="1"/>
          </p:cNvSpPr>
          <p:nvPr/>
        </p:nvSpPr>
        <p:spPr bwMode="auto">
          <a:xfrm>
            <a:off x="1568450" y="5876925"/>
            <a:ext cx="5624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a:t>
            </a:r>
            <a:r>
              <a:rPr lang="en-US" altLang="zh-CN" sz="2800">
                <a:latin typeface="Times New Roman" pitchFamily="18" charset="0"/>
              </a:rPr>
              <a:t>p</a:t>
            </a:r>
            <a:r>
              <a:rPr lang="en-US" altLang="zh-CN" sz="2800" i="0" baseline="-25000">
                <a:latin typeface="Times New Roman" pitchFamily="18" charset="0"/>
              </a:rPr>
              <a:t>n-(n+1-1)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 </a:t>
            </a:r>
            <a:r>
              <a:rPr lang="en-US" altLang="zh-CN" sz="2800">
                <a:latin typeface="Times New Roman" pitchFamily="18" charset="0"/>
              </a:rPr>
              <a:t>p</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16180"/>
                                        </p:tgtEl>
                                        <p:attrNameLst>
                                          <p:attrName>style.visibility</p:attrName>
                                        </p:attrNameLst>
                                      </p:cBhvr>
                                      <p:to>
                                        <p:strVal val="visible"/>
                                      </p:to>
                                    </p:set>
                                    <p:animEffect transition="in" filter="dissolve">
                                      <p:cBhvr>
                                        <p:cTn id="22" dur="500"/>
                                        <p:tgtEl>
                                          <p:spTgt spid="8161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16181"/>
                                        </p:tgtEl>
                                        <p:attrNameLst>
                                          <p:attrName>style.visibility</p:attrName>
                                        </p:attrNameLst>
                                      </p:cBhvr>
                                      <p:to>
                                        <p:strVal val="visible"/>
                                      </p:to>
                                    </p:set>
                                    <p:animEffect transition="in" filter="dissolve">
                                      <p:cBhvr>
                                        <p:cTn id="27" dur="500"/>
                                        <p:tgtEl>
                                          <p:spTgt spid="816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80" grpId="0" autoUpdateAnimBg="0"/>
      <p:bldP spid="816181"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5A63DBF-86D5-45DB-90AD-9A8F763F6EFF}" type="slidenum">
              <a:rPr lang="zh-CN" altLang="en-US" b="0" i="0" smtClean="0"/>
              <a:pPr/>
              <a:t>22</a:t>
            </a:fld>
            <a:endParaRPr lang="en-US" altLang="zh-CN" b="0" i="0" smtClean="0"/>
          </a:p>
        </p:txBody>
      </p:sp>
      <p:sp>
        <p:nvSpPr>
          <p:cNvPr id="4096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17C2905-168A-479D-B20F-80C683F4CE44}" type="datetime1">
              <a:rPr lang="zh-CN" altLang="en-US" sz="1800" i="0" smtClean="0"/>
              <a:pPr/>
              <a:t>2024/10/20</a:t>
            </a:fld>
            <a:endParaRPr lang="en-US" altLang="zh-CN" sz="1800" i="0" smtClean="0"/>
          </a:p>
        </p:txBody>
      </p:sp>
      <p:sp>
        <p:nvSpPr>
          <p:cNvPr id="448514" name="Rectangle 2"/>
          <p:cNvSpPr>
            <a:spLocks noGrp="1" noChangeArrowheads="1"/>
          </p:cNvSpPr>
          <p:nvPr>
            <p:ph type="title"/>
          </p:nvPr>
        </p:nvSpPr>
        <p:spPr/>
        <p:txBody>
          <a:bodyPr/>
          <a:lstStyle/>
          <a:p>
            <a:pPr>
              <a:defRPr/>
            </a:pPr>
            <a:r>
              <a:rPr lang="zh-CN" altLang="en-US" smtClean="0"/>
              <a:t>§1.2  牛顿基本差商公式</a:t>
            </a:r>
          </a:p>
        </p:txBody>
      </p:sp>
      <p:graphicFrame>
        <p:nvGraphicFramePr>
          <p:cNvPr id="448517" name="Object 5"/>
          <p:cNvGraphicFramePr>
            <a:graphicFrameLocks noChangeAspect="1"/>
          </p:cNvGraphicFramePr>
          <p:nvPr/>
        </p:nvGraphicFramePr>
        <p:xfrm>
          <a:off x="1281113" y="1916113"/>
          <a:ext cx="8285162" cy="4603750"/>
        </p:xfrm>
        <a:graphic>
          <a:graphicData uri="http://schemas.openxmlformats.org/presentationml/2006/ole">
            <mc:AlternateContent xmlns:mc="http://schemas.openxmlformats.org/markup-compatibility/2006">
              <mc:Choice xmlns:v="urn:schemas-microsoft-com:vml" Requires="v">
                <p:oleObj spid="_x0000_s40991" name="Equation" r:id="rId4" imgW="2743200" imgH="1524000" progId="Equation.3">
                  <p:embed/>
                </p:oleObj>
              </mc:Choice>
              <mc:Fallback>
                <p:oleObj name="Equation" r:id="rId4" imgW="2743200" imgH="1524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1113" y="1916113"/>
                        <a:ext cx="8285162" cy="460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6" name="Rectangle 7"/>
          <p:cNvSpPr>
            <a:spLocks noChangeArrowheads="1"/>
          </p:cNvSpPr>
          <p:nvPr/>
        </p:nvSpPr>
        <p:spPr bwMode="auto">
          <a:xfrm>
            <a:off x="560388" y="1125538"/>
            <a:ext cx="88201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3200" i="0">
                <a:latin typeface="Times New Roman" pitchFamily="18" charset="0"/>
                <a:ea typeface="黑体" pitchFamily="49" charset="-122"/>
              </a:rPr>
              <a:t>设</a:t>
            </a:r>
            <a:r>
              <a:rPr lang="en-US" altLang="zh-CN" sz="3200">
                <a:latin typeface="Times New Roman" pitchFamily="18" charset="0"/>
                <a:ea typeface="黑体" pitchFamily="49" charset="-122"/>
              </a:rPr>
              <a:t>x</a:t>
            </a:r>
            <a:r>
              <a:rPr lang="zh-CN" altLang="en-US" sz="3200" i="0">
                <a:latin typeface="Times New Roman" pitchFamily="18" charset="0"/>
                <a:ea typeface="黑体" pitchFamily="49" charset="-122"/>
              </a:rPr>
              <a:t>为插值区间内的一个节点,按照差商定义，有如下关系式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48517"/>
                                        </p:tgtEl>
                                        <p:attrNameLst>
                                          <p:attrName>style.visibility</p:attrName>
                                        </p:attrNameLst>
                                      </p:cBhvr>
                                      <p:to>
                                        <p:strVal val="visible"/>
                                      </p:to>
                                    </p:set>
                                    <p:animEffect transition="in" filter="dissolve">
                                      <p:cBhvr>
                                        <p:cTn id="7" dur="500"/>
                                        <p:tgtEl>
                                          <p:spTgt spid="448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47F3F70-BD15-40DD-BB34-9768F69826FE}" type="slidenum">
              <a:rPr lang="zh-CN" altLang="en-US" b="0" i="0" smtClean="0"/>
              <a:pPr/>
              <a:t>23</a:t>
            </a:fld>
            <a:endParaRPr lang="en-US" altLang="zh-CN" b="0" i="0" smtClean="0"/>
          </a:p>
        </p:txBody>
      </p:sp>
      <p:sp>
        <p:nvSpPr>
          <p:cNvPr id="4198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5791E89-2F47-4165-AD54-032FD089ED03}" type="datetime1">
              <a:rPr lang="zh-CN" altLang="en-US" sz="1800" i="0" smtClean="0"/>
              <a:pPr/>
              <a:t>2024/10/20</a:t>
            </a:fld>
            <a:endParaRPr lang="en-US" altLang="zh-CN" sz="1800" i="0" smtClean="0"/>
          </a:p>
        </p:txBody>
      </p:sp>
      <p:graphicFrame>
        <p:nvGraphicFramePr>
          <p:cNvPr id="458781" name="Object 29"/>
          <p:cNvGraphicFramePr>
            <a:graphicFrameLocks noChangeAspect="1"/>
          </p:cNvGraphicFramePr>
          <p:nvPr/>
        </p:nvGraphicFramePr>
        <p:xfrm>
          <a:off x="273050" y="1027113"/>
          <a:ext cx="4102100" cy="1258887"/>
        </p:xfrm>
        <a:graphic>
          <a:graphicData uri="http://schemas.openxmlformats.org/presentationml/2006/ole">
            <mc:AlternateContent xmlns:mc="http://schemas.openxmlformats.org/markup-compatibility/2006">
              <mc:Choice xmlns:v="urn:schemas-microsoft-com:vml" Requires="v">
                <p:oleObj spid="_x0000_s42060" name="Equation" r:id="rId4" imgW="1536700" imgH="431800" progId="Equation.3">
                  <p:embed/>
                </p:oleObj>
              </mc:Choice>
              <mc:Fallback>
                <p:oleObj name="Equation" r:id="rId4" imgW="1536700" imgH="431800"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050" y="1027113"/>
                        <a:ext cx="4102100" cy="1258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8782" name="AutoShape 30"/>
          <p:cNvSpPr>
            <a:spLocks noChangeArrowheads="1"/>
          </p:cNvSpPr>
          <p:nvPr/>
        </p:nvSpPr>
        <p:spPr bwMode="auto">
          <a:xfrm>
            <a:off x="4457700" y="1501775"/>
            <a:ext cx="639763" cy="457200"/>
          </a:xfrm>
          <a:prstGeom prst="rightArrow">
            <a:avLst>
              <a:gd name="adj1" fmla="val 50000"/>
              <a:gd name="adj2" fmla="val 34983"/>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8783" name="Rectangle 31"/>
          <p:cNvSpPr>
            <a:spLocks noChangeArrowheads="1"/>
          </p:cNvSpPr>
          <p:nvPr/>
        </p:nvSpPr>
        <p:spPr bwMode="auto">
          <a:xfrm>
            <a:off x="5097463" y="1327150"/>
            <a:ext cx="2546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 </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endParaRPr lang="zh-CN" altLang="en-US" sz="3600" i="0">
              <a:latin typeface="Times New Roman" pitchFamily="18" charset="0"/>
            </a:endParaRPr>
          </a:p>
        </p:txBody>
      </p:sp>
      <p:sp>
        <p:nvSpPr>
          <p:cNvPr id="458786" name="Rectangle 34"/>
          <p:cNvSpPr>
            <a:spLocks noChangeArrowheads="1"/>
          </p:cNvSpPr>
          <p:nvPr/>
        </p:nvSpPr>
        <p:spPr bwMode="auto">
          <a:xfrm>
            <a:off x="7491413" y="1341438"/>
            <a:ext cx="2463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600">
                <a:latin typeface="Times New Roman" pitchFamily="18" charset="0"/>
              </a:rPr>
              <a:t>= f</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 - </a:t>
            </a:r>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endParaRPr lang="zh-CN" altLang="en-US" sz="3600" i="0">
              <a:latin typeface="Times New Roman" pitchFamily="18" charset="0"/>
            </a:endParaRPr>
          </a:p>
        </p:txBody>
      </p:sp>
      <p:sp>
        <p:nvSpPr>
          <p:cNvPr id="458787" name="AutoShape 35"/>
          <p:cNvSpPr>
            <a:spLocks noChangeArrowheads="1"/>
          </p:cNvSpPr>
          <p:nvPr/>
        </p:nvSpPr>
        <p:spPr bwMode="auto">
          <a:xfrm>
            <a:off x="165100" y="2263775"/>
            <a:ext cx="825500" cy="457200"/>
          </a:xfrm>
          <a:prstGeom prst="rightArrow">
            <a:avLst>
              <a:gd name="adj1" fmla="val 50000"/>
              <a:gd name="adj2" fmla="val 4513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8788" name="Rectangle 36"/>
          <p:cNvSpPr>
            <a:spLocks noChangeArrowheads="1"/>
          </p:cNvSpPr>
          <p:nvPr/>
        </p:nvSpPr>
        <p:spPr bwMode="auto">
          <a:xfrm>
            <a:off x="1068388" y="2136775"/>
            <a:ext cx="869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endParaRPr lang="zh-CN" altLang="en-US" sz="3600" i="0">
              <a:latin typeface="Times New Roman" pitchFamily="18" charset="0"/>
            </a:endParaRPr>
          </a:p>
        </p:txBody>
      </p:sp>
      <p:sp>
        <p:nvSpPr>
          <p:cNvPr id="458789" name="Rectangle 37"/>
          <p:cNvSpPr>
            <a:spLocks noChangeArrowheads="1"/>
          </p:cNvSpPr>
          <p:nvPr/>
        </p:nvSpPr>
        <p:spPr bwMode="auto">
          <a:xfrm>
            <a:off x="2903538" y="2166938"/>
            <a:ext cx="2921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600">
                <a:latin typeface="Times New Roman" pitchFamily="18" charset="0"/>
              </a:rPr>
              <a:t>+ 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 </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endParaRPr lang="zh-CN" altLang="en-US" sz="3600" i="0">
              <a:latin typeface="Times New Roman" pitchFamily="18" charset="0"/>
            </a:endParaRPr>
          </a:p>
        </p:txBody>
      </p:sp>
      <p:sp>
        <p:nvSpPr>
          <p:cNvPr id="458790" name="Rectangle 38"/>
          <p:cNvSpPr>
            <a:spLocks noChangeArrowheads="1"/>
          </p:cNvSpPr>
          <p:nvPr/>
        </p:nvSpPr>
        <p:spPr bwMode="auto">
          <a:xfrm>
            <a:off x="1785938" y="2166938"/>
            <a:ext cx="1282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endParaRPr lang="zh-CN" altLang="en-US" sz="3600" i="0">
              <a:latin typeface="Times New Roman" pitchFamily="18" charset="0"/>
            </a:endParaRPr>
          </a:p>
        </p:txBody>
      </p:sp>
      <p:graphicFrame>
        <p:nvGraphicFramePr>
          <p:cNvPr id="458791" name="Object 39"/>
          <p:cNvGraphicFramePr>
            <a:graphicFrameLocks noChangeAspect="1"/>
          </p:cNvGraphicFramePr>
          <p:nvPr/>
        </p:nvGraphicFramePr>
        <p:xfrm>
          <a:off x="0" y="3101975"/>
          <a:ext cx="4540250" cy="1089025"/>
        </p:xfrm>
        <a:graphic>
          <a:graphicData uri="http://schemas.openxmlformats.org/presentationml/2006/ole">
            <mc:AlternateContent xmlns:mc="http://schemas.openxmlformats.org/markup-compatibility/2006">
              <mc:Choice xmlns:v="urn:schemas-microsoft-com:vml" Requires="v">
                <p:oleObj spid="_x0000_s42061" name="Equation" r:id="rId6" imgW="2133600" imgH="431800" progId="Equation.3">
                  <p:embed/>
                </p:oleObj>
              </mc:Choice>
              <mc:Fallback>
                <p:oleObj name="Equation" r:id="rId6" imgW="2133600" imgH="431800" progId="Equation.3">
                  <p:embed/>
                  <p:pic>
                    <p:nvPicPr>
                      <p:cNvPr id="0" name="Object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101975"/>
                        <a:ext cx="4540250"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8792" name="AutoShape 40"/>
          <p:cNvSpPr>
            <a:spLocks noChangeArrowheads="1"/>
          </p:cNvSpPr>
          <p:nvPr/>
        </p:nvSpPr>
        <p:spPr bwMode="auto">
          <a:xfrm>
            <a:off x="4540250" y="3352800"/>
            <a:ext cx="412750" cy="457200"/>
          </a:xfrm>
          <a:prstGeom prst="rightArrow">
            <a:avLst>
              <a:gd name="adj1" fmla="val 61806"/>
              <a:gd name="adj2"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8793" name="Rectangle 41"/>
          <p:cNvSpPr>
            <a:spLocks noChangeArrowheads="1"/>
          </p:cNvSpPr>
          <p:nvPr/>
        </p:nvSpPr>
        <p:spPr bwMode="auto">
          <a:xfrm>
            <a:off x="5049838" y="3278188"/>
            <a:ext cx="23288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458794" name="Rectangle 42"/>
          <p:cNvSpPr>
            <a:spLocks noChangeArrowheads="1"/>
          </p:cNvSpPr>
          <p:nvPr/>
        </p:nvSpPr>
        <p:spPr bwMode="auto">
          <a:xfrm>
            <a:off x="7413625" y="3254375"/>
            <a:ext cx="24717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458795" name="AutoShape 43"/>
          <p:cNvSpPr>
            <a:spLocks noChangeArrowheads="1"/>
          </p:cNvSpPr>
          <p:nvPr/>
        </p:nvSpPr>
        <p:spPr bwMode="auto">
          <a:xfrm>
            <a:off x="165100" y="4343400"/>
            <a:ext cx="825500" cy="457200"/>
          </a:xfrm>
          <a:prstGeom prst="rightArrow">
            <a:avLst>
              <a:gd name="adj1" fmla="val 50000"/>
              <a:gd name="adj2" fmla="val 4513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8796" name="Rectangle 44"/>
          <p:cNvSpPr>
            <a:spLocks noChangeArrowheads="1"/>
          </p:cNvSpPr>
          <p:nvPr/>
        </p:nvSpPr>
        <p:spPr bwMode="auto">
          <a:xfrm>
            <a:off x="1028700" y="4221163"/>
            <a:ext cx="12319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
        <p:nvSpPr>
          <p:cNvPr id="458797" name="Rectangle 45"/>
          <p:cNvSpPr>
            <a:spLocks noChangeArrowheads="1"/>
          </p:cNvSpPr>
          <p:nvPr/>
        </p:nvSpPr>
        <p:spPr bwMode="auto">
          <a:xfrm>
            <a:off x="3946525" y="4221163"/>
            <a:ext cx="2946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 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endParaRPr lang="zh-CN" altLang="en-US" sz="3200" i="0">
              <a:latin typeface="Times New Roman" pitchFamily="18" charset="0"/>
            </a:endParaRPr>
          </a:p>
        </p:txBody>
      </p:sp>
      <p:sp>
        <p:nvSpPr>
          <p:cNvPr id="458798" name="Rectangle 46"/>
          <p:cNvSpPr>
            <a:spLocks noChangeArrowheads="1"/>
          </p:cNvSpPr>
          <p:nvPr/>
        </p:nvSpPr>
        <p:spPr bwMode="auto">
          <a:xfrm>
            <a:off x="2193925" y="4221163"/>
            <a:ext cx="16970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 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endParaRPr lang="zh-CN" altLang="en-US" sz="3200" i="0">
              <a:latin typeface="Times New Roman" pitchFamily="18" charset="0"/>
            </a:endParaRPr>
          </a:p>
        </p:txBody>
      </p:sp>
      <p:sp>
        <p:nvSpPr>
          <p:cNvPr id="458799" name="Rectangle 47"/>
          <p:cNvSpPr>
            <a:spLocks noChangeArrowheads="1"/>
          </p:cNvSpPr>
          <p:nvPr/>
        </p:nvSpPr>
        <p:spPr bwMode="auto">
          <a:xfrm>
            <a:off x="3302000" y="2209800"/>
            <a:ext cx="1320800" cy="6096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8800" name="Rectangle 48"/>
          <p:cNvSpPr>
            <a:spLocks noChangeArrowheads="1"/>
          </p:cNvSpPr>
          <p:nvPr/>
        </p:nvSpPr>
        <p:spPr bwMode="auto">
          <a:xfrm>
            <a:off x="7429500" y="3200400"/>
            <a:ext cx="1320800" cy="6096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8802" name="AutoShape 50"/>
          <p:cNvSpPr>
            <a:spLocks noChangeArrowheads="1"/>
          </p:cNvSpPr>
          <p:nvPr/>
        </p:nvSpPr>
        <p:spPr bwMode="auto">
          <a:xfrm>
            <a:off x="2476500" y="4267200"/>
            <a:ext cx="4457700" cy="609600"/>
          </a:xfrm>
          <a:prstGeom prst="wedgeRectCallout">
            <a:avLst>
              <a:gd name="adj1" fmla="val -11787"/>
              <a:gd name="adj2" fmla="val -292708"/>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i="0"/>
          </a:p>
        </p:txBody>
      </p:sp>
      <p:sp>
        <p:nvSpPr>
          <p:cNvPr id="458803" name="Rectangle 51"/>
          <p:cNvSpPr>
            <a:spLocks noChangeArrowheads="1"/>
          </p:cNvSpPr>
          <p:nvPr/>
        </p:nvSpPr>
        <p:spPr bwMode="auto">
          <a:xfrm>
            <a:off x="268288" y="5199063"/>
            <a:ext cx="869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endParaRPr lang="zh-CN" altLang="en-US" sz="3600" i="0">
              <a:latin typeface="Times New Roman" pitchFamily="18" charset="0"/>
            </a:endParaRPr>
          </a:p>
        </p:txBody>
      </p:sp>
      <p:sp>
        <p:nvSpPr>
          <p:cNvPr id="458804" name="Rectangle 52"/>
          <p:cNvSpPr>
            <a:spLocks noChangeArrowheads="1"/>
          </p:cNvSpPr>
          <p:nvPr/>
        </p:nvSpPr>
        <p:spPr bwMode="auto">
          <a:xfrm>
            <a:off x="2089150" y="5280025"/>
            <a:ext cx="3587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r>
              <a:rPr lang="en-US" altLang="zh-CN" sz="3600">
                <a:latin typeface="Times New Roman" pitchFamily="18" charset="0"/>
              </a:rPr>
              <a:t>+ </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 </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 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endParaRPr lang="zh-CN" altLang="en-US" sz="3600" i="0">
              <a:latin typeface="Times New Roman" pitchFamily="18" charset="0"/>
            </a:endParaRPr>
          </a:p>
        </p:txBody>
      </p:sp>
      <p:sp>
        <p:nvSpPr>
          <p:cNvPr id="458805" name="Rectangle 53"/>
          <p:cNvSpPr>
            <a:spLocks noChangeArrowheads="1"/>
          </p:cNvSpPr>
          <p:nvPr/>
        </p:nvSpPr>
        <p:spPr bwMode="auto">
          <a:xfrm>
            <a:off x="985838" y="5229225"/>
            <a:ext cx="1282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endParaRPr lang="zh-CN" altLang="en-US" sz="3600" i="0">
              <a:latin typeface="Times New Roman" pitchFamily="18" charset="0"/>
            </a:endParaRPr>
          </a:p>
        </p:txBody>
      </p:sp>
      <p:sp>
        <p:nvSpPr>
          <p:cNvPr id="458807" name="Rectangle 55"/>
          <p:cNvSpPr>
            <a:spLocks noChangeArrowheads="1"/>
          </p:cNvSpPr>
          <p:nvPr/>
        </p:nvSpPr>
        <p:spPr bwMode="auto">
          <a:xfrm>
            <a:off x="5100638" y="5300663"/>
            <a:ext cx="4892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r>
              <a:rPr lang="en-US" altLang="zh-CN" sz="3600">
                <a:latin typeface="Times New Roman" pitchFamily="18" charset="0"/>
              </a:rPr>
              <a:t>+ </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 </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 (</a:t>
            </a:r>
            <a:r>
              <a:rPr lang="en-US" altLang="zh-CN" sz="3600">
                <a:latin typeface="Times New Roman" pitchFamily="18" charset="0"/>
              </a:rPr>
              <a:t>x</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 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endParaRPr lang="zh-CN" altLang="en-US" sz="3600" i="0">
              <a:latin typeface="Times New Roman" pitchFamily="18" charset="0"/>
            </a:endParaRPr>
          </a:p>
        </p:txBody>
      </p:sp>
      <p:sp>
        <p:nvSpPr>
          <p:cNvPr id="458808" name="Rectangle 56"/>
          <p:cNvSpPr>
            <a:spLocks noGrp="1" noChangeArrowheads="1"/>
          </p:cNvSpPr>
          <p:nvPr>
            <p:ph type="title"/>
          </p:nvPr>
        </p:nvSpPr>
        <p:spPr/>
        <p:txBody>
          <a:bodyPr/>
          <a:lstStyle/>
          <a:p>
            <a:pPr>
              <a:defRPr/>
            </a:pPr>
            <a:r>
              <a:rPr lang="zh-CN" altLang="en-US" smtClean="0"/>
              <a:t>§1.2  牛顿基本差商公式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58781"/>
                                        </p:tgtEl>
                                        <p:attrNameLst>
                                          <p:attrName>style.visibility</p:attrName>
                                        </p:attrNameLst>
                                      </p:cBhvr>
                                      <p:to>
                                        <p:strVal val="visible"/>
                                      </p:to>
                                    </p:set>
                                    <p:animEffect transition="in" filter="dissolve">
                                      <p:cBhvr>
                                        <p:cTn id="7" dur="500"/>
                                        <p:tgtEl>
                                          <p:spTgt spid="4587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8782"/>
                                        </p:tgtEl>
                                        <p:attrNameLst>
                                          <p:attrName>style.visibility</p:attrName>
                                        </p:attrNameLst>
                                      </p:cBhvr>
                                      <p:to>
                                        <p:strVal val="visible"/>
                                      </p:to>
                                    </p:set>
                                    <p:animEffect transition="in" filter="dissolve">
                                      <p:cBhvr>
                                        <p:cTn id="12" dur="500"/>
                                        <p:tgtEl>
                                          <p:spTgt spid="458782"/>
                                        </p:tgtEl>
                                      </p:cBhvr>
                                    </p:animEffect>
                                  </p:childTnLst>
                                </p:cTn>
                              </p:par>
                            </p:childTnLst>
                          </p:cTn>
                        </p:par>
                        <p:par>
                          <p:cTn id="13" fill="hold" nodeType="afterGroup">
                            <p:stCondLst>
                              <p:cond delay="500"/>
                            </p:stCondLst>
                            <p:childTnLst>
                              <p:par>
                                <p:cTn id="14" presetID="9" presetClass="entr" presetSubtype="0" fill="hold" grpId="0" nodeType="afterEffect">
                                  <p:stCondLst>
                                    <p:cond delay="2000"/>
                                  </p:stCondLst>
                                  <p:childTnLst>
                                    <p:set>
                                      <p:cBhvr>
                                        <p:cTn id="15" dur="1" fill="hold">
                                          <p:stCondLst>
                                            <p:cond delay="0"/>
                                          </p:stCondLst>
                                        </p:cTn>
                                        <p:tgtEl>
                                          <p:spTgt spid="458783"/>
                                        </p:tgtEl>
                                        <p:attrNameLst>
                                          <p:attrName>style.visibility</p:attrName>
                                        </p:attrNameLst>
                                      </p:cBhvr>
                                      <p:to>
                                        <p:strVal val="visible"/>
                                      </p:to>
                                    </p:set>
                                    <p:animEffect transition="in" filter="dissolve">
                                      <p:cBhvr>
                                        <p:cTn id="16" dur="500"/>
                                        <p:tgtEl>
                                          <p:spTgt spid="458783"/>
                                        </p:tgtEl>
                                      </p:cBhvr>
                                    </p:animEffect>
                                  </p:childTnLst>
                                </p:cTn>
                              </p:par>
                            </p:childTnLst>
                          </p:cTn>
                        </p:par>
                        <p:par>
                          <p:cTn id="17" fill="hold" nodeType="afterGroup">
                            <p:stCondLst>
                              <p:cond delay="3000"/>
                            </p:stCondLst>
                            <p:childTnLst>
                              <p:par>
                                <p:cTn id="18" presetID="9" presetClass="entr" presetSubtype="0" fill="hold" grpId="0" nodeType="afterEffect">
                                  <p:stCondLst>
                                    <p:cond delay="2000"/>
                                  </p:stCondLst>
                                  <p:childTnLst>
                                    <p:set>
                                      <p:cBhvr>
                                        <p:cTn id="19" dur="1" fill="hold">
                                          <p:stCondLst>
                                            <p:cond delay="0"/>
                                          </p:stCondLst>
                                        </p:cTn>
                                        <p:tgtEl>
                                          <p:spTgt spid="458786"/>
                                        </p:tgtEl>
                                        <p:attrNameLst>
                                          <p:attrName>style.visibility</p:attrName>
                                        </p:attrNameLst>
                                      </p:cBhvr>
                                      <p:to>
                                        <p:strVal val="visible"/>
                                      </p:to>
                                    </p:set>
                                    <p:animEffect transition="in" filter="dissolve">
                                      <p:cBhvr>
                                        <p:cTn id="20" dur="500"/>
                                        <p:tgtEl>
                                          <p:spTgt spid="45878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58787"/>
                                        </p:tgtEl>
                                        <p:attrNameLst>
                                          <p:attrName>style.visibility</p:attrName>
                                        </p:attrNameLst>
                                      </p:cBhvr>
                                      <p:to>
                                        <p:strVal val="visible"/>
                                      </p:to>
                                    </p:set>
                                    <p:animEffect transition="in" filter="dissolve">
                                      <p:cBhvr>
                                        <p:cTn id="25" dur="500"/>
                                        <p:tgtEl>
                                          <p:spTgt spid="458787"/>
                                        </p:tgtEl>
                                      </p:cBhvr>
                                    </p:animEffect>
                                  </p:childTnLst>
                                </p:cTn>
                              </p:par>
                            </p:childTnLst>
                          </p:cTn>
                        </p:par>
                        <p:par>
                          <p:cTn id="26" fill="hold" nodeType="afterGroup">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458788"/>
                                        </p:tgtEl>
                                        <p:attrNameLst>
                                          <p:attrName>style.visibility</p:attrName>
                                        </p:attrNameLst>
                                      </p:cBhvr>
                                      <p:to>
                                        <p:strVal val="visible"/>
                                      </p:to>
                                    </p:set>
                                    <p:animEffect transition="in" filter="dissolve">
                                      <p:cBhvr>
                                        <p:cTn id="29" dur="500"/>
                                        <p:tgtEl>
                                          <p:spTgt spid="458788"/>
                                        </p:tgtEl>
                                      </p:cBhvr>
                                    </p:animEffect>
                                  </p:childTnLst>
                                </p:cTn>
                              </p:par>
                            </p:childTnLst>
                          </p:cTn>
                        </p:par>
                        <p:par>
                          <p:cTn id="30" fill="hold" nodeType="afterGroup">
                            <p:stCondLst>
                              <p:cond delay="1000"/>
                            </p:stCondLst>
                            <p:childTnLst>
                              <p:par>
                                <p:cTn id="31" presetID="9" presetClass="entr" presetSubtype="0" fill="hold" grpId="0" nodeType="afterEffect">
                                  <p:stCondLst>
                                    <p:cond delay="2000"/>
                                  </p:stCondLst>
                                  <p:childTnLst>
                                    <p:set>
                                      <p:cBhvr>
                                        <p:cTn id="32" dur="1" fill="hold">
                                          <p:stCondLst>
                                            <p:cond delay="0"/>
                                          </p:stCondLst>
                                        </p:cTn>
                                        <p:tgtEl>
                                          <p:spTgt spid="458790"/>
                                        </p:tgtEl>
                                        <p:attrNameLst>
                                          <p:attrName>style.visibility</p:attrName>
                                        </p:attrNameLst>
                                      </p:cBhvr>
                                      <p:to>
                                        <p:strVal val="visible"/>
                                      </p:to>
                                    </p:set>
                                    <p:animEffect transition="in" filter="dissolve">
                                      <p:cBhvr>
                                        <p:cTn id="33" dur="500"/>
                                        <p:tgtEl>
                                          <p:spTgt spid="458790"/>
                                        </p:tgtEl>
                                      </p:cBhvr>
                                    </p:animEffect>
                                  </p:childTnLst>
                                </p:cTn>
                              </p:par>
                            </p:childTnLst>
                          </p:cTn>
                        </p:par>
                        <p:par>
                          <p:cTn id="34" fill="hold" nodeType="afterGroup">
                            <p:stCondLst>
                              <p:cond delay="3500"/>
                            </p:stCondLst>
                            <p:childTnLst>
                              <p:par>
                                <p:cTn id="35" presetID="9" presetClass="entr" presetSubtype="0" fill="hold" grpId="0" nodeType="afterEffect">
                                  <p:stCondLst>
                                    <p:cond delay="1000"/>
                                  </p:stCondLst>
                                  <p:childTnLst>
                                    <p:set>
                                      <p:cBhvr>
                                        <p:cTn id="36" dur="1" fill="hold">
                                          <p:stCondLst>
                                            <p:cond delay="0"/>
                                          </p:stCondLst>
                                        </p:cTn>
                                        <p:tgtEl>
                                          <p:spTgt spid="458789"/>
                                        </p:tgtEl>
                                        <p:attrNameLst>
                                          <p:attrName>style.visibility</p:attrName>
                                        </p:attrNameLst>
                                      </p:cBhvr>
                                      <p:to>
                                        <p:strVal val="visible"/>
                                      </p:to>
                                    </p:set>
                                    <p:animEffect transition="in" filter="dissolve">
                                      <p:cBhvr>
                                        <p:cTn id="37" dur="500"/>
                                        <p:tgtEl>
                                          <p:spTgt spid="45878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528" fill="hold" grpId="0" nodeType="clickEffect">
                                  <p:stCondLst>
                                    <p:cond delay="0"/>
                                  </p:stCondLst>
                                  <p:childTnLst>
                                    <p:set>
                                      <p:cBhvr>
                                        <p:cTn id="41" dur="1" fill="hold">
                                          <p:stCondLst>
                                            <p:cond delay="0"/>
                                          </p:stCondLst>
                                        </p:cTn>
                                        <p:tgtEl>
                                          <p:spTgt spid="458799"/>
                                        </p:tgtEl>
                                        <p:attrNameLst>
                                          <p:attrName>style.visibility</p:attrName>
                                        </p:attrNameLst>
                                      </p:cBhvr>
                                      <p:to>
                                        <p:strVal val="visible"/>
                                      </p:to>
                                    </p:set>
                                    <p:anim calcmode="lin" valueType="num">
                                      <p:cBhvr>
                                        <p:cTn id="42" dur="500" fill="hold"/>
                                        <p:tgtEl>
                                          <p:spTgt spid="458799"/>
                                        </p:tgtEl>
                                        <p:attrNameLst>
                                          <p:attrName>ppt_w</p:attrName>
                                        </p:attrNameLst>
                                      </p:cBhvr>
                                      <p:tavLst>
                                        <p:tav tm="0">
                                          <p:val>
                                            <p:fltVal val="0"/>
                                          </p:val>
                                        </p:tav>
                                        <p:tav tm="100000">
                                          <p:val>
                                            <p:strVal val="#ppt_w"/>
                                          </p:val>
                                        </p:tav>
                                      </p:tavLst>
                                    </p:anim>
                                    <p:anim calcmode="lin" valueType="num">
                                      <p:cBhvr>
                                        <p:cTn id="43" dur="500" fill="hold"/>
                                        <p:tgtEl>
                                          <p:spTgt spid="458799"/>
                                        </p:tgtEl>
                                        <p:attrNameLst>
                                          <p:attrName>ppt_h</p:attrName>
                                        </p:attrNameLst>
                                      </p:cBhvr>
                                      <p:tavLst>
                                        <p:tav tm="0">
                                          <p:val>
                                            <p:fltVal val="0"/>
                                          </p:val>
                                        </p:tav>
                                        <p:tav tm="100000">
                                          <p:val>
                                            <p:strVal val="#ppt_h"/>
                                          </p:val>
                                        </p:tav>
                                      </p:tavLst>
                                    </p:anim>
                                    <p:anim calcmode="lin" valueType="num">
                                      <p:cBhvr>
                                        <p:cTn id="44" dur="500" fill="hold"/>
                                        <p:tgtEl>
                                          <p:spTgt spid="458799"/>
                                        </p:tgtEl>
                                        <p:attrNameLst>
                                          <p:attrName>ppt_x</p:attrName>
                                        </p:attrNameLst>
                                      </p:cBhvr>
                                      <p:tavLst>
                                        <p:tav tm="0">
                                          <p:val>
                                            <p:fltVal val="0.5"/>
                                          </p:val>
                                        </p:tav>
                                        <p:tav tm="100000">
                                          <p:val>
                                            <p:strVal val="#ppt_x"/>
                                          </p:val>
                                        </p:tav>
                                      </p:tavLst>
                                    </p:anim>
                                    <p:anim calcmode="lin" valueType="num">
                                      <p:cBhvr>
                                        <p:cTn id="45" dur="500" fill="hold"/>
                                        <p:tgtEl>
                                          <p:spTgt spid="458799"/>
                                        </p:tgtEl>
                                        <p:attrNameLst>
                                          <p:attrName>ppt_y</p:attrName>
                                        </p:attrNameLst>
                                      </p:cBhvr>
                                      <p:tavLst>
                                        <p:tav tm="0">
                                          <p:val>
                                            <p:fltVal val="0.5"/>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458791"/>
                                        </p:tgtEl>
                                        <p:attrNameLst>
                                          <p:attrName>style.visibility</p:attrName>
                                        </p:attrNameLst>
                                      </p:cBhvr>
                                      <p:to>
                                        <p:strVal val="visible"/>
                                      </p:to>
                                    </p:set>
                                    <p:animEffect transition="in" filter="dissolve">
                                      <p:cBhvr>
                                        <p:cTn id="50" dur="500"/>
                                        <p:tgtEl>
                                          <p:spTgt spid="45879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458792"/>
                                        </p:tgtEl>
                                        <p:attrNameLst>
                                          <p:attrName>style.visibility</p:attrName>
                                        </p:attrNameLst>
                                      </p:cBhvr>
                                      <p:to>
                                        <p:strVal val="visible"/>
                                      </p:to>
                                    </p:set>
                                    <p:animEffect transition="in" filter="dissolve">
                                      <p:cBhvr>
                                        <p:cTn id="55" dur="500"/>
                                        <p:tgtEl>
                                          <p:spTgt spid="458792"/>
                                        </p:tgtEl>
                                      </p:cBhvr>
                                    </p:animEffect>
                                  </p:childTnLst>
                                </p:cTn>
                              </p:par>
                            </p:childTnLst>
                          </p:cTn>
                        </p:par>
                        <p:par>
                          <p:cTn id="56" fill="hold" nodeType="afterGroup">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458793"/>
                                        </p:tgtEl>
                                        <p:attrNameLst>
                                          <p:attrName>style.visibility</p:attrName>
                                        </p:attrNameLst>
                                      </p:cBhvr>
                                      <p:to>
                                        <p:strVal val="visible"/>
                                      </p:to>
                                    </p:set>
                                    <p:animEffect transition="in" filter="dissolve">
                                      <p:cBhvr>
                                        <p:cTn id="59" dur="500"/>
                                        <p:tgtEl>
                                          <p:spTgt spid="458793"/>
                                        </p:tgtEl>
                                      </p:cBhvr>
                                    </p:animEffect>
                                  </p:childTnLst>
                                </p:cTn>
                              </p:par>
                            </p:childTnLst>
                          </p:cTn>
                        </p:par>
                        <p:par>
                          <p:cTn id="60" fill="hold" nodeType="afterGroup">
                            <p:stCondLst>
                              <p:cond delay="1000"/>
                            </p:stCondLst>
                            <p:childTnLst>
                              <p:par>
                                <p:cTn id="61" presetID="9" presetClass="entr" presetSubtype="0" fill="hold" grpId="0" nodeType="afterEffect">
                                  <p:stCondLst>
                                    <p:cond delay="2000"/>
                                  </p:stCondLst>
                                  <p:childTnLst>
                                    <p:set>
                                      <p:cBhvr>
                                        <p:cTn id="62" dur="1" fill="hold">
                                          <p:stCondLst>
                                            <p:cond delay="0"/>
                                          </p:stCondLst>
                                        </p:cTn>
                                        <p:tgtEl>
                                          <p:spTgt spid="458794"/>
                                        </p:tgtEl>
                                        <p:attrNameLst>
                                          <p:attrName>style.visibility</p:attrName>
                                        </p:attrNameLst>
                                      </p:cBhvr>
                                      <p:to>
                                        <p:strVal val="visible"/>
                                      </p:to>
                                    </p:set>
                                    <p:animEffect transition="in" filter="dissolve">
                                      <p:cBhvr>
                                        <p:cTn id="63" dur="500"/>
                                        <p:tgtEl>
                                          <p:spTgt spid="458794"/>
                                        </p:tgtEl>
                                      </p:cBhvr>
                                    </p:animEffect>
                                  </p:childTnLst>
                                </p:cTn>
                              </p:par>
                            </p:childTnLst>
                          </p:cTn>
                        </p:par>
                        <p:par>
                          <p:cTn id="64" fill="hold" nodeType="afterGroup">
                            <p:stCondLst>
                              <p:cond delay="3500"/>
                            </p:stCondLst>
                            <p:childTnLst>
                              <p:par>
                                <p:cTn id="65" presetID="23" presetClass="entr" presetSubtype="528" fill="hold" grpId="0" nodeType="afterEffect">
                                  <p:stCondLst>
                                    <p:cond delay="2000"/>
                                  </p:stCondLst>
                                  <p:childTnLst>
                                    <p:set>
                                      <p:cBhvr>
                                        <p:cTn id="66" dur="1" fill="hold">
                                          <p:stCondLst>
                                            <p:cond delay="0"/>
                                          </p:stCondLst>
                                        </p:cTn>
                                        <p:tgtEl>
                                          <p:spTgt spid="458800"/>
                                        </p:tgtEl>
                                        <p:attrNameLst>
                                          <p:attrName>style.visibility</p:attrName>
                                        </p:attrNameLst>
                                      </p:cBhvr>
                                      <p:to>
                                        <p:strVal val="visible"/>
                                      </p:to>
                                    </p:set>
                                    <p:anim calcmode="lin" valueType="num">
                                      <p:cBhvr>
                                        <p:cTn id="67" dur="500" fill="hold"/>
                                        <p:tgtEl>
                                          <p:spTgt spid="458800"/>
                                        </p:tgtEl>
                                        <p:attrNameLst>
                                          <p:attrName>ppt_w</p:attrName>
                                        </p:attrNameLst>
                                      </p:cBhvr>
                                      <p:tavLst>
                                        <p:tav tm="0">
                                          <p:val>
                                            <p:fltVal val="0"/>
                                          </p:val>
                                        </p:tav>
                                        <p:tav tm="100000">
                                          <p:val>
                                            <p:strVal val="#ppt_w"/>
                                          </p:val>
                                        </p:tav>
                                      </p:tavLst>
                                    </p:anim>
                                    <p:anim calcmode="lin" valueType="num">
                                      <p:cBhvr>
                                        <p:cTn id="68" dur="500" fill="hold"/>
                                        <p:tgtEl>
                                          <p:spTgt spid="458800"/>
                                        </p:tgtEl>
                                        <p:attrNameLst>
                                          <p:attrName>ppt_h</p:attrName>
                                        </p:attrNameLst>
                                      </p:cBhvr>
                                      <p:tavLst>
                                        <p:tav tm="0">
                                          <p:val>
                                            <p:fltVal val="0"/>
                                          </p:val>
                                        </p:tav>
                                        <p:tav tm="100000">
                                          <p:val>
                                            <p:strVal val="#ppt_h"/>
                                          </p:val>
                                        </p:tav>
                                      </p:tavLst>
                                    </p:anim>
                                    <p:anim calcmode="lin" valueType="num">
                                      <p:cBhvr>
                                        <p:cTn id="69" dur="500" fill="hold"/>
                                        <p:tgtEl>
                                          <p:spTgt spid="458800"/>
                                        </p:tgtEl>
                                        <p:attrNameLst>
                                          <p:attrName>ppt_x</p:attrName>
                                        </p:attrNameLst>
                                      </p:cBhvr>
                                      <p:tavLst>
                                        <p:tav tm="0">
                                          <p:val>
                                            <p:fltVal val="0.5"/>
                                          </p:val>
                                        </p:tav>
                                        <p:tav tm="100000">
                                          <p:val>
                                            <p:strVal val="#ppt_x"/>
                                          </p:val>
                                        </p:tav>
                                      </p:tavLst>
                                    </p:anim>
                                    <p:anim calcmode="lin" valueType="num">
                                      <p:cBhvr>
                                        <p:cTn id="70" dur="500" fill="hold"/>
                                        <p:tgtEl>
                                          <p:spTgt spid="458800"/>
                                        </p:tgtEl>
                                        <p:attrNameLst>
                                          <p:attrName>ppt_y</p:attrName>
                                        </p:attrNameLst>
                                      </p:cBhvr>
                                      <p:tavLst>
                                        <p:tav tm="0">
                                          <p:val>
                                            <p:fltVal val="0.5"/>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458795"/>
                                        </p:tgtEl>
                                        <p:attrNameLst>
                                          <p:attrName>style.visibility</p:attrName>
                                        </p:attrNameLst>
                                      </p:cBhvr>
                                      <p:to>
                                        <p:strVal val="visible"/>
                                      </p:to>
                                    </p:set>
                                    <p:animEffect transition="in" filter="dissolve">
                                      <p:cBhvr>
                                        <p:cTn id="75" dur="500"/>
                                        <p:tgtEl>
                                          <p:spTgt spid="458795"/>
                                        </p:tgtEl>
                                      </p:cBhvr>
                                    </p:animEffect>
                                  </p:childTnLst>
                                </p:cTn>
                              </p:par>
                            </p:childTnLst>
                          </p:cTn>
                        </p:par>
                        <p:par>
                          <p:cTn id="76" fill="hold" nodeType="afterGroup">
                            <p:stCondLst>
                              <p:cond delay="500"/>
                            </p:stCondLst>
                            <p:childTnLst>
                              <p:par>
                                <p:cTn id="77" presetID="9" presetClass="entr" presetSubtype="0" fill="hold" grpId="0" nodeType="afterEffect">
                                  <p:stCondLst>
                                    <p:cond delay="0"/>
                                  </p:stCondLst>
                                  <p:childTnLst>
                                    <p:set>
                                      <p:cBhvr>
                                        <p:cTn id="78" dur="1" fill="hold">
                                          <p:stCondLst>
                                            <p:cond delay="0"/>
                                          </p:stCondLst>
                                        </p:cTn>
                                        <p:tgtEl>
                                          <p:spTgt spid="458796"/>
                                        </p:tgtEl>
                                        <p:attrNameLst>
                                          <p:attrName>style.visibility</p:attrName>
                                        </p:attrNameLst>
                                      </p:cBhvr>
                                      <p:to>
                                        <p:strVal val="visible"/>
                                      </p:to>
                                    </p:set>
                                    <p:animEffect transition="in" filter="dissolve">
                                      <p:cBhvr>
                                        <p:cTn id="79" dur="500"/>
                                        <p:tgtEl>
                                          <p:spTgt spid="458796"/>
                                        </p:tgtEl>
                                      </p:cBhvr>
                                    </p:animEffect>
                                  </p:childTnLst>
                                </p:cTn>
                              </p:par>
                            </p:childTnLst>
                          </p:cTn>
                        </p:par>
                        <p:par>
                          <p:cTn id="80" fill="hold" nodeType="afterGroup">
                            <p:stCondLst>
                              <p:cond delay="1000"/>
                            </p:stCondLst>
                            <p:childTnLst>
                              <p:par>
                                <p:cTn id="81" presetID="9" presetClass="entr" presetSubtype="0" fill="hold" grpId="0" nodeType="afterEffect">
                                  <p:stCondLst>
                                    <p:cond delay="2000"/>
                                  </p:stCondLst>
                                  <p:childTnLst>
                                    <p:set>
                                      <p:cBhvr>
                                        <p:cTn id="82" dur="1" fill="hold">
                                          <p:stCondLst>
                                            <p:cond delay="0"/>
                                          </p:stCondLst>
                                        </p:cTn>
                                        <p:tgtEl>
                                          <p:spTgt spid="458798"/>
                                        </p:tgtEl>
                                        <p:attrNameLst>
                                          <p:attrName>style.visibility</p:attrName>
                                        </p:attrNameLst>
                                      </p:cBhvr>
                                      <p:to>
                                        <p:strVal val="visible"/>
                                      </p:to>
                                    </p:set>
                                    <p:animEffect transition="in" filter="dissolve">
                                      <p:cBhvr>
                                        <p:cTn id="83" dur="500"/>
                                        <p:tgtEl>
                                          <p:spTgt spid="458798"/>
                                        </p:tgtEl>
                                      </p:cBhvr>
                                    </p:animEffect>
                                  </p:childTnLst>
                                </p:cTn>
                              </p:par>
                            </p:childTnLst>
                          </p:cTn>
                        </p:par>
                        <p:par>
                          <p:cTn id="84" fill="hold" nodeType="afterGroup">
                            <p:stCondLst>
                              <p:cond delay="3500"/>
                            </p:stCondLst>
                            <p:childTnLst>
                              <p:par>
                                <p:cTn id="85" presetID="9" presetClass="entr" presetSubtype="0" fill="hold" grpId="0" nodeType="afterEffect">
                                  <p:stCondLst>
                                    <p:cond delay="1000"/>
                                  </p:stCondLst>
                                  <p:childTnLst>
                                    <p:set>
                                      <p:cBhvr>
                                        <p:cTn id="86" dur="1" fill="hold">
                                          <p:stCondLst>
                                            <p:cond delay="0"/>
                                          </p:stCondLst>
                                        </p:cTn>
                                        <p:tgtEl>
                                          <p:spTgt spid="458797"/>
                                        </p:tgtEl>
                                        <p:attrNameLst>
                                          <p:attrName>style.visibility</p:attrName>
                                        </p:attrNameLst>
                                      </p:cBhvr>
                                      <p:to>
                                        <p:strVal val="visible"/>
                                      </p:to>
                                    </p:set>
                                    <p:animEffect transition="in" filter="dissolve">
                                      <p:cBhvr>
                                        <p:cTn id="87" dur="500"/>
                                        <p:tgtEl>
                                          <p:spTgt spid="45879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3" presetClass="entr" presetSubtype="528" fill="hold" grpId="0" nodeType="clickEffect">
                                  <p:stCondLst>
                                    <p:cond delay="0"/>
                                  </p:stCondLst>
                                  <p:childTnLst>
                                    <p:set>
                                      <p:cBhvr>
                                        <p:cTn id="91" dur="1" fill="hold">
                                          <p:stCondLst>
                                            <p:cond delay="0"/>
                                          </p:stCondLst>
                                        </p:cTn>
                                        <p:tgtEl>
                                          <p:spTgt spid="458802"/>
                                        </p:tgtEl>
                                        <p:attrNameLst>
                                          <p:attrName>style.visibility</p:attrName>
                                        </p:attrNameLst>
                                      </p:cBhvr>
                                      <p:to>
                                        <p:strVal val="visible"/>
                                      </p:to>
                                    </p:set>
                                    <p:anim calcmode="lin" valueType="num">
                                      <p:cBhvr>
                                        <p:cTn id="92" dur="500" fill="hold"/>
                                        <p:tgtEl>
                                          <p:spTgt spid="458802"/>
                                        </p:tgtEl>
                                        <p:attrNameLst>
                                          <p:attrName>ppt_w</p:attrName>
                                        </p:attrNameLst>
                                      </p:cBhvr>
                                      <p:tavLst>
                                        <p:tav tm="0">
                                          <p:val>
                                            <p:fltVal val="0"/>
                                          </p:val>
                                        </p:tav>
                                        <p:tav tm="100000">
                                          <p:val>
                                            <p:strVal val="#ppt_w"/>
                                          </p:val>
                                        </p:tav>
                                      </p:tavLst>
                                    </p:anim>
                                    <p:anim calcmode="lin" valueType="num">
                                      <p:cBhvr>
                                        <p:cTn id="93" dur="500" fill="hold"/>
                                        <p:tgtEl>
                                          <p:spTgt spid="458802"/>
                                        </p:tgtEl>
                                        <p:attrNameLst>
                                          <p:attrName>ppt_h</p:attrName>
                                        </p:attrNameLst>
                                      </p:cBhvr>
                                      <p:tavLst>
                                        <p:tav tm="0">
                                          <p:val>
                                            <p:fltVal val="0"/>
                                          </p:val>
                                        </p:tav>
                                        <p:tav tm="100000">
                                          <p:val>
                                            <p:strVal val="#ppt_h"/>
                                          </p:val>
                                        </p:tav>
                                      </p:tavLst>
                                    </p:anim>
                                    <p:anim calcmode="lin" valueType="num">
                                      <p:cBhvr>
                                        <p:cTn id="94" dur="500" fill="hold"/>
                                        <p:tgtEl>
                                          <p:spTgt spid="458802"/>
                                        </p:tgtEl>
                                        <p:attrNameLst>
                                          <p:attrName>ppt_x</p:attrName>
                                        </p:attrNameLst>
                                      </p:cBhvr>
                                      <p:tavLst>
                                        <p:tav tm="0">
                                          <p:val>
                                            <p:fltVal val="0.5"/>
                                          </p:val>
                                        </p:tav>
                                        <p:tav tm="100000">
                                          <p:val>
                                            <p:strVal val="#ppt_x"/>
                                          </p:val>
                                        </p:tav>
                                      </p:tavLst>
                                    </p:anim>
                                    <p:anim calcmode="lin" valueType="num">
                                      <p:cBhvr>
                                        <p:cTn id="95" dur="500" fill="hold"/>
                                        <p:tgtEl>
                                          <p:spTgt spid="458802"/>
                                        </p:tgtEl>
                                        <p:attrNameLst>
                                          <p:attrName>ppt_y</p:attrName>
                                        </p:attrNameLst>
                                      </p:cBhvr>
                                      <p:tavLst>
                                        <p:tav tm="0">
                                          <p:val>
                                            <p:fltVal val="0.5"/>
                                          </p:val>
                                        </p:tav>
                                        <p:tav tm="100000">
                                          <p:val>
                                            <p:strVal val="#ppt_y"/>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9" presetClass="entr" presetSubtype="0" fill="hold" grpId="0" nodeType="clickEffect">
                                  <p:stCondLst>
                                    <p:cond delay="0"/>
                                  </p:stCondLst>
                                  <p:childTnLst>
                                    <p:set>
                                      <p:cBhvr>
                                        <p:cTn id="99" dur="1" fill="hold">
                                          <p:stCondLst>
                                            <p:cond delay="0"/>
                                          </p:stCondLst>
                                        </p:cTn>
                                        <p:tgtEl>
                                          <p:spTgt spid="458803"/>
                                        </p:tgtEl>
                                        <p:attrNameLst>
                                          <p:attrName>style.visibility</p:attrName>
                                        </p:attrNameLst>
                                      </p:cBhvr>
                                      <p:to>
                                        <p:strVal val="visible"/>
                                      </p:to>
                                    </p:set>
                                    <p:animEffect transition="in" filter="dissolve">
                                      <p:cBhvr>
                                        <p:cTn id="100" dur="500"/>
                                        <p:tgtEl>
                                          <p:spTgt spid="458803"/>
                                        </p:tgtEl>
                                      </p:cBhvr>
                                    </p:animEffect>
                                  </p:childTnLst>
                                </p:cTn>
                              </p:par>
                            </p:childTnLst>
                          </p:cTn>
                        </p:par>
                        <p:par>
                          <p:cTn id="101" fill="hold" nodeType="afterGroup">
                            <p:stCondLst>
                              <p:cond delay="500"/>
                            </p:stCondLst>
                            <p:childTnLst>
                              <p:par>
                                <p:cTn id="102" presetID="9" presetClass="entr" presetSubtype="0" fill="hold" grpId="0" nodeType="afterEffect">
                                  <p:stCondLst>
                                    <p:cond delay="2000"/>
                                  </p:stCondLst>
                                  <p:childTnLst>
                                    <p:set>
                                      <p:cBhvr>
                                        <p:cTn id="103" dur="1" fill="hold">
                                          <p:stCondLst>
                                            <p:cond delay="0"/>
                                          </p:stCondLst>
                                        </p:cTn>
                                        <p:tgtEl>
                                          <p:spTgt spid="458805"/>
                                        </p:tgtEl>
                                        <p:attrNameLst>
                                          <p:attrName>style.visibility</p:attrName>
                                        </p:attrNameLst>
                                      </p:cBhvr>
                                      <p:to>
                                        <p:strVal val="visible"/>
                                      </p:to>
                                    </p:set>
                                    <p:animEffect transition="in" filter="dissolve">
                                      <p:cBhvr>
                                        <p:cTn id="104" dur="500"/>
                                        <p:tgtEl>
                                          <p:spTgt spid="458805"/>
                                        </p:tgtEl>
                                      </p:cBhvr>
                                    </p:animEffect>
                                  </p:childTnLst>
                                </p:cTn>
                              </p:par>
                            </p:childTnLst>
                          </p:cTn>
                        </p:par>
                        <p:par>
                          <p:cTn id="105" fill="hold" nodeType="afterGroup">
                            <p:stCondLst>
                              <p:cond delay="3000"/>
                            </p:stCondLst>
                            <p:childTnLst>
                              <p:par>
                                <p:cTn id="106" presetID="9" presetClass="entr" presetSubtype="0" fill="hold" grpId="0" nodeType="afterEffect">
                                  <p:stCondLst>
                                    <p:cond delay="2000"/>
                                  </p:stCondLst>
                                  <p:childTnLst>
                                    <p:set>
                                      <p:cBhvr>
                                        <p:cTn id="107" dur="1" fill="hold">
                                          <p:stCondLst>
                                            <p:cond delay="0"/>
                                          </p:stCondLst>
                                        </p:cTn>
                                        <p:tgtEl>
                                          <p:spTgt spid="458804"/>
                                        </p:tgtEl>
                                        <p:attrNameLst>
                                          <p:attrName>style.visibility</p:attrName>
                                        </p:attrNameLst>
                                      </p:cBhvr>
                                      <p:to>
                                        <p:strVal val="visible"/>
                                      </p:to>
                                    </p:set>
                                    <p:animEffect transition="in" filter="dissolve">
                                      <p:cBhvr>
                                        <p:cTn id="108" dur="500"/>
                                        <p:tgtEl>
                                          <p:spTgt spid="458804"/>
                                        </p:tgtEl>
                                      </p:cBhvr>
                                    </p:animEffect>
                                  </p:childTnLst>
                                </p:cTn>
                              </p:par>
                            </p:childTnLst>
                          </p:cTn>
                        </p:par>
                        <p:par>
                          <p:cTn id="109" fill="hold" nodeType="afterGroup">
                            <p:stCondLst>
                              <p:cond delay="5500"/>
                            </p:stCondLst>
                            <p:childTnLst>
                              <p:par>
                                <p:cTn id="110" presetID="9" presetClass="entr" presetSubtype="0" fill="hold" grpId="0" nodeType="afterEffect">
                                  <p:stCondLst>
                                    <p:cond delay="2000"/>
                                  </p:stCondLst>
                                  <p:childTnLst>
                                    <p:set>
                                      <p:cBhvr>
                                        <p:cTn id="111" dur="1" fill="hold">
                                          <p:stCondLst>
                                            <p:cond delay="0"/>
                                          </p:stCondLst>
                                        </p:cTn>
                                        <p:tgtEl>
                                          <p:spTgt spid="458807"/>
                                        </p:tgtEl>
                                        <p:attrNameLst>
                                          <p:attrName>style.visibility</p:attrName>
                                        </p:attrNameLst>
                                      </p:cBhvr>
                                      <p:to>
                                        <p:strVal val="visible"/>
                                      </p:to>
                                    </p:set>
                                    <p:animEffect transition="in" filter="dissolve">
                                      <p:cBhvr>
                                        <p:cTn id="112" dur="500"/>
                                        <p:tgtEl>
                                          <p:spTgt spid="458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82" grpId="0" animBg="1"/>
      <p:bldP spid="458783" grpId="0" autoUpdateAnimBg="0"/>
      <p:bldP spid="458786" grpId="0" autoUpdateAnimBg="0"/>
      <p:bldP spid="458787" grpId="0" animBg="1"/>
      <p:bldP spid="458788" grpId="0" autoUpdateAnimBg="0"/>
      <p:bldP spid="458789" grpId="0" autoUpdateAnimBg="0"/>
      <p:bldP spid="458790" grpId="0" autoUpdateAnimBg="0"/>
      <p:bldP spid="458792" grpId="0" animBg="1"/>
      <p:bldP spid="458793" grpId="0" autoUpdateAnimBg="0"/>
      <p:bldP spid="458794" grpId="0" autoUpdateAnimBg="0"/>
      <p:bldP spid="458795" grpId="0" animBg="1"/>
      <p:bldP spid="458796" grpId="0" autoUpdateAnimBg="0"/>
      <p:bldP spid="458797" grpId="0" autoUpdateAnimBg="0"/>
      <p:bldP spid="458798" grpId="0" autoUpdateAnimBg="0"/>
      <p:bldP spid="458799" grpId="0" animBg="1"/>
      <p:bldP spid="458800" grpId="0" animBg="1"/>
      <p:bldP spid="458802" grpId="0" animBg="1" autoUpdateAnimBg="0"/>
      <p:bldP spid="458803" grpId="0" autoUpdateAnimBg="0"/>
      <p:bldP spid="458804" grpId="0" autoUpdateAnimBg="0"/>
      <p:bldP spid="458805" grpId="0" autoUpdateAnimBg="0"/>
      <p:bldP spid="45880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C493846-0910-43F6-9D01-7BC0AF928972}" type="slidenum">
              <a:rPr lang="zh-CN" altLang="en-US" b="0" i="0" smtClean="0"/>
              <a:pPr/>
              <a:t>24</a:t>
            </a:fld>
            <a:endParaRPr lang="en-US" altLang="zh-CN" b="0" i="0" smtClean="0"/>
          </a:p>
        </p:txBody>
      </p:sp>
      <p:sp>
        <p:nvSpPr>
          <p:cNvPr id="4301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C5A0258-215C-40B3-A03A-E51B7B20ACA5}" type="datetime1">
              <a:rPr lang="zh-CN" altLang="en-US" sz="1800" i="0" smtClean="0"/>
              <a:pPr/>
              <a:t>2024/10/20</a:t>
            </a:fld>
            <a:endParaRPr lang="en-US" altLang="zh-CN" sz="1800" i="0" smtClean="0"/>
          </a:p>
        </p:txBody>
      </p:sp>
      <p:sp>
        <p:nvSpPr>
          <p:cNvPr id="460802" name="Rectangle 2"/>
          <p:cNvSpPr>
            <a:spLocks noGrp="1" noChangeArrowheads="1"/>
          </p:cNvSpPr>
          <p:nvPr>
            <p:ph type="title"/>
          </p:nvPr>
        </p:nvSpPr>
        <p:spPr/>
        <p:txBody>
          <a:bodyPr/>
          <a:lstStyle/>
          <a:p>
            <a:pPr>
              <a:defRPr/>
            </a:pPr>
            <a:r>
              <a:rPr lang="zh-CN" altLang="en-US" smtClean="0"/>
              <a:t>§1.2  牛顿基本差商公式</a:t>
            </a:r>
          </a:p>
        </p:txBody>
      </p:sp>
      <p:sp>
        <p:nvSpPr>
          <p:cNvPr id="43013" name="Rectangle 3"/>
          <p:cNvSpPr>
            <a:spLocks noGrp="1" noChangeArrowheads="1"/>
          </p:cNvSpPr>
          <p:nvPr>
            <p:ph type="body" idx="1"/>
          </p:nvPr>
        </p:nvSpPr>
        <p:spPr>
          <a:xfrm>
            <a:off x="650875" y="1143000"/>
            <a:ext cx="8820150" cy="438150"/>
          </a:xfrm>
        </p:spPr>
        <p:txBody>
          <a:bodyPr/>
          <a:lstStyle/>
          <a:p>
            <a:pPr>
              <a:buFont typeface="Wingdings" pitchFamily="2" charset="2"/>
              <a:buNone/>
            </a:pPr>
            <a:r>
              <a:rPr lang="en-US" altLang="zh-CN" sz="3200" i="1" smtClean="0"/>
              <a:t>f</a:t>
            </a:r>
            <a:r>
              <a:rPr lang="en-US" altLang="zh-CN" sz="3200" smtClean="0"/>
              <a:t>(</a:t>
            </a:r>
            <a:r>
              <a:rPr lang="en-US" altLang="zh-CN" sz="3200" i="1" smtClean="0"/>
              <a:t>x</a:t>
            </a:r>
            <a:r>
              <a:rPr lang="en-US" altLang="zh-CN" sz="3200" smtClean="0"/>
              <a:t>)</a:t>
            </a:r>
            <a:r>
              <a:rPr lang="en-US" altLang="zh-CN" sz="3200" i="1" smtClean="0"/>
              <a:t>=f</a:t>
            </a:r>
            <a:r>
              <a:rPr lang="en-US" altLang="zh-CN" sz="3200" smtClean="0"/>
              <a:t>(</a:t>
            </a:r>
            <a:r>
              <a:rPr lang="en-US" altLang="zh-CN" sz="3200" i="1" smtClean="0"/>
              <a:t>x</a:t>
            </a:r>
            <a:r>
              <a:rPr lang="en-US" altLang="zh-CN" sz="3200" baseline="-25000" smtClean="0"/>
              <a:t>0</a:t>
            </a:r>
            <a:r>
              <a:rPr lang="en-US" altLang="zh-CN" sz="3200" smtClean="0"/>
              <a:t>)</a:t>
            </a:r>
            <a:r>
              <a:rPr lang="en-US" altLang="zh-CN" sz="3200" i="1" smtClean="0"/>
              <a:t>+</a:t>
            </a:r>
            <a:r>
              <a:rPr lang="en-US" altLang="zh-CN" sz="3200" smtClean="0"/>
              <a:t>(</a:t>
            </a:r>
            <a:r>
              <a:rPr lang="en-US" altLang="zh-CN" sz="3200" i="1" smtClean="0"/>
              <a:t>x</a:t>
            </a:r>
            <a:r>
              <a:rPr lang="en-US" altLang="zh-CN" sz="3200" smtClean="0"/>
              <a:t>- </a:t>
            </a:r>
            <a:r>
              <a:rPr lang="en-US" altLang="zh-CN" sz="3200" i="1" smtClean="0"/>
              <a:t>x</a:t>
            </a:r>
            <a:r>
              <a:rPr lang="en-US" altLang="zh-CN" sz="3200" baseline="-25000" smtClean="0"/>
              <a:t>0</a:t>
            </a:r>
            <a:r>
              <a:rPr lang="en-US" altLang="zh-CN" sz="3200" smtClean="0"/>
              <a:t>)</a:t>
            </a:r>
            <a:r>
              <a:rPr lang="en-US" altLang="zh-CN" sz="3200" i="1" smtClean="0"/>
              <a:t>f</a:t>
            </a:r>
            <a:r>
              <a:rPr lang="en-US" altLang="zh-CN" sz="3200" smtClean="0"/>
              <a:t>[</a:t>
            </a:r>
            <a:r>
              <a:rPr lang="en-US" altLang="zh-CN" sz="3200" i="1" smtClean="0"/>
              <a:t>x</a:t>
            </a:r>
            <a:r>
              <a:rPr lang="en-US" altLang="zh-CN" sz="3200" baseline="-25000" smtClean="0"/>
              <a:t>1</a:t>
            </a:r>
            <a:r>
              <a:rPr lang="en-US" altLang="zh-CN" sz="3200" smtClean="0"/>
              <a:t>,</a:t>
            </a:r>
            <a:r>
              <a:rPr lang="en-US" altLang="zh-CN" sz="3200" i="1" smtClean="0"/>
              <a:t>x</a:t>
            </a:r>
            <a:r>
              <a:rPr lang="en-US" altLang="zh-CN" sz="3200" baseline="-25000" smtClean="0"/>
              <a:t>0</a:t>
            </a:r>
            <a:r>
              <a:rPr lang="en-US" altLang="zh-CN" sz="3200" smtClean="0"/>
              <a:t>]</a:t>
            </a:r>
            <a:r>
              <a:rPr lang="en-US" altLang="zh-CN" sz="3200" i="1" smtClean="0"/>
              <a:t>+</a:t>
            </a:r>
            <a:r>
              <a:rPr lang="en-US" altLang="zh-CN" sz="3200" smtClean="0"/>
              <a:t>(</a:t>
            </a:r>
            <a:r>
              <a:rPr lang="en-US" altLang="zh-CN" sz="3200" i="1" smtClean="0"/>
              <a:t>x</a:t>
            </a:r>
            <a:r>
              <a:rPr lang="en-US" altLang="zh-CN" sz="3200" smtClean="0"/>
              <a:t>- </a:t>
            </a:r>
            <a:r>
              <a:rPr lang="en-US" altLang="zh-CN" sz="3200" i="1" smtClean="0"/>
              <a:t>x</a:t>
            </a:r>
            <a:r>
              <a:rPr lang="en-US" altLang="zh-CN" sz="3200" baseline="-25000" smtClean="0"/>
              <a:t>0</a:t>
            </a:r>
            <a:r>
              <a:rPr lang="en-US" altLang="zh-CN" sz="3200" smtClean="0"/>
              <a:t>)(</a:t>
            </a:r>
            <a:r>
              <a:rPr lang="en-US" altLang="zh-CN" sz="3200" i="1" smtClean="0"/>
              <a:t>x</a:t>
            </a:r>
            <a:r>
              <a:rPr lang="en-US" altLang="zh-CN" sz="3200" smtClean="0"/>
              <a:t>-</a:t>
            </a:r>
            <a:r>
              <a:rPr lang="en-US" altLang="zh-CN" sz="3200" i="1" smtClean="0"/>
              <a:t>x</a:t>
            </a:r>
            <a:r>
              <a:rPr lang="en-US" altLang="zh-CN" sz="3200" baseline="-25000" smtClean="0"/>
              <a:t>1</a:t>
            </a:r>
            <a:r>
              <a:rPr lang="en-US" altLang="zh-CN" sz="3200" smtClean="0"/>
              <a:t>)</a:t>
            </a:r>
            <a:r>
              <a:rPr lang="en-US" altLang="zh-CN" sz="3200" i="1" smtClean="0"/>
              <a:t>f</a:t>
            </a:r>
            <a:r>
              <a:rPr lang="en-US" altLang="zh-CN" sz="3200" smtClean="0"/>
              <a:t>[</a:t>
            </a:r>
            <a:r>
              <a:rPr lang="en-US" altLang="zh-CN" sz="3200" i="1" smtClean="0"/>
              <a:t>x</a:t>
            </a:r>
            <a:r>
              <a:rPr lang="en-US" altLang="zh-CN" sz="3200" baseline="-25000" smtClean="0"/>
              <a:t>1</a:t>
            </a:r>
            <a:r>
              <a:rPr lang="en-US" altLang="zh-CN" sz="3200" smtClean="0"/>
              <a:t>,</a:t>
            </a:r>
            <a:r>
              <a:rPr lang="en-US" altLang="zh-CN" sz="3200" i="1" smtClean="0"/>
              <a:t>x</a:t>
            </a:r>
            <a:r>
              <a:rPr lang="en-US" altLang="zh-CN" sz="3200" baseline="-25000" smtClean="0"/>
              <a:t>0</a:t>
            </a:r>
            <a:r>
              <a:rPr lang="en-US" altLang="zh-CN" sz="3200" smtClean="0"/>
              <a:t>,</a:t>
            </a:r>
            <a:r>
              <a:rPr lang="en-US" altLang="zh-CN" sz="3200" i="1" smtClean="0"/>
              <a:t>x</a:t>
            </a:r>
            <a:r>
              <a:rPr lang="en-US" altLang="zh-CN" sz="3200" smtClean="0"/>
              <a:t>]</a:t>
            </a:r>
            <a:endParaRPr lang="zh-CN" altLang="en-US" sz="3200" smtClean="0"/>
          </a:p>
        </p:txBody>
      </p:sp>
      <p:sp>
        <p:nvSpPr>
          <p:cNvPr id="460804" name="Rectangle 4"/>
          <p:cNvSpPr>
            <a:spLocks noChangeArrowheads="1"/>
          </p:cNvSpPr>
          <p:nvPr/>
        </p:nvSpPr>
        <p:spPr bwMode="auto">
          <a:xfrm>
            <a:off x="6781800" y="990600"/>
            <a:ext cx="1976438" cy="7620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60805" name="Object 5"/>
          <p:cNvGraphicFramePr>
            <a:graphicFrameLocks noChangeAspect="1"/>
          </p:cNvGraphicFramePr>
          <p:nvPr/>
        </p:nvGraphicFramePr>
        <p:xfrm>
          <a:off x="577850" y="1679575"/>
          <a:ext cx="7615238" cy="1320800"/>
        </p:xfrm>
        <a:graphic>
          <a:graphicData uri="http://schemas.openxmlformats.org/presentationml/2006/ole">
            <mc:AlternateContent xmlns:mc="http://schemas.openxmlformats.org/markup-compatibility/2006">
              <mc:Choice xmlns:v="urn:schemas-microsoft-com:vml" Requires="v">
                <p:oleObj spid="_x0000_s43047" name="Equation" r:id="rId4" imgW="2743200" imgH="431800" progId="Equation.3">
                  <p:embed/>
                </p:oleObj>
              </mc:Choice>
              <mc:Fallback>
                <p:oleObj name="Equation" r:id="rId4" imgW="2743200" imgH="4318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850" y="1679575"/>
                        <a:ext cx="7615238" cy="132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06" name="AutoShape 6"/>
          <p:cNvSpPr>
            <a:spLocks noChangeArrowheads="1"/>
          </p:cNvSpPr>
          <p:nvPr/>
        </p:nvSpPr>
        <p:spPr bwMode="auto">
          <a:xfrm>
            <a:off x="577850" y="2895600"/>
            <a:ext cx="825500" cy="457200"/>
          </a:xfrm>
          <a:prstGeom prst="rightArrow">
            <a:avLst>
              <a:gd name="adj1" fmla="val 50000"/>
              <a:gd name="adj2" fmla="val 4513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0807" name="Rectangle 7"/>
          <p:cNvSpPr>
            <a:spLocks noChangeArrowheads="1"/>
          </p:cNvSpPr>
          <p:nvPr/>
        </p:nvSpPr>
        <p:spPr bwMode="auto">
          <a:xfrm>
            <a:off x="1460500" y="2720975"/>
            <a:ext cx="1860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endParaRPr lang="zh-CN" altLang="en-US" sz="3600" i="0">
              <a:latin typeface="Times New Roman" pitchFamily="18" charset="0"/>
            </a:endParaRPr>
          </a:p>
        </p:txBody>
      </p:sp>
      <p:sp>
        <p:nvSpPr>
          <p:cNvPr id="460808" name="Rectangle 8"/>
          <p:cNvSpPr>
            <a:spLocks noChangeArrowheads="1"/>
          </p:cNvSpPr>
          <p:nvPr/>
        </p:nvSpPr>
        <p:spPr bwMode="auto">
          <a:xfrm>
            <a:off x="3152775" y="2781300"/>
            <a:ext cx="391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600">
                <a:latin typeface="Times New Roman" pitchFamily="18" charset="0"/>
              </a:rPr>
              <a:t>= </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2</a:t>
            </a:r>
            <a:r>
              <a:rPr lang="en-US" altLang="zh-CN" sz="3600" i="0">
                <a:latin typeface="Times New Roman" pitchFamily="18" charset="0"/>
              </a:rPr>
              <a:t>)</a:t>
            </a:r>
            <a:r>
              <a:rPr lang="en-US" altLang="zh-CN" sz="3600">
                <a:latin typeface="Times New Roman" pitchFamily="18" charset="0"/>
              </a:rPr>
              <a:t> 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2</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endParaRPr lang="zh-CN" altLang="en-US" sz="3600" i="0">
              <a:latin typeface="Times New Roman" pitchFamily="18" charset="0"/>
            </a:endParaRPr>
          </a:p>
        </p:txBody>
      </p:sp>
      <p:sp>
        <p:nvSpPr>
          <p:cNvPr id="460810" name="Rectangle 10"/>
          <p:cNvSpPr>
            <a:spLocks noChangeArrowheads="1"/>
          </p:cNvSpPr>
          <p:nvPr/>
        </p:nvSpPr>
        <p:spPr bwMode="auto">
          <a:xfrm>
            <a:off x="6969125" y="2852738"/>
            <a:ext cx="2273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600" i="0">
                <a:latin typeface="Times New Roman" pitchFamily="18" charset="0"/>
              </a:rPr>
              <a:t>+</a:t>
            </a:r>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2</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endParaRPr lang="zh-CN" altLang="en-US" sz="3600" i="0">
              <a:latin typeface="Times New Roman" pitchFamily="18" charset="0"/>
            </a:endParaRPr>
          </a:p>
        </p:txBody>
      </p:sp>
      <p:sp>
        <p:nvSpPr>
          <p:cNvPr id="460811" name="Rectangle 11"/>
          <p:cNvSpPr>
            <a:spLocks noChangeArrowheads="1"/>
          </p:cNvSpPr>
          <p:nvPr/>
        </p:nvSpPr>
        <p:spPr bwMode="auto">
          <a:xfrm>
            <a:off x="577850" y="3752850"/>
            <a:ext cx="88201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 </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endParaRPr lang="zh-CN" altLang="en-US" sz="3600" i="0">
              <a:latin typeface="Times New Roman" pitchFamily="18" charset="0"/>
            </a:endParaRPr>
          </a:p>
        </p:txBody>
      </p:sp>
      <p:sp>
        <p:nvSpPr>
          <p:cNvPr id="460812" name="Rectangle 12"/>
          <p:cNvSpPr>
            <a:spLocks noChangeArrowheads="1"/>
          </p:cNvSpPr>
          <p:nvPr/>
        </p:nvSpPr>
        <p:spPr bwMode="auto">
          <a:xfrm>
            <a:off x="631825" y="4292600"/>
            <a:ext cx="850265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algn="l">
              <a:lnSpc>
                <a:spcPct val="90000"/>
              </a:lnSpc>
              <a:spcBef>
                <a:spcPct val="50000"/>
              </a:spcBef>
              <a:buClr>
                <a:srgbClr val="27305F"/>
              </a:buClr>
              <a:buSzPct val="60000"/>
              <a:buFont typeface="Wingdings" pitchFamily="2" charset="2"/>
              <a:buNone/>
            </a:pPr>
            <a:r>
              <a:rPr lang="en-US" altLang="zh-CN" sz="3600" i="0">
                <a:latin typeface="Times New Roman" pitchFamily="18" charset="0"/>
              </a:rPr>
              <a:t>   + (</a:t>
            </a:r>
            <a:r>
              <a:rPr lang="en-US" altLang="zh-CN" sz="3600">
                <a:latin typeface="Times New Roman" pitchFamily="18" charset="0"/>
              </a:rPr>
              <a:t>x</a:t>
            </a:r>
            <a:r>
              <a:rPr lang="en-US" altLang="zh-CN" sz="3600" i="0">
                <a:latin typeface="Times New Roman" pitchFamily="18" charset="0"/>
              </a:rPr>
              <a:t>- </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2</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p>
          <a:p>
            <a:pPr algn="l">
              <a:lnSpc>
                <a:spcPct val="90000"/>
              </a:lnSpc>
              <a:spcBef>
                <a:spcPct val="50000"/>
              </a:spcBef>
              <a:buClr>
                <a:srgbClr val="27305F"/>
              </a:buClr>
              <a:buSzPct val="60000"/>
              <a:buFont typeface="Wingdings" pitchFamily="2" charset="2"/>
              <a:buNone/>
            </a:pPr>
            <a:r>
              <a:rPr lang="en-US" altLang="zh-CN" sz="3600">
                <a:latin typeface="Times New Roman" pitchFamily="18" charset="0"/>
              </a:rPr>
              <a:t>   + </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 </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2</a:t>
            </a:r>
            <a:r>
              <a:rPr lang="en-US" altLang="zh-CN" sz="3600" i="0">
                <a:latin typeface="Times New Roman" pitchFamily="18" charset="0"/>
              </a:rPr>
              <a:t>)</a:t>
            </a:r>
            <a:r>
              <a:rPr lang="en-US" altLang="zh-CN" sz="3600">
                <a:latin typeface="Times New Roman" pitchFamily="18" charset="0"/>
              </a:rPr>
              <a:t> f</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2</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1</a:t>
            </a:r>
            <a:r>
              <a:rPr lang="en-US" altLang="zh-CN" sz="3600" i="0">
                <a:latin typeface="Times New Roman" pitchFamily="18" charset="0"/>
              </a:rPr>
              <a:t>,</a:t>
            </a:r>
            <a:r>
              <a:rPr lang="en-US" altLang="zh-CN" sz="3600">
                <a:latin typeface="Times New Roman" pitchFamily="18" charset="0"/>
              </a:rPr>
              <a:t>x</a:t>
            </a:r>
            <a:r>
              <a:rPr lang="en-US" altLang="zh-CN" sz="3600" i="0" baseline="-25000">
                <a:latin typeface="Times New Roman" pitchFamily="18" charset="0"/>
              </a:rPr>
              <a:t>0</a:t>
            </a:r>
            <a:r>
              <a:rPr lang="en-US" altLang="zh-CN" sz="3600" i="0">
                <a:latin typeface="Times New Roman" pitchFamily="18" charset="0"/>
              </a:rPr>
              <a:t>,</a:t>
            </a:r>
            <a:r>
              <a:rPr lang="en-US" altLang="zh-CN" sz="3600">
                <a:latin typeface="Times New Roman" pitchFamily="18" charset="0"/>
              </a:rPr>
              <a:t>x</a:t>
            </a:r>
            <a:r>
              <a:rPr lang="en-US" altLang="zh-CN" sz="3600" i="0">
                <a:latin typeface="Times New Roman" pitchFamily="18" charset="0"/>
              </a:rPr>
              <a:t>]</a:t>
            </a:r>
            <a:endParaRPr lang="zh-CN" altLang="en-US" sz="3600" i="0">
              <a:latin typeface="Times New Roman" pitchFamily="18" charset="0"/>
            </a:endParaRPr>
          </a:p>
        </p:txBody>
      </p:sp>
      <p:sp>
        <p:nvSpPr>
          <p:cNvPr id="460813" name="Rectangle 13"/>
          <p:cNvSpPr>
            <a:spLocks noChangeArrowheads="1"/>
          </p:cNvSpPr>
          <p:nvPr/>
        </p:nvSpPr>
        <p:spPr bwMode="auto">
          <a:xfrm>
            <a:off x="3644900" y="5033963"/>
            <a:ext cx="3467100" cy="6477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460804"/>
                                        </p:tgtEl>
                                        <p:attrNameLst>
                                          <p:attrName>style.visibility</p:attrName>
                                        </p:attrNameLst>
                                      </p:cBhvr>
                                      <p:to>
                                        <p:strVal val="visible"/>
                                      </p:to>
                                    </p:set>
                                    <p:anim calcmode="lin" valueType="num">
                                      <p:cBhvr>
                                        <p:cTn id="7" dur="500" fill="hold"/>
                                        <p:tgtEl>
                                          <p:spTgt spid="460804"/>
                                        </p:tgtEl>
                                        <p:attrNameLst>
                                          <p:attrName>ppt_w</p:attrName>
                                        </p:attrNameLst>
                                      </p:cBhvr>
                                      <p:tavLst>
                                        <p:tav tm="0">
                                          <p:val>
                                            <p:fltVal val="0"/>
                                          </p:val>
                                        </p:tav>
                                        <p:tav tm="100000">
                                          <p:val>
                                            <p:strVal val="#ppt_w"/>
                                          </p:val>
                                        </p:tav>
                                      </p:tavLst>
                                    </p:anim>
                                    <p:anim calcmode="lin" valueType="num">
                                      <p:cBhvr>
                                        <p:cTn id="8" dur="500" fill="hold"/>
                                        <p:tgtEl>
                                          <p:spTgt spid="460804"/>
                                        </p:tgtEl>
                                        <p:attrNameLst>
                                          <p:attrName>ppt_h</p:attrName>
                                        </p:attrNameLst>
                                      </p:cBhvr>
                                      <p:tavLst>
                                        <p:tav tm="0">
                                          <p:val>
                                            <p:fltVal val="0"/>
                                          </p:val>
                                        </p:tav>
                                        <p:tav tm="100000">
                                          <p:val>
                                            <p:strVal val="#ppt_h"/>
                                          </p:val>
                                        </p:tav>
                                      </p:tavLst>
                                    </p:anim>
                                    <p:anim calcmode="lin" valueType="num">
                                      <p:cBhvr>
                                        <p:cTn id="9" dur="500" fill="hold"/>
                                        <p:tgtEl>
                                          <p:spTgt spid="460804"/>
                                        </p:tgtEl>
                                        <p:attrNameLst>
                                          <p:attrName>ppt_x</p:attrName>
                                        </p:attrNameLst>
                                      </p:cBhvr>
                                      <p:tavLst>
                                        <p:tav tm="0">
                                          <p:val>
                                            <p:fltVal val="0.5"/>
                                          </p:val>
                                        </p:tav>
                                        <p:tav tm="100000">
                                          <p:val>
                                            <p:strVal val="#ppt_x"/>
                                          </p:val>
                                        </p:tav>
                                      </p:tavLst>
                                    </p:anim>
                                    <p:anim calcmode="lin" valueType="num">
                                      <p:cBhvr>
                                        <p:cTn id="10" dur="500" fill="hold"/>
                                        <p:tgtEl>
                                          <p:spTgt spid="460804"/>
                                        </p:tgtEl>
                                        <p:attrNameLst>
                                          <p:attrName>ppt_y</p:attrName>
                                        </p:attrNameLst>
                                      </p:cBhvr>
                                      <p:tavLst>
                                        <p:tav tm="0">
                                          <p:val>
                                            <p:fltVal val="0.5"/>
                                          </p:val>
                                        </p:tav>
                                        <p:tav tm="100000">
                                          <p:val>
                                            <p:strVal val="#ppt_y"/>
                                          </p:val>
                                        </p:tav>
                                      </p:tavLst>
                                    </p:anim>
                                  </p:childTnLst>
                                </p:cTn>
                              </p:par>
                            </p:childTnLst>
                          </p:cTn>
                        </p:par>
                        <p:par>
                          <p:cTn id="11" fill="hold" nodeType="afterGroup">
                            <p:stCondLst>
                              <p:cond delay="500"/>
                            </p:stCondLst>
                            <p:childTnLst>
                              <p:par>
                                <p:cTn id="12" presetID="9" presetClass="entr" presetSubtype="0" fill="hold" nodeType="afterEffect">
                                  <p:stCondLst>
                                    <p:cond delay="3000"/>
                                  </p:stCondLst>
                                  <p:childTnLst>
                                    <p:set>
                                      <p:cBhvr>
                                        <p:cTn id="13" dur="1" fill="hold">
                                          <p:stCondLst>
                                            <p:cond delay="0"/>
                                          </p:stCondLst>
                                        </p:cTn>
                                        <p:tgtEl>
                                          <p:spTgt spid="460805"/>
                                        </p:tgtEl>
                                        <p:attrNameLst>
                                          <p:attrName>style.visibility</p:attrName>
                                        </p:attrNameLst>
                                      </p:cBhvr>
                                      <p:to>
                                        <p:strVal val="visible"/>
                                      </p:to>
                                    </p:set>
                                    <p:animEffect transition="in" filter="dissolve">
                                      <p:cBhvr>
                                        <p:cTn id="14" dur="500"/>
                                        <p:tgtEl>
                                          <p:spTgt spid="46080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460806"/>
                                        </p:tgtEl>
                                        <p:attrNameLst>
                                          <p:attrName>style.visibility</p:attrName>
                                        </p:attrNameLst>
                                      </p:cBhvr>
                                      <p:to>
                                        <p:strVal val="visible"/>
                                      </p:to>
                                    </p:set>
                                    <p:animEffect transition="in" filter="dissolve">
                                      <p:cBhvr>
                                        <p:cTn id="19" dur="500"/>
                                        <p:tgtEl>
                                          <p:spTgt spid="460806"/>
                                        </p:tgtEl>
                                      </p:cBhvr>
                                    </p:animEffect>
                                  </p:childTnLst>
                                </p:cTn>
                              </p:par>
                            </p:childTnLst>
                          </p:cTn>
                        </p:par>
                        <p:par>
                          <p:cTn id="20" fill="hold" nodeType="afterGroup">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460807"/>
                                        </p:tgtEl>
                                        <p:attrNameLst>
                                          <p:attrName>style.visibility</p:attrName>
                                        </p:attrNameLst>
                                      </p:cBhvr>
                                      <p:to>
                                        <p:strVal val="visible"/>
                                      </p:to>
                                    </p:set>
                                    <p:animEffect transition="in" filter="dissolve">
                                      <p:cBhvr>
                                        <p:cTn id="23" dur="500"/>
                                        <p:tgtEl>
                                          <p:spTgt spid="460807"/>
                                        </p:tgtEl>
                                      </p:cBhvr>
                                    </p:animEffect>
                                  </p:childTnLst>
                                </p:cTn>
                              </p:par>
                            </p:childTnLst>
                          </p:cTn>
                        </p:par>
                        <p:par>
                          <p:cTn id="24" fill="hold" nodeType="afterGroup">
                            <p:stCondLst>
                              <p:cond delay="1000"/>
                            </p:stCondLst>
                            <p:childTnLst>
                              <p:par>
                                <p:cTn id="25" presetID="9" presetClass="entr" presetSubtype="0" fill="hold" grpId="0" nodeType="afterEffect">
                                  <p:stCondLst>
                                    <p:cond delay="2000"/>
                                  </p:stCondLst>
                                  <p:childTnLst>
                                    <p:set>
                                      <p:cBhvr>
                                        <p:cTn id="26" dur="1" fill="hold">
                                          <p:stCondLst>
                                            <p:cond delay="0"/>
                                          </p:stCondLst>
                                        </p:cTn>
                                        <p:tgtEl>
                                          <p:spTgt spid="460808"/>
                                        </p:tgtEl>
                                        <p:attrNameLst>
                                          <p:attrName>style.visibility</p:attrName>
                                        </p:attrNameLst>
                                      </p:cBhvr>
                                      <p:to>
                                        <p:strVal val="visible"/>
                                      </p:to>
                                    </p:set>
                                    <p:animEffect transition="in" filter="dissolve">
                                      <p:cBhvr>
                                        <p:cTn id="27" dur="500"/>
                                        <p:tgtEl>
                                          <p:spTgt spid="460808"/>
                                        </p:tgtEl>
                                      </p:cBhvr>
                                    </p:animEffect>
                                  </p:childTnLst>
                                </p:cTn>
                              </p:par>
                            </p:childTnLst>
                          </p:cTn>
                        </p:par>
                        <p:par>
                          <p:cTn id="28" fill="hold" nodeType="afterGroup">
                            <p:stCondLst>
                              <p:cond delay="3500"/>
                            </p:stCondLst>
                            <p:childTnLst>
                              <p:par>
                                <p:cTn id="29" presetID="9" presetClass="entr" presetSubtype="0" fill="hold" grpId="0" nodeType="afterEffect">
                                  <p:stCondLst>
                                    <p:cond delay="2000"/>
                                  </p:stCondLst>
                                  <p:childTnLst>
                                    <p:set>
                                      <p:cBhvr>
                                        <p:cTn id="30" dur="1" fill="hold">
                                          <p:stCondLst>
                                            <p:cond delay="0"/>
                                          </p:stCondLst>
                                        </p:cTn>
                                        <p:tgtEl>
                                          <p:spTgt spid="460810"/>
                                        </p:tgtEl>
                                        <p:attrNameLst>
                                          <p:attrName>style.visibility</p:attrName>
                                        </p:attrNameLst>
                                      </p:cBhvr>
                                      <p:to>
                                        <p:strVal val="visible"/>
                                      </p:to>
                                    </p:set>
                                    <p:animEffect transition="in" filter="dissolve">
                                      <p:cBhvr>
                                        <p:cTn id="31" dur="500"/>
                                        <p:tgtEl>
                                          <p:spTgt spid="4608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460811"/>
                                        </p:tgtEl>
                                        <p:attrNameLst>
                                          <p:attrName>style.visibility</p:attrName>
                                        </p:attrNameLst>
                                      </p:cBhvr>
                                      <p:to>
                                        <p:strVal val="visible"/>
                                      </p:to>
                                    </p:set>
                                    <p:animEffect transition="in" filter="dissolve">
                                      <p:cBhvr>
                                        <p:cTn id="36" dur="500"/>
                                        <p:tgtEl>
                                          <p:spTgt spid="460811"/>
                                        </p:tgtEl>
                                      </p:cBhvr>
                                    </p:animEffect>
                                  </p:childTnLst>
                                </p:cTn>
                              </p:par>
                            </p:childTnLst>
                          </p:cTn>
                        </p:par>
                        <p:par>
                          <p:cTn id="37" fill="hold" nodeType="afterGroup">
                            <p:stCondLst>
                              <p:cond delay="500"/>
                            </p:stCondLst>
                            <p:childTnLst>
                              <p:par>
                                <p:cTn id="38" presetID="9" presetClass="entr" presetSubtype="0" fill="hold" grpId="0" nodeType="afterEffect">
                                  <p:stCondLst>
                                    <p:cond delay="2000"/>
                                  </p:stCondLst>
                                  <p:childTnLst>
                                    <p:set>
                                      <p:cBhvr>
                                        <p:cTn id="39" dur="1" fill="hold">
                                          <p:stCondLst>
                                            <p:cond delay="0"/>
                                          </p:stCondLst>
                                        </p:cTn>
                                        <p:tgtEl>
                                          <p:spTgt spid="460812"/>
                                        </p:tgtEl>
                                        <p:attrNameLst>
                                          <p:attrName>style.visibility</p:attrName>
                                        </p:attrNameLst>
                                      </p:cBhvr>
                                      <p:to>
                                        <p:strVal val="visible"/>
                                      </p:to>
                                    </p:set>
                                    <p:animEffect transition="in" filter="dissolve">
                                      <p:cBhvr>
                                        <p:cTn id="40" dur="500"/>
                                        <p:tgtEl>
                                          <p:spTgt spid="46081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528" fill="hold" grpId="0" nodeType="clickEffect">
                                  <p:stCondLst>
                                    <p:cond delay="0"/>
                                  </p:stCondLst>
                                  <p:childTnLst>
                                    <p:set>
                                      <p:cBhvr>
                                        <p:cTn id="44" dur="1" fill="hold">
                                          <p:stCondLst>
                                            <p:cond delay="0"/>
                                          </p:stCondLst>
                                        </p:cTn>
                                        <p:tgtEl>
                                          <p:spTgt spid="460813"/>
                                        </p:tgtEl>
                                        <p:attrNameLst>
                                          <p:attrName>style.visibility</p:attrName>
                                        </p:attrNameLst>
                                      </p:cBhvr>
                                      <p:to>
                                        <p:strVal val="visible"/>
                                      </p:to>
                                    </p:set>
                                    <p:anim calcmode="lin" valueType="num">
                                      <p:cBhvr>
                                        <p:cTn id="45" dur="500" fill="hold"/>
                                        <p:tgtEl>
                                          <p:spTgt spid="460813"/>
                                        </p:tgtEl>
                                        <p:attrNameLst>
                                          <p:attrName>ppt_w</p:attrName>
                                        </p:attrNameLst>
                                      </p:cBhvr>
                                      <p:tavLst>
                                        <p:tav tm="0">
                                          <p:val>
                                            <p:fltVal val="0"/>
                                          </p:val>
                                        </p:tav>
                                        <p:tav tm="100000">
                                          <p:val>
                                            <p:strVal val="#ppt_w"/>
                                          </p:val>
                                        </p:tav>
                                      </p:tavLst>
                                    </p:anim>
                                    <p:anim calcmode="lin" valueType="num">
                                      <p:cBhvr>
                                        <p:cTn id="46" dur="500" fill="hold"/>
                                        <p:tgtEl>
                                          <p:spTgt spid="460813"/>
                                        </p:tgtEl>
                                        <p:attrNameLst>
                                          <p:attrName>ppt_h</p:attrName>
                                        </p:attrNameLst>
                                      </p:cBhvr>
                                      <p:tavLst>
                                        <p:tav tm="0">
                                          <p:val>
                                            <p:fltVal val="0"/>
                                          </p:val>
                                        </p:tav>
                                        <p:tav tm="100000">
                                          <p:val>
                                            <p:strVal val="#ppt_h"/>
                                          </p:val>
                                        </p:tav>
                                      </p:tavLst>
                                    </p:anim>
                                    <p:anim calcmode="lin" valueType="num">
                                      <p:cBhvr>
                                        <p:cTn id="47" dur="500" fill="hold"/>
                                        <p:tgtEl>
                                          <p:spTgt spid="460813"/>
                                        </p:tgtEl>
                                        <p:attrNameLst>
                                          <p:attrName>ppt_x</p:attrName>
                                        </p:attrNameLst>
                                      </p:cBhvr>
                                      <p:tavLst>
                                        <p:tav tm="0">
                                          <p:val>
                                            <p:fltVal val="0.5"/>
                                          </p:val>
                                        </p:tav>
                                        <p:tav tm="100000">
                                          <p:val>
                                            <p:strVal val="#ppt_x"/>
                                          </p:val>
                                        </p:tav>
                                      </p:tavLst>
                                    </p:anim>
                                    <p:anim calcmode="lin" valueType="num">
                                      <p:cBhvr>
                                        <p:cTn id="48" dur="500" fill="hold"/>
                                        <p:tgtEl>
                                          <p:spTgt spid="46081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4" grpId="0" animBg="1"/>
      <p:bldP spid="460806" grpId="0" animBg="1"/>
      <p:bldP spid="460807" grpId="0" autoUpdateAnimBg="0"/>
      <p:bldP spid="460808" grpId="0" autoUpdateAnimBg="0"/>
      <p:bldP spid="460810" grpId="0" autoUpdateAnimBg="0"/>
      <p:bldP spid="460811" grpId="0" autoUpdateAnimBg="0"/>
      <p:bldP spid="460812" grpId="0" autoUpdateAnimBg="0"/>
      <p:bldP spid="460813"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3FD7A45-012B-4EAC-B1BD-4519B3BB2E91}" type="slidenum">
              <a:rPr lang="zh-CN" altLang="en-US" b="0" i="0" smtClean="0"/>
              <a:pPr/>
              <a:t>25</a:t>
            </a:fld>
            <a:endParaRPr lang="en-US" altLang="zh-CN" b="0" i="0" smtClean="0"/>
          </a:p>
        </p:txBody>
      </p:sp>
      <p:sp>
        <p:nvSpPr>
          <p:cNvPr id="4403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E712F38-25D0-4F0A-AFAE-B77A1FEF68CA}" type="datetime1">
              <a:rPr lang="zh-CN" altLang="en-US" sz="1800" i="0" smtClean="0"/>
              <a:pPr/>
              <a:t>2024/10/20</a:t>
            </a:fld>
            <a:endParaRPr lang="en-US" altLang="zh-CN" sz="1800" i="0" smtClean="0"/>
          </a:p>
        </p:txBody>
      </p:sp>
      <p:sp>
        <p:nvSpPr>
          <p:cNvPr id="461826" name="Rectangle 2"/>
          <p:cNvSpPr>
            <a:spLocks noGrp="1" noChangeArrowheads="1"/>
          </p:cNvSpPr>
          <p:nvPr>
            <p:ph type="title"/>
          </p:nvPr>
        </p:nvSpPr>
        <p:spPr/>
        <p:txBody>
          <a:bodyPr/>
          <a:lstStyle/>
          <a:p>
            <a:pPr>
              <a:defRPr/>
            </a:pPr>
            <a:r>
              <a:rPr lang="zh-CN" altLang="en-US" smtClean="0"/>
              <a:t>§1.2 牛顿基本差商公式</a:t>
            </a:r>
          </a:p>
        </p:txBody>
      </p:sp>
      <p:graphicFrame>
        <p:nvGraphicFramePr>
          <p:cNvPr id="461828" name="Object 4"/>
          <p:cNvGraphicFramePr>
            <a:graphicFrameLocks noChangeAspect="1"/>
          </p:cNvGraphicFramePr>
          <p:nvPr/>
        </p:nvGraphicFramePr>
        <p:xfrm>
          <a:off x="246063" y="1190625"/>
          <a:ext cx="9355137" cy="1628775"/>
        </p:xfrm>
        <a:graphic>
          <a:graphicData uri="http://schemas.openxmlformats.org/presentationml/2006/ole">
            <mc:AlternateContent xmlns:mc="http://schemas.openxmlformats.org/markup-compatibility/2006">
              <mc:Choice xmlns:v="urn:schemas-microsoft-com:vml" Requires="v">
                <p:oleObj spid="_x0000_s44094" name="Equation" r:id="rId4" imgW="3975100" imgH="685800" progId="Equation.3">
                  <p:embed/>
                </p:oleObj>
              </mc:Choice>
              <mc:Fallback>
                <p:oleObj name="Equation" r:id="rId4" imgW="3975100" imgH="685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063" y="1190625"/>
                        <a:ext cx="9355137" cy="162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830" name="Rectangle 6"/>
          <p:cNvSpPr>
            <a:spLocks noChangeArrowheads="1"/>
          </p:cNvSpPr>
          <p:nvPr/>
        </p:nvSpPr>
        <p:spPr bwMode="auto">
          <a:xfrm>
            <a:off x="914400" y="1143000"/>
            <a:ext cx="8915400" cy="10668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1831" name="AutoShape 7"/>
          <p:cNvSpPr>
            <a:spLocks noChangeArrowheads="1"/>
          </p:cNvSpPr>
          <p:nvPr/>
        </p:nvSpPr>
        <p:spPr bwMode="auto">
          <a:xfrm>
            <a:off x="6781800" y="838200"/>
            <a:ext cx="1555750" cy="609600"/>
          </a:xfrm>
          <a:prstGeom prst="wedgeRoundRectCallout">
            <a:avLst>
              <a:gd name="adj1" fmla="val -71532"/>
              <a:gd name="adj2" fmla="val 89843"/>
              <a:gd name="adj3" fmla="val 16667"/>
            </a:avLst>
          </a:prstGeom>
          <a:solidFill>
            <a:schemeClr val="accent2"/>
          </a:solidFill>
          <a:ln w="25400">
            <a:solidFill>
              <a:srgbClr val="FF3300"/>
            </a:solidFill>
            <a:miter lim="800000"/>
            <a:headEnd/>
            <a:tailEnd/>
          </a:ln>
        </p:spPr>
        <p:txBody>
          <a:bodyPr anchor="ctr"/>
          <a:lstStyle/>
          <a:p>
            <a:r>
              <a:rPr lang="en-US" altLang="zh-CN" sz="3200">
                <a:latin typeface="Times New Roman" pitchFamily="18" charset="0"/>
              </a:rPr>
              <a:t>P</a:t>
            </a:r>
            <a:r>
              <a:rPr lang="en-US" altLang="zh-CN" sz="320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p>
        </p:txBody>
      </p:sp>
      <p:sp>
        <p:nvSpPr>
          <p:cNvPr id="461832" name="AutoShape 8"/>
          <p:cNvSpPr>
            <a:spLocks noChangeArrowheads="1"/>
          </p:cNvSpPr>
          <p:nvPr/>
        </p:nvSpPr>
        <p:spPr bwMode="auto">
          <a:xfrm>
            <a:off x="8172450" y="2514600"/>
            <a:ext cx="1504950" cy="609600"/>
          </a:xfrm>
          <a:prstGeom prst="wedgeRoundRectCallout">
            <a:avLst>
              <a:gd name="adj1" fmla="val -91352"/>
              <a:gd name="adj2" fmla="val -43227"/>
              <a:gd name="adj3" fmla="val 16667"/>
            </a:avLst>
          </a:prstGeom>
          <a:solidFill>
            <a:schemeClr val="accent2"/>
          </a:solidFill>
          <a:ln w="25400">
            <a:solidFill>
              <a:srgbClr val="0000FF"/>
            </a:solidFill>
            <a:miter lim="800000"/>
            <a:headEnd/>
            <a:tailEnd/>
          </a:ln>
        </p:spPr>
        <p:txBody>
          <a:bodyPr anchor="ctr"/>
          <a:lstStyle/>
          <a:p>
            <a:r>
              <a:rPr lang="en-US" altLang="zh-CN" sz="3200">
                <a:latin typeface="Times New Roman" pitchFamily="18" charset="0"/>
              </a:rPr>
              <a:t>R</a:t>
            </a:r>
            <a:r>
              <a:rPr lang="en-US" altLang="zh-CN" sz="320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p>
        </p:txBody>
      </p:sp>
      <p:sp>
        <p:nvSpPr>
          <p:cNvPr id="461833" name="Rectangle 9"/>
          <p:cNvSpPr>
            <a:spLocks noChangeArrowheads="1"/>
          </p:cNvSpPr>
          <p:nvPr/>
        </p:nvSpPr>
        <p:spPr bwMode="auto">
          <a:xfrm>
            <a:off x="660400" y="2286000"/>
            <a:ext cx="7346950" cy="5334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1834" name="Rectangle 10"/>
          <p:cNvSpPr>
            <a:spLocks noGrp="1" noChangeArrowheads="1"/>
          </p:cNvSpPr>
          <p:nvPr>
            <p:ph type="body" idx="1"/>
          </p:nvPr>
        </p:nvSpPr>
        <p:spPr>
          <a:xfrm>
            <a:off x="762000" y="3657600"/>
            <a:ext cx="8820150" cy="1322388"/>
          </a:xfrm>
          <a:noFill/>
        </p:spPr>
        <p:txBody>
          <a:bodyPr/>
          <a:lstStyle/>
          <a:p>
            <a:pPr>
              <a:lnSpc>
                <a:spcPct val="80000"/>
              </a:lnSpc>
              <a:buFont typeface="Wingdings" pitchFamily="2" charset="2"/>
              <a:buNone/>
            </a:pPr>
            <a:r>
              <a:rPr lang="zh-CN" altLang="en-US" smtClean="0"/>
              <a:t>例   当</a:t>
            </a:r>
            <a:r>
              <a:rPr lang="en-US" altLang="zh-CN" i="1" smtClean="0"/>
              <a:t>n</a:t>
            </a:r>
            <a:r>
              <a:rPr lang="en-US" altLang="zh-CN" smtClean="0"/>
              <a:t>=1</a:t>
            </a:r>
            <a:r>
              <a:rPr lang="zh-CN" altLang="en-US" smtClean="0"/>
              <a:t>时，</a:t>
            </a:r>
          </a:p>
          <a:p>
            <a:pPr>
              <a:lnSpc>
                <a:spcPct val="80000"/>
              </a:lnSpc>
              <a:buFont typeface="Wingdings" pitchFamily="2" charset="2"/>
              <a:buNone/>
            </a:pPr>
            <a:r>
              <a:rPr lang="en-US" altLang="zh-CN" i="1" smtClean="0"/>
              <a:t>f</a:t>
            </a:r>
            <a:r>
              <a:rPr lang="en-US" altLang="zh-CN" smtClean="0"/>
              <a:t>(</a:t>
            </a:r>
            <a:r>
              <a:rPr lang="en-US" altLang="zh-CN" i="1" smtClean="0"/>
              <a:t>x</a:t>
            </a:r>
            <a:r>
              <a:rPr lang="en-US" altLang="zh-CN" smtClean="0"/>
              <a:t>) </a:t>
            </a:r>
            <a:r>
              <a:rPr lang="en-US" altLang="zh-CN" i="1" smtClean="0"/>
              <a:t>= f</a:t>
            </a:r>
            <a:r>
              <a:rPr lang="en-US" altLang="zh-CN" smtClean="0"/>
              <a:t>(</a:t>
            </a:r>
            <a:r>
              <a:rPr lang="en-US" altLang="zh-CN" i="1" smtClean="0"/>
              <a:t>x</a:t>
            </a:r>
            <a:r>
              <a:rPr lang="en-US" altLang="zh-CN" baseline="-25000" smtClean="0"/>
              <a:t>0</a:t>
            </a:r>
            <a:r>
              <a:rPr lang="en-US" altLang="zh-CN" smtClean="0"/>
              <a:t>) </a:t>
            </a:r>
            <a:r>
              <a:rPr lang="en-US" altLang="zh-CN" i="1" smtClean="0"/>
              <a:t>+ </a:t>
            </a:r>
            <a:r>
              <a:rPr lang="en-US" altLang="zh-CN" smtClean="0"/>
              <a:t>(</a:t>
            </a:r>
            <a:r>
              <a:rPr lang="en-US" altLang="zh-CN" i="1" smtClean="0"/>
              <a:t>x</a:t>
            </a:r>
            <a:r>
              <a:rPr lang="en-US" altLang="zh-CN" smtClean="0"/>
              <a:t>- </a:t>
            </a:r>
            <a:r>
              <a:rPr lang="en-US" altLang="zh-CN" i="1" smtClean="0"/>
              <a:t>x</a:t>
            </a:r>
            <a:r>
              <a:rPr lang="en-US" altLang="zh-CN" baseline="-25000" smtClean="0"/>
              <a:t>0</a:t>
            </a:r>
            <a:r>
              <a:rPr lang="en-US" altLang="zh-CN" smtClean="0"/>
              <a:t>)</a:t>
            </a:r>
            <a:r>
              <a:rPr lang="en-US" altLang="zh-CN" i="1" smtClean="0"/>
              <a:t>f</a:t>
            </a:r>
            <a:r>
              <a:rPr lang="en-US" altLang="zh-CN" smtClean="0"/>
              <a:t>[</a:t>
            </a:r>
            <a:r>
              <a:rPr lang="en-US" altLang="zh-CN" i="1" smtClean="0"/>
              <a:t>x</a:t>
            </a:r>
            <a:r>
              <a:rPr lang="en-US" altLang="zh-CN" baseline="-25000" smtClean="0"/>
              <a:t>1</a:t>
            </a:r>
            <a:r>
              <a:rPr lang="en-US" altLang="zh-CN" smtClean="0"/>
              <a:t>,</a:t>
            </a:r>
            <a:r>
              <a:rPr lang="en-US" altLang="zh-CN" i="1" smtClean="0"/>
              <a:t>x</a:t>
            </a:r>
            <a:r>
              <a:rPr lang="en-US" altLang="zh-CN" baseline="-25000" smtClean="0"/>
              <a:t>0</a:t>
            </a:r>
            <a:r>
              <a:rPr lang="en-US" altLang="zh-CN" smtClean="0"/>
              <a:t>] </a:t>
            </a:r>
            <a:r>
              <a:rPr lang="en-US" altLang="zh-CN" i="1" smtClean="0"/>
              <a:t>+ </a:t>
            </a:r>
            <a:r>
              <a:rPr lang="en-US" altLang="zh-CN" smtClean="0"/>
              <a:t>(</a:t>
            </a:r>
            <a:r>
              <a:rPr lang="en-US" altLang="zh-CN" i="1" smtClean="0"/>
              <a:t>x</a:t>
            </a:r>
            <a:r>
              <a:rPr lang="en-US" altLang="zh-CN" smtClean="0"/>
              <a:t>- </a:t>
            </a:r>
            <a:r>
              <a:rPr lang="en-US" altLang="zh-CN" i="1" smtClean="0"/>
              <a:t>x</a:t>
            </a:r>
            <a:r>
              <a:rPr lang="en-US" altLang="zh-CN" baseline="-25000" smtClean="0"/>
              <a:t>0</a:t>
            </a:r>
            <a:r>
              <a:rPr lang="en-US" altLang="zh-CN" smtClean="0"/>
              <a:t>)(</a:t>
            </a:r>
            <a:r>
              <a:rPr lang="en-US" altLang="zh-CN" i="1" smtClean="0"/>
              <a:t>x</a:t>
            </a:r>
            <a:r>
              <a:rPr lang="en-US" altLang="zh-CN" smtClean="0"/>
              <a:t>-</a:t>
            </a:r>
            <a:r>
              <a:rPr lang="en-US" altLang="zh-CN" i="1" smtClean="0"/>
              <a:t>x</a:t>
            </a:r>
            <a:r>
              <a:rPr lang="en-US" altLang="zh-CN" baseline="-25000" smtClean="0"/>
              <a:t>1</a:t>
            </a:r>
            <a:r>
              <a:rPr lang="en-US" altLang="zh-CN" smtClean="0"/>
              <a:t>) </a:t>
            </a:r>
            <a:r>
              <a:rPr lang="en-US" altLang="zh-CN" i="1" smtClean="0"/>
              <a:t>f</a:t>
            </a:r>
            <a:r>
              <a:rPr lang="en-US" altLang="zh-CN" smtClean="0"/>
              <a:t>[</a:t>
            </a:r>
            <a:r>
              <a:rPr lang="en-US" altLang="zh-CN" i="1" smtClean="0"/>
              <a:t>x</a:t>
            </a:r>
            <a:r>
              <a:rPr lang="en-US" altLang="zh-CN" baseline="-25000" smtClean="0"/>
              <a:t>1</a:t>
            </a:r>
            <a:r>
              <a:rPr lang="en-US" altLang="zh-CN" smtClean="0"/>
              <a:t>,</a:t>
            </a:r>
            <a:r>
              <a:rPr lang="en-US" altLang="zh-CN" i="1" smtClean="0"/>
              <a:t>x</a:t>
            </a:r>
            <a:r>
              <a:rPr lang="en-US" altLang="zh-CN" baseline="-25000" smtClean="0"/>
              <a:t>0</a:t>
            </a:r>
            <a:r>
              <a:rPr lang="en-US" altLang="zh-CN" smtClean="0"/>
              <a:t>,</a:t>
            </a:r>
            <a:r>
              <a:rPr lang="en-US" altLang="zh-CN" i="1" smtClean="0"/>
              <a:t>x</a:t>
            </a:r>
            <a:r>
              <a:rPr lang="en-US" altLang="zh-CN" smtClean="0"/>
              <a:t>]</a:t>
            </a:r>
          </a:p>
          <a:p>
            <a:pPr>
              <a:lnSpc>
                <a:spcPct val="80000"/>
              </a:lnSpc>
              <a:buFont typeface="Wingdings" pitchFamily="2" charset="2"/>
              <a:buNone/>
            </a:pPr>
            <a:r>
              <a:rPr lang="en-US" altLang="zh-CN" smtClean="0"/>
              <a:t>P</a:t>
            </a:r>
            <a:r>
              <a:rPr lang="en-US" altLang="zh-CN" baseline="-25000" smtClean="0"/>
              <a:t>n</a:t>
            </a:r>
            <a:r>
              <a:rPr lang="en-US" altLang="zh-CN" smtClean="0"/>
              <a:t>(x)= </a:t>
            </a:r>
            <a:r>
              <a:rPr lang="en-US" altLang="zh-CN" i="1" smtClean="0"/>
              <a:t>f</a:t>
            </a:r>
            <a:r>
              <a:rPr lang="en-US" altLang="zh-CN" smtClean="0"/>
              <a:t>(</a:t>
            </a:r>
            <a:r>
              <a:rPr lang="en-US" altLang="zh-CN" i="1" smtClean="0"/>
              <a:t>x</a:t>
            </a:r>
            <a:r>
              <a:rPr lang="en-US" altLang="zh-CN" baseline="-25000" smtClean="0"/>
              <a:t>0</a:t>
            </a:r>
            <a:r>
              <a:rPr lang="en-US" altLang="zh-CN" smtClean="0"/>
              <a:t>) </a:t>
            </a:r>
            <a:r>
              <a:rPr lang="en-US" altLang="zh-CN" i="1" smtClean="0"/>
              <a:t>+ </a:t>
            </a:r>
            <a:r>
              <a:rPr lang="en-US" altLang="zh-CN" smtClean="0"/>
              <a:t>(</a:t>
            </a:r>
            <a:r>
              <a:rPr lang="en-US" altLang="zh-CN" i="1" smtClean="0"/>
              <a:t>x</a:t>
            </a:r>
            <a:r>
              <a:rPr lang="en-US" altLang="zh-CN" smtClean="0"/>
              <a:t>- </a:t>
            </a:r>
            <a:r>
              <a:rPr lang="en-US" altLang="zh-CN" i="1" smtClean="0"/>
              <a:t>x</a:t>
            </a:r>
            <a:r>
              <a:rPr lang="en-US" altLang="zh-CN" baseline="-25000" smtClean="0"/>
              <a:t>0</a:t>
            </a:r>
            <a:r>
              <a:rPr lang="en-US" altLang="zh-CN" smtClean="0"/>
              <a:t>)</a:t>
            </a:r>
            <a:r>
              <a:rPr lang="en-US" altLang="zh-CN" i="1" smtClean="0"/>
              <a:t>f</a:t>
            </a:r>
            <a:r>
              <a:rPr lang="en-US" altLang="zh-CN" smtClean="0"/>
              <a:t>[</a:t>
            </a:r>
            <a:r>
              <a:rPr lang="en-US" altLang="zh-CN" i="1" smtClean="0"/>
              <a:t>x</a:t>
            </a:r>
            <a:r>
              <a:rPr lang="en-US" altLang="zh-CN" baseline="-25000" smtClean="0"/>
              <a:t>1</a:t>
            </a:r>
            <a:r>
              <a:rPr lang="en-US" altLang="zh-CN" smtClean="0"/>
              <a:t>,</a:t>
            </a:r>
            <a:r>
              <a:rPr lang="en-US" altLang="zh-CN" i="1" smtClean="0"/>
              <a:t>x</a:t>
            </a:r>
            <a:r>
              <a:rPr lang="en-US" altLang="zh-CN" baseline="-25000" smtClean="0"/>
              <a:t>0</a:t>
            </a:r>
            <a:r>
              <a:rPr lang="en-US" altLang="zh-CN" smtClean="0"/>
              <a:t>]</a:t>
            </a:r>
            <a:endParaRPr lang="zh-CN" altLang="en-US" smtClean="0"/>
          </a:p>
        </p:txBody>
      </p:sp>
      <p:graphicFrame>
        <p:nvGraphicFramePr>
          <p:cNvPr id="461835" name="Object 11"/>
          <p:cNvGraphicFramePr>
            <a:graphicFrameLocks noChangeAspect="1"/>
          </p:cNvGraphicFramePr>
          <p:nvPr/>
        </p:nvGraphicFramePr>
        <p:xfrm>
          <a:off x="4800600" y="4224338"/>
          <a:ext cx="3429000" cy="1262062"/>
        </p:xfrm>
        <a:graphic>
          <a:graphicData uri="http://schemas.openxmlformats.org/presentationml/2006/ole">
            <mc:AlternateContent xmlns:mc="http://schemas.openxmlformats.org/markup-compatibility/2006">
              <mc:Choice xmlns:v="urn:schemas-microsoft-com:vml" Requires="v">
                <p:oleObj spid="_x0000_s44095" r:id="rId6" imgW="693485" imgH="198072" progId="Equation.3">
                  <p:embed/>
                </p:oleObj>
              </mc:Choice>
              <mc:Fallback>
                <p:oleObj r:id="rId6" imgW="693485" imgH="198072"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600" y="4224338"/>
                        <a:ext cx="34290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837" name="Rectangle 13"/>
          <p:cNvSpPr>
            <a:spLocks noChangeArrowheads="1"/>
          </p:cNvSpPr>
          <p:nvPr/>
        </p:nvSpPr>
        <p:spPr bwMode="auto">
          <a:xfrm>
            <a:off x="533400" y="2971800"/>
            <a:ext cx="89154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lnSpc>
                <a:spcPct val="7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其中</a:t>
            </a:r>
            <a:r>
              <a:rPr lang="en-US" altLang="zh-CN" sz="2800" i="0">
                <a:latin typeface="Times New Roman" pitchFamily="18" charset="0"/>
                <a:ea typeface="黑体" pitchFamily="49" charset="-122"/>
              </a:rPr>
              <a:t>P</a:t>
            </a:r>
            <a:r>
              <a:rPr lang="en-US" altLang="zh-CN" sz="2800" baseline="-25000">
                <a:latin typeface="Times New Roman" pitchFamily="18" charset="0"/>
                <a:ea typeface="黑体" pitchFamily="49" charset="-122"/>
              </a:rPr>
              <a:t>n</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x</a:t>
            </a:r>
            <a:r>
              <a:rPr lang="en-US" altLang="zh-CN" sz="2800" i="0">
                <a:latin typeface="Times New Roman" pitchFamily="18" charset="0"/>
                <a:ea typeface="黑体" pitchFamily="49" charset="-122"/>
              </a:rPr>
              <a:t>)</a:t>
            </a:r>
            <a:r>
              <a:rPr lang="zh-CN" altLang="en-US" sz="2800" i="0">
                <a:latin typeface="Times New Roman" pitchFamily="18" charset="0"/>
                <a:ea typeface="黑体" pitchFamily="49" charset="-122"/>
              </a:rPr>
              <a:t>称为</a:t>
            </a:r>
            <a:r>
              <a:rPr lang="zh-CN" altLang="en-US" sz="2800" i="0" u="sng">
                <a:solidFill>
                  <a:srgbClr val="FF3300"/>
                </a:solidFill>
                <a:latin typeface="Times New Roman" pitchFamily="18" charset="0"/>
                <a:ea typeface="黑体" pitchFamily="49" charset="-122"/>
              </a:rPr>
              <a:t>牛顿基本差商公式</a:t>
            </a:r>
            <a:r>
              <a:rPr lang="zh-CN" altLang="en-US" sz="2800" i="0">
                <a:latin typeface="Times New Roman" pitchFamily="18" charset="0"/>
                <a:ea typeface="黑体" pitchFamily="49" charset="-122"/>
              </a:rPr>
              <a:t>， </a:t>
            </a:r>
            <a:r>
              <a:rPr lang="en-US" altLang="zh-CN" sz="2800" i="0">
                <a:latin typeface="Times New Roman" pitchFamily="18" charset="0"/>
                <a:ea typeface="黑体" pitchFamily="49" charset="-122"/>
              </a:rPr>
              <a:t>R</a:t>
            </a:r>
            <a:r>
              <a:rPr lang="en-US" altLang="zh-CN" sz="2800" baseline="-25000">
                <a:latin typeface="Times New Roman" pitchFamily="18" charset="0"/>
                <a:ea typeface="黑体" pitchFamily="49" charset="-122"/>
              </a:rPr>
              <a:t>n</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x</a:t>
            </a:r>
            <a:r>
              <a:rPr lang="en-US" altLang="zh-CN" sz="2800" i="0">
                <a:latin typeface="Times New Roman" pitchFamily="18" charset="0"/>
                <a:ea typeface="黑体" pitchFamily="49" charset="-122"/>
              </a:rPr>
              <a:t>)</a:t>
            </a:r>
            <a:r>
              <a:rPr lang="zh-CN" altLang="en-US" sz="2800" i="0">
                <a:latin typeface="Times New Roman" pitchFamily="18" charset="0"/>
                <a:ea typeface="黑体" pitchFamily="49" charset="-122"/>
              </a:rPr>
              <a:t>称为</a:t>
            </a:r>
            <a:r>
              <a:rPr lang="zh-CN" altLang="en-US" sz="2800" i="0" u="sng">
                <a:solidFill>
                  <a:srgbClr val="FF3300"/>
                </a:solidFill>
                <a:latin typeface="Times New Roman" pitchFamily="18" charset="0"/>
                <a:ea typeface="黑体" pitchFamily="49" charset="-122"/>
              </a:rPr>
              <a:t>牛顿基本差商公式的余式</a:t>
            </a:r>
            <a:r>
              <a:rPr lang="zh-CN" altLang="en-US" sz="2800" i="0">
                <a:latin typeface="Times New Roman" pitchFamily="18" charset="0"/>
                <a:ea typeface="黑体" pitchFamily="49" charset="-122"/>
              </a:rPr>
              <a:t>。</a:t>
            </a:r>
          </a:p>
        </p:txBody>
      </p:sp>
      <p:sp>
        <p:nvSpPr>
          <p:cNvPr id="461895" name="Rectangle 71"/>
          <p:cNvSpPr>
            <a:spLocks noChangeArrowheads="1"/>
          </p:cNvSpPr>
          <p:nvPr/>
        </p:nvSpPr>
        <p:spPr bwMode="auto">
          <a:xfrm>
            <a:off x="533400" y="5370513"/>
            <a:ext cx="9067800"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eaLnBrk="1" hangingPunct="1">
              <a:lnSpc>
                <a:spcPct val="70000"/>
              </a:lnSpc>
              <a:spcAft>
                <a:spcPct val="20000"/>
              </a:spcAft>
              <a:buClr>
                <a:srgbClr val="5D7232"/>
              </a:buClr>
              <a:buFont typeface="Wingdings 2" pitchFamily="18" charset="2"/>
              <a:buChar char="ö"/>
            </a:pPr>
            <a:r>
              <a:rPr kumimoji="1" lang="zh-CN" altLang="en-US" sz="3200" i="0">
                <a:latin typeface="Times New Roman" pitchFamily="18" charset="0"/>
                <a:ea typeface="黑体" pitchFamily="49" charset="-122"/>
              </a:rPr>
              <a:t>若用</a:t>
            </a:r>
            <a:r>
              <a:rPr kumimoji="1" lang="en-US" altLang="zh-CN" sz="3200">
                <a:latin typeface="Times New Roman" pitchFamily="18" charset="0"/>
                <a:ea typeface="黑体" pitchFamily="49" charset="-122"/>
              </a:rPr>
              <a:t>P</a:t>
            </a:r>
            <a:r>
              <a:rPr kumimoji="1" lang="en-US" altLang="zh-CN" sz="3200" baseline="-25000">
                <a:latin typeface="Times New Roman" pitchFamily="18" charset="0"/>
                <a:ea typeface="黑体" pitchFamily="49" charset="-122"/>
              </a:rPr>
              <a:t>n</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x</a:t>
            </a:r>
            <a:r>
              <a:rPr kumimoji="1" lang="en-US" altLang="zh-CN" sz="3200" i="0">
                <a:latin typeface="Times New Roman" pitchFamily="18" charset="0"/>
                <a:ea typeface="黑体" pitchFamily="49" charset="-122"/>
              </a:rPr>
              <a:t>)</a:t>
            </a:r>
            <a:r>
              <a:rPr kumimoji="1" lang="zh-CN" altLang="en-US" sz="3200" i="0">
                <a:latin typeface="Times New Roman" pitchFamily="18" charset="0"/>
                <a:ea typeface="黑体" pitchFamily="49" charset="-122"/>
              </a:rPr>
              <a:t>近似</a:t>
            </a:r>
            <a:r>
              <a:rPr kumimoji="1" lang="en-US" altLang="zh-CN" sz="3200">
                <a:latin typeface="Times New Roman" pitchFamily="18" charset="0"/>
                <a:ea typeface="黑体" pitchFamily="49" charset="-122"/>
              </a:rPr>
              <a:t>f</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x</a:t>
            </a:r>
            <a:r>
              <a:rPr kumimoji="1" lang="en-US" altLang="zh-CN" sz="3200" i="0">
                <a:latin typeface="Times New Roman" pitchFamily="18" charset="0"/>
                <a:ea typeface="黑体" pitchFamily="49" charset="-122"/>
              </a:rPr>
              <a:t>),</a:t>
            </a:r>
            <a:r>
              <a:rPr kumimoji="1" lang="zh-CN" altLang="en-US" sz="3200" i="0">
                <a:latin typeface="Times New Roman" pitchFamily="18" charset="0"/>
                <a:ea typeface="黑体" pitchFamily="49" charset="-122"/>
              </a:rPr>
              <a:t>则</a:t>
            </a:r>
            <a:r>
              <a:rPr kumimoji="1" lang="zh-CN" altLang="en-US" sz="3200" i="0">
                <a:solidFill>
                  <a:srgbClr val="FF0066"/>
                </a:solidFill>
                <a:latin typeface="Times New Roman" pitchFamily="18" charset="0"/>
                <a:ea typeface="黑体" pitchFamily="49" charset="-122"/>
              </a:rPr>
              <a:t>误差</a:t>
            </a:r>
            <a:r>
              <a:rPr kumimoji="1" lang="zh-CN" altLang="en-US" sz="3200" i="0">
                <a:latin typeface="Times New Roman" pitchFamily="18" charset="0"/>
                <a:ea typeface="黑体" pitchFamily="49" charset="-122"/>
              </a:rPr>
              <a:t>为</a:t>
            </a:r>
            <a:r>
              <a:rPr kumimoji="1" lang="en-US" altLang="zh-CN" sz="3200">
                <a:latin typeface="Times New Roman" pitchFamily="18" charset="0"/>
                <a:ea typeface="黑体" pitchFamily="49" charset="-122"/>
              </a:rPr>
              <a:t>R</a:t>
            </a:r>
            <a:r>
              <a:rPr kumimoji="1" lang="en-US" altLang="zh-CN" sz="3200" baseline="-25000">
                <a:latin typeface="Times New Roman" pitchFamily="18" charset="0"/>
                <a:ea typeface="黑体" pitchFamily="49" charset="-122"/>
              </a:rPr>
              <a:t>n</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x</a:t>
            </a:r>
            <a:r>
              <a:rPr kumimoji="1" lang="en-US" altLang="zh-CN" sz="3200" i="0">
                <a:latin typeface="Times New Roman" pitchFamily="18" charset="0"/>
                <a:ea typeface="黑体" pitchFamily="49" charset="-122"/>
              </a:rPr>
              <a:t>)。</a:t>
            </a:r>
          </a:p>
          <a:p>
            <a:pPr lvl="1" algn="l" eaLnBrk="1" hangingPunct="1">
              <a:lnSpc>
                <a:spcPct val="70000"/>
              </a:lnSpc>
              <a:spcAft>
                <a:spcPct val="20000"/>
              </a:spcAft>
              <a:buClr>
                <a:schemeClr val="accent2"/>
              </a:buClr>
              <a:buFont typeface="Wingdings 2" pitchFamily="18" charset="2"/>
              <a:buChar char="ö"/>
            </a:pPr>
            <a:r>
              <a:rPr kumimoji="1" lang="zh-CN" altLang="en-US" sz="3200" i="0">
                <a:latin typeface="Times New Roman" pitchFamily="18" charset="0"/>
                <a:ea typeface="黑体" pitchFamily="49" charset="-122"/>
              </a:rPr>
              <a:t>当</a:t>
            </a:r>
            <a:r>
              <a:rPr kumimoji="1" lang="en-US" altLang="zh-CN" sz="3200">
                <a:solidFill>
                  <a:srgbClr val="FF0066"/>
                </a:solidFill>
                <a:latin typeface="Times New Roman" pitchFamily="18" charset="0"/>
                <a:ea typeface="黑体" pitchFamily="49" charset="-122"/>
              </a:rPr>
              <a:t>x</a:t>
            </a:r>
            <a:r>
              <a:rPr kumimoji="1" lang="en-US" altLang="zh-CN" sz="3200" i="0">
                <a:solidFill>
                  <a:srgbClr val="FF0066"/>
                </a:solidFill>
                <a:latin typeface="Times New Roman" pitchFamily="18" charset="0"/>
                <a:ea typeface="黑体" pitchFamily="49" charset="-122"/>
              </a:rPr>
              <a:t>=</a:t>
            </a:r>
            <a:r>
              <a:rPr kumimoji="1" lang="en-US" altLang="zh-CN" sz="3200">
                <a:solidFill>
                  <a:srgbClr val="FF0066"/>
                </a:solidFill>
                <a:latin typeface="Times New Roman" pitchFamily="18" charset="0"/>
                <a:ea typeface="黑体" pitchFamily="49" charset="-122"/>
              </a:rPr>
              <a:t>x</a:t>
            </a:r>
            <a:r>
              <a:rPr kumimoji="1" lang="en-US" altLang="zh-CN" sz="3200" baseline="-25000">
                <a:solidFill>
                  <a:srgbClr val="FF0066"/>
                </a:solidFill>
                <a:latin typeface="Times New Roman" pitchFamily="18" charset="0"/>
                <a:ea typeface="黑体" pitchFamily="49" charset="-122"/>
              </a:rPr>
              <a:t>i</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i</a:t>
            </a:r>
            <a:r>
              <a:rPr kumimoji="1" lang="en-US" altLang="zh-CN" sz="3200" i="0">
                <a:latin typeface="Times New Roman" pitchFamily="18" charset="0"/>
                <a:ea typeface="黑体" pitchFamily="49" charset="-122"/>
              </a:rPr>
              <a:t>=0,1, 2,…,</a:t>
            </a:r>
            <a:r>
              <a:rPr kumimoji="1" lang="en-US" altLang="zh-CN" sz="3200">
                <a:latin typeface="Times New Roman" pitchFamily="18" charset="0"/>
                <a:ea typeface="黑体" pitchFamily="49" charset="-122"/>
              </a:rPr>
              <a:t>n</a:t>
            </a:r>
            <a:r>
              <a:rPr kumimoji="1" lang="en-US" altLang="zh-CN" sz="3200" i="0">
                <a:latin typeface="Times New Roman" pitchFamily="18" charset="0"/>
                <a:ea typeface="黑体" pitchFamily="49" charset="-122"/>
              </a:rPr>
              <a:t>)</a:t>
            </a:r>
            <a:r>
              <a:rPr kumimoji="1" lang="zh-CN" altLang="en-US" sz="3200" i="0">
                <a:latin typeface="Times New Roman" pitchFamily="18" charset="0"/>
                <a:ea typeface="黑体" pitchFamily="49" charset="-122"/>
              </a:rPr>
              <a:t>时， </a:t>
            </a:r>
            <a:r>
              <a:rPr kumimoji="1" lang="en-US" altLang="zh-CN" sz="3200">
                <a:latin typeface="Times New Roman" pitchFamily="18" charset="0"/>
                <a:ea typeface="黑体" pitchFamily="49" charset="-122"/>
              </a:rPr>
              <a:t>R</a:t>
            </a:r>
            <a:r>
              <a:rPr kumimoji="1" lang="en-US" altLang="zh-CN" sz="3200" baseline="-25000">
                <a:latin typeface="Times New Roman" pitchFamily="18" charset="0"/>
                <a:ea typeface="黑体" pitchFamily="49" charset="-122"/>
              </a:rPr>
              <a:t>n</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x</a:t>
            </a:r>
            <a:r>
              <a:rPr kumimoji="1" lang="en-US" altLang="zh-CN" sz="3200" baseline="-25000">
                <a:latin typeface="Times New Roman" pitchFamily="18" charset="0"/>
                <a:ea typeface="黑体" pitchFamily="49" charset="-122"/>
              </a:rPr>
              <a:t>i </a:t>
            </a:r>
            <a:r>
              <a:rPr kumimoji="1" lang="en-US" altLang="zh-CN" sz="3200" i="0">
                <a:latin typeface="Times New Roman" pitchFamily="18" charset="0"/>
                <a:ea typeface="黑体" pitchFamily="49" charset="-122"/>
              </a:rPr>
              <a:t>)=0, </a:t>
            </a:r>
            <a:r>
              <a:rPr kumimoji="1" lang="en-US" altLang="zh-CN" sz="3200">
                <a:latin typeface="Times New Roman" pitchFamily="18" charset="0"/>
                <a:ea typeface="黑体" pitchFamily="49" charset="-122"/>
              </a:rPr>
              <a:t>P</a:t>
            </a:r>
            <a:r>
              <a:rPr kumimoji="1" lang="en-US" altLang="zh-CN" sz="3200" baseline="-25000">
                <a:latin typeface="Times New Roman" pitchFamily="18" charset="0"/>
                <a:ea typeface="黑体" pitchFamily="49" charset="-122"/>
              </a:rPr>
              <a:t>n</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x</a:t>
            </a:r>
            <a:r>
              <a:rPr kumimoji="1" lang="en-US" altLang="zh-CN" sz="3200" baseline="-25000">
                <a:latin typeface="Times New Roman" pitchFamily="18" charset="0"/>
                <a:ea typeface="黑体" pitchFamily="49" charset="-122"/>
              </a:rPr>
              <a:t>i</a:t>
            </a:r>
            <a:r>
              <a:rPr kumimoji="1" lang="en-US" altLang="zh-CN" sz="3200" i="0">
                <a:latin typeface="Times New Roman" pitchFamily="18" charset="0"/>
                <a:ea typeface="黑体" pitchFamily="49" charset="-122"/>
              </a:rPr>
              <a:t>)= </a:t>
            </a:r>
            <a:r>
              <a:rPr kumimoji="1" lang="en-US" altLang="zh-CN" sz="3200">
                <a:latin typeface="Times New Roman" pitchFamily="18" charset="0"/>
                <a:ea typeface="黑体" pitchFamily="49" charset="-122"/>
              </a:rPr>
              <a:t>y</a:t>
            </a:r>
            <a:r>
              <a:rPr kumimoji="1" lang="en-US" altLang="zh-CN" sz="3200" baseline="-25000">
                <a:latin typeface="Times New Roman" pitchFamily="18" charset="0"/>
                <a:ea typeface="黑体" pitchFamily="49" charset="-122"/>
              </a:rPr>
              <a:t>i</a:t>
            </a:r>
            <a:r>
              <a:rPr kumimoji="1" lang="en-US" altLang="zh-CN" sz="3200" i="0" baseline="-25000">
                <a:latin typeface="Times New Roman" pitchFamily="18" charset="0"/>
                <a:ea typeface="黑体" pitchFamily="49" charset="-122"/>
              </a:rPr>
              <a:t> </a:t>
            </a:r>
            <a:endParaRPr kumimoji="1" lang="en-US" altLang="zh-CN" sz="3200" i="0">
              <a:latin typeface="Times New Roman" pitchFamily="18" charset="0"/>
              <a:ea typeface="黑体" pitchFamily="49" charset="-122"/>
            </a:endParaRPr>
          </a:p>
          <a:p>
            <a:pPr lvl="1" algn="l" eaLnBrk="1" hangingPunct="1">
              <a:lnSpc>
                <a:spcPct val="70000"/>
              </a:lnSpc>
              <a:spcAft>
                <a:spcPct val="20000"/>
              </a:spcAft>
              <a:buClr>
                <a:schemeClr val="accent2"/>
              </a:buClr>
              <a:buFont typeface="Wingdings 2" pitchFamily="18" charset="2"/>
              <a:buChar char="ö"/>
            </a:pPr>
            <a:r>
              <a:rPr kumimoji="1" lang="zh-CN" altLang="en-US" sz="3200" i="0">
                <a:latin typeface="Times New Roman" pitchFamily="18" charset="0"/>
                <a:ea typeface="黑体" pitchFamily="49" charset="-122"/>
              </a:rPr>
              <a:t>当</a:t>
            </a:r>
            <a:r>
              <a:rPr kumimoji="1" lang="en-US" altLang="zh-CN" sz="3200">
                <a:solidFill>
                  <a:srgbClr val="FF0066"/>
                </a:solidFill>
                <a:latin typeface="Times New Roman" pitchFamily="18" charset="0"/>
                <a:ea typeface="黑体" pitchFamily="49" charset="-122"/>
              </a:rPr>
              <a:t>x</a:t>
            </a:r>
            <a:r>
              <a:rPr kumimoji="1" lang="en-US" altLang="zh-CN" sz="3200">
                <a:solidFill>
                  <a:srgbClr val="FF0066"/>
                </a:solidFill>
                <a:latin typeface="Times New Roman" pitchFamily="18" charset="0"/>
                <a:ea typeface="黑体" pitchFamily="49" charset="-122"/>
                <a:sym typeface="Symbol" pitchFamily="18" charset="2"/>
              </a:rPr>
              <a:t></a:t>
            </a:r>
            <a:r>
              <a:rPr kumimoji="1" lang="en-US" altLang="zh-CN" sz="3200">
                <a:solidFill>
                  <a:srgbClr val="FF0066"/>
                </a:solidFill>
                <a:latin typeface="Times New Roman" pitchFamily="18" charset="0"/>
                <a:ea typeface="黑体" pitchFamily="49" charset="-122"/>
              </a:rPr>
              <a:t>x</a:t>
            </a:r>
            <a:r>
              <a:rPr kumimoji="1" lang="en-US" altLang="zh-CN" sz="3200" baseline="-25000">
                <a:solidFill>
                  <a:srgbClr val="FF0066"/>
                </a:solidFill>
                <a:latin typeface="Times New Roman" pitchFamily="18" charset="0"/>
                <a:ea typeface="黑体" pitchFamily="49" charset="-122"/>
              </a:rPr>
              <a:t>i</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i</a:t>
            </a:r>
            <a:r>
              <a:rPr kumimoji="1" lang="en-US" altLang="zh-CN" sz="3200" i="0">
                <a:latin typeface="Times New Roman" pitchFamily="18" charset="0"/>
                <a:ea typeface="黑体" pitchFamily="49" charset="-122"/>
              </a:rPr>
              <a:t>=0,1, 2,…,</a:t>
            </a:r>
            <a:r>
              <a:rPr kumimoji="1" lang="en-US" altLang="zh-CN" sz="3200">
                <a:latin typeface="Times New Roman" pitchFamily="18" charset="0"/>
                <a:ea typeface="黑体" pitchFamily="49" charset="-122"/>
              </a:rPr>
              <a:t>n</a:t>
            </a:r>
            <a:r>
              <a:rPr kumimoji="1" lang="en-US" altLang="zh-CN" sz="3200" i="0">
                <a:latin typeface="Times New Roman" pitchFamily="18" charset="0"/>
                <a:ea typeface="黑体" pitchFamily="49" charset="-122"/>
              </a:rPr>
              <a:t>)</a:t>
            </a:r>
            <a:r>
              <a:rPr kumimoji="1" lang="zh-CN" altLang="en-US" sz="3200" i="0">
                <a:latin typeface="Times New Roman" pitchFamily="18" charset="0"/>
                <a:ea typeface="黑体" pitchFamily="49" charset="-122"/>
              </a:rPr>
              <a:t>时，</a:t>
            </a:r>
            <a:r>
              <a:rPr kumimoji="1" lang="zh-CN" altLang="en-US" sz="3200">
                <a:latin typeface="Times New Roman" pitchFamily="18" charset="0"/>
                <a:ea typeface="黑体" pitchFamily="49" charset="-122"/>
              </a:rPr>
              <a:t> </a:t>
            </a:r>
            <a:r>
              <a:rPr kumimoji="1" lang="en-US" altLang="zh-CN" sz="3200">
                <a:latin typeface="Times New Roman" pitchFamily="18" charset="0"/>
                <a:ea typeface="黑体" pitchFamily="49" charset="-122"/>
              </a:rPr>
              <a:t>R</a:t>
            </a:r>
            <a:r>
              <a:rPr kumimoji="1" lang="en-US" altLang="zh-CN" sz="3200" baseline="-25000">
                <a:latin typeface="Times New Roman" pitchFamily="18" charset="0"/>
                <a:ea typeface="黑体" pitchFamily="49" charset="-122"/>
              </a:rPr>
              <a:t>n</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x</a:t>
            </a:r>
            <a:r>
              <a:rPr kumimoji="1" lang="en-US" altLang="zh-CN" sz="3200" baseline="-25000">
                <a:latin typeface="Times New Roman" pitchFamily="18" charset="0"/>
                <a:ea typeface="黑体" pitchFamily="49" charset="-122"/>
              </a:rPr>
              <a:t>i </a:t>
            </a:r>
            <a:r>
              <a:rPr kumimoji="1" lang="en-US" altLang="zh-CN" sz="3200" i="0">
                <a:latin typeface="Times New Roman" pitchFamily="18" charset="0"/>
                <a:ea typeface="黑体" pitchFamily="49" charset="-122"/>
              </a:rPr>
              <a:t>) </a:t>
            </a:r>
            <a:r>
              <a:rPr kumimoji="1" lang="en-US" altLang="zh-CN" sz="3200">
                <a:latin typeface="Times New Roman" pitchFamily="18" charset="0"/>
                <a:ea typeface="黑体" pitchFamily="49" charset="-122"/>
                <a:sym typeface="Symbol" pitchFamily="18" charset="2"/>
              </a:rPr>
              <a:t></a:t>
            </a:r>
            <a:r>
              <a:rPr kumimoji="1" lang="en-US" altLang="zh-CN" sz="3200" i="0">
                <a:latin typeface="Times New Roman" pitchFamily="18" charset="0"/>
                <a:ea typeface="黑体" pitchFamily="49" charset="-122"/>
              </a:rPr>
              <a:t> 0, </a:t>
            </a:r>
            <a:r>
              <a:rPr kumimoji="1" lang="en-US" altLang="zh-CN" sz="3200">
                <a:latin typeface="Times New Roman" pitchFamily="18" charset="0"/>
                <a:ea typeface="黑体" pitchFamily="49" charset="-122"/>
              </a:rPr>
              <a:t>P</a:t>
            </a:r>
            <a:r>
              <a:rPr kumimoji="1" lang="en-US" altLang="zh-CN" sz="3200" baseline="-25000">
                <a:latin typeface="Times New Roman" pitchFamily="18" charset="0"/>
                <a:ea typeface="黑体" pitchFamily="49" charset="-122"/>
              </a:rPr>
              <a:t>n</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x</a:t>
            </a:r>
            <a:r>
              <a:rPr kumimoji="1" lang="en-US" altLang="zh-CN" sz="3200" i="0">
                <a:latin typeface="Times New Roman" pitchFamily="18" charset="0"/>
                <a:ea typeface="黑体" pitchFamily="49" charset="-122"/>
              </a:rPr>
              <a:t>)</a:t>
            </a:r>
            <a:r>
              <a:rPr kumimoji="1" lang="en-US" altLang="zh-CN" sz="3200" i="0">
                <a:latin typeface="Times New Roman" pitchFamily="18" charset="0"/>
                <a:ea typeface="黑体" pitchFamily="49" charset="-122"/>
                <a:sym typeface="Symbol" pitchFamily="18" charset="2"/>
              </a:rPr>
              <a:t> </a:t>
            </a:r>
            <a:r>
              <a:rPr kumimoji="1" lang="en-US" altLang="zh-CN" sz="3200">
                <a:latin typeface="Times New Roman" pitchFamily="18" charset="0"/>
                <a:ea typeface="黑体" pitchFamily="49" charset="-122"/>
              </a:rPr>
              <a:t>f</a:t>
            </a:r>
            <a:r>
              <a:rPr kumimoji="1" lang="en-US" altLang="zh-CN" sz="3200" i="0">
                <a:latin typeface="Times New Roman" pitchFamily="18" charset="0"/>
                <a:ea typeface="黑体" pitchFamily="49" charset="-122"/>
              </a:rPr>
              <a:t>(</a:t>
            </a:r>
            <a:r>
              <a:rPr kumimoji="1" lang="en-US" altLang="zh-CN" sz="3200">
                <a:latin typeface="Times New Roman" pitchFamily="18" charset="0"/>
                <a:ea typeface="黑体" pitchFamily="49" charset="-122"/>
              </a:rPr>
              <a:t>x</a:t>
            </a:r>
            <a:r>
              <a:rPr kumimoji="1" lang="en-US" altLang="zh-CN" sz="3200" i="0">
                <a:latin typeface="Times New Roman" pitchFamily="18" charset="0"/>
                <a:ea typeface="黑体"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61828"/>
                                        </p:tgtEl>
                                        <p:attrNameLst>
                                          <p:attrName>style.visibility</p:attrName>
                                        </p:attrNameLst>
                                      </p:cBhvr>
                                      <p:to>
                                        <p:strVal val="visible"/>
                                      </p:to>
                                    </p:set>
                                    <p:animEffect transition="in" filter="dissolve">
                                      <p:cBhvr>
                                        <p:cTn id="7" dur="500"/>
                                        <p:tgtEl>
                                          <p:spTgt spid="4618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grpId="0" nodeType="clickEffect">
                                  <p:stCondLst>
                                    <p:cond delay="0"/>
                                  </p:stCondLst>
                                  <p:childTnLst>
                                    <p:set>
                                      <p:cBhvr>
                                        <p:cTn id="11" dur="1" fill="hold">
                                          <p:stCondLst>
                                            <p:cond delay="0"/>
                                          </p:stCondLst>
                                        </p:cTn>
                                        <p:tgtEl>
                                          <p:spTgt spid="461830"/>
                                        </p:tgtEl>
                                        <p:attrNameLst>
                                          <p:attrName>style.visibility</p:attrName>
                                        </p:attrNameLst>
                                      </p:cBhvr>
                                      <p:to>
                                        <p:strVal val="visible"/>
                                      </p:to>
                                    </p:set>
                                    <p:anim calcmode="lin" valueType="num">
                                      <p:cBhvr>
                                        <p:cTn id="12" dur="500" fill="hold"/>
                                        <p:tgtEl>
                                          <p:spTgt spid="461830"/>
                                        </p:tgtEl>
                                        <p:attrNameLst>
                                          <p:attrName>ppt_w</p:attrName>
                                        </p:attrNameLst>
                                      </p:cBhvr>
                                      <p:tavLst>
                                        <p:tav tm="0">
                                          <p:val>
                                            <p:fltVal val="0"/>
                                          </p:val>
                                        </p:tav>
                                        <p:tav tm="100000">
                                          <p:val>
                                            <p:strVal val="#ppt_w"/>
                                          </p:val>
                                        </p:tav>
                                      </p:tavLst>
                                    </p:anim>
                                    <p:anim calcmode="lin" valueType="num">
                                      <p:cBhvr>
                                        <p:cTn id="13" dur="500" fill="hold"/>
                                        <p:tgtEl>
                                          <p:spTgt spid="461830"/>
                                        </p:tgtEl>
                                        <p:attrNameLst>
                                          <p:attrName>ppt_h</p:attrName>
                                        </p:attrNameLst>
                                      </p:cBhvr>
                                      <p:tavLst>
                                        <p:tav tm="0">
                                          <p:val>
                                            <p:fltVal val="0"/>
                                          </p:val>
                                        </p:tav>
                                        <p:tav tm="100000">
                                          <p:val>
                                            <p:strVal val="#ppt_h"/>
                                          </p:val>
                                        </p:tav>
                                      </p:tavLst>
                                    </p:anim>
                                    <p:anim calcmode="lin" valueType="num">
                                      <p:cBhvr>
                                        <p:cTn id="14" dur="500" fill="hold"/>
                                        <p:tgtEl>
                                          <p:spTgt spid="461830"/>
                                        </p:tgtEl>
                                        <p:attrNameLst>
                                          <p:attrName>ppt_x</p:attrName>
                                        </p:attrNameLst>
                                      </p:cBhvr>
                                      <p:tavLst>
                                        <p:tav tm="0">
                                          <p:val>
                                            <p:fltVal val="0.5"/>
                                          </p:val>
                                        </p:tav>
                                        <p:tav tm="100000">
                                          <p:val>
                                            <p:strVal val="#ppt_x"/>
                                          </p:val>
                                        </p:tav>
                                      </p:tavLst>
                                    </p:anim>
                                    <p:anim calcmode="lin" valueType="num">
                                      <p:cBhvr>
                                        <p:cTn id="15" dur="500" fill="hold"/>
                                        <p:tgtEl>
                                          <p:spTgt spid="461830"/>
                                        </p:tgtEl>
                                        <p:attrNameLst>
                                          <p:attrName>ppt_y</p:attrName>
                                        </p:attrNameLst>
                                      </p:cBhvr>
                                      <p:tavLst>
                                        <p:tav tm="0">
                                          <p:val>
                                            <p:fltVal val="0.5"/>
                                          </p:val>
                                        </p:tav>
                                        <p:tav tm="100000">
                                          <p:val>
                                            <p:strVal val="#ppt_y"/>
                                          </p:val>
                                        </p:tav>
                                      </p:tavLst>
                                    </p:anim>
                                  </p:childTnLst>
                                </p:cTn>
                              </p:par>
                            </p:childTnLst>
                          </p:cTn>
                        </p:par>
                        <p:par>
                          <p:cTn id="16" fill="hold" nodeType="afterGroup">
                            <p:stCondLst>
                              <p:cond delay="500"/>
                            </p:stCondLst>
                            <p:childTnLst>
                              <p:par>
                                <p:cTn id="17" presetID="23" presetClass="entr" presetSubtype="528" fill="hold" grpId="0" nodeType="afterEffect">
                                  <p:stCondLst>
                                    <p:cond delay="0"/>
                                  </p:stCondLst>
                                  <p:childTnLst>
                                    <p:set>
                                      <p:cBhvr>
                                        <p:cTn id="18" dur="1" fill="hold">
                                          <p:stCondLst>
                                            <p:cond delay="0"/>
                                          </p:stCondLst>
                                        </p:cTn>
                                        <p:tgtEl>
                                          <p:spTgt spid="461831"/>
                                        </p:tgtEl>
                                        <p:attrNameLst>
                                          <p:attrName>style.visibility</p:attrName>
                                        </p:attrNameLst>
                                      </p:cBhvr>
                                      <p:to>
                                        <p:strVal val="visible"/>
                                      </p:to>
                                    </p:set>
                                    <p:anim calcmode="lin" valueType="num">
                                      <p:cBhvr>
                                        <p:cTn id="19" dur="500" fill="hold"/>
                                        <p:tgtEl>
                                          <p:spTgt spid="461831"/>
                                        </p:tgtEl>
                                        <p:attrNameLst>
                                          <p:attrName>ppt_w</p:attrName>
                                        </p:attrNameLst>
                                      </p:cBhvr>
                                      <p:tavLst>
                                        <p:tav tm="0">
                                          <p:val>
                                            <p:fltVal val="0"/>
                                          </p:val>
                                        </p:tav>
                                        <p:tav tm="100000">
                                          <p:val>
                                            <p:strVal val="#ppt_w"/>
                                          </p:val>
                                        </p:tav>
                                      </p:tavLst>
                                    </p:anim>
                                    <p:anim calcmode="lin" valueType="num">
                                      <p:cBhvr>
                                        <p:cTn id="20" dur="500" fill="hold"/>
                                        <p:tgtEl>
                                          <p:spTgt spid="461831"/>
                                        </p:tgtEl>
                                        <p:attrNameLst>
                                          <p:attrName>ppt_h</p:attrName>
                                        </p:attrNameLst>
                                      </p:cBhvr>
                                      <p:tavLst>
                                        <p:tav tm="0">
                                          <p:val>
                                            <p:fltVal val="0"/>
                                          </p:val>
                                        </p:tav>
                                        <p:tav tm="100000">
                                          <p:val>
                                            <p:strVal val="#ppt_h"/>
                                          </p:val>
                                        </p:tav>
                                      </p:tavLst>
                                    </p:anim>
                                    <p:anim calcmode="lin" valueType="num">
                                      <p:cBhvr>
                                        <p:cTn id="21" dur="500" fill="hold"/>
                                        <p:tgtEl>
                                          <p:spTgt spid="461831"/>
                                        </p:tgtEl>
                                        <p:attrNameLst>
                                          <p:attrName>ppt_x</p:attrName>
                                        </p:attrNameLst>
                                      </p:cBhvr>
                                      <p:tavLst>
                                        <p:tav tm="0">
                                          <p:val>
                                            <p:fltVal val="0.5"/>
                                          </p:val>
                                        </p:tav>
                                        <p:tav tm="100000">
                                          <p:val>
                                            <p:strVal val="#ppt_x"/>
                                          </p:val>
                                        </p:tav>
                                      </p:tavLst>
                                    </p:anim>
                                    <p:anim calcmode="lin" valueType="num">
                                      <p:cBhvr>
                                        <p:cTn id="22" dur="500" fill="hold"/>
                                        <p:tgtEl>
                                          <p:spTgt spid="461831"/>
                                        </p:tgtEl>
                                        <p:attrNameLst>
                                          <p:attrName>ppt_y</p:attrName>
                                        </p:attrNameLst>
                                      </p:cBhvr>
                                      <p:tavLst>
                                        <p:tav tm="0">
                                          <p:val>
                                            <p:fltVal val="0.5"/>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528" fill="hold" grpId="0" nodeType="clickEffect">
                                  <p:stCondLst>
                                    <p:cond delay="0"/>
                                  </p:stCondLst>
                                  <p:childTnLst>
                                    <p:set>
                                      <p:cBhvr>
                                        <p:cTn id="26" dur="1" fill="hold">
                                          <p:stCondLst>
                                            <p:cond delay="0"/>
                                          </p:stCondLst>
                                        </p:cTn>
                                        <p:tgtEl>
                                          <p:spTgt spid="461833"/>
                                        </p:tgtEl>
                                        <p:attrNameLst>
                                          <p:attrName>style.visibility</p:attrName>
                                        </p:attrNameLst>
                                      </p:cBhvr>
                                      <p:to>
                                        <p:strVal val="visible"/>
                                      </p:to>
                                    </p:set>
                                    <p:anim calcmode="lin" valueType="num">
                                      <p:cBhvr>
                                        <p:cTn id="27" dur="500" fill="hold"/>
                                        <p:tgtEl>
                                          <p:spTgt spid="461833"/>
                                        </p:tgtEl>
                                        <p:attrNameLst>
                                          <p:attrName>ppt_w</p:attrName>
                                        </p:attrNameLst>
                                      </p:cBhvr>
                                      <p:tavLst>
                                        <p:tav tm="0">
                                          <p:val>
                                            <p:fltVal val="0"/>
                                          </p:val>
                                        </p:tav>
                                        <p:tav tm="100000">
                                          <p:val>
                                            <p:strVal val="#ppt_w"/>
                                          </p:val>
                                        </p:tav>
                                      </p:tavLst>
                                    </p:anim>
                                    <p:anim calcmode="lin" valueType="num">
                                      <p:cBhvr>
                                        <p:cTn id="28" dur="500" fill="hold"/>
                                        <p:tgtEl>
                                          <p:spTgt spid="461833"/>
                                        </p:tgtEl>
                                        <p:attrNameLst>
                                          <p:attrName>ppt_h</p:attrName>
                                        </p:attrNameLst>
                                      </p:cBhvr>
                                      <p:tavLst>
                                        <p:tav tm="0">
                                          <p:val>
                                            <p:fltVal val="0"/>
                                          </p:val>
                                        </p:tav>
                                        <p:tav tm="100000">
                                          <p:val>
                                            <p:strVal val="#ppt_h"/>
                                          </p:val>
                                        </p:tav>
                                      </p:tavLst>
                                    </p:anim>
                                    <p:anim calcmode="lin" valueType="num">
                                      <p:cBhvr>
                                        <p:cTn id="29" dur="500" fill="hold"/>
                                        <p:tgtEl>
                                          <p:spTgt spid="461833"/>
                                        </p:tgtEl>
                                        <p:attrNameLst>
                                          <p:attrName>ppt_x</p:attrName>
                                        </p:attrNameLst>
                                      </p:cBhvr>
                                      <p:tavLst>
                                        <p:tav tm="0">
                                          <p:val>
                                            <p:fltVal val="0.5"/>
                                          </p:val>
                                        </p:tav>
                                        <p:tav tm="100000">
                                          <p:val>
                                            <p:strVal val="#ppt_x"/>
                                          </p:val>
                                        </p:tav>
                                      </p:tavLst>
                                    </p:anim>
                                    <p:anim calcmode="lin" valueType="num">
                                      <p:cBhvr>
                                        <p:cTn id="30" dur="500" fill="hold"/>
                                        <p:tgtEl>
                                          <p:spTgt spid="461833"/>
                                        </p:tgtEl>
                                        <p:attrNameLst>
                                          <p:attrName>ppt_y</p:attrName>
                                        </p:attrNameLst>
                                      </p:cBhvr>
                                      <p:tavLst>
                                        <p:tav tm="0">
                                          <p:val>
                                            <p:fltVal val="0.5"/>
                                          </p:val>
                                        </p:tav>
                                        <p:tav tm="100000">
                                          <p:val>
                                            <p:strVal val="#ppt_y"/>
                                          </p:val>
                                        </p:tav>
                                      </p:tavLst>
                                    </p:anim>
                                  </p:childTnLst>
                                </p:cTn>
                              </p:par>
                            </p:childTnLst>
                          </p:cTn>
                        </p:par>
                        <p:par>
                          <p:cTn id="31" fill="hold" nodeType="afterGroup">
                            <p:stCondLst>
                              <p:cond delay="500"/>
                            </p:stCondLst>
                            <p:childTnLst>
                              <p:par>
                                <p:cTn id="32" presetID="23" presetClass="entr" presetSubtype="528" fill="hold" grpId="0" nodeType="afterEffect">
                                  <p:stCondLst>
                                    <p:cond delay="0"/>
                                  </p:stCondLst>
                                  <p:childTnLst>
                                    <p:set>
                                      <p:cBhvr>
                                        <p:cTn id="33" dur="1" fill="hold">
                                          <p:stCondLst>
                                            <p:cond delay="0"/>
                                          </p:stCondLst>
                                        </p:cTn>
                                        <p:tgtEl>
                                          <p:spTgt spid="461832"/>
                                        </p:tgtEl>
                                        <p:attrNameLst>
                                          <p:attrName>style.visibility</p:attrName>
                                        </p:attrNameLst>
                                      </p:cBhvr>
                                      <p:to>
                                        <p:strVal val="visible"/>
                                      </p:to>
                                    </p:set>
                                    <p:anim calcmode="lin" valueType="num">
                                      <p:cBhvr>
                                        <p:cTn id="34" dur="500" fill="hold"/>
                                        <p:tgtEl>
                                          <p:spTgt spid="461832"/>
                                        </p:tgtEl>
                                        <p:attrNameLst>
                                          <p:attrName>ppt_w</p:attrName>
                                        </p:attrNameLst>
                                      </p:cBhvr>
                                      <p:tavLst>
                                        <p:tav tm="0">
                                          <p:val>
                                            <p:fltVal val="0"/>
                                          </p:val>
                                        </p:tav>
                                        <p:tav tm="100000">
                                          <p:val>
                                            <p:strVal val="#ppt_w"/>
                                          </p:val>
                                        </p:tav>
                                      </p:tavLst>
                                    </p:anim>
                                    <p:anim calcmode="lin" valueType="num">
                                      <p:cBhvr>
                                        <p:cTn id="35" dur="500" fill="hold"/>
                                        <p:tgtEl>
                                          <p:spTgt spid="461832"/>
                                        </p:tgtEl>
                                        <p:attrNameLst>
                                          <p:attrName>ppt_h</p:attrName>
                                        </p:attrNameLst>
                                      </p:cBhvr>
                                      <p:tavLst>
                                        <p:tav tm="0">
                                          <p:val>
                                            <p:fltVal val="0"/>
                                          </p:val>
                                        </p:tav>
                                        <p:tav tm="100000">
                                          <p:val>
                                            <p:strVal val="#ppt_h"/>
                                          </p:val>
                                        </p:tav>
                                      </p:tavLst>
                                    </p:anim>
                                    <p:anim calcmode="lin" valueType="num">
                                      <p:cBhvr>
                                        <p:cTn id="36" dur="500" fill="hold"/>
                                        <p:tgtEl>
                                          <p:spTgt spid="461832"/>
                                        </p:tgtEl>
                                        <p:attrNameLst>
                                          <p:attrName>ppt_x</p:attrName>
                                        </p:attrNameLst>
                                      </p:cBhvr>
                                      <p:tavLst>
                                        <p:tav tm="0">
                                          <p:val>
                                            <p:fltVal val="0.5"/>
                                          </p:val>
                                        </p:tav>
                                        <p:tav tm="100000">
                                          <p:val>
                                            <p:strVal val="#ppt_x"/>
                                          </p:val>
                                        </p:tav>
                                      </p:tavLst>
                                    </p:anim>
                                    <p:anim calcmode="lin" valueType="num">
                                      <p:cBhvr>
                                        <p:cTn id="37" dur="500" fill="hold"/>
                                        <p:tgtEl>
                                          <p:spTgt spid="461832"/>
                                        </p:tgtEl>
                                        <p:attrNameLst>
                                          <p:attrName>ppt_y</p:attrName>
                                        </p:attrNameLst>
                                      </p:cBhvr>
                                      <p:tavLst>
                                        <p:tav tm="0">
                                          <p:val>
                                            <p:fltVal val="0.5"/>
                                          </p:val>
                                        </p:tav>
                                        <p:tav tm="100000">
                                          <p:val>
                                            <p:strVal val="#ppt_y"/>
                                          </p:val>
                                        </p:tav>
                                      </p:tavLst>
                                    </p:anim>
                                  </p:childTnLst>
                                </p:cTn>
                              </p:par>
                            </p:childTnLst>
                          </p:cTn>
                        </p:par>
                        <p:par>
                          <p:cTn id="38" fill="hold" nodeType="afterGroup">
                            <p:stCondLst>
                              <p:cond delay="1000"/>
                            </p:stCondLst>
                            <p:childTnLst>
                              <p:par>
                                <p:cTn id="39" presetID="2" presetClass="entr" presetSubtype="8" fill="hold" grpId="0" nodeType="afterEffect">
                                  <p:stCondLst>
                                    <p:cond delay="0"/>
                                  </p:stCondLst>
                                  <p:childTnLst>
                                    <p:set>
                                      <p:cBhvr>
                                        <p:cTn id="40" dur="1" fill="hold">
                                          <p:stCondLst>
                                            <p:cond delay="0"/>
                                          </p:stCondLst>
                                        </p:cTn>
                                        <p:tgtEl>
                                          <p:spTgt spid="461837"/>
                                        </p:tgtEl>
                                        <p:attrNameLst>
                                          <p:attrName>style.visibility</p:attrName>
                                        </p:attrNameLst>
                                      </p:cBhvr>
                                      <p:to>
                                        <p:strVal val="visible"/>
                                      </p:to>
                                    </p:set>
                                    <p:anim calcmode="lin" valueType="num">
                                      <p:cBhvr additive="base">
                                        <p:cTn id="41" dur="500" fill="hold"/>
                                        <p:tgtEl>
                                          <p:spTgt spid="461837"/>
                                        </p:tgtEl>
                                        <p:attrNameLst>
                                          <p:attrName>ppt_x</p:attrName>
                                        </p:attrNameLst>
                                      </p:cBhvr>
                                      <p:tavLst>
                                        <p:tav tm="0">
                                          <p:val>
                                            <p:strVal val="0-#ppt_w/2"/>
                                          </p:val>
                                        </p:tav>
                                        <p:tav tm="100000">
                                          <p:val>
                                            <p:strVal val="#ppt_x"/>
                                          </p:val>
                                        </p:tav>
                                      </p:tavLst>
                                    </p:anim>
                                    <p:anim calcmode="lin" valueType="num">
                                      <p:cBhvr additive="base">
                                        <p:cTn id="42" dur="500" fill="hold"/>
                                        <p:tgtEl>
                                          <p:spTgt spid="461837"/>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61834">
                                            <p:txEl>
                                              <p:pRg st="0" end="0"/>
                                            </p:txEl>
                                          </p:spTgt>
                                        </p:tgtEl>
                                        <p:attrNameLst>
                                          <p:attrName>style.visibility</p:attrName>
                                        </p:attrNameLst>
                                      </p:cBhvr>
                                      <p:to>
                                        <p:strVal val="visible"/>
                                      </p:to>
                                    </p:set>
                                    <p:animEffect transition="in" filter="wipe(up)">
                                      <p:cBhvr>
                                        <p:cTn id="47" dur="500"/>
                                        <p:tgtEl>
                                          <p:spTgt spid="461834">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61834">
                                            <p:txEl>
                                              <p:pRg st="1" end="1"/>
                                            </p:txEl>
                                          </p:spTgt>
                                        </p:tgtEl>
                                        <p:attrNameLst>
                                          <p:attrName>style.visibility</p:attrName>
                                        </p:attrNameLst>
                                      </p:cBhvr>
                                      <p:to>
                                        <p:strVal val="visible"/>
                                      </p:to>
                                    </p:set>
                                    <p:animEffect transition="in" filter="wipe(up)">
                                      <p:cBhvr>
                                        <p:cTn id="52" dur="500"/>
                                        <p:tgtEl>
                                          <p:spTgt spid="461834">
                                            <p:txEl>
                                              <p:pRg st="1" end="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61834">
                                            <p:txEl>
                                              <p:pRg st="2" end="2"/>
                                            </p:txEl>
                                          </p:spTgt>
                                        </p:tgtEl>
                                        <p:attrNameLst>
                                          <p:attrName>style.visibility</p:attrName>
                                        </p:attrNameLst>
                                      </p:cBhvr>
                                      <p:to>
                                        <p:strVal val="visible"/>
                                      </p:to>
                                    </p:set>
                                    <p:animEffect transition="in" filter="wipe(up)">
                                      <p:cBhvr>
                                        <p:cTn id="57" dur="500"/>
                                        <p:tgtEl>
                                          <p:spTgt spid="461834">
                                            <p:txEl>
                                              <p:pRg st="2" end="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nodeType="clickEffect">
                                  <p:stCondLst>
                                    <p:cond delay="0"/>
                                  </p:stCondLst>
                                  <p:childTnLst>
                                    <p:set>
                                      <p:cBhvr>
                                        <p:cTn id="61" dur="1" fill="hold">
                                          <p:stCondLst>
                                            <p:cond delay="0"/>
                                          </p:stCondLst>
                                        </p:cTn>
                                        <p:tgtEl>
                                          <p:spTgt spid="461835"/>
                                        </p:tgtEl>
                                        <p:attrNameLst>
                                          <p:attrName>style.visibility</p:attrName>
                                        </p:attrNameLst>
                                      </p:cBhvr>
                                      <p:to>
                                        <p:strVal val="visible"/>
                                      </p:to>
                                    </p:set>
                                    <p:anim calcmode="lin" valueType="num">
                                      <p:cBhvr additive="base">
                                        <p:cTn id="62" dur="500" fill="hold"/>
                                        <p:tgtEl>
                                          <p:spTgt spid="461835"/>
                                        </p:tgtEl>
                                        <p:attrNameLst>
                                          <p:attrName>ppt_x</p:attrName>
                                        </p:attrNameLst>
                                      </p:cBhvr>
                                      <p:tavLst>
                                        <p:tav tm="0">
                                          <p:val>
                                            <p:strVal val="#ppt_x"/>
                                          </p:val>
                                        </p:tav>
                                        <p:tav tm="100000">
                                          <p:val>
                                            <p:strVal val="#ppt_x"/>
                                          </p:val>
                                        </p:tav>
                                      </p:tavLst>
                                    </p:anim>
                                    <p:anim calcmode="lin" valueType="num">
                                      <p:cBhvr additive="base">
                                        <p:cTn id="63" dur="500" fill="hold"/>
                                        <p:tgtEl>
                                          <p:spTgt spid="461835"/>
                                        </p:tgtEl>
                                        <p:attrNameLst>
                                          <p:attrName>ppt_y</p:attrName>
                                        </p:attrNameLst>
                                      </p:cBhvr>
                                      <p:tavLst>
                                        <p:tav tm="0">
                                          <p:val>
                                            <p:strVal val="1+#ppt_h/2"/>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8" fill="hold" grpId="0" nodeType="clickEffect">
                                  <p:stCondLst>
                                    <p:cond delay="0"/>
                                  </p:stCondLst>
                                  <p:childTnLst>
                                    <p:set>
                                      <p:cBhvr>
                                        <p:cTn id="67" dur="1" fill="hold">
                                          <p:stCondLst>
                                            <p:cond delay="0"/>
                                          </p:stCondLst>
                                        </p:cTn>
                                        <p:tgtEl>
                                          <p:spTgt spid="461895"/>
                                        </p:tgtEl>
                                        <p:attrNameLst>
                                          <p:attrName>style.visibility</p:attrName>
                                        </p:attrNameLst>
                                      </p:cBhvr>
                                      <p:to>
                                        <p:strVal val="visible"/>
                                      </p:to>
                                    </p:set>
                                    <p:anim calcmode="lin" valueType="num">
                                      <p:cBhvr additive="base">
                                        <p:cTn id="68" dur="500" fill="hold"/>
                                        <p:tgtEl>
                                          <p:spTgt spid="461895"/>
                                        </p:tgtEl>
                                        <p:attrNameLst>
                                          <p:attrName>ppt_x</p:attrName>
                                        </p:attrNameLst>
                                      </p:cBhvr>
                                      <p:tavLst>
                                        <p:tav tm="0">
                                          <p:val>
                                            <p:strVal val="0-#ppt_w/2"/>
                                          </p:val>
                                        </p:tav>
                                        <p:tav tm="100000">
                                          <p:val>
                                            <p:strVal val="#ppt_x"/>
                                          </p:val>
                                        </p:tav>
                                      </p:tavLst>
                                    </p:anim>
                                    <p:anim calcmode="lin" valueType="num">
                                      <p:cBhvr additive="base">
                                        <p:cTn id="69" dur="500" fill="hold"/>
                                        <p:tgtEl>
                                          <p:spTgt spid="4618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30" grpId="0" animBg="1"/>
      <p:bldP spid="461831" grpId="0" animBg="1" autoUpdateAnimBg="0"/>
      <p:bldP spid="461832" grpId="0" animBg="1" autoUpdateAnimBg="0"/>
      <p:bldP spid="461833" grpId="0" animBg="1"/>
      <p:bldP spid="461834" grpId="0" build="p" autoUpdateAnimBg="0"/>
      <p:bldP spid="461837" grpId="0" autoUpdateAnimBg="0"/>
      <p:bldP spid="46189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1CC7409-3D8A-4CE8-8CB3-CFFCDF49859F}" type="slidenum">
              <a:rPr lang="zh-CN" altLang="en-US" b="0" i="0" smtClean="0"/>
              <a:pPr/>
              <a:t>26</a:t>
            </a:fld>
            <a:endParaRPr lang="en-US" altLang="zh-CN" b="0" i="0" smtClean="0"/>
          </a:p>
        </p:txBody>
      </p:sp>
      <p:sp>
        <p:nvSpPr>
          <p:cNvPr id="4505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199B42E-0586-437E-8BFA-BACFB53B1E7B}" type="datetime1">
              <a:rPr lang="zh-CN" altLang="en-US" sz="1800" i="0" smtClean="0"/>
              <a:pPr/>
              <a:t>2024/10/20</a:t>
            </a:fld>
            <a:endParaRPr lang="en-US" altLang="zh-CN" sz="1800" i="0" smtClean="0"/>
          </a:p>
        </p:txBody>
      </p:sp>
      <p:sp>
        <p:nvSpPr>
          <p:cNvPr id="694274" name="Rectangle 2"/>
          <p:cNvSpPr>
            <a:spLocks noGrp="1" noChangeArrowheads="1"/>
          </p:cNvSpPr>
          <p:nvPr>
            <p:ph type="title"/>
          </p:nvPr>
        </p:nvSpPr>
        <p:spPr/>
        <p:txBody>
          <a:bodyPr/>
          <a:lstStyle/>
          <a:p>
            <a:pPr>
              <a:defRPr/>
            </a:pPr>
            <a:r>
              <a:rPr lang="zh-CN" altLang="en-US" smtClean="0"/>
              <a:t>§1.2 牛顿基本差商公式</a:t>
            </a:r>
          </a:p>
        </p:txBody>
      </p:sp>
      <p:graphicFrame>
        <p:nvGraphicFramePr>
          <p:cNvPr id="45061" name="Object 3"/>
          <p:cNvGraphicFramePr>
            <a:graphicFrameLocks noChangeAspect="1"/>
          </p:cNvGraphicFramePr>
          <p:nvPr/>
        </p:nvGraphicFramePr>
        <p:xfrm>
          <a:off x="333375" y="1219200"/>
          <a:ext cx="9267825" cy="1327150"/>
        </p:xfrm>
        <a:graphic>
          <a:graphicData uri="http://schemas.openxmlformats.org/presentationml/2006/ole">
            <mc:AlternateContent xmlns:mc="http://schemas.openxmlformats.org/markup-compatibility/2006">
              <mc:Choice xmlns:v="urn:schemas-microsoft-com:vml" Requires="v">
                <p:oleObj spid="_x0000_s45167" name="Equation" r:id="rId4" imgW="4165600" imgH="558800" progId="Equation.3">
                  <p:embed/>
                </p:oleObj>
              </mc:Choice>
              <mc:Fallback>
                <p:oleObj name="Equation" r:id="rId4" imgW="4165600" imgH="558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75" y="1219200"/>
                        <a:ext cx="9267825" cy="1327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2" name="Object 12"/>
          <p:cNvGraphicFramePr>
            <a:graphicFrameLocks noChangeAspect="1"/>
          </p:cNvGraphicFramePr>
          <p:nvPr/>
        </p:nvGraphicFramePr>
        <p:xfrm>
          <a:off x="4857750" y="3268663"/>
          <a:ext cx="190500" cy="317500"/>
        </p:xfrm>
        <a:graphic>
          <a:graphicData uri="http://schemas.openxmlformats.org/presentationml/2006/ole">
            <mc:AlternateContent xmlns:mc="http://schemas.openxmlformats.org/markup-compatibility/2006">
              <mc:Choice xmlns:v="urn:schemas-microsoft-com:vml" Requires="v">
                <p:oleObj spid="_x0000_s45168" name="Equation" r:id="rId6" imgW="190335" imgH="317225" progId="Equation.3">
                  <p:embed/>
                </p:oleObj>
              </mc:Choice>
              <mc:Fallback>
                <p:oleObj name="Equation" r:id="rId6" imgW="190335" imgH="317225"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57750" y="3268663"/>
                        <a:ext cx="1905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4346" name="Group 74"/>
          <p:cNvGraphicFramePr>
            <a:graphicFrameLocks noGrp="1"/>
          </p:cNvGraphicFramePr>
          <p:nvPr/>
        </p:nvGraphicFramePr>
        <p:xfrm>
          <a:off x="908050" y="2520950"/>
          <a:ext cx="8255000" cy="4013202"/>
        </p:xfrm>
        <a:graphic>
          <a:graphicData uri="http://schemas.openxmlformats.org/drawingml/2006/table">
            <a:tbl>
              <a:tblPr/>
              <a:tblGrid>
                <a:gridCol w="742950"/>
                <a:gridCol w="1320800"/>
                <a:gridCol w="1733550"/>
                <a:gridCol w="2393950"/>
                <a:gridCol w="2063750"/>
              </a:tblGrid>
              <a:tr h="400050">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43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50850">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5243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50850">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 </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5243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50850">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5243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50850">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94345" name="Line 73"/>
          <p:cNvSpPr>
            <a:spLocks noChangeShapeType="1"/>
          </p:cNvSpPr>
          <p:nvPr/>
        </p:nvSpPr>
        <p:spPr bwMode="auto">
          <a:xfrm>
            <a:off x="2209800" y="2895600"/>
            <a:ext cx="6934200" cy="15240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94345"/>
                                        </p:tgtEl>
                                        <p:attrNameLst>
                                          <p:attrName>style.visibility</p:attrName>
                                        </p:attrNameLst>
                                      </p:cBhvr>
                                      <p:to>
                                        <p:strVal val="visible"/>
                                      </p:to>
                                    </p:set>
                                    <p:anim calcmode="lin" valueType="num">
                                      <p:cBhvr>
                                        <p:cTn id="7" dur="500" fill="hold"/>
                                        <p:tgtEl>
                                          <p:spTgt spid="694345"/>
                                        </p:tgtEl>
                                        <p:attrNameLst>
                                          <p:attrName>ppt_w</p:attrName>
                                        </p:attrNameLst>
                                      </p:cBhvr>
                                      <p:tavLst>
                                        <p:tav tm="0">
                                          <p:val>
                                            <p:fltVal val="0"/>
                                          </p:val>
                                        </p:tav>
                                        <p:tav tm="100000">
                                          <p:val>
                                            <p:strVal val="#ppt_w"/>
                                          </p:val>
                                        </p:tav>
                                      </p:tavLst>
                                    </p:anim>
                                    <p:anim calcmode="lin" valueType="num">
                                      <p:cBhvr>
                                        <p:cTn id="8" dur="500" fill="hold"/>
                                        <p:tgtEl>
                                          <p:spTgt spid="69434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434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E1CBCF6-8278-41C1-BCBC-A9EABC144634}" type="slidenum">
              <a:rPr lang="zh-CN" altLang="en-US" b="0" i="0" smtClean="0"/>
              <a:pPr/>
              <a:t>27</a:t>
            </a:fld>
            <a:endParaRPr lang="en-US" altLang="zh-CN" b="0" i="0" smtClean="0"/>
          </a:p>
        </p:txBody>
      </p:sp>
      <p:sp>
        <p:nvSpPr>
          <p:cNvPr id="4608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1D1F7A9-E878-409F-B64D-9BD2E1DBBA59}" type="datetime1">
              <a:rPr lang="zh-CN" altLang="en-US" sz="1800" i="0" smtClean="0"/>
              <a:pPr/>
              <a:t>2024/10/20</a:t>
            </a:fld>
            <a:endParaRPr lang="en-US" altLang="zh-CN" sz="1800" i="0" smtClean="0"/>
          </a:p>
        </p:txBody>
      </p:sp>
      <p:sp>
        <p:nvSpPr>
          <p:cNvPr id="592898" name="Rectangle 2"/>
          <p:cNvSpPr>
            <a:spLocks noGrp="1" noChangeArrowheads="1"/>
          </p:cNvSpPr>
          <p:nvPr>
            <p:ph type="title"/>
          </p:nvPr>
        </p:nvSpPr>
        <p:spPr/>
        <p:txBody>
          <a:bodyPr/>
          <a:lstStyle/>
          <a:p>
            <a:pPr>
              <a:defRPr/>
            </a:pPr>
            <a:r>
              <a:rPr lang="zh-CN" altLang="en-US" smtClean="0"/>
              <a:t>§1.2  牛顿基本差商公式</a:t>
            </a:r>
          </a:p>
        </p:txBody>
      </p:sp>
      <p:sp>
        <p:nvSpPr>
          <p:cNvPr id="46085" name="Rectangle 3"/>
          <p:cNvSpPr>
            <a:spLocks noGrp="1" noChangeArrowheads="1"/>
          </p:cNvSpPr>
          <p:nvPr>
            <p:ph type="body" idx="1"/>
          </p:nvPr>
        </p:nvSpPr>
        <p:spPr>
          <a:xfrm>
            <a:off x="650875" y="1196975"/>
            <a:ext cx="8820150" cy="917575"/>
          </a:xfrm>
        </p:spPr>
        <p:txBody>
          <a:bodyPr/>
          <a:lstStyle/>
          <a:p>
            <a:r>
              <a:rPr lang="zh-CN" altLang="en-US" smtClean="0"/>
              <a:t>例5.2  已知</a:t>
            </a:r>
            <a:r>
              <a:rPr lang="en-US" altLang="zh-CN" smtClean="0"/>
              <a:t>x=1,4,9</a:t>
            </a:r>
            <a:r>
              <a:rPr lang="zh-CN" altLang="en-US" smtClean="0"/>
              <a:t>的平方根值，求7</a:t>
            </a:r>
            <a:r>
              <a:rPr lang="zh-CN" altLang="en-US" baseline="30000" smtClean="0"/>
              <a:t>1/2</a:t>
            </a:r>
          </a:p>
          <a:p>
            <a:r>
              <a:rPr lang="zh-CN" altLang="en-US" smtClean="0"/>
              <a:t>解：</a:t>
            </a:r>
          </a:p>
        </p:txBody>
      </p:sp>
      <p:graphicFrame>
        <p:nvGraphicFramePr>
          <p:cNvPr id="592945" name="Group 49"/>
          <p:cNvGraphicFramePr>
            <a:graphicFrameLocks noGrp="1"/>
          </p:cNvGraphicFramePr>
          <p:nvPr/>
        </p:nvGraphicFramePr>
        <p:xfrm>
          <a:off x="1676400" y="2133600"/>
          <a:ext cx="6858000" cy="2852772"/>
        </p:xfrm>
        <a:graphic>
          <a:graphicData uri="http://schemas.openxmlformats.org/drawingml/2006/table">
            <a:tbl>
              <a:tblPr/>
              <a:tblGrid>
                <a:gridCol w="687388"/>
                <a:gridCol w="912812"/>
                <a:gridCol w="2058988"/>
                <a:gridCol w="3198812"/>
              </a:tblGrid>
              <a:tr h="47545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45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7545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45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4</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45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45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9</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92935" name="Rectangle 39"/>
          <p:cNvSpPr>
            <a:spLocks noChangeArrowheads="1"/>
          </p:cNvSpPr>
          <p:nvPr/>
        </p:nvSpPr>
        <p:spPr bwMode="auto">
          <a:xfrm>
            <a:off x="920750" y="5805488"/>
            <a:ext cx="92456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0">
                <a:latin typeface="Times New Roman" pitchFamily="18" charset="0"/>
              </a:rPr>
              <a:t>P</a:t>
            </a:r>
            <a:r>
              <a:rPr lang="en-US" altLang="zh-CN" sz="2800" i="0" baseline="-25000">
                <a:latin typeface="Times New Roman" pitchFamily="18" charset="0"/>
              </a:rPr>
              <a:t>2</a:t>
            </a:r>
            <a:r>
              <a:rPr lang="en-US" altLang="zh-CN" sz="2800" i="0">
                <a:latin typeface="Times New Roman" pitchFamily="18" charset="0"/>
              </a:rPr>
              <a:t>(7)=1+(7-1)*0.33333+ (7-1)*(7-4)*(-0.01667)= 2.69992</a:t>
            </a:r>
            <a:endParaRPr lang="zh-CN" altLang="en-US" sz="2800" i="0">
              <a:latin typeface="Times New Roman" pitchFamily="18" charset="0"/>
            </a:endParaRPr>
          </a:p>
        </p:txBody>
      </p:sp>
      <p:graphicFrame>
        <p:nvGraphicFramePr>
          <p:cNvPr id="592936" name="Object 40"/>
          <p:cNvGraphicFramePr>
            <a:graphicFrameLocks noChangeAspect="1"/>
          </p:cNvGraphicFramePr>
          <p:nvPr/>
        </p:nvGraphicFramePr>
        <p:xfrm>
          <a:off x="3354388" y="2935288"/>
          <a:ext cx="1733550" cy="722312"/>
        </p:xfrm>
        <a:graphic>
          <a:graphicData uri="http://schemas.openxmlformats.org/presentationml/2006/ole">
            <mc:AlternateContent xmlns:mc="http://schemas.openxmlformats.org/markup-compatibility/2006">
              <mc:Choice xmlns:v="urn:schemas-microsoft-com:vml" Requires="v">
                <p:oleObj spid="_x0000_s46220" name="Equation" r:id="rId3" imgW="990170" imgH="393529" progId="Equation.3">
                  <p:embed/>
                </p:oleObj>
              </mc:Choice>
              <mc:Fallback>
                <p:oleObj name="Equation" r:id="rId3" imgW="990170" imgH="393529" progId="Equation.3">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4388" y="2935288"/>
                        <a:ext cx="1733550"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2938" name="Object 42"/>
          <p:cNvGraphicFramePr>
            <a:graphicFrameLocks noChangeAspect="1"/>
          </p:cNvGraphicFramePr>
          <p:nvPr/>
        </p:nvGraphicFramePr>
        <p:xfrm>
          <a:off x="3354388" y="3806825"/>
          <a:ext cx="1293812" cy="765175"/>
        </p:xfrm>
        <a:graphic>
          <a:graphicData uri="http://schemas.openxmlformats.org/presentationml/2006/ole">
            <mc:AlternateContent xmlns:mc="http://schemas.openxmlformats.org/markup-compatibility/2006">
              <mc:Choice xmlns:v="urn:schemas-microsoft-com:vml" Requires="v">
                <p:oleObj spid="_x0000_s46221" name="Equation" r:id="rId5" imgW="698197" imgH="393529" progId="Equation.3">
                  <p:embed/>
                </p:oleObj>
              </mc:Choice>
              <mc:Fallback>
                <p:oleObj name="Equation" r:id="rId5" imgW="698197" imgH="393529" progId="Equation.3">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4388" y="3806825"/>
                        <a:ext cx="1293812"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2940" name="Object 44"/>
          <p:cNvGraphicFramePr>
            <a:graphicFrameLocks noChangeAspect="1"/>
          </p:cNvGraphicFramePr>
          <p:nvPr/>
        </p:nvGraphicFramePr>
        <p:xfrm>
          <a:off x="5335588" y="3392488"/>
          <a:ext cx="3221037" cy="722312"/>
        </p:xfrm>
        <a:graphic>
          <a:graphicData uri="http://schemas.openxmlformats.org/presentationml/2006/ole">
            <mc:AlternateContent xmlns:mc="http://schemas.openxmlformats.org/markup-compatibility/2006">
              <mc:Choice xmlns:v="urn:schemas-microsoft-com:vml" Requires="v">
                <p:oleObj spid="_x0000_s46222" name="Equation" r:id="rId7" imgW="1625600" imgH="393700" progId="Equation.3">
                  <p:embed/>
                </p:oleObj>
              </mc:Choice>
              <mc:Fallback>
                <p:oleObj name="Equation" r:id="rId7" imgW="1625600" imgH="393700" progId="Equation.3">
                  <p:embed/>
                  <p:pic>
                    <p:nvPicPr>
                      <p:cNvPr id="0"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5588" y="3392488"/>
                        <a:ext cx="3221037"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2946" name="Object 50"/>
          <p:cNvGraphicFramePr>
            <a:graphicFrameLocks noChangeAspect="1"/>
          </p:cNvGraphicFramePr>
          <p:nvPr/>
        </p:nvGraphicFramePr>
        <p:xfrm>
          <a:off x="835025" y="5187950"/>
          <a:ext cx="7516813" cy="512763"/>
        </p:xfrm>
        <a:graphic>
          <a:graphicData uri="http://schemas.openxmlformats.org/presentationml/2006/ole">
            <mc:AlternateContent xmlns:mc="http://schemas.openxmlformats.org/markup-compatibility/2006">
              <mc:Choice xmlns:v="urn:schemas-microsoft-com:vml" Requires="v">
                <p:oleObj spid="_x0000_s46223" name="公式" r:id="rId9" imgW="3378200" imgH="215900" progId="Equation.3">
                  <p:embed/>
                </p:oleObj>
              </mc:Choice>
              <mc:Fallback>
                <p:oleObj name="公式" r:id="rId9" imgW="3378200" imgH="215900" progId="Equation.3">
                  <p:embed/>
                  <p:pic>
                    <p:nvPicPr>
                      <p:cNvPr id="0" name="Object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5025" y="5187950"/>
                        <a:ext cx="7516813"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92945"/>
                                        </p:tgtEl>
                                        <p:attrNameLst>
                                          <p:attrName>style.visibility</p:attrName>
                                        </p:attrNameLst>
                                      </p:cBhvr>
                                      <p:to>
                                        <p:strVal val="visible"/>
                                      </p:to>
                                    </p:set>
                                    <p:animEffect transition="in" filter="dissolve">
                                      <p:cBhvr>
                                        <p:cTn id="7" dur="500"/>
                                        <p:tgtEl>
                                          <p:spTgt spid="5929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92936"/>
                                        </p:tgtEl>
                                        <p:attrNameLst>
                                          <p:attrName>style.visibility</p:attrName>
                                        </p:attrNameLst>
                                      </p:cBhvr>
                                      <p:to>
                                        <p:strVal val="visible"/>
                                      </p:to>
                                    </p:set>
                                    <p:animEffect transition="in" filter="dissolve">
                                      <p:cBhvr>
                                        <p:cTn id="12" dur="500"/>
                                        <p:tgtEl>
                                          <p:spTgt spid="5929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92938"/>
                                        </p:tgtEl>
                                        <p:attrNameLst>
                                          <p:attrName>style.visibility</p:attrName>
                                        </p:attrNameLst>
                                      </p:cBhvr>
                                      <p:to>
                                        <p:strVal val="visible"/>
                                      </p:to>
                                    </p:set>
                                    <p:animEffect transition="in" filter="dissolve">
                                      <p:cBhvr>
                                        <p:cTn id="17" dur="500"/>
                                        <p:tgtEl>
                                          <p:spTgt spid="5929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92940"/>
                                        </p:tgtEl>
                                        <p:attrNameLst>
                                          <p:attrName>style.visibility</p:attrName>
                                        </p:attrNameLst>
                                      </p:cBhvr>
                                      <p:to>
                                        <p:strVal val="visible"/>
                                      </p:to>
                                    </p:set>
                                    <p:animEffect transition="in" filter="dissolve">
                                      <p:cBhvr>
                                        <p:cTn id="22" dur="500"/>
                                        <p:tgtEl>
                                          <p:spTgt spid="5929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592946"/>
                                        </p:tgtEl>
                                        <p:attrNameLst>
                                          <p:attrName>style.visibility</p:attrName>
                                        </p:attrNameLst>
                                      </p:cBhvr>
                                      <p:to>
                                        <p:strVal val="visible"/>
                                      </p:to>
                                    </p:set>
                                    <p:animEffect transition="in" filter="wipe(up)">
                                      <p:cBhvr>
                                        <p:cTn id="27" dur="1000"/>
                                        <p:tgtEl>
                                          <p:spTgt spid="5929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592935"/>
                                        </p:tgtEl>
                                        <p:attrNameLst>
                                          <p:attrName>style.visibility</p:attrName>
                                        </p:attrNameLst>
                                      </p:cBhvr>
                                      <p:to>
                                        <p:strVal val="visible"/>
                                      </p:to>
                                    </p:set>
                                    <p:animEffect transition="in" filter="wipe(up)">
                                      <p:cBhvr>
                                        <p:cTn id="32" dur="75"/>
                                        <p:tgtEl>
                                          <p:spTgt spid="592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935"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2BF9842-101B-4426-A2A7-5DA5ED55D1AE}" type="slidenum">
              <a:rPr lang="zh-CN" altLang="en-US" b="0" i="0" smtClean="0"/>
              <a:pPr/>
              <a:t>28</a:t>
            </a:fld>
            <a:endParaRPr lang="en-US" altLang="zh-CN" b="0" i="0" smtClean="0"/>
          </a:p>
        </p:txBody>
      </p:sp>
      <p:sp>
        <p:nvSpPr>
          <p:cNvPr id="4710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135E8D2-BF5F-414F-85E9-02BE8D42CFA8}" type="datetime1">
              <a:rPr lang="zh-CN" altLang="en-US" sz="1800" i="0" smtClean="0"/>
              <a:pPr/>
              <a:t>2024/10/20</a:t>
            </a:fld>
            <a:endParaRPr lang="en-US" altLang="zh-CN" sz="1800" i="0" smtClean="0"/>
          </a:p>
        </p:txBody>
      </p:sp>
      <p:sp>
        <p:nvSpPr>
          <p:cNvPr id="798722" name="Rectangle 2"/>
          <p:cNvSpPr>
            <a:spLocks noGrp="1" noChangeArrowheads="1"/>
          </p:cNvSpPr>
          <p:nvPr>
            <p:ph type="title"/>
          </p:nvPr>
        </p:nvSpPr>
        <p:spPr/>
        <p:txBody>
          <a:bodyPr/>
          <a:lstStyle/>
          <a:p>
            <a:pPr>
              <a:defRPr/>
            </a:pPr>
            <a:r>
              <a:rPr lang="zh-CN" altLang="en-US" smtClean="0"/>
              <a:t>§1.3 牛顿基本差商公式的余式估计</a:t>
            </a:r>
          </a:p>
        </p:txBody>
      </p:sp>
      <p:sp>
        <p:nvSpPr>
          <p:cNvPr id="47109" name="Rectangle 34"/>
          <p:cNvSpPr>
            <a:spLocks noGrp="1" noChangeArrowheads="1"/>
          </p:cNvSpPr>
          <p:nvPr>
            <p:ph type="body" idx="1"/>
          </p:nvPr>
        </p:nvSpPr>
        <p:spPr>
          <a:xfrm>
            <a:off x="650875" y="1143000"/>
            <a:ext cx="8820150" cy="438150"/>
          </a:xfrm>
        </p:spPr>
        <p:txBody>
          <a:bodyPr/>
          <a:lstStyle/>
          <a:p>
            <a:r>
              <a:rPr lang="zh-CN" altLang="en-US" sz="3200" smtClean="0"/>
              <a:t>罗尔</a:t>
            </a:r>
            <a:r>
              <a:rPr lang="en-US" altLang="zh-CN" sz="3200" smtClean="0"/>
              <a:t>(Rolle)</a:t>
            </a:r>
            <a:r>
              <a:rPr lang="zh-CN" altLang="en-US" sz="3200" smtClean="0"/>
              <a:t>定理</a:t>
            </a:r>
          </a:p>
        </p:txBody>
      </p:sp>
      <p:grpSp>
        <p:nvGrpSpPr>
          <p:cNvPr id="2" name="Group 35"/>
          <p:cNvGrpSpPr>
            <a:grpSpLocks/>
          </p:cNvGrpSpPr>
          <p:nvPr/>
        </p:nvGrpSpPr>
        <p:grpSpPr bwMode="auto">
          <a:xfrm>
            <a:off x="704850" y="4797425"/>
            <a:ext cx="8712200" cy="1655763"/>
            <a:chOff x="376" y="3024"/>
            <a:chExt cx="4816" cy="806"/>
          </a:xfrm>
        </p:grpSpPr>
        <p:sp>
          <p:nvSpPr>
            <p:cNvPr id="47138" name="Text Box 36"/>
            <p:cNvSpPr txBox="1">
              <a:spLocks noChangeArrowheads="1"/>
            </p:cNvSpPr>
            <p:nvPr/>
          </p:nvSpPr>
          <p:spPr bwMode="auto">
            <a:xfrm>
              <a:off x="432" y="3024"/>
              <a:ext cx="1728"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2800" i="0">
                  <a:latin typeface="黑体" pitchFamily="49" charset="-122"/>
                  <a:ea typeface="黑体" pitchFamily="49" charset="-122"/>
                </a:rPr>
                <a:t>几何解释</a:t>
              </a:r>
              <a:r>
                <a:rPr kumimoji="1" lang="en-US" altLang="zh-CN" sz="2800" i="0">
                  <a:latin typeface="黑体" pitchFamily="49" charset="-122"/>
                  <a:ea typeface="黑体" pitchFamily="49" charset="-122"/>
                </a:rPr>
                <a:t>:</a:t>
              </a:r>
            </a:p>
          </p:txBody>
        </p:sp>
        <p:graphicFrame>
          <p:nvGraphicFramePr>
            <p:cNvPr id="47139" name="Object 37"/>
            <p:cNvGraphicFramePr>
              <a:graphicFrameLocks noChangeAspect="1"/>
            </p:cNvGraphicFramePr>
            <p:nvPr/>
          </p:nvGraphicFramePr>
          <p:xfrm>
            <a:off x="376" y="3552"/>
            <a:ext cx="4816" cy="278"/>
          </p:xfrm>
          <a:graphic>
            <a:graphicData uri="http://schemas.openxmlformats.org/presentationml/2006/ole">
              <mc:AlternateContent xmlns:mc="http://schemas.openxmlformats.org/markup-compatibility/2006">
                <mc:Choice xmlns:v="urn:schemas-microsoft-com:vml" Requires="v">
                  <p:oleObj spid="_x0000_s47404" name="Equation" r:id="rId3" imgW="3708400" imgH="215900" progId="Equation.DSMT4">
                    <p:embed/>
                  </p:oleObj>
                </mc:Choice>
                <mc:Fallback>
                  <p:oleObj name="Equation" r:id="rId3" imgW="3708400" imgH="215900" progId="Equation.DSMT4">
                    <p:embed/>
                    <p:pic>
                      <p:nvPicPr>
                        <p:cNvPr id="0"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 y="3552"/>
                          <a:ext cx="4816"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98758" name="Object 38"/>
          <p:cNvGraphicFramePr>
            <a:graphicFrameLocks noChangeAspect="1"/>
          </p:cNvGraphicFramePr>
          <p:nvPr/>
        </p:nvGraphicFramePr>
        <p:xfrm>
          <a:off x="855663" y="1557338"/>
          <a:ext cx="8007350" cy="2743200"/>
        </p:xfrm>
        <a:graphic>
          <a:graphicData uri="http://schemas.openxmlformats.org/presentationml/2006/ole">
            <mc:AlternateContent xmlns:mc="http://schemas.openxmlformats.org/markup-compatibility/2006">
              <mc:Choice xmlns:v="urn:schemas-microsoft-com:vml" Requires="v">
                <p:oleObj spid="_x0000_s47405" name="文档" r:id="rId5" imgW="7947743" imgH="2689848" progId="Word.Document.8">
                  <p:embed/>
                </p:oleObj>
              </mc:Choice>
              <mc:Fallback>
                <p:oleObj name="文档" r:id="rId5" imgW="7947743" imgH="2689848" progId="Word.Document.8">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5663" y="1557338"/>
                        <a:ext cx="800735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2" name="Object 40"/>
          <p:cNvGraphicFramePr>
            <a:graphicFrameLocks noChangeAspect="1"/>
          </p:cNvGraphicFramePr>
          <p:nvPr/>
        </p:nvGraphicFramePr>
        <p:xfrm>
          <a:off x="6259513" y="3649663"/>
          <a:ext cx="219075" cy="238125"/>
        </p:xfrm>
        <a:graphic>
          <a:graphicData uri="http://schemas.openxmlformats.org/presentationml/2006/ole">
            <mc:AlternateContent xmlns:mc="http://schemas.openxmlformats.org/markup-compatibility/2006">
              <mc:Choice xmlns:v="urn:schemas-microsoft-com:vml" Requires="v">
                <p:oleObj spid="_x0000_s47406" name="公式" r:id="rId7" imgW="291847" imgH="317225" progId="Equation.3">
                  <p:embed/>
                </p:oleObj>
              </mc:Choice>
              <mc:Fallback>
                <p:oleObj name="公式" r:id="rId7" imgW="291847" imgH="317225" progId="Equation.3">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59513" y="3649663"/>
                        <a:ext cx="219075" cy="23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113" name="Group 42"/>
          <p:cNvGrpSpPr>
            <a:grpSpLocks/>
          </p:cNvGrpSpPr>
          <p:nvPr/>
        </p:nvGrpSpPr>
        <p:grpSpPr bwMode="auto">
          <a:xfrm>
            <a:off x="5567363" y="3916363"/>
            <a:ext cx="2760662" cy="1828800"/>
            <a:chOff x="3308" y="2280"/>
            <a:chExt cx="1739" cy="1152"/>
          </a:xfrm>
        </p:grpSpPr>
        <p:sp>
          <p:nvSpPr>
            <p:cNvPr id="47123" name="Line 43"/>
            <p:cNvSpPr>
              <a:spLocks noChangeShapeType="1"/>
            </p:cNvSpPr>
            <p:nvPr/>
          </p:nvSpPr>
          <p:spPr bwMode="auto">
            <a:xfrm>
              <a:off x="3360" y="2592"/>
              <a:ext cx="1632" cy="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4" name="Line 44"/>
            <p:cNvSpPr>
              <a:spLocks noChangeShapeType="1"/>
            </p:cNvSpPr>
            <p:nvPr/>
          </p:nvSpPr>
          <p:spPr bwMode="auto">
            <a:xfrm>
              <a:off x="3552" y="2304"/>
              <a:ext cx="528"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5" name="Line 45"/>
            <p:cNvSpPr>
              <a:spLocks noChangeShapeType="1"/>
            </p:cNvSpPr>
            <p:nvPr/>
          </p:nvSpPr>
          <p:spPr bwMode="auto">
            <a:xfrm>
              <a:off x="4416" y="2784"/>
              <a:ext cx="528"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7126" name="Group 46"/>
            <p:cNvGrpSpPr>
              <a:grpSpLocks/>
            </p:cNvGrpSpPr>
            <p:nvPr/>
          </p:nvGrpSpPr>
          <p:grpSpPr bwMode="auto">
            <a:xfrm>
              <a:off x="3308" y="2568"/>
              <a:ext cx="1739" cy="847"/>
              <a:chOff x="3020" y="1152"/>
              <a:chExt cx="1739" cy="847"/>
            </a:xfrm>
          </p:grpSpPr>
          <p:sp>
            <p:nvSpPr>
              <p:cNvPr id="47133" name="Line 47"/>
              <p:cNvSpPr>
                <a:spLocks noChangeShapeType="1"/>
              </p:cNvSpPr>
              <p:nvPr/>
            </p:nvSpPr>
            <p:spPr bwMode="auto">
              <a:xfrm>
                <a:off x="4692" y="1152"/>
                <a:ext cx="0" cy="6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7134" name="Group 48"/>
              <p:cNvGrpSpPr>
                <a:grpSpLocks/>
              </p:cNvGrpSpPr>
              <p:nvPr/>
            </p:nvGrpSpPr>
            <p:grpSpPr bwMode="auto">
              <a:xfrm>
                <a:off x="3020" y="1152"/>
                <a:ext cx="144" cy="823"/>
                <a:chOff x="3020" y="1152"/>
                <a:chExt cx="144" cy="823"/>
              </a:xfrm>
            </p:grpSpPr>
            <p:sp>
              <p:nvSpPr>
                <p:cNvPr id="47136" name="Line 49"/>
                <p:cNvSpPr>
                  <a:spLocks noChangeShapeType="1"/>
                </p:cNvSpPr>
                <p:nvPr/>
              </p:nvSpPr>
              <p:spPr bwMode="auto">
                <a:xfrm>
                  <a:off x="3072" y="1152"/>
                  <a:ext cx="0" cy="6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7137" name="Object 50"/>
                <p:cNvGraphicFramePr>
                  <a:graphicFrameLocks noChangeAspect="1"/>
                </p:cNvGraphicFramePr>
                <p:nvPr/>
              </p:nvGraphicFramePr>
              <p:xfrm>
                <a:off x="3020" y="1824"/>
                <a:ext cx="144" cy="151"/>
              </p:xfrm>
              <a:graphic>
                <a:graphicData uri="http://schemas.openxmlformats.org/presentationml/2006/ole">
                  <mc:AlternateContent xmlns:mc="http://schemas.openxmlformats.org/markup-compatibility/2006">
                    <mc:Choice xmlns:v="urn:schemas-microsoft-com:vml" Requires="v">
                      <p:oleObj spid="_x0000_s47407" name="公式" r:id="rId9" imgW="228600" imgH="241300" progId="Equation.3">
                        <p:embed/>
                      </p:oleObj>
                    </mc:Choice>
                    <mc:Fallback>
                      <p:oleObj name="公式" r:id="rId9" imgW="228600" imgH="241300" progId="Equation.3">
                        <p:embed/>
                        <p:pic>
                          <p:nvPicPr>
                            <p:cNvPr id="0" name="Object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0" y="1824"/>
                              <a:ext cx="144"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7135" name="Object 51"/>
              <p:cNvGraphicFramePr>
                <a:graphicFrameLocks noChangeAspect="1"/>
              </p:cNvGraphicFramePr>
              <p:nvPr/>
            </p:nvGraphicFramePr>
            <p:xfrm>
              <a:off x="4624" y="1800"/>
              <a:ext cx="135" cy="199"/>
            </p:xfrm>
            <a:graphic>
              <a:graphicData uri="http://schemas.openxmlformats.org/presentationml/2006/ole">
                <mc:AlternateContent xmlns:mc="http://schemas.openxmlformats.org/markup-compatibility/2006">
                  <mc:Choice xmlns:v="urn:schemas-microsoft-com:vml" Requires="v">
                    <p:oleObj spid="_x0000_s47408" name="公式" r:id="rId11" imgW="215619" imgH="317087" progId="Equation.3">
                      <p:embed/>
                    </p:oleObj>
                  </mc:Choice>
                  <mc:Fallback>
                    <p:oleObj name="公式" r:id="rId11" imgW="215619" imgH="317087" progId="Equation.3">
                      <p:embed/>
                      <p:pic>
                        <p:nvPicPr>
                          <p:cNvPr id="0"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24" y="1800"/>
                            <a:ext cx="135"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7127" name="Group 52"/>
            <p:cNvGrpSpPr>
              <a:grpSpLocks/>
            </p:cNvGrpSpPr>
            <p:nvPr/>
          </p:nvGrpSpPr>
          <p:grpSpPr bwMode="auto">
            <a:xfrm>
              <a:off x="3754" y="2280"/>
              <a:ext cx="170" cy="1152"/>
              <a:chOff x="3478" y="864"/>
              <a:chExt cx="170" cy="1152"/>
            </a:xfrm>
          </p:grpSpPr>
          <p:sp>
            <p:nvSpPr>
              <p:cNvPr id="47131" name="Line 53"/>
              <p:cNvSpPr>
                <a:spLocks noChangeShapeType="1"/>
              </p:cNvSpPr>
              <p:nvPr/>
            </p:nvSpPr>
            <p:spPr bwMode="auto">
              <a:xfrm>
                <a:off x="3552" y="864"/>
                <a:ext cx="0" cy="912"/>
              </a:xfrm>
              <a:prstGeom prst="line">
                <a:avLst/>
              </a:prstGeom>
              <a:noFill/>
              <a:ln w="25400">
                <a:solidFill>
                  <a:srgbClr val="0066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7132" name="Object 54"/>
              <p:cNvGraphicFramePr>
                <a:graphicFrameLocks noChangeAspect="1"/>
              </p:cNvGraphicFramePr>
              <p:nvPr/>
            </p:nvGraphicFramePr>
            <p:xfrm>
              <a:off x="3478" y="1800"/>
              <a:ext cx="170" cy="216"/>
            </p:xfrm>
            <a:graphic>
              <a:graphicData uri="http://schemas.openxmlformats.org/presentationml/2006/ole">
                <mc:AlternateContent xmlns:mc="http://schemas.openxmlformats.org/markup-compatibility/2006">
                  <mc:Choice xmlns:v="urn:schemas-microsoft-com:vml" Requires="v">
                    <p:oleObj spid="_x0000_s47409" name="公式" r:id="rId13" imgW="274239" imgH="365688" progId="Equation.3">
                      <p:embed/>
                    </p:oleObj>
                  </mc:Choice>
                  <mc:Fallback>
                    <p:oleObj name="公式" r:id="rId13" imgW="274239" imgH="365688" progId="Equation.3">
                      <p:embed/>
                      <p:pic>
                        <p:nvPicPr>
                          <p:cNvPr id="0" name="Object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78" y="1800"/>
                            <a:ext cx="170"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7128" name="Group 55"/>
            <p:cNvGrpSpPr>
              <a:grpSpLocks/>
            </p:cNvGrpSpPr>
            <p:nvPr/>
          </p:nvGrpSpPr>
          <p:grpSpPr bwMode="auto">
            <a:xfrm>
              <a:off x="4564" y="2760"/>
              <a:ext cx="176" cy="672"/>
              <a:chOff x="4288" y="1344"/>
              <a:chExt cx="176" cy="672"/>
            </a:xfrm>
          </p:grpSpPr>
          <p:sp>
            <p:nvSpPr>
              <p:cNvPr id="47129" name="Line 56"/>
              <p:cNvSpPr>
                <a:spLocks noChangeShapeType="1"/>
              </p:cNvSpPr>
              <p:nvPr/>
            </p:nvSpPr>
            <p:spPr bwMode="auto">
              <a:xfrm>
                <a:off x="4368" y="1344"/>
                <a:ext cx="0" cy="432"/>
              </a:xfrm>
              <a:prstGeom prst="line">
                <a:avLst/>
              </a:prstGeom>
              <a:noFill/>
              <a:ln w="25400">
                <a:solidFill>
                  <a:srgbClr val="0066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7130" name="Object 57"/>
              <p:cNvGraphicFramePr>
                <a:graphicFrameLocks noChangeAspect="1"/>
              </p:cNvGraphicFramePr>
              <p:nvPr/>
            </p:nvGraphicFramePr>
            <p:xfrm>
              <a:off x="4288" y="1800"/>
              <a:ext cx="176" cy="216"/>
            </p:xfrm>
            <a:graphic>
              <a:graphicData uri="http://schemas.openxmlformats.org/presentationml/2006/ole">
                <mc:AlternateContent xmlns:mc="http://schemas.openxmlformats.org/markup-compatibility/2006">
                  <mc:Choice xmlns:v="urn:schemas-microsoft-com:vml" Requires="v">
                    <p:oleObj spid="_x0000_s47410" name="公式" r:id="rId15" imgW="289583" imgH="365688" progId="Equation.3">
                      <p:embed/>
                    </p:oleObj>
                  </mc:Choice>
                  <mc:Fallback>
                    <p:oleObj name="公式" r:id="rId15" imgW="289583" imgH="365688" progId="Equation.3">
                      <p:embed/>
                      <p:pic>
                        <p:nvPicPr>
                          <p:cNvPr id="0" name="Object 5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88" y="1800"/>
                            <a:ext cx="176"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47114" name="Object 59"/>
          <p:cNvGraphicFramePr>
            <a:graphicFrameLocks noChangeAspect="1"/>
          </p:cNvGraphicFramePr>
          <p:nvPr/>
        </p:nvGraphicFramePr>
        <p:xfrm>
          <a:off x="8769350" y="5445125"/>
          <a:ext cx="252413" cy="239713"/>
        </p:xfrm>
        <a:graphic>
          <a:graphicData uri="http://schemas.openxmlformats.org/presentationml/2006/ole">
            <mc:AlternateContent xmlns:mc="http://schemas.openxmlformats.org/markup-compatibility/2006">
              <mc:Choice xmlns:v="urn:schemas-microsoft-com:vml" Requires="v">
                <p:oleObj spid="_x0000_s47411" name="公式" r:id="rId17" imgW="253890" imgH="241195" progId="Equation.3">
                  <p:embed/>
                </p:oleObj>
              </mc:Choice>
              <mc:Fallback>
                <p:oleObj name="公式" r:id="rId17" imgW="253890" imgH="241195" progId="Equation.3">
                  <p:embed/>
                  <p:pic>
                    <p:nvPicPr>
                      <p:cNvPr id="0" name="Object 5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769350" y="5445125"/>
                        <a:ext cx="252413" cy="23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5" name="Object 60"/>
          <p:cNvGraphicFramePr>
            <a:graphicFrameLocks noChangeAspect="1"/>
          </p:cNvGraphicFramePr>
          <p:nvPr/>
        </p:nvGraphicFramePr>
        <p:xfrm>
          <a:off x="5024438" y="3357563"/>
          <a:ext cx="252412" cy="315912"/>
        </p:xfrm>
        <a:graphic>
          <a:graphicData uri="http://schemas.openxmlformats.org/presentationml/2006/ole">
            <mc:AlternateContent xmlns:mc="http://schemas.openxmlformats.org/markup-compatibility/2006">
              <mc:Choice xmlns:v="urn:schemas-microsoft-com:vml" Requires="v">
                <p:oleObj spid="_x0000_s47412" name="公式" r:id="rId19" imgW="253780" imgH="317225" progId="Equation.3">
                  <p:embed/>
                </p:oleObj>
              </mc:Choice>
              <mc:Fallback>
                <p:oleObj name="公式" r:id="rId19" imgW="253780" imgH="317225" progId="Equation.3">
                  <p:embed/>
                  <p:pic>
                    <p:nvPicPr>
                      <p:cNvPr id="0" name="Object 6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024438" y="3357563"/>
                        <a:ext cx="252412"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116" name="Group 62"/>
          <p:cNvGrpSpPr>
            <a:grpSpLocks/>
          </p:cNvGrpSpPr>
          <p:nvPr/>
        </p:nvGrpSpPr>
        <p:grpSpPr bwMode="auto">
          <a:xfrm>
            <a:off x="5600700" y="3959225"/>
            <a:ext cx="2600325" cy="838200"/>
            <a:chOff x="3072" y="2640"/>
            <a:chExt cx="1638" cy="528"/>
          </a:xfrm>
        </p:grpSpPr>
        <p:sp>
          <p:nvSpPr>
            <p:cNvPr id="47121" name="Arc 63"/>
            <p:cNvSpPr>
              <a:spLocks/>
            </p:cNvSpPr>
            <p:nvPr/>
          </p:nvSpPr>
          <p:spPr bwMode="auto">
            <a:xfrm flipV="1">
              <a:off x="3072" y="2640"/>
              <a:ext cx="1008" cy="528"/>
            </a:xfrm>
            <a:custGeom>
              <a:avLst/>
              <a:gdLst>
                <a:gd name="T0" fmla="*/ 0 w 40403"/>
                <a:gd name="T1" fmla="*/ 0 h 21600"/>
                <a:gd name="T2" fmla="*/ 0 w 40403"/>
                <a:gd name="T3" fmla="*/ 0 h 21600"/>
                <a:gd name="T4" fmla="*/ 0 w 40403"/>
                <a:gd name="T5" fmla="*/ 0 h 21600"/>
                <a:gd name="T6" fmla="*/ 0 60000 65536"/>
                <a:gd name="T7" fmla="*/ 0 60000 65536"/>
                <a:gd name="T8" fmla="*/ 0 60000 65536"/>
                <a:gd name="T9" fmla="*/ 0 w 40403"/>
                <a:gd name="T10" fmla="*/ 0 h 21600"/>
                <a:gd name="T11" fmla="*/ 40403 w 40403"/>
                <a:gd name="T12" fmla="*/ 21600 h 21600"/>
              </a:gdLst>
              <a:ahLst/>
              <a:cxnLst>
                <a:cxn ang="T6">
                  <a:pos x="T0" y="T1"/>
                </a:cxn>
                <a:cxn ang="T7">
                  <a:pos x="T2" y="T3"/>
                </a:cxn>
                <a:cxn ang="T8">
                  <a:pos x="T4" y="T5"/>
                </a:cxn>
              </a:cxnLst>
              <a:rect l="T9" t="T10" r="T11" b="T12"/>
              <a:pathLst>
                <a:path w="40403" h="21600" fill="none" extrusionOk="0">
                  <a:moveTo>
                    <a:pt x="40403" y="7486"/>
                  </a:moveTo>
                  <a:cubicBezTo>
                    <a:pt x="37269" y="15967"/>
                    <a:pt x="29184" y="21599"/>
                    <a:pt x="20142" y="21600"/>
                  </a:cubicBezTo>
                  <a:cubicBezTo>
                    <a:pt x="11223" y="21600"/>
                    <a:pt x="3221" y="16118"/>
                    <a:pt x="0" y="7801"/>
                  </a:cubicBezTo>
                </a:path>
                <a:path w="40403" h="21600" stroke="0" extrusionOk="0">
                  <a:moveTo>
                    <a:pt x="40403" y="7486"/>
                  </a:moveTo>
                  <a:cubicBezTo>
                    <a:pt x="37269" y="15967"/>
                    <a:pt x="29184" y="21599"/>
                    <a:pt x="20142" y="21600"/>
                  </a:cubicBezTo>
                  <a:cubicBezTo>
                    <a:pt x="11223" y="21600"/>
                    <a:pt x="3221" y="16118"/>
                    <a:pt x="0" y="7801"/>
                  </a:cubicBezTo>
                  <a:lnTo>
                    <a:pt x="20142" y="0"/>
                  </a:lnTo>
                  <a:lnTo>
                    <a:pt x="40403" y="7486"/>
                  </a:lnTo>
                  <a:close/>
                </a:path>
              </a:pathLst>
            </a:custGeom>
            <a:noFill/>
            <a:ln w="31750">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22" name="Arc 64"/>
            <p:cNvSpPr>
              <a:spLocks/>
            </p:cNvSpPr>
            <p:nvPr/>
          </p:nvSpPr>
          <p:spPr bwMode="auto">
            <a:xfrm flipH="1">
              <a:off x="4082" y="2796"/>
              <a:ext cx="628" cy="337"/>
            </a:xfrm>
            <a:custGeom>
              <a:avLst/>
              <a:gdLst>
                <a:gd name="T0" fmla="*/ 0 w 37291"/>
                <a:gd name="T1" fmla="*/ 0 h 21600"/>
                <a:gd name="T2" fmla="*/ 0 w 37291"/>
                <a:gd name="T3" fmla="*/ 0 h 21600"/>
                <a:gd name="T4" fmla="*/ 0 w 37291"/>
                <a:gd name="T5" fmla="*/ 0 h 21600"/>
                <a:gd name="T6" fmla="*/ 0 60000 65536"/>
                <a:gd name="T7" fmla="*/ 0 60000 65536"/>
                <a:gd name="T8" fmla="*/ 0 60000 65536"/>
                <a:gd name="T9" fmla="*/ 0 w 37291"/>
                <a:gd name="T10" fmla="*/ 0 h 21600"/>
                <a:gd name="T11" fmla="*/ 37291 w 37291"/>
                <a:gd name="T12" fmla="*/ 21600 h 21600"/>
              </a:gdLst>
              <a:ahLst/>
              <a:cxnLst>
                <a:cxn ang="T6">
                  <a:pos x="T0" y="T1"/>
                </a:cxn>
                <a:cxn ang="T7">
                  <a:pos x="T2" y="T3"/>
                </a:cxn>
                <a:cxn ang="T8">
                  <a:pos x="T4" y="T5"/>
                </a:cxn>
              </a:cxnLst>
              <a:rect l="T9" t="T10" r="T11" b="T12"/>
              <a:pathLst>
                <a:path w="37291" h="21600" fill="none" extrusionOk="0">
                  <a:moveTo>
                    <a:pt x="37291" y="12304"/>
                  </a:moveTo>
                  <a:cubicBezTo>
                    <a:pt x="33255" y="18126"/>
                    <a:pt x="26622" y="21599"/>
                    <a:pt x="19538" y="21600"/>
                  </a:cubicBezTo>
                  <a:cubicBezTo>
                    <a:pt x="11176" y="21600"/>
                    <a:pt x="3565" y="16774"/>
                    <a:pt x="0" y="9210"/>
                  </a:cubicBezTo>
                </a:path>
                <a:path w="37291" h="21600" stroke="0" extrusionOk="0">
                  <a:moveTo>
                    <a:pt x="37291" y="12304"/>
                  </a:moveTo>
                  <a:cubicBezTo>
                    <a:pt x="33255" y="18126"/>
                    <a:pt x="26622" y="21599"/>
                    <a:pt x="19538" y="21600"/>
                  </a:cubicBezTo>
                  <a:cubicBezTo>
                    <a:pt x="11176" y="21600"/>
                    <a:pt x="3565" y="16774"/>
                    <a:pt x="0" y="9210"/>
                  </a:cubicBezTo>
                  <a:lnTo>
                    <a:pt x="19538" y="0"/>
                  </a:lnTo>
                  <a:lnTo>
                    <a:pt x="37291" y="12304"/>
                  </a:lnTo>
                  <a:close/>
                </a:path>
              </a:pathLst>
            </a:custGeom>
            <a:noFill/>
            <a:ln w="31750">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47117" name="Line 65"/>
          <p:cNvSpPr>
            <a:spLocks noChangeShapeType="1"/>
          </p:cNvSpPr>
          <p:nvPr/>
        </p:nvSpPr>
        <p:spPr bwMode="auto">
          <a:xfrm>
            <a:off x="5022850" y="5424488"/>
            <a:ext cx="3962400" cy="0"/>
          </a:xfrm>
          <a:prstGeom prst="line">
            <a:avLst/>
          </a:prstGeom>
          <a:noFill/>
          <a:ln w="254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8" name="Line 66"/>
          <p:cNvSpPr>
            <a:spLocks noChangeShapeType="1"/>
          </p:cNvSpPr>
          <p:nvPr/>
        </p:nvSpPr>
        <p:spPr bwMode="auto">
          <a:xfrm flipV="1">
            <a:off x="5327650" y="3367088"/>
            <a:ext cx="0" cy="2438400"/>
          </a:xfrm>
          <a:prstGeom prst="line">
            <a:avLst/>
          </a:prstGeom>
          <a:noFill/>
          <a:ln w="254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7119" name="Object 67"/>
          <p:cNvGraphicFramePr>
            <a:graphicFrameLocks noChangeAspect="1"/>
          </p:cNvGraphicFramePr>
          <p:nvPr/>
        </p:nvGraphicFramePr>
        <p:xfrm>
          <a:off x="5041900" y="5500688"/>
          <a:ext cx="214313" cy="239712"/>
        </p:xfrm>
        <a:graphic>
          <a:graphicData uri="http://schemas.openxmlformats.org/presentationml/2006/ole">
            <mc:AlternateContent xmlns:mc="http://schemas.openxmlformats.org/markup-compatibility/2006">
              <mc:Choice xmlns:v="urn:schemas-microsoft-com:vml" Requires="v">
                <p:oleObj spid="_x0000_s47413" name="公式" r:id="rId21" imgW="215713" imgH="241091" progId="Equation.3">
                  <p:embed/>
                </p:oleObj>
              </mc:Choice>
              <mc:Fallback>
                <p:oleObj name="公式" r:id="rId21" imgW="215713" imgH="241091" progId="Equation.3">
                  <p:embed/>
                  <p:pic>
                    <p:nvPicPr>
                      <p:cNvPr id="0" name="Object 6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41900" y="5500688"/>
                        <a:ext cx="214313" cy="23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20" name="Object 68"/>
          <p:cNvGraphicFramePr>
            <a:graphicFrameLocks noChangeAspect="1"/>
          </p:cNvGraphicFramePr>
          <p:nvPr/>
        </p:nvGraphicFramePr>
        <p:xfrm>
          <a:off x="7977188" y="3933825"/>
          <a:ext cx="990600" cy="285750"/>
        </p:xfrm>
        <a:graphic>
          <a:graphicData uri="http://schemas.openxmlformats.org/presentationml/2006/ole">
            <mc:AlternateContent xmlns:mc="http://schemas.openxmlformats.org/markup-compatibility/2006">
              <mc:Choice xmlns:v="urn:schemas-microsoft-com:vml" Requires="v">
                <p:oleObj spid="_x0000_s47414" name="公式" r:id="rId23" imgW="1358310" imgH="393529" progId="Equation.3">
                  <p:embed/>
                </p:oleObj>
              </mc:Choice>
              <mc:Fallback>
                <p:oleObj name="公式" r:id="rId23" imgW="1358310" imgH="393529" progId="Equation.3">
                  <p:embed/>
                  <p:pic>
                    <p:nvPicPr>
                      <p:cNvPr id="0" name="Object 6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977188" y="3933825"/>
                        <a:ext cx="9906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98758"/>
                                        </p:tgtEl>
                                        <p:attrNameLst>
                                          <p:attrName>style.visibility</p:attrName>
                                        </p:attrNameLst>
                                      </p:cBhvr>
                                      <p:to>
                                        <p:strVal val="visible"/>
                                      </p:to>
                                    </p:set>
                                    <p:anim calcmode="lin" valueType="num">
                                      <p:cBhvr additive="base">
                                        <p:cTn id="7" dur="500" fill="hold"/>
                                        <p:tgtEl>
                                          <p:spTgt spid="798758"/>
                                        </p:tgtEl>
                                        <p:attrNameLst>
                                          <p:attrName>ppt_x</p:attrName>
                                        </p:attrNameLst>
                                      </p:cBhvr>
                                      <p:tavLst>
                                        <p:tav tm="0">
                                          <p:val>
                                            <p:strVal val="0-#ppt_w/2"/>
                                          </p:val>
                                        </p:tav>
                                        <p:tav tm="100000">
                                          <p:val>
                                            <p:strVal val="#ppt_x"/>
                                          </p:val>
                                        </p:tav>
                                      </p:tavLst>
                                    </p:anim>
                                    <p:anim calcmode="lin" valueType="num">
                                      <p:cBhvr additive="base">
                                        <p:cTn id="8" dur="500" fill="hold"/>
                                        <p:tgtEl>
                                          <p:spTgt spid="79875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B67AC47-5E6B-4D7C-938D-6702C3AD4C6C}" type="slidenum">
              <a:rPr lang="zh-CN" altLang="en-US" b="0" i="0" smtClean="0"/>
              <a:pPr/>
              <a:t>29</a:t>
            </a:fld>
            <a:endParaRPr lang="en-US" altLang="zh-CN" b="0" i="0" smtClean="0"/>
          </a:p>
        </p:txBody>
      </p:sp>
      <p:sp>
        <p:nvSpPr>
          <p:cNvPr id="4813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A4733CA-9559-45EB-AAA0-93225385C95D}" type="datetime1">
              <a:rPr lang="zh-CN" altLang="en-US" sz="1800" i="0" smtClean="0"/>
              <a:pPr/>
              <a:t>2024/10/20</a:t>
            </a:fld>
            <a:endParaRPr lang="en-US" altLang="zh-CN" sz="1800" i="0" smtClean="0"/>
          </a:p>
        </p:txBody>
      </p:sp>
      <p:sp>
        <p:nvSpPr>
          <p:cNvPr id="797698" name="Rectangle 2"/>
          <p:cNvSpPr>
            <a:spLocks noGrp="1" noChangeArrowheads="1"/>
          </p:cNvSpPr>
          <p:nvPr>
            <p:ph type="title"/>
          </p:nvPr>
        </p:nvSpPr>
        <p:spPr/>
        <p:txBody>
          <a:bodyPr/>
          <a:lstStyle/>
          <a:p>
            <a:pPr>
              <a:defRPr/>
            </a:pPr>
            <a:r>
              <a:rPr lang="zh-CN" altLang="en-US" smtClean="0"/>
              <a:t>§1.3 牛顿基本差商公式的余式估计</a:t>
            </a:r>
          </a:p>
        </p:txBody>
      </p:sp>
      <p:sp>
        <p:nvSpPr>
          <p:cNvPr id="797708" name="Rectangle 12"/>
          <p:cNvSpPr>
            <a:spLocks noChangeArrowheads="1"/>
          </p:cNvSpPr>
          <p:nvPr/>
        </p:nvSpPr>
        <p:spPr bwMode="auto">
          <a:xfrm>
            <a:off x="2216150" y="4487863"/>
            <a:ext cx="3689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baseline="-25000">
                <a:latin typeface="Times New Roman" pitchFamily="18" charset="0"/>
              </a:rPr>
              <a:t>n</a:t>
            </a:r>
            <a:r>
              <a:rPr lang="en-US" altLang="zh-CN" sz="2800" i="0">
                <a:latin typeface="Times New Roman" pitchFamily="18" charset="0"/>
              </a:rPr>
              <a:t>(</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i</a:t>
            </a:r>
            <a:r>
              <a:rPr lang="en-US" altLang="zh-CN" sz="2800" i="0">
                <a:latin typeface="Times New Roman" pitchFamily="18" charset="0"/>
              </a:rPr>
              <a:t>)=0        (</a:t>
            </a:r>
            <a:r>
              <a:rPr lang="en-US" altLang="zh-CN" sz="2800">
                <a:latin typeface="Times New Roman" pitchFamily="18" charset="0"/>
              </a:rPr>
              <a:t>i</a:t>
            </a:r>
            <a:r>
              <a:rPr lang="en-US" altLang="zh-CN" sz="2800" i="0">
                <a:latin typeface="Times New Roman" pitchFamily="18" charset="0"/>
              </a:rPr>
              <a:t>=0,1,..,</a:t>
            </a:r>
            <a:r>
              <a:rPr lang="en-US" altLang="zh-CN" sz="28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797709" name="Rectangle 13"/>
          <p:cNvSpPr>
            <a:spLocks noChangeArrowheads="1"/>
          </p:cNvSpPr>
          <p:nvPr/>
        </p:nvSpPr>
        <p:spPr bwMode="auto">
          <a:xfrm>
            <a:off x="2270125" y="5006975"/>
            <a:ext cx="3924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baseline="-25000">
                <a:latin typeface="Times New Roman" pitchFamily="18" charset="0"/>
              </a:rPr>
              <a:t>n</a:t>
            </a:r>
            <a:r>
              <a:rPr lang="en-US" altLang="zh-CN" sz="2800" i="0">
                <a:latin typeface="Times New Roman" pitchFamily="18" charset="0"/>
              </a:rPr>
              <a:t>(</a:t>
            </a:r>
            <a:r>
              <a:rPr lang="en-US" altLang="zh-CN" sz="2800" i="0">
                <a:latin typeface="Times New Roman" pitchFamily="18" charset="0"/>
                <a:sym typeface="Symbol" pitchFamily="18" charset="2"/>
              </a:rPr>
              <a:t></a:t>
            </a:r>
            <a:r>
              <a:rPr lang="en-US" altLang="zh-CN" sz="2800" i="0" baseline="-25000">
                <a:latin typeface="Times New Roman" pitchFamily="18" charset="0"/>
                <a:sym typeface="Symbol" pitchFamily="18" charset="2"/>
              </a:rPr>
              <a:t>i</a:t>
            </a:r>
            <a:r>
              <a:rPr lang="en-US" altLang="zh-CN" sz="2800" i="0">
                <a:latin typeface="Times New Roman" pitchFamily="18" charset="0"/>
              </a:rPr>
              <a:t>)=0      (</a:t>
            </a:r>
            <a:r>
              <a:rPr lang="en-US" altLang="zh-CN" sz="2800">
                <a:latin typeface="Times New Roman" pitchFamily="18" charset="0"/>
              </a:rPr>
              <a:t>i</a:t>
            </a:r>
            <a:r>
              <a:rPr lang="en-US" altLang="zh-CN" sz="2800" i="0">
                <a:latin typeface="Times New Roman" pitchFamily="18" charset="0"/>
              </a:rPr>
              <a:t>=0,1,..,</a:t>
            </a:r>
            <a:r>
              <a:rPr lang="en-US" altLang="zh-CN" sz="2800">
                <a:latin typeface="Times New Roman" pitchFamily="18" charset="0"/>
              </a:rPr>
              <a:t>n</a:t>
            </a:r>
            <a:r>
              <a:rPr lang="en-US" altLang="zh-CN" sz="2800" i="0">
                <a:latin typeface="Times New Roman" pitchFamily="18" charset="0"/>
              </a:rPr>
              <a:t>-1)</a:t>
            </a:r>
            <a:endParaRPr lang="zh-CN" altLang="en-US" sz="2800" i="0">
              <a:latin typeface="Times New Roman" pitchFamily="18" charset="0"/>
            </a:endParaRPr>
          </a:p>
        </p:txBody>
      </p:sp>
      <p:sp>
        <p:nvSpPr>
          <p:cNvPr id="797710" name="Rectangle 14"/>
          <p:cNvSpPr>
            <a:spLocks noChangeArrowheads="1"/>
          </p:cNvSpPr>
          <p:nvPr/>
        </p:nvSpPr>
        <p:spPr bwMode="auto">
          <a:xfrm>
            <a:off x="2262188" y="5768975"/>
            <a:ext cx="4462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baseline="-25000">
                <a:latin typeface="Times New Roman" pitchFamily="18" charset="0"/>
              </a:rPr>
              <a:t>n</a:t>
            </a:r>
            <a:r>
              <a:rPr lang="en-US" altLang="zh-CN" sz="2800" i="0" baseline="30000">
                <a:latin typeface="Times New Roman" pitchFamily="18" charset="0"/>
              </a:rPr>
              <a:t>(</a:t>
            </a:r>
            <a:r>
              <a:rPr lang="en-US" altLang="zh-CN" sz="2800" baseline="30000">
                <a:latin typeface="Times New Roman" pitchFamily="18" charset="0"/>
              </a:rPr>
              <a:t>n</a:t>
            </a:r>
            <a:r>
              <a:rPr lang="en-US" altLang="zh-CN" sz="2800" i="0" baseline="30000">
                <a:latin typeface="Times New Roman" pitchFamily="18" charset="0"/>
              </a:rPr>
              <a:t>)</a:t>
            </a:r>
            <a:r>
              <a:rPr lang="en-US" altLang="zh-CN" sz="2800" i="0">
                <a:latin typeface="Times New Roman" pitchFamily="18" charset="0"/>
              </a:rPr>
              <a:t>(</a:t>
            </a:r>
            <a:r>
              <a:rPr lang="en-US" altLang="zh-CN" sz="2800" i="0">
                <a:latin typeface="Times New Roman" pitchFamily="18" charset="0"/>
                <a:sym typeface="Symbol" pitchFamily="18" charset="2"/>
              </a:rPr>
              <a:t></a:t>
            </a:r>
            <a:r>
              <a:rPr lang="en-US" altLang="zh-CN" sz="2800" i="0">
                <a:latin typeface="Times New Roman" pitchFamily="18" charset="0"/>
              </a:rPr>
              <a:t>)=0    (</a:t>
            </a:r>
            <a:r>
              <a:rPr lang="en-US" altLang="zh-CN" sz="2800" i="0">
                <a:latin typeface="Times New Roman" pitchFamily="18" charset="0"/>
                <a:sym typeface="Symbol" pitchFamily="18" charset="2"/>
              </a:rPr>
              <a:t>[</a:t>
            </a:r>
            <a:r>
              <a:rPr lang="en-US" altLang="zh-CN" sz="2800">
                <a:latin typeface="Times New Roman" pitchFamily="18" charset="0"/>
                <a:sym typeface="Symbol" pitchFamily="18" charset="2"/>
              </a:rPr>
              <a:t>x</a:t>
            </a:r>
            <a:r>
              <a:rPr lang="en-US" altLang="zh-CN" sz="2800" i="0" baseline="-25000">
                <a:latin typeface="Times New Roman" pitchFamily="18" charset="0"/>
                <a:sym typeface="Symbol" pitchFamily="18" charset="2"/>
              </a:rPr>
              <a:t>0</a:t>
            </a:r>
            <a:r>
              <a:rPr lang="en-US" altLang="zh-CN" sz="2800" i="0">
                <a:latin typeface="Times New Roman" pitchFamily="18" charset="0"/>
                <a:sym typeface="Symbol" pitchFamily="18" charset="2"/>
              </a:rPr>
              <a:t>,</a:t>
            </a:r>
            <a:r>
              <a:rPr lang="en-US" altLang="zh-CN" sz="2800">
                <a:latin typeface="Times New Roman" pitchFamily="18" charset="0"/>
                <a:sym typeface="Symbol" pitchFamily="18" charset="2"/>
              </a:rPr>
              <a:t>x</a:t>
            </a:r>
            <a:r>
              <a:rPr lang="en-US" altLang="zh-CN" sz="2800" i="0" baseline="-25000">
                <a:latin typeface="Times New Roman" pitchFamily="18" charset="0"/>
                <a:sym typeface="Symbol" pitchFamily="18" charset="2"/>
              </a:rPr>
              <a:t>1</a:t>
            </a:r>
            <a:r>
              <a:rPr lang="en-US" altLang="zh-CN" sz="2800" i="0">
                <a:latin typeface="Times New Roman" pitchFamily="18" charset="0"/>
                <a:sym typeface="Symbol" pitchFamily="18" charset="2"/>
              </a:rPr>
              <a:t>,…,</a:t>
            </a:r>
            <a:r>
              <a:rPr lang="en-US" altLang="zh-CN" sz="2800">
                <a:latin typeface="Times New Roman" pitchFamily="18" charset="0"/>
                <a:sym typeface="Symbol" pitchFamily="18" charset="2"/>
              </a:rPr>
              <a:t>x</a:t>
            </a:r>
            <a:r>
              <a:rPr lang="en-US" altLang="zh-CN" sz="2800" baseline="-25000">
                <a:latin typeface="Times New Roman" pitchFamily="18" charset="0"/>
                <a:sym typeface="Symbol" pitchFamily="18" charset="2"/>
              </a:rPr>
              <a:t>n</a:t>
            </a:r>
            <a:r>
              <a:rPr lang="en-US" altLang="zh-CN" sz="2800" i="0">
                <a:latin typeface="Times New Roman" pitchFamily="18" charset="0"/>
                <a:sym typeface="Symbol" pitchFamily="18" charset="2"/>
              </a:rPr>
              <a:t>])</a:t>
            </a:r>
            <a:endParaRPr lang="zh-CN" altLang="en-US" sz="2800" i="0">
              <a:latin typeface="Times New Roman" pitchFamily="18" charset="0"/>
            </a:endParaRPr>
          </a:p>
        </p:txBody>
      </p:sp>
      <p:sp>
        <p:nvSpPr>
          <p:cNvPr id="797711" name="Line 15"/>
          <p:cNvSpPr>
            <a:spLocks noChangeShapeType="1"/>
          </p:cNvSpPr>
          <p:nvPr/>
        </p:nvSpPr>
        <p:spPr bwMode="auto">
          <a:xfrm>
            <a:off x="3024188" y="5540375"/>
            <a:ext cx="0" cy="304800"/>
          </a:xfrm>
          <a:prstGeom prst="line">
            <a:avLst/>
          </a:prstGeom>
          <a:noFill/>
          <a:ln w="635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7712" name="Line 16"/>
          <p:cNvSpPr>
            <a:spLocks noChangeShapeType="1"/>
          </p:cNvSpPr>
          <p:nvPr/>
        </p:nvSpPr>
        <p:spPr bwMode="auto">
          <a:xfrm>
            <a:off x="5005388" y="5540375"/>
            <a:ext cx="0" cy="304800"/>
          </a:xfrm>
          <a:prstGeom prst="line">
            <a:avLst/>
          </a:prstGeom>
          <a:noFill/>
          <a:ln w="635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7713" name="AutoShape 17"/>
          <p:cNvSpPr>
            <a:spLocks/>
          </p:cNvSpPr>
          <p:nvPr/>
        </p:nvSpPr>
        <p:spPr bwMode="auto">
          <a:xfrm>
            <a:off x="1957388" y="4625975"/>
            <a:ext cx="304800" cy="1600200"/>
          </a:xfrm>
          <a:prstGeom prst="leftBrace">
            <a:avLst>
              <a:gd name="adj1" fmla="val 4375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63" name="Rectangle 21"/>
          <p:cNvSpPr>
            <a:spLocks noGrp="1" noChangeArrowheads="1"/>
          </p:cNvSpPr>
          <p:nvPr>
            <p:ph type="body" idx="1"/>
          </p:nvPr>
        </p:nvSpPr>
        <p:spPr>
          <a:xfrm>
            <a:off x="287338" y="1165225"/>
            <a:ext cx="9561512" cy="3144838"/>
          </a:xfrm>
        </p:spPr>
        <p:txBody>
          <a:bodyPr/>
          <a:lstStyle/>
          <a:p>
            <a:pPr>
              <a:spcBef>
                <a:spcPts val="0"/>
              </a:spcBef>
              <a:defRPr/>
            </a:pPr>
            <a:r>
              <a:rPr lang="en-US" altLang="zh-CN" dirty="0" err="1" smtClean="0"/>
              <a:t>R</a:t>
            </a:r>
            <a:r>
              <a:rPr lang="en-US" altLang="zh-CN" i="1" baseline="-25000" dirty="0" err="1" smtClean="0"/>
              <a:t>n</a:t>
            </a:r>
            <a:r>
              <a:rPr lang="en-US" altLang="zh-CN" dirty="0" smtClean="0"/>
              <a:t>(</a:t>
            </a:r>
            <a:r>
              <a:rPr lang="en-US" altLang="zh-CN" i="1" dirty="0" smtClean="0"/>
              <a:t>x</a:t>
            </a:r>
            <a:r>
              <a:rPr lang="en-US" altLang="zh-CN" dirty="0" smtClean="0"/>
              <a:t>)</a:t>
            </a:r>
            <a:r>
              <a:rPr lang="zh-CN" altLang="en-US" dirty="0" smtClean="0"/>
              <a:t>在</a:t>
            </a:r>
            <a:r>
              <a:rPr lang="en-US" altLang="zh-CN" dirty="0" smtClean="0"/>
              <a:t>(</a:t>
            </a:r>
            <a:r>
              <a:rPr lang="en-US" altLang="zh-CN" i="1" dirty="0" smtClean="0"/>
              <a:t>n</a:t>
            </a:r>
            <a:r>
              <a:rPr lang="zh-CN" altLang="en-US" dirty="0" smtClean="0"/>
              <a:t>＋</a:t>
            </a:r>
            <a:r>
              <a:rPr lang="en-US" altLang="zh-CN" dirty="0" smtClean="0"/>
              <a:t>1)</a:t>
            </a:r>
            <a:r>
              <a:rPr lang="zh-CN" altLang="en-US" dirty="0" smtClean="0"/>
              <a:t>个插值节点所确定的区间上具有</a:t>
            </a:r>
            <a:r>
              <a:rPr lang="en-US" altLang="zh-CN" dirty="0" smtClean="0"/>
              <a:t>(</a:t>
            </a:r>
            <a:r>
              <a:rPr lang="en-US" altLang="zh-CN" i="1" dirty="0" smtClean="0"/>
              <a:t>n</a:t>
            </a:r>
            <a:r>
              <a:rPr lang="zh-CN" altLang="en-US" dirty="0" smtClean="0"/>
              <a:t>＋</a:t>
            </a:r>
            <a:r>
              <a:rPr lang="en-US" altLang="zh-CN" dirty="0" smtClean="0"/>
              <a:t>1)</a:t>
            </a:r>
            <a:r>
              <a:rPr lang="zh-CN" altLang="en-US" dirty="0" smtClean="0"/>
              <a:t>个零点</a:t>
            </a:r>
          </a:p>
          <a:p>
            <a:pPr>
              <a:spcBef>
                <a:spcPts val="0"/>
              </a:spcBef>
              <a:defRPr/>
            </a:pPr>
            <a:r>
              <a:rPr lang="zh-CN" altLang="en-US" dirty="0" smtClean="0"/>
              <a:t>由罗尔定理知， </a:t>
            </a:r>
            <a:endParaRPr lang="en-US" altLang="zh-CN" dirty="0" smtClean="0"/>
          </a:p>
          <a:p>
            <a:pPr lvl="1">
              <a:spcBef>
                <a:spcPts val="0"/>
              </a:spcBef>
              <a:defRPr/>
            </a:pPr>
            <a:r>
              <a:rPr lang="zh-CN" altLang="en-US" dirty="0" smtClean="0"/>
              <a:t>在</a:t>
            </a:r>
            <a:r>
              <a:rPr lang="en-US" altLang="zh-CN" dirty="0" err="1" smtClean="0"/>
              <a:t>R</a:t>
            </a:r>
            <a:r>
              <a:rPr lang="en-US" altLang="zh-CN" baseline="-25000" dirty="0" err="1" smtClean="0"/>
              <a:t>n</a:t>
            </a:r>
            <a:r>
              <a:rPr lang="en-US" altLang="zh-CN" dirty="0" smtClean="0"/>
              <a:t>(</a:t>
            </a:r>
            <a:r>
              <a:rPr lang="en-US" altLang="zh-CN" i="1" dirty="0" smtClean="0"/>
              <a:t>x</a:t>
            </a:r>
            <a:r>
              <a:rPr lang="en-US" altLang="zh-CN" dirty="0" smtClean="0"/>
              <a:t>)</a:t>
            </a:r>
            <a:r>
              <a:rPr lang="zh-CN" altLang="en-US" dirty="0" smtClean="0"/>
              <a:t>的两个零点之间，</a:t>
            </a:r>
            <a:r>
              <a:rPr lang="en-US" altLang="zh-CN" dirty="0" smtClean="0"/>
              <a:t> </a:t>
            </a:r>
            <a:r>
              <a:rPr lang="en-US" altLang="zh-CN" dirty="0" err="1" smtClean="0"/>
              <a:t>R’</a:t>
            </a:r>
            <a:r>
              <a:rPr lang="en-US" altLang="zh-CN" baseline="-25000" dirty="0" err="1" smtClean="0"/>
              <a:t>n</a:t>
            </a:r>
            <a:r>
              <a:rPr lang="en-US" altLang="zh-CN" dirty="0" smtClean="0"/>
              <a:t>(</a:t>
            </a:r>
            <a:r>
              <a:rPr lang="en-US" altLang="zh-CN" i="1" dirty="0" smtClean="0"/>
              <a:t>x</a:t>
            </a:r>
            <a:r>
              <a:rPr lang="en-US" altLang="zh-CN" dirty="0" smtClean="0"/>
              <a:t>)</a:t>
            </a:r>
            <a:r>
              <a:rPr lang="zh-CN" altLang="en-US" dirty="0" smtClean="0"/>
              <a:t>有</a:t>
            </a:r>
            <a:r>
              <a:rPr lang="en-US" altLang="zh-CN" dirty="0" smtClean="0"/>
              <a:t>1</a:t>
            </a:r>
            <a:r>
              <a:rPr lang="zh-CN" altLang="en-US" dirty="0" smtClean="0"/>
              <a:t>个零点，</a:t>
            </a:r>
            <a:endParaRPr lang="en-US" altLang="zh-CN" dirty="0" smtClean="0"/>
          </a:p>
          <a:p>
            <a:pPr marL="0" indent="0">
              <a:spcBef>
                <a:spcPts val="0"/>
              </a:spcBef>
              <a:buFont typeface="Wingdings" pitchFamily="2" charset="2"/>
              <a:buNone/>
              <a:defRPr/>
            </a:pPr>
            <a:r>
              <a:rPr lang="en-US" altLang="zh-CN" dirty="0"/>
              <a:t> </a:t>
            </a:r>
            <a:r>
              <a:rPr lang="en-US" altLang="zh-CN" dirty="0" smtClean="0"/>
              <a:t>  </a:t>
            </a:r>
            <a:r>
              <a:rPr lang="zh-CN" altLang="en-US" dirty="0" smtClean="0"/>
              <a:t>于是 </a:t>
            </a:r>
            <a:r>
              <a:rPr lang="en-US" altLang="zh-CN" dirty="0" err="1" smtClean="0"/>
              <a:t>R’</a:t>
            </a:r>
            <a:r>
              <a:rPr lang="en-US" altLang="zh-CN" baseline="-25000" dirty="0" err="1" smtClean="0"/>
              <a:t>n</a:t>
            </a:r>
            <a:r>
              <a:rPr lang="en-US" altLang="zh-CN" dirty="0" smtClean="0"/>
              <a:t>(</a:t>
            </a:r>
            <a:r>
              <a:rPr lang="en-US" altLang="zh-CN" i="1" dirty="0" smtClean="0"/>
              <a:t>x</a:t>
            </a:r>
            <a:r>
              <a:rPr lang="en-US" altLang="zh-CN" dirty="0" smtClean="0"/>
              <a:t>)</a:t>
            </a:r>
            <a:r>
              <a:rPr lang="zh-CN" altLang="en-US" dirty="0" smtClean="0"/>
              <a:t>在插值节点所确定的区间上有</a:t>
            </a:r>
            <a:r>
              <a:rPr lang="en-US" altLang="zh-CN" dirty="0" smtClean="0"/>
              <a:t>n</a:t>
            </a:r>
            <a:r>
              <a:rPr lang="zh-CN" altLang="en-US" dirty="0" smtClean="0"/>
              <a:t>个零点</a:t>
            </a:r>
          </a:p>
          <a:p>
            <a:pPr>
              <a:lnSpc>
                <a:spcPct val="100000"/>
              </a:lnSpc>
              <a:spcBef>
                <a:spcPts val="0"/>
              </a:spcBef>
              <a:buClrTx/>
              <a:buSzTx/>
              <a:buFontTx/>
              <a:buNone/>
              <a:defRPr/>
            </a:pPr>
            <a:r>
              <a:rPr lang="en-US" altLang="zh-CN" dirty="0" smtClean="0"/>
              <a:t>			</a:t>
            </a:r>
            <a:r>
              <a:rPr lang="en-US" altLang="zh-CN" dirty="0" err="1" smtClean="0"/>
              <a:t>R’</a:t>
            </a:r>
            <a:r>
              <a:rPr lang="en-US" altLang="zh-CN" i="1" baseline="-25000" dirty="0" err="1" smtClean="0"/>
              <a:t>n</a:t>
            </a:r>
            <a:r>
              <a:rPr lang="en-US" altLang="zh-CN" dirty="0" smtClean="0"/>
              <a:t>(</a:t>
            </a:r>
            <a:r>
              <a:rPr lang="en-US" altLang="zh-CN" dirty="0" smtClean="0">
                <a:sym typeface="Symbol" pitchFamily="18" charset="2"/>
              </a:rPr>
              <a:t></a:t>
            </a:r>
            <a:r>
              <a:rPr lang="en-US" altLang="zh-CN" baseline="-25000" dirty="0" smtClean="0">
                <a:sym typeface="Symbol" pitchFamily="18" charset="2"/>
              </a:rPr>
              <a:t>i</a:t>
            </a:r>
            <a:r>
              <a:rPr lang="en-US" altLang="zh-CN" dirty="0" smtClean="0"/>
              <a:t>)=0      (</a:t>
            </a:r>
            <a:r>
              <a:rPr lang="en-US" altLang="zh-CN" i="1" dirty="0" smtClean="0"/>
              <a:t>i</a:t>
            </a:r>
            <a:r>
              <a:rPr lang="en-US" altLang="zh-CN" dirty="0" smtClean="0"/>
              <a:t>=0,1,..,</a:t>
            </a:r>
            <a:r>
              <a:rPr lang="en-US" altLang="zh-CN" i="1" dirty="0" smtClean="0"/>
              <a:t>n</a:t>
            </a:r>
            <a:r>
              <a:rPr lang="en-US" altLang="zh-CN" dirty="0" smtClean="0"/>
              <a:t>-1)</a:t>
            </a:r>
            <a:endParaRPr lang="zh-CN" altLang="en-US" dirty="0" smtClean="0"/>
          </a:p>
          <a:p>
            <a:pPr>
              <a:spcBef>
                <a:spcPts val="0"/>
              </a:spcBef>
              <a:defRPr/>
            </a:pPr>
            <a:r>
              <a:rPr lang="zh-CN" altLang="en-US" dirty="0" smtClean="0"/>
              <a:t>由罗尔定理知， </a:t>
            </a:r>
            <a:endParaRPr lang="en-US" altLang="zh-CN" dirty="0" smtClean="0"/>
          </a:p>
          <a:p>
            <a:pPr lvl="1">
              <a:spcBef>
                <a:spcPts val="0"/>
              </a:spcBef>
              <a:defRPr/>
            </a:pPr>
            <a:r>
              <a:rPr lang="en-US" altLang="zh-CN" dirty="0" err="1" smtClean="0"/>
              <a:t>R’’</a:t>
            </a:r>
            <a:r>
              <a:rPr lang="en-US" altLang="zh-CN" baseline="-25000" dirty="0" err="1" smtClean="0"/>
              <a:t>n</a:t>
            </a:r>
            <a:r>
              <a:rPr lang="en-US" altLang="zh-CN" dirty="0" smtClean="0"/>
              <a:t>(</a:t>
            </a:r>
            <a:r>
              <a:rPr lang="en-US" altLang="zh-CN" i="1" dirty="0" smtClean="0"/>
              <a:t>x</a:t>
            </a:r>
            <a:r>
              <a:rPr lang="en-US" altLang="zh-CN" dirty="0" smtClean="0"/>
              <a:t>)</a:t>
            </a:r>
            <a:r>
              <a:rPr lang="zh-CN" altLang="en-US" dirty="0" smtClean="0"/>
              <a:t>在</a:t>
            </a:r>
            <a:r>
              <a:rPr lang="en-US" altLang="zh-CN" dirty="0" err="1" smtClean="0"/>
              <a:t>R’</a:t>
            </a:r>
            <a:r>
              <a:rPr lang="en-US" altLang="zh-CN" baseline="-25000" dirty="0" err="1" smtClean="0"/>
              <a:t>n</a:t>
            </a:r>
            <a:r>
              <a:rPr lang="en-US" altLang="zh-CN" dirty="0" smtClean="0"/>
              <a:t>(</a:t>
            </a:r>
            <a:r>
              <a:rPr lang="en-US" altLang="zh-CN" i="1" dirty="0" smtClean="0"/>
              <a:t>x</a:t>
            </a:r>
            <a:r>
              <a:rPr lang="en-US" altLang="zh-CN" dirty="0" smtClean="0"/>
              <a:t>)</a:t>
            </a:r>
            <a:r>
              <a:rPr lang="zh-CN" altLang="en-US" dirty="0" smtClean="0"/>
              <a:t>的两个零点之间有</a:t>
            </a:r>
            <a:r>
              <a:rPr lang="en-US" altLang="zh-CN" dirty="0" smtClean="0"/>
              <a:t>1</a:t>
            </a:r>
            <a:r>
              <a:rPr lang="zh-CN" altLang="en-US" dirty="0" smtClean="0"/>
              <a:t>个零点，</a:t>
            </a:r>
            <a:endParaRPr lang="en-US" altLang="zh-CN" dirty="0" smtClean="0"/>
          </a:p>
          <a:p>
            <a:pPr marL="0" indent="0">
              <a:spcBef>
                <a:spcPts val="0"/>
              </a:spcBef>
              <a:buFont typeface="Wingdings" pitchFamily="2" charset="2"/>
              <a:buNone/>
              <a:defRPr/>
            </a:pPr>
            <a:r>
              <a:rPr lang="en-US" altLang="zh-CN" dirty="0"/>
              <a:t> </a:t>
            </a:r>
            <a:r>
              <a:rPr lang="en-US" altLang="zh-CN" dirty="0" smtClean="0"/>
              <a:t>   </a:t>
            </a:r>
            <a:r>
              <a:rPr lang="zh-CN" altLang="en-US" dirty="0" smtClean="0"/>
              <a:t>于是 </a:t>
            </a:r>
            <a:r>
              <a:rPr lang="en-US" altLang="zh-CN" dirty="0" err="1" smtClean="0"/>
              <a:t>R’’</a:t>
            </a:r>
            <a:r>
              <a:rPr lang="en-US" altLang="zh-CN" baseline="-25000" dirty="0" err="1" smtClean="0"/>
              <a:t>n</a:t>
            </a:r>
            <a:r>
              <a:rPr lang="en-US" altLang="zh-CN" dirty="0" smtClean="0"/>
              <a:t>(</a:t>
            </a:r>
            <a:r>
              <a:rPr lang="en-US" altLang="zh-CN" i="1" dirty="0" smtClean="0"/>
              <a:t>x</a:t>
            </a:r>
            <a:r>
              <a:rPr lang="en-US" altLang="zh-CN" dirty="0" smtClean="0"/>
              <a:t>)</a:t>
            </a:r>
            <a:r>
              <a:rPr lang="zh-CN" altLang="en-US" dirty="0" smtClean="0"/>
              <a:t>在插值节点所确定的区间上有</a:t>
            </a:r>
            <a:r>
              <a:rPr lang="en-US" altLang="zh-CN" dirty="0" smtClean="0"/>
              <a:t>n-1</a:t>
            </a:r>
            <a:r>
              <a:rPr lang="zh-CN" altLang="en-US" dirty="0" smtClean="0"/>
              <a:t>个零点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97713"/>
                                        </p:tgtEl>
                                        <p:attrNameLst>
                                          <p:attrName>style.visibility</p:attrName>
                                        </p:attrNameLst>
                                      </p:cBhvr>
                                      <p:to>
                                        <p:strVal val="visible"/>
                                      </p:to>
                                    </p:set>
                                    <p:animEffect transition="in" filter="dissolve">
                                      <p:cBhvr>
                                        <p:cTn id="7" dur="500"/>
                                        <p:tgtEl>
                                          <p:spTgt spid="7977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97708"/>
                                        </p:tgtEl>
                                        <p:attrNameLst>
                                          <p:attrName>style.visibility</p:attrName>
                                        </p:attrNameLst>
                                      </p:cBhvr>
                                      <p:to>
                                        <p:strVal val="visible"/>
                                      </p:to>
                                    </p:set>
                                    <p:animEffect transition="in" filter="dissolve">
                                      <p:cBhvr>
                                        <p:cTn id="12" dur="500"/>
                                        <p:tgtEl>
                                          <p:spTgt spid="7977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97709"/>
                                        </p:tgtEl>
                                        <p:attrNameLst>
                                          <p:attrName>style.visibility</p:attrName>
                                        </p:attrNameLst>
                                      </p:cBhvr>
                                      <p:to>
                                        <p:strVal val="visible"/>
                                      </p:to>
                                    </p:set>
                                    <p:animEffect transition="in" filter="dissolve">
                                      <p:cBhvr>
                                        <p:cTn id="17" dur="500"/>
                                        <p:tgtEl>
                                          <p:spTgt spid="7977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97711"/>
                                        </p:tgtEl>
                                        <p:attrNameLst>
                                          <p:attrName>style.visibility</p:attrName>
                                        </p:attrNameLst>
                                      </p:cBhvr>
                                      <p:to>
                                        <p:strVal val="visible"/>
                                      </p:to>
                                    </p:set>
                                    <p:animEffect transition="in" filter="dissolve">
                                      <p:cBhvr>
                                        <p:cTn id="22" dur="500"/>
                                        <p:tgtEl>
                                          <p:spTgt spid="797711"/>
                                        </p:tgtEl>
                                      </p:cBhvr>
                                    </p:animEffect>
                                  </p:childTnLst>
                                </p:cTn>
                              </p:par>
                            </p:childTnLst>
                          </p:cTn>
                        </p:par>
                        <p:par>
                          <p:cTn id="23" fill="hold" nodeType="afterGroup">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797712"/>
                                        </p:tgtEl>
                                        <p:attrNameLst>
                                          <p:attrName>style.visibility</p:attrName>
                                        </p:attrNameLst>
                                      </p:cBhvr>
                                      <p:to>
                                        <p:strVal val="visible"/>
                                      </p:to>
                                    </p:set>
                                    <p:animEffect transition="in" filter="dissolve">
                                      <p:cBhvr>
                                        <p:cTn id="26" dur="500"/>
                                        <p:tgtEl>
                                          <p:spTgt spid="797712"/>
                                        </p:tgtEl>
                                      </p:cBhvr>
                                    </p:animEffect>
                                  </p:childTnLst>
                                </p:cTn>
                              </p:par>
                            </p:childTnLst>
                          </p:cTn>
                        </p:par>
                        <p:par>
                          <p:cTn id="27" fill="hold" nodeType="afterGroup">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797710"/>
                                        </p:tgtEl>
                                        <p:attrNameLst>
                                          <p:attrName>style.visibility</p:attrName>
                                        </p:attrNameLst>
                                      </p:cBhvr>
                                      <p:to>
                                        <p:strVal val="visible"/>
                                      </p:to>
                                    </p:set>
                                    <p:animEffect transition="in" filter="dissolve">
                                      <p:cBhvr>
                                        <p:cTn id="30" dur="500"/>
                                        <p:tgtEl>
                                          <p:spTgt spid="797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708" grpId="0" autoUpdateAnimBg="0"/>
      <p:bldP spid="797709" grpId="0" autoUpdateAnimBg="0"/>
      <p:bldP spid="797710" grpId="0" autoUpdateAnimBg="0"/>
      <p:bldP spid="797711" grpId="0" animBg="1"/>
      <p:bldP spid="797712" grpId="0" animBg="1"/>
      <p:bldP spid="797713"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B92F914-169D-49F7-AD6A-8D1053252B32}" type="slidenum">
              <a:rPr lang="zh-CN" altLang="en-US" b="0" i="0" smtClean="0"/>
              <a:pPr/>
              <a:t>30</a:t>
            </a:fld>
            <a:endParaRPr lang="en-US" altLang="zh-CN" b="0" i="0" smtClean="0"/>
          </a:p>
        </p:txBody>
      </p:sp>
      <p:sp>
        <p:nvSpPr>
          <p:cNvPr id="4915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16686D6-4DC1-416D-B7DE-7037715FF907}" type="datetime1">
              <a:rPr lang="zh-CN" altLang="en-US" sz="1800" i="0" smtClean="0"/>
              <a:pPr/>
              <a:t>2024/10/20</a:t>
            </a:fld>
            <a:endParaRPr lang="en-US" altLang="zh-CN" sz="1800" i="0" smtClean="0"/>
          </a:p>
        </p:txBody>
      </p:sp>
      <p:sp>
        <p:nvSpPr>
          <p:cNvPr id="799746" name="Rectangle 2"/>
          <p:cNvSpPr>
            <a:spLocks noGrp="1" noChangeArrowheads="1"/>
          </p:cNvSpPr>
          <p:nvPr>
            <p:ph type="title"/>
          </p:nvPr>
        </p:nvSpPr>
        <p:spPr/>
        <p:txBody>
          <a:bodyPr/>
          <a:lstStyle/>
          <a:p>
            <a:pPr>
              <a:defRPr/>
            </a:pPr>
            <a:r>
              <a:rPr lang="zh-CN" altLang="en-US" smtClean="0"/>
              <a:t>§1.3 牛顿基本差商公式的余式估计</a:t>
            </a:r>
          </a:p>
        </p:txBody>
      </p:sp>
      <p:sp>
        <p:nvSpPr>
          <p:cNvPr id="799747" name="Rectangle 3"/>
          <p:cNvSpPr>
            <a:spLocks noGrp="1" noChangeArrowheads="1"/>
          </p:cNvSpPr>
          <p:nvPr>
            <p:ph type="body" idx="1"/>
          </p:nvPr>
        </p:nvSpPr>
        <p:spPr>
          <a:xfrm>
            <a:off x="650875" y="1143000"/>
            <a:ext cx="8820150" cy="384175"/>
          </a:xfrm>
        </p:spPr>
        <p:txBody>
          <a:bodyPr/>
          <a:lstStyle/>
          <a:p>
            <a:r>
              <a:rPr lang="en-US" altLang="zh-CN" i="1" smtClean="0"/>
              <a:t>f</a:t>
            </a:r>
            <a:r>
              <a:rPr lang="en-US" altLang="zh-CN" smtClean="0"/>
              <a:t>(</a:t>
            </a:r>
            <a:r>
              <a:rPr lang="en-US" altLang="zh-CN" i="1" smtClean="0"/>
              <a:t>x</a:t>
            </a:r>
            <a:r>
              <a:rPr lang="en-US" altLang="zh-CN" smtClean="0"/>
              <a:t>)=P</a:t>
            </a:r>
            <a:r>
              <a:rPr lang="en-US" altLang="zh-CN" baseline="-25000" smtClean="0"/>
              <a:t>n</a:t>
            </a:r>
            <a:r>
              <a:rPr lang="en-US" altLang="zh-CN" smtClean="0"/>
              <a:t>(</a:t>
            </a:r>
            <a:r>
              <a:rPr lang="en-US" altLang="zh-CN" i="1" smtClean="0"/>
              <a:t>x</a:t>
            </a:r>
            <a:r>
              <a:rPr lang="en-US" altLang="zh-CN" smtClean="0"/>
              <a:t>)+ R</a:t>
            </a:r>
            <a:r>
              <a:rPr lang="en-US" altLang="zh-CN" baseline="-25000" smtClean="0"/>
              <a:t>n</a:t>
            </a:r>
            <a:r>
              <a:rPr lang="en-US" altLang="zh-CN" smtClean="0"/>
              <a:t>(x)</a:t>
            </a:r>
            <a:endParaRPr lang="zh-CN" altLang="en-US" smtClean="0"/>
          </a:p>
        </p:txBody>
      </p:sp>
      <p:sp>
        <p:nvSpPr>
          <p:cNvPr id="799748" name="Rectangle 4"/>
          <p:cNvSpPr>
            <a:spLocks noChangeArrowheads="1"/>
          </p:cNvSpPr>
          <p:nvPr/>
        </p:nvSpPr>
        <p:spPr bwMode="auto">
          <a:xfrm>
            <a:off x="4370388" y="1066800"/>
            <a:ext cx="2795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R</a:t>
            </a:r>
            <a:r>
              <a:rPr lang="en-US" altLang="zh-CN" sz="2800" i="0" baseline="-25000">
                <a:latin typeface="Times New Roman" pitchFamily="18" charset="0"/>
              </a:rPr>
              <a:t>n</a:t>
            </a:r>
            <a:r>
              <a:rPr lang="en-US" altLang="zh-CN" sz="2800" i="0">
                <a:latin typeface="Times New Roman" pitchFamily="18" charset="0"/>
              </a:rPr>
              <a:t>(x)</a:t>
            </a:r>
            <a:r>
              <a:rPr lang="en-US" altLang="zh-CN" sz="2800">
                <a:latin typeface="Times New Roman" pitchFamily="18" charset="0"/>
              </a:rPr>
              <a:t> </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799749" name="AutoShape 5"/>
          <p:cNvSpPr>
            <a:spLocks noChangeArrowheads="1"/>
          </p:cNvSpPr>
          <p:nvPr/>
        </p:nvSpPr>
        <p:spPr bwMode="auto">
          <a:xfrm>
            <a:off x="3505200" y="1114425"/>
            <a:ext cx="685800" cy="485775"/>
          </a:xfrm>
          <a:prstGeom prst="rightArrow">
            <a:avLst>
              <a:gd name="adj1" fmla="val 50000"/>
              <a:gd name="adj2" fmla="val 35294"/>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9750" name="AutoShape 6"/>
          <p:cNvSpPr>
            <a:spLocks noChangeArrowheads="1"/>
          </p:cNvSpPr>
          <p:nvPr/>
        </p:nvSpPr>
        <p:spPr bwMode="auto">
          <a:xfrm>
            <a:off x="76200" y="1600200"/>
            <a:ext cx="685800" cy="485775"/>
          </a:xfrm>
          <a:prstGeom prst="rightArrow">
            <a:avLst>
              <a:gd name="adj1" fmla="val 50000"/>
              <a:gd name="adj2" fmla="val 35294"/>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9751" name="Rectangle 7"/>
          <p:cNvSpPr>
            <a:spLocks noChangeArrowheads="1"/>
          </p:cNvSpPr>
          <p:nvPr/>
        </p:nvSpPr>
        <p:spPr bwMode="auto">
          <a:xfrm>
            <a:off x="762000" y="1600200"/>
            <a:ext cx="3775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R</a:t>
            </a:r>
            <a:r>
              <a:rPr lang="en-US" altLang="zh-CN" sz="2800" i="0" baseline="-25000">
                <a:latin typeface="Times New Roman" pitchFamily="18" charset="0"/>
              </a:rPr>
              <a:t>n</a:t>
            </a:r>
            <a:r>
              <a:rPr lang="en-US" altLang="zh-CN" sz="2800" i="0" baseline="30000">
                <a:latin typeface="Times New Roman" pitchFamily="18" charset="0"/>
              </a:rPr>
              <a:t>(n)</a:t>
            </a:r>
            <a:r>
              <a:rPr lang="en-US" altLang="zh-CN" sz="2800" i="0">
                <a:latin typeface="Times New Roman" pitchFamily="18" charset="0"/>
              </a:rPr>
              <a:t>(x)</a:t>
            </a:r>
            <a:r>
              <a:rPr lang="en-US" altLang="zh-CN" sz="2800">
                <a:latin typeface="Times New Roman" pitchFamily="18" charset="0"/>
              </a:rPr>
              <a:t> </a:t>
            </a:r>
            <a:r>
              <a:rPr lang="en-US" altLang="zh-CN" sz="2800" i="0">
                <a:latin typeface="Times New Roman" pitchFamily="18" charset="0"/>
              </a:rPr>
              <a:t>=</a:t>
            </a:r>
            <a:r>
              <a:rPr lang="en-US" altLang="zh-CN" sz="2800">
                <a:latin typeface="Times New Roman" pitchFamily="18" charset="0"/>
              </a:rPr>
              <a:t>f </a:t>
            </a:r>
            <a:r>
              <a:rPr lang="en-US" altLang="zh-CN" sz="2800" i="0" baseline="30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P</a:t>
            </a:r>
            <a:r>
              <a:rPr lang="en-US" altLang="zh-CN" sz="2800" i="0" baseline="-25000">
                <a:latin typeface="Times New Roman" pitchFamily="18" charset="0"/>
              </a:rPr>
              <a:t>n</a:t>
            </a:r>
            <a:r>
              <a:rPr lang="en-US" altLang="zh-CN" sz="2800" i="0" baseline="30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799752" name="Rectangle 8"/>
          <p:cNvSpPr>
            <a:spLocks noChangeArrowheads="1"/>
          </p:cNvSpPr>
          <p:nvPr/>
        </p:nvSpPr>
        <p:spPr bwMode="auto">
          <a:xfrm>
            <a:off x="1955800" y="2071688"/>
            <a:ext cx="46593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a:t>
            </a:r>
            <a:r>
              <a:rPr lang="en-US" altLang="zh-CN" sz="2800">
                <a:latin typeface="Times New Roman" pitchFamily="18" charset="0"/>
              </a:rPr>
              <a:t>f </a:t>
            </a:r>
            <a:r>
              <a:rPr lang="en-US" altLang="zh-CN" sz="2800" i="0" baseline="30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0</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0</a:t>
            </a:r>
            <a:r>
              <a:rPr lang="en-US" altLang="zh-CN" sz="2800" i="0">
                <a:latin typeface="Times New Roman" pitchFamily="18" charset="0"/>
              </a:rPr>
              <a:t>, </a:t>
            </a:r>
            <a:r>
              <a:rPr lang="en-US" altLang="zh-CN" sz="2800">
                <a:latin typeface="Times New Roman" pitchFamily="18" charset="0"/>
              </a:rPr>
              <a:t>x</a:t>
            </a:r>
            <a:r>
              <a:rPr lang="en-US" altLang="zh-CN" sz="280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799753" name="Rectangle 9"/>
          <p:cNvSpPr>
            <a:spLocks noChangeArrowheads="1"/>
          </p:cNvSpPr>
          <p:nvPr/>
        </p:nvSpPr>
        <p:spPr bwMode="auto">
          <a:xfrm>
            <a:off x="4144963" y="2667000"/>
            <a:ext cx="3811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1</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0</a:t>
            </a:r>
            <a:r>
              <a:rPr lang="en-US" altLang="zh-CN" sz="2800" i="0">
                <a:latin typeface="Times New Roman" pitchFamily="18" charset="0"/>
              </a:rPr>
              <a:t>, </a:t>
            </a:r>
            <a:r>
              <a:rPr lang="en-US" altLang="zh-CN" sz="2800">
                <a:latin typeface="Times New Roman" pitchFamily="18" charset="0"/>
              </a:rPr>
              <a:t>x</a:t>
            </a:r>
            <a:r>
              <a:rPr lang="en-US" altLang="zh-CN" sz="2800" baseline="-25000">
                <a:latin typeface="Times New Roman" pitchFamily="18" charset="0"/>
              </a:rPr>
              <a:t>1 </a:t>
            </a:r>
            <a:r>
              <a:rPr lang="en-US" altLang="zh-CN" sz="2800" i="0">
                <a:latin typeface="Times New Roman" pitchFamily="18" charset="0"/>
              </a:rPr>
              <a:t>, </a:t>
            </a:r>
            <a:r>
              <a:rPr lang="en-US" altLang="zh-CN" sz="2800">
                <a:latin typeface="Times New Roman" pitchFamily="18" charset="0"/>
              </a:rPr>
              <a:t>x</a:t>
            </a:r>
            <a:r>
              <a:rPr lang="en-US" altLang="zh-CN" sz="280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799754" name="Rectangle 10"/>
          <p:cNvSpPr>
            <a:spLocks noChangeArrowheads="1"/>
          </p:cNvSpPr>
          <p:nvPr/>
        </p:nvSpPr>
        <p:spPr bwMode="auto">
          <a:xfrm>
            <a:off x="3622675" y="3214688"/>
            <a:ext cx="6343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n</a:t>
            </a:r>
            <a:r>
              <a:rPr lang="en-US" altLang="zh-CN" sz="2800" i="0">
                <a:latin typeface="Times New Roman" pitchFamily="18" charset="0"/>
              </a:rPr>
              <a:t>]}</a:t>
            </a:r>
            <a:r>
              <a:rPr lang="en-US" altLang="zh-CN" sz="2800" i="0" baseline="30000">
                <a:latin typeface="Times New Roman" pitchFamily="18" charset="0"/>
              </a:rPr>
              <a:t>(n)</a:t>
            </a:r>
            <a:endParaRPr lang="zh-CN" altLang="en-US" sz="2800" i="0" baseline="30000">
              <a:latin typeface="Times New Roman" pitchFamily="18" charset="0"/>
            </a:endParaRPr>
          </a:p>
        </p:txBody>
      </p:sp>
      <p:sp>
        <p:nvSpPr>
          <p:cNvPr id="799755" name="Rectangle 11"/>
          <p:cNvSpPr>
            <a:spLocks noChangeArrowheads="1"/>
          </p:cNvSpPr>
          <p:nvPr/>
        </p:nvSpPr>
        <p:spPr bwMode="auto">
          <a:xfrm>
            <a:off x="1971675" y="3733800"/>
            <a:ext cx="3811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a:t>
            </a:r>
            <a:r>
              <a:rPr lang="en-US" altLang="zh-CN" sz="2800">
                <a:latin typeface="Times New Roman" pitchFamily="18" charset="0"/>
              </a:rPr>
              <a:t>f </a:t>
            </a:r>
            <a:r>
              <a:rPr lang="en-US" altLang="zh-CN" sz="2800" i="0" baseline="30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n!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799756" name="Rectangle 12"/>
          <p:cNvSpPr>
            <a:spLocks noChangeArrowheads="1"/>
          </p:cNvSpPr>
          <p:nvPr/>
        </p:nvSpPr>
        <p:spPr bwMode="auto">
          <a:xfrm>
            <a:off x="411163" y="4295775"/>
            <a:ext cx="3689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i="0" baseline="-25000">
                <a:latin typeface="Times New Roman" pitchFamily="18" charset="0"/>
              </a:rPr>
              <a:t>n</a:t>
            </a:r>
            <a:r>
              <a:rPr lang="en-US" altLang="zh-CN" sz="2800" i="0">
                <a:latin typeface="Times New Roman" pitchFamily="18" charset="0"/>
              </a:rPr>
              <a:t>(</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i</a:t>
            </a:r>
            <a:r>
              <a:rPr lang="en-US" altLang="zh-CN" sz="2800" i="0">
                <a:latin typeface="Times New Roman" pitchFamily="18" charset="0"/>
              </a:rPr>
              <a:t>)=0        (i=0,1,..,n)</a:t>
            </a:r>
            <a:endParaRPr lang="zh-CN" altLang="en-US" sz="2800" i="0">
              <a:latin typeface="Times New Roman" pitchFamily="18" charset="0"/>
            </a:endParaRPr>
          </a:p>
        </p:txBody>
      </p:sp>
      <p:sp>
        <p:nvSpPr>
          <p:cNvPr id="799757" name="Rectangle 13"/>
          <p:cNvSpPr>
            <a:spLocks noChangeArrowheads="1"/>
          </p:cNvSpPr>
          <p:nvPr/>
        </p:nvSpPr>
        <p:spPr bwMode="auto">
          <a:xfrm>
            <a:off x="465138" y="4814888"/>
            <a:ext cx="3924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i="0" baseline="-25000">
                <a:latin typeface="Times New Roman" pitchFamily="18" charset="0"/>
              </a:rPr>
              <a:t>n</a:t>
            </a:r>
            <a:r>
              <a:rPr lang="en-US" altLang="zh-CN" sz="2800" i="0">
                <a:latin typeface="Times New Roman" pitchFamily="18" charset="0"/>
              </a:rPr>
              <a:t>(</a:t>
            </a:r>
            <a:r>
              <a:rPr lang="en-US" altLang="zh-CN" sz="2800" i="0">
                <a:latin typeface="Times New Roman" pitchFamily="18" charset="0"/>
                <a:sym typeface="Symbol" pitchFamily="18" charset="2"/>
              </a:rPr>
              <a:t></a:t>
            </a:r>
            <a:r>
              <a:rPr lang="en-US" altLang="zh-CN" sz="2800" i="0" baseline="-25000">
                <a:latin typeface="Times New Roman" pitchFamily="18" charset="0"/>
                <a:sym typeface="Symbol" pitchFamily="18" charset="2"/>
              </a:rPr>
              <a:t>i</a:t>
            </a:r>
            <a:r>
              <a:rPr lang="en-US" altLang="zh-CN" sz="2800" i="0">
                <a:latin typeface="Times New Roman" pitchFamily="18" charset="0"/>
              </a:rPr>
              <a:t>)=0      (i=0,1,..,n-1)</a:t>
            </a:r>
            <a:endParaRPr lang="zh-CN" altLang="en-US" sz="2800" i="0">
              <a:latin typeface="Times New Roman" pitchFamily="18" charset="0"/>
            </a:endParaRPr>
          </a:p>
        </p:txBody>
      </p:sp>
      <p:sp>
        <p:nvSpPr>
          <p:cNvPr id="799758" name="Rectangle 14"/>
          <p:cNvSpPr>
            <a:spLocks noChangeArrowheads="1"/>
          </p:cNvSpPr>
          <p:nvPr/>
        </p:nvSpPr>
        <p:spPr bwMode="auto">
          <a:xfrm>
            <a:off x="457200" y="5576888"/>
            <a:ext cx="4462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i="0" baseline="-25000">
                <a:latin typeface="Times New Roman" pitchFamily="18" charset="0"/>
              </a:rPr>
              <a:t>n</a:t>
            </a:r>
            <a:r>
              <a:rPr lang="en-US" altLang="zh-CN" sz="2800" i="0" baseline="30000">
                <a:latin typeface="Times New Roman" pitchFamily="18" charset="0"/>
              </a:rPr>
              <a:t>(n)</a:t>
            </a:r>
            <a:r>
              <a:rPr lang="en-US" altLang="zh-CN" sz="2800" i="0">
                <a:latin typeface="Times New Roman" pitchFamily="18" charset="0"/>
              </a:rPr>
              <a:t>(</a:t>
            </a:r>
            <a:r>
              <a:rPr lang="en-US" altLang="zh-CN" sz="2800" i="0">
                <a:latin typeface="Times New Roman" pitchFamily="18" charset="0"/>
                <a:sym typeface="Symbol" pitchFamily="18" charset="2"/>
              </a:rPr>
              <a:t></a:t>
            </a:r>
            <a:r>
              <a:rPr lang="en-US" altLang="zh-CN" sz="2800" i="0">
                <a:latin typeface="Times New Roman" pitchFamily="18" charset="0"/>
              </a:rPr>
              <a:t>)=0    (</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0</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1</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n</a:t>
            </a:r>
            <a:r>
              <a:rPr lang="en-US" altLang="zh-CN" sz="2800" i="0">
                <a:latin typeface="Times New Roman" pitchFamily="18" charset="0"/>
                <a:sym typeface="Symbol" pitchFamily="18" charset="2"/>
              </a:rPr>
              <a:t>])</a:t>
            </a:r>
            <a:endParaRPr lang="zh-CN" altLang="en-US" sz="2800" i="0">
              <a:latin typeface="Times New Roman" pitchFamily="18" charset="0"/>
            </a:endParaRPr>
          </a:p>
        </p:txBody>
      </p:sp>
      <p:sp>
        <p:nvSpPr>
          <p:cNvPr id="799759" name="Line 15"/>
          <p:cNvSpPr>
            <a:spLocks noChangeShapeType="1"/>
          </p:cNvSpPr>
          <p:nvPr/>
        </p:nvSpPr>
        <p:spPr bwMode="auto">
          <a:xfrm>
            <a:off x="1219200" y="5348288"/>
            <a:ext cx="0" cy="304800"/>
          </a:xfrm>
          <a:prstGeom prst="line">
            <a:avLst/>
          </a:prstGeom>
          <a:noFill/>
          <a:ln w="635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760" name="Line 16"/>
          <p:cNvSpPr>
            <a:spLocks noChangeShapeType="1"/>
          </p:cNvSpPr>
          <p:nvPr/>
        </p:nvSpPr>
        <p:spPr bwMode="auto">
          <a:xfrm>
            <a:off x="3200400" y="5348288"/>
            <a:ext cx="0" cy="304800"/>
          </a:xfrm>
          <a:prstGeom prst="line">
            <a:avLst/>
          </a:prstGeom>
          <a:noFill/>
          <a:ln w="635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761" name="AutoShape 17"/>
          <p:cNvSpPr>
            <a:spLocks/>
          </p:cNvSpPr>
          <p:nvPr/>
        </p:nvSpPr>
        <p:spPr bwMode="auto">
          <a:xfrm>
            <a:off x="152400" y="4433888"/>
            <a:ext cx="304800" cy="1600200"/>
          </a:xfrm>
          <a:prstGeom prst="leftBrace">
            <a:avLst>
              <a:gd name="adj1" fmla="val 4375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9762" name="Rectangle 18"/>
          <p:cNvSpPr>
            <a:spLocks noChangeArrowheads="1"/>
          </p:cNvSpPr>
          <p:nvPr/>
        </p:nvSpPr>
        <p:spPr bwMode="auto">
          <a:xfrm>
            <a:off x="4648200" y="4419600"/>
            <a:ext cx="5295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i="0" baseline="-25000">
                <a:latin typeface="Times New Roman" pitchFamily="18" charset="0"/>
              </a:rPr>
              <a:t>n</a:t>
            </a:r>
            <a:r>
              <a:rPr lang="en-US" altLang="zh-CN" sz="2800" i="0" baseline="30000">
                <a:latin typeface="Times New Roman" pitchFamily="18" charset="0"/>
              </a:rPr>
              <a:t>(n)</a:t>
            </a:r>
            <a:r>
              <a:rPr lang="en-US" altLang="zh-CN" sz="2800" i="0">
                <a:latin typeface="Times New Roman" pitchFamily="18" charset="0"/>
              </a:rPr>
              <a:t>(</a:t>
            </a:r>
            <a:r>
              <a:rPr lang="en-US" altLang="zh-CN" sz="2800" i="0">
                <a:latin typeface="Times New Roman" pitchFamily="18" charset="0"/>
                <a:sym typeface="Symbol" pitchFamily="18" charset="2"/>
              </a:rPr>
              <a:t></a:t>
            </a:r>
            <a:r>
              <a:rPr lang="en-US" altLang="zh-CN" sz="2800" i="0">
                <a:latin typeface="Times New Roman" pitchFamily="18" charset="0"/>
              </a:rPr>
              <a:t>)=0=</a:t>
            </a:r>
            <a:r>
              <a:rPr lang="en-US" altLang="zh-CN" sz="2800">
                <a:latin typeface="Times New Roman" pitchFamily="18" charset="0"/>
              </a:rPr>
              <a:t>f </a:t>
            </a:r>
            <a:r>
              <a:rPr lang="en-US" altLang="zh-CN" sz="2800" i="0" baseline="30000">
                <a:latin typeface="Times New Roman" pitchFamily="18" charset="0"/>
              </a:rPr>
              <a:t>(n)</a:t>
            </a:r>
            <a:r>
              <a:rPr lang="en-US" altLang="zh-CN" sz="2800" i="0">
                <a:latin typeface="Times New Roman" pitchFamily="18" charset="0"/>
              </a:rPr>
              <a:t>(</a:t>
            </a:r>
            <a:r>
              <a:rPr lang="en-US" altLang="zh-CN" sz="2800" i="0">
                <a:latin typeface="Times New Roman" pitchFamily="18" charset="0"/>
                <a:sym typeface="Symbol" pitchFamily="18" charset="2"/>
              </a:rPr>
              <a:t></a:t>
            </a:r>
            <a:r>
              <a:rPr lang="en-US" altLang="zh-CN" sz="2800" i="0">
                <a:latin typeface="Times New Roman" pitchFamily="18" charset="0"/>
              </a:rPr>
              <a:t>)- n!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graphicFrame>
        <p:nvGraphicFramePr>
          <p:cNvPr id="799763" name="Object 19"/>
          <p:cNvGraphicFramePr>
            <a:graphicFrameLocks noChangeAspect="1"/>
          </p:cNvGraphicFramePr>
          <p:nvPr/>
        </p:nvGraphicFramePr>
        <p:xfrm>
          <a:off x="4767263" y="5083175"/>
          <a:ext cx="4752975" cy="1057275"/>
        </p:xfrm>
        <a:graphic>
          <a:graphicData uri="http://schemas.openxmlformats.org/presentationml/2006/ole">
            <mc:AlternateContent xmlns:mc="http://schemas.openxmlformats.org/markup-compatibility/2006">
              <mc:Choice xmlns:v="urn:schemas-microsoft-com:vml" Requires="v">
                <p:oleObj spid="_x0000_s49199" name="公式" r:id="rId3" imgW="1879600" imgH="419100" progId="Equation.3">
                  <p:embed/>
                </p:oleObj>
              </mc:Choice>
              <mc:Fallback>
                <p:oleObj name="公式" r:id="rId3" imgW="1879600" imgH="41910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7263" y="5083175"/>
                        <a:ext cx="4752975"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74" name="Text Box 20"/>
          <p:cNvSpPr txBox="1">
            <a:spLocks noChangeArrowheads="1"/>
          </p:cNvSpPr>
          <p:nvPr/>
        </p:nvSpPr>
        <p:spPr bwMode="auto">
          <a:xfrm>
            <a:off x="6326188" y="1600200"/>
            <a:ext cx="32893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buClr>
                <a:schemeClr val="folHlink"/>
              </a:buClr>
              <a:buFont typeface="Wingdings 2" pitchFamily="18" charset="2"/>
              <a:buNone/>
            </a:pPr>
            <a:r>
              <a:rPr kumimoji="1" lang="zh-CN" altLang="en-US" sz="3200" i="0">
                <a:solidFill>
                  <a:srgbClr val="0000FF"/>
                </a:solidFill>
                <a:latin typeface="Times New Roman" pitchFamily="18" charset="0"/>
                <a:ea typeface="黑体" pitchFamily="49" charset="-122"/>
              </a:rPr>
              <a:t>差商与导数的关系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799747">
                                            <p:txEl>
                                              <p:pRg st="0" end="0"/>
                                            </p:txEl>
                                          </p:spTgt>
                                        </p:tgtEl>
                                        <p:attrNameLst>
                                          <p:attrName>style.visibility</p:attrName>
                                        </p:attrNameLst>
                                      </p:cBhvr>
                                      <p:to>
                                        <p:strVal val="visible"/>
                                      </p:to>
                                    </p:set>
                                    <p:animEffect transition="in" filter="dissolve">
                                      <p:cBhvr>
                                        <p:cTn id="7" dur="75"/>
                                        <p:tgtEl>
                                          <p:spTgt spid="799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99749"/>
                                        </p:tgtEl>
                                        <p:attrNameLst>
                                          <p:attrName>style.visibility</p:attrName>
                                        </p:attrNameLst>
                                      </p:cBhvr>
                                      <p:to>
                                        <p:strVal val="visible"/>
                                      </p:to>
                                    </p:set>
                                    <p:animEffect transition="in" filter="dissolve">
                                      <p:cBhvr>
                                        <p:cTn id="12" dur="500"/>
                                        <p:tgtEl>
                                          <p:spTgt spid="7997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99748"/>
                                        </p:tgtEl>
                                        <p:attrNameLst>
                                          <p:attrName>style.visibility</p:attrName>
                                        </p:attrNameLst>
                                      </p:cBhvr>
                                      <p:to>
                                        <p:strVal val="visible"/>
                                      </p:to>
                                    </p:set>
                                    <p:animEffect transition="in" filter="dissolve">
                                      <p:cBhvr>
                                        <p:cTn id="17" dur="500"/>
                                        <p:tgtEl>
                                          <p:spTgt spid="7997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99750"/>
                                        </p:tgtEl>
                                        <p:attrNameLst>
                                          <p:attrName>style.visibility</p:attrName>
                                        </p:attrNameLst>
                                      </p:cBhvr>
                                      <p:to>
                                        <p:strVal val="visible"/>
                                      </p:to>
                                    </p:set>
                                    <p:animEffect transition="in" filter="dissolve">
                                      <p:cBhvr>
                                        <p:cTn id="22" dur="500"/>
                                        <p:tgtEl>
                                          <p:spTgt spid="7997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99751"/>
                                        </p:tgtEl>
                                        <p:attrNameLst>
                                          <p:attrName>style.visibility</p:attrName>
                                        </p:attrNameLst>
                                      </p:cBhvr>
                                      <p:to>
                                        <p:strVal val="visible"/>
                                      </p:to>
                                    </p:set>
                                    <p:animEffect transition="in" filter="dissolve">
                                      <p:cBhvr>
                                        <p:cTn id="27" dur="500"/>
                                        <p:tgtEl>
                                          <p:spTgt spid="79975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99752"/>
                                        </p:tgtEl>
                                        <p:attrNameLst>
                                          <p:attrName>style.visibility</p:attrName>
                                        </p:attrNameLst>
                                      </p:cBhvr>
                                      <p:to>
                                        <p:strVal val="visible"/>
                                      </p:to>
                                    </p:set>
                                    <p:animEffect transition="in" filter="dissolve">
                                      <p:cBhvr>
                                        <p:cTn id="32" dur="500"/>
                                        <p:tgtEl>
                                          <p:spTgt spid="79975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99753"/>
                                        </p:tgtEl>
                                        <p:attrNameLst>
                                          <p:attrName>style.visibility</p:attrName>
                                        </p:attrNameLst>
                                      </p:cBhvr>
                                      <p:to>
                                        <p:strVal val="visible"/>
                                      </p:to>
                                    </p:set>
                                    <p:animEffect transition="in" filter="dissolve">
                                      <p:cBhvr>
                                        <p:cTn id="37" dur="500"/>
                                        <p:tgtEl>
                                          <p:spTgt spid="79975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99754"/>
                                        </p:tgtEl>
                                        <p:attrNameLst>
                                          <p:attrName>style.visibility</p:attrName>
                                        </p:attrNameLst>
                                      </p:cBhvr>
                                      <p:to>
                                        <p:strVal val="visible"/>
                                      </p:to>
                                    </p:set>
                                    <p:animEffect transition="in" filter="dissolve">
                                      <p:cBhvr>
                                        <p:cTn id="42" dur="500"/>
                                        <p:tgtEl>
                                          <p:spTgt spid="79975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799755"/>
                                        </p:tgtEl>
                                        <p:attrNameLst>
                                          <p:attrName>style.visibility</p:attrName>
                                        </p:attrNameLst>
                                      </p:cBhvr>
                                      <p:to>
                                        <p:strVal val="visible"/>
                                      </p:to>
                                    </p:set>
                                    <p:animEffect transition="in" filter="dissolve">
                                      <p:cBhvr>
                                        <p:cTn id="47" dur="500"/>
                                        <p:tgtEl>
                                          <p:spTgt spid="79975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99761"/>
                                        </p:tgtEl>
                                        <p:attrNameLst>
                                          <p:attrName>style.visibility</p:attrName>
                                        </p:attrNameLst>
                                      </p:cBhvr>
                                      <p:to>
                                        <p:strVal val="visible"/>
                                      </p:to>
                                    </p:set>
                                    <p:animEffect transition="in" filter="dissolve">
                                      <p:cBhvr>
                                        <p:cTn id="52" dur="500"/>
                                        <p:tgtEl>
                                          <p:spTgt spid="79976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799756"/>
                                        </p:tgtEl>
                                        <p:attrNameLst>
                                          <p:attrName>style.visibility</p:attrName>
                                        </p:attrNameLst>
                                      </p:cBhvr>
                                      <p:to>
                                        <p:strVal val="visible"/>
                                      </p:to>
                                    </p:set>
                                    <p:animEffect transition="in" filter="dissolve">
                                      <p:cBhvr>
                                        <p:cTn id="57" dur="500"/>
                                        <p:tgtEl>
                                          <p:spTgt spid="79975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799757"/>
                                        </p:tgtEl>
                                        <p:attrNameLst>
                                          <p:attrName>style.visibility</p:attrName>
                                        </p:attrNameLst>
                                      </p:cBhvr>
                                      <p:to>
                                        <p:strVal val="visible"/>
                                      </p:to>
                                    </p:set>
                                    <p:animEffect transition="in" filter="dissolve">
                                      <p:cBhvr>
                                        <p:cTn id="62" dur="500"/>
                                        <p:tgtEl>
                                          <p:spTgt spid="79975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799759"/>
                                        </p:tgtEl>
                                        <p:attrNameLst>
                                          <p:attrName>style.visibility</p:attrName>
                                        </p:attrNameLst>
                                      </p:cBhvr>
                                      <p:to>
                                        <p:strVal val="visible"/>
                                      </p:to>
                                    </p:set>
                                    <p:animEffect transition="in" filter="dissolve">
                                      <p:cBhvr>
                                        <p:cTn id="67" dur="500"/>
                                        <p:tgtEl>
                                          <p:spTgt spid="799759"/>
                                        </p:tgtEl>
                                      </p:cBhvr>
                                    </p:animEffect>
                                  </p:childTnLst>
                                </p:cTn>
                              </p:par>
                            </p:childTnLst>
                          </p:cTn>
                        </p:par>
                        <p:par>
                          <p:cTn id="68" fill="hold" nodeType="afterGroup">
                            <p:stCondLst>
                              <p:cond delay="500"/>
                            </p:stCondLst>
                            <p:childTnLst>
                              <p:par>
                                <p:cTn id="69" presetID="9" presetClass="entr" presetSubtype="0" fill="hold" grpId="0" nodeType="afterEffect">
                                  <p:stCondLst>
                                    <p:cond delay="0"/>
                                  </p:stCondLst>
                                  <p:childTnLst>
                                    <p:set>
                                      <p:cBhvr>
                                        <p:cTn id="70" dur="1" fill="hold">
                                          <p:stCondLst>
                                            <p:cond delay="0"/>
                                          </p:stCondLst>
                                        </p:cTn>
                                        <p:tgtEl>
                                          <p:spTgt spid="799760"/>
                                        </p:tgtEl>
                                        <p:attrNameLst>
                                          <p:attrName>style.visibility</p:attrName>
                                        </p:attrNameLst>
                                      </p:cBhvr>
                                      <p:to>
                                        <p:strVal val="visible"/>
                                      </p:to>
                                    </p:set>
                                    <p:animEffect transition="in" filter="dissolve">
                                      <p:cBhvr>
                                        <p:cTn id="71" dur="500"/>
                                        <p:tgtEl>
                                          <p:spTgt spid="799760"/>
                                        </p:tgtEl>
                                      </p:cBhvr>
                                    </p:animEffect>
                                  </p:childTnLst>
                                </p:cTn>
                              </p:par>
                            </p:childTnLst>
                          </p:cTn>
                        </p:par>
                        <p:par>
                          <p:cTn id="72" fill="hold" nodeType="afterGroup">
                            <p:stCondLst>
                              <p:cond delay="1000"/>
                            </p:stCondLst>
                            <p:childTnLst>
                              <p:par>
                                <p:cTn id="73" presetID="9" presetClass="entr" presetSubtype="0" fill="hold" grpId="0" nodeType="afterEffect">
                                  <p:stCondLst>
                                    <p:cond delay="0"/>
                                  </p:stCondLst>
                                  <p:childTnLst>
                                    <p:set>
                                      <p:cBhvr>
                                        <p:cTn id="74" dur="1" fill="hold">
                                          <p:stCondLst>
                                            <p:cond delay="0"/>
                                          </p:stCondLst>
                                        </p:cTn>
                                        <p:tgtEl>
                                          <p:spTgt spid="799758"/>
                                        </p:tgtEl>
                                        <p:attrNameLst>
                                          <p:attrName>style.visibility</p:attrName>
                                        </p:attrNameLst>
                                      </p:cBhvr>
                                      <p:to>
                                        <p:strVal val="visible"/>
                                      </p:to>
                                    </p:set>
                                    <p:animEffect transition="in" filter="dissolve">
                                      <p:cBhvr>
                                        <p:cTn id="75" dur="500"/>
                                        <p:tgtEl>
                                          <p:spTgt spid="79975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799762"/>
                                        </p:tgtEl>
                                        <p:attrNameLst>
                                          <p:attrName>style.visibility</p:attrName>
                                        </p:attrNameLst>
                                      </p:cBhvr>
                                      <p:to>
                                        <p:strVal val="visible"/>
                                      </p:to>
                                    </p:set>
                                    <p:animEffect transition="in" filter="dissolve">
                                      <p:cBhvr>
                                        <p:cTn id="80" dur="500"/>
                                        <p:tgtEl>
                                          <p:spTgt spid="79976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9" presetClass="entr" presetSubtype="0" fill="hold" nodeType="clickEffect">
                                  <p:stCondLst>
                                    <p:cond delay="0"/>
                                  </p:stCondLst>
                                  <p:childTnLst>
                                    <p:set>
                                      <p:cBhvr>
                                        <p:cTn id="84" dur="1" fill="hold">
                                          <p:stCondLst>
                                            <p:cond delay="0"/>
                                          </p:stCondLst>
                                        </p:cTn>
                                        <p:tgtEl>
                                          <p:spTgt spid="799763"/>
                                        </p:tgtEl>
                                        <p:attrNameLst>
                                          <p:attrName>style.visibility</p:attrName>
                                        </p:attrNameLst>
                                      </p:cBhvr>
                                      <p:to>
                                        <p:strVal val="visible"/>
                                      </p:to>
                                    </p:set>
                                    <p:animEffect transition="in" filter="dissolve">
                                      <p:cBhvr>
                                        <p:cTn id="85" dur="500"/>
                                        <p:tgtEl>
                                          <p:spTgt spid="799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747" grpId="0" build="p" bldLvl="2" autoUpdateAnimBg="0"/>
      <p:bldP spid="799748" grpId="0" autoUpdateAnimBg="0"/>
      <p:bldP spid="799749" grpId="0" animBg="1"/>
      <p:bldP spid="799750" grpId="0" animBg="1"/>
      <p:bldP spid="799751" grpId="0" autoUpdateAnimBg="0"/>
      <p:bldP spid="799752" grpId="0" autoUpdateAnimBg="0"/>
      <p:bldP spid="799753" grpId="0" autoUpdateAnimBg="0"/>
      <p:bldP spid="799754" grpId="0" autoUpdateAnimBg="0"/>
      <p:bldP spid="799755" grpId="0" autoUpdateAnimBg="0"/>
      <p:bldP spid="799756" grpId="0" autoUpdateAnimBg="0"/>
      <p:bldP spid="799757" grpId="0" autoUpdateAnimBg="0"/>
      <p:bldP spid="799758" grpId="0" autoUpdateAnimBg="0"/>
      <p:bldP spid="799759" grpId="0" animBg="1"/>
      <p:bldP spid="799760" grpId="0" animBg="1"/>
      <p:bldP spid="799761" grpId="0" animBg="1"/>
      <p:bldP spid="799762"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129BEDF-5F7A-48E0-86EB-1C6FCCB58789}" type="slidenum">
              <a:rPr lang="zh-CN" altLang="en-US" b="0" i="0" smtClean="0"/>
              <a:pPr/>
              <a:t>31</a:t>
            </a:fld>
            <a:endParaRPr lang="en-US" altLang="zh-CN" b="0" i="0" smtClean="0"/>
          </a:p>
        </p:txBody>
      </p:sp>
      <p:sp>
        <p:nvSpPr>
          <p:cNvPr id="5017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808AA08-5308-4666-8CD8-C09D07C1E213}" type="datetime1">
              <a:rPr lang="zh-CN" altLang="en-US" sz="1800" i="0" smtClean="0"/>
              <a:pPr/>
              <a:t>2024/10/20</a:t>
            </a:fld>
            <a:endParaRPr lang="en-US" altLang="zh-CN" sz="1800" i="0" smtClean="0"/>
          </a:p>
        </p:txBody>
      </p:sp>
      <p:sp>
        <p:nvSpPr>
          <p:cNvPr id="609282" name="Rectangle 2"/>
          <p:cNvSpPr>
            <a:spLocks noGrp="1" noChangeArrowheads="1"/>
          </p:cNvSpPr>
          <p:nvPr>
            <p:ph type="title"/>
          </p:nvPr>
        </p:nvSpPr>
        <p:spPr>
          <a:xfrm>
            <a:off x="650875" y="255588"/>
            <a:ext cx="8820150" cy="658812"/>
          </a:xfrm>
        </p:spPr>
        <p:txBody>
          <a:bodyPr/>
          <a:lstStyle/>
          <a:p>
            <a:pPr>
              <a:defRPr/>
            </a:pPr>
            <a:r>
              <a:rPr lang="zh-CN" altLang="en-US" sz="4800" smtClean="0"/>
              <a:t>§1.3.2  余式的估计</a:t>
            </a:r>
          </a:p>
        </p:txBody>
      </p:sp>
      <p:graphicFrame>
        <p:nvGraphicFramePr>
          <p:cNvPr id="50181" name="Object 3"/>
          <p:cNvGraphicFramePr>
            <a:graphicFrameLocks noChangeAspect="1"/>
          </p:cNvGraphicFramePr>
          <p:nvPr/>
        </p:nvGraphicFramePr>
        <p:xfrm>
          <a:off x="565150" y="1058863"/>
          <a:ext cx="4754563" cy="1057275"/>
        </p:xfrm>
        <a:graphic>
          <a:graphicData uri="http://schemas.openxmlformats.org/presentationml/2006/ole">
            <mc:AlternateContent xmlns:mc="http://schemas.openxmlformats.org/markup-compatibility/2006">
              <mc:Choice xmlns:v="urn:schemas-microsoft-com:vml" Requires="v">
                <p:oleObj spid="_x0000_s50335" name="公式" r:id="rId3" imgW="1879600" imgH="419100" progId="Equation.3">
                  <p:embed/>
                </p:oleObj>
              </mc:Choice>
              <mc:Fallback>
                <p:oleObj name="公式" r:id="rId3" imgW="1879600" imgH="419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 y="1058863"/>
                        <a:ext cx="4754563"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9284" name="Rectangle 4"/>
          <p:cNvSpPr>
            <a:spLocks noChangeArrowheads="1"/>
          </p:cNvSpPr>
          <p:nvPr/>
        </p:nvSpPr>
        <p:spPr bwMode="auto">
          <a:xfrm>
            <a:off x="533400" y="1989138"/>
            <a:ext cx="70723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zh-CN" altLang="en-US" sz="2800" i="0">
                <a:latin typeface="Times New Roman" pitchFamily="18" charset="0"/>
                <a:ea typeface="黑体" pitchFamily="49" charset="-122"/>
              </a:rPr>
              <a:t>增加新节点</a:t>
            </a:r>
            <a:r>
              <a:rPr lang="en-US" altLang="zh-CN" sz="2800">
                <a:latin typeface="Times New Roman" pitchFamily="18" charset="0"/>
                <a:ea typeface="黑体" pitchFamily="49" charset="-122"/>
              </a:rPr>
              <a:t>x</a:t>
            </a:r>
            <a:r>
              <a:rPr lang="en-US" altLang="zh-CN" sz="2800" i="0">
                <a:latin typeface="Times New Roman" pitchFamily="18" charset="0"/>
                <a:ea typeface="黑体" pitchFamily="49" charset="-122"/>
              </a:rPr>
              <a:t>，</a:t>
            </a:r>
            <a:r>
              <a:rPr lang="zh-CN" altLang="en-US" sz="2800" i="0">
                <a:latin typeface="Times New Roman" pitchFamily="18" charset="0"/>
                <a:ea typeface="黑体" pitchFamily="49" charset="-122"/>
              </a:rPr>
              <a:t>并且</a:t>
            </a:r>
            <a:r>
              <a:rPr lang="en-US" altLang="zh-CN" sz="2800">
                <a:latin typeface="Times New Roman" pitchFamily="18" charset="0"/>
                <a:ea typeface="黑体" pitchFamily="49" charset="-122"/>
              </a:rPr>
              <a:t>f</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x</a:t>
            </a:r>
            <a:r>
              <a:rPr lang="en-US" altLang="zh-CN" sz="2800" i="0">
                <a:latin typeface="Times New Roman" pitchFamily="18" charset="0"/>
                <a:ea typeface="黑体" pitchFamily="49" charset="-122"/>
              </a:rPr>
              <a:t>)</a:t>
            </a:r>
            <a:r>
              <a:rPr lang="zh-CN" altLang="en-US" sz="2800" i="0">
                <a:latin typeface="Times New Roman" pitchFamily="18" charset="0"/>
                <a:ea typeface="黑体" pitchFamily="49" charset="-122"/>
              </a:rPr>
              <a:t>为(</a:t>
            </a:r>
            <a:r>
              <a:rPr lang="en-US" altLang="zh-CN" sz="2800">
                <a:latin typeface="Times New Roman" pitchFamily="18" charset="0"/>
                <a:ea typeface="黑体" pitchFamily="49" charset="-122"/>
              </a:rPr>
              <a:t>n</a:t>
            </a:r>
            <a:r>
              <a:rPr lang="en-US" altLang="zh-CN" sz="2800" i="0">
                <a:latin typeface="Times New Roman" pitchFamily="18" charset="0"/>
                <a:ea typeface="黑体" pitchFamily="49" charset="-122"/>
              </a:rPr>
              <a:t>+1)</a:t>
            </a:r>
            <a:r>
              <a:rPr lang="zh-CN" altLang="en-US" sz="2800" i="0">
                <a:latin typeface="Times New Roman" pitchFamily="18" charset="0"/>
                <a:ea typeface="黑体" pitchFamily="49" charset="-122"/>
              </a:rPr>
              <a:t>阶可导时，有</a:t>
            </a:r>
          </a:p>
        </p:txBody>
      </p:sp>
      <p:sp>
        <p:nvSpPr>
          <p:cNvPr id="50183" name="Rectangle 5"/>
          <p:cNvSpPr>
            <a:spLocks noChangeArrowheads="1"/>
          </p:cNvSpPr>
          <p:nvPr/>
        </p:nvSpPr>
        <p:spPr bwMode="auto">
          <a:xfrm>
            <a:off x="5378450" y="1331913"/>
            <a:ext cx="2622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0</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1</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n</a:t>
            </a:r>
            <a:r>
              <a:rPr lang="en-US" altLang="zh-CN" sz="2800" i="0">
                <a:latin typeface="Times New Roman" pitchFamily="18" charset="0"/>
                <a:sym typeface="Symbol" pitchFamily="18" charset="2"/>
              </a:rPr>
              <a:t>])</a:t>
            </a:r>
            <a:endParaRPr lang="zh-CN" altLang="en-US" sz="2800" i="0">
              <a:latin typeface="Times New Roman" pitchFamily="18" charset="0"/>
              <a:sym typeface="Symbol" pitchFamily="18" charset="2"/>
            </a:endParaRPr>
          </a:p>
        </p:txBody>
      </p:sp>
      <p:graphicFrame>
        <p:nvGraphicFramePr>
          <p:cNvPr id="609286" name="Object 6"/>
          <p:cNvGraphicFramePr>
            <a:graphicFrameLocks noChangeAspect="1"/>
          </p:cNvGraphicFramePr>
          <p:nvPr/>
        </p:nvGraphicFramePr>
        <p:xfrm>
          <a:off x="582613" y="2468563"/>
          <a:ext cx="4719637" cy="1120775"/>
        </p:xfrm>
        <a:graphic>
          <a:graphicData uri="http://schemas.openxmlformats.org/presentationml/2006/ole">
            <mc:AlternateContent xmlns:mc="http://schemas.openxmlformats.org/markup-compatibility/2006">
              <mc:Choice xmlns:v="urn:schemas-microsoft-com:vml" Requires="v">
                <p:oleObj spid="_x0000_s50336" name="Equation" r:id="rId5" imgW="1866090" imgH="444307" progId="Equation.3">
                  <p:embed/>
                </p:oleObj>
              </mc:Choice>
              <mc:Fallback>
                <p:oleObj name="Equation" r:id="rId5" imgW="1866090" imgH="444307"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613" y="2468563"/>
                        <a:ext cx="4719637"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9287" name="Rectangle 7"/>
          <p:cNvSpPr>
            <a:spLocks noChangeArrowheads="1"/>
          </p:cNvSpPr>
          <p:nvPr/>
        </p:nvSpPr>
        <p:spPr bwMode="auto">
          <a:xfrm>
            <a:off x="5702300" y="3070225"/>
            <a:ext cx="2889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0</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1</a:t>
            </a:r>
            <a:r>
              <a:rPr lang="en-US" altLang="zh-CN" sz="2800" i="0">
                <a:latin typeface="Times New Roman" pitchFamily="18" charset="0"/>
                <a:sym typeface="Symbol" pitchFamily="18" charset="2"/>
              </a:rPr>
              <a:t>,…,x</a:t>
            </a:r>
            <a:r>
              <a:rPr lang="en-US" altLang="zh-CN" sz="2800" i="0" baseline="-25000">
                <a:latin typeface="Times New Roman" pitchFamily="18" charset="0"/>
                <a:sym typeface="Symbol" pitchFamily="18" charset="2"/>
              </a:rPr>
              <a:t>n</a:t>
            </a:r>
            <a:r>
              <a:rPr lang="en-US" altLang="zh-CN" sz="2800" i="0">
                <a:latin typeface="Times New Roman" pitchFamily="18" charset="0"/>
                <a:sym typeface="Symbol" pitchFamily="18" charset="2"/>
              </a:rPr>
              <a:t>,x])</a:t>
            </a:r>
            <a:endParaRPr lang="zh-CN" altLang="en-US" sz="2800" i="0">
              <a:latin typeface="Times New Roman" pitchFamily="18" charset="0"/>
              <a:sym typeface="Symbol" pitchFamily="18" charset="2"/>
            </a:endParaRPr>
          </a:p>
        </p:txBody>
      </p:sp>
      <p:graphicFrame>
        <p:nvGraphicFramePr>
          <p:cNvPr id="609288" name="Object 8"/>
          <p:cNvGraphicFramePr>
            <a:graphicFrameLocks noChangeAspect="1"/>
          </p:cNvGraphicFramePr>
          <p:nvPr/>
        </p:nvGraphicFramePr>
        <p:xfrm>
          <a:off x="304800" y="3513138"/>
          <a:ext cx="8153400" cy="609600"/>
        </p:xfrm>
        <a:graphic>
          <a:graphicData uri="http://schemas.openxmlformats.org/presentationml/2006/ole">
            <mc:AlternateContent xmlns:mc="http://schemas.openxmlformats.org/markup-compatibility/2006">
              <mc:Choice xmlns:v="urn:schemas-microsoft-com:vml" Requires="v">
                <p:oleObj spid="_x0000_s50337" name="Equation" r:id="rId7" imgW="3251200" imgH="228600" progId="Equation.3">
                  <p:embed/>
                </p:oleObj>
              </mc:Choice>
              <mc:Fallback>
                <p:oleObj name="Equation" r:id="rId7" imgW="3251200" imgH="2286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3513138"/>
                        <a:ext cx="8153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9289" name="Object 9"/>
          <p:cNvGraphicFramePr>
            <a:graphicFrameLocks noChangeAspect="1"/>
          </p:cNvGraphicFramePr>
          <p:nvPr/>
        </p:nvGraphicFramePr>
        <p:xfrm>
          <a:off x="1390650" y="3992563"/>
          <a:ext cx="4997450" cy="1120775"/>
        </p:xfrm>
        <a:graphic>
          <a:graphicData uri="http://schemas.openxmlformats.org/presentationml/2006/ole">
            <mc:AlternateContent xmlns:mc="http://schemas.openxmlformats.org/markup-compatibility/2006">
              <mc:Choice xmlns:v="urn:schemas-microsoft-com:vml" Requires="v">
                <p:oleObj spid="_x0000_s50338" name="Equation" r:id="rId9" imgW="2369822" imgH="388584" progId="Equation.3">
                  <p:embed/>
                </p:oleObj>
              </mc:Choice>
              <mc:Fallback>
                <p:oleObj name="Equation" r:id="rId9" imgW="2369822" imgH="388584"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0650" y="3992563"/>
                        <a:ext cx="4997450"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9290" name="Object 10"/>
          <p:cNvGraphicFramePr>
            <a:graphicFrameLocks noChangeAspect="1"/>
          </p:cNvGraphicFramePr>
          <p:nvPr/>
        </p:nvGraphicFramePr>
        <p:xfrm>
          <a:off x="1376363" y="5013325"/>
          <a:ext cx="3041650" cy="1120775"/>
        </p:xfrm>
        <a:graphic>
          <a:graphicData uri="http://schemas.openxmlformats.org/presentationml/2006/ole">
            <mc:AlternateContent xmlns:mc="http://schemas.openxmlformats.org/markup-compatibility/2006">
              <mc:Choice xmlns:v="urn:schemas-microsoft-com:vml" Requires="v">
                <p:oleObj spid="_x0000_s50339" name="Equation" r:id="rId11" imgW="1205977" imgH="444307" progId="Equation.3">
                  <p:embed/>
                </p:oleObj>
              </mc:Choice>
              <mc:Fallback>
                <p:oleObj name="Equation" r:id="rId11" imgW="1205977" imgH="444307"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6363" y="5013325"/>
                        <a:ext cx="3041650"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9293" name="Rectangle 13"/>
          <p:cNvSpPr>
            <a:spLocks noChangeArrowheads="1"/>
          </p:cNvSpPr>
          <p:nvPr/>
        </p:nvSpPr>
        <p:spPr bwMode="auto">
          <a:xfrm>
            <a:off x="4305300" y="4724400"/>
            <a:ext cx="56007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algn="l"/>
            <a:r>
              <a:rPr lang="zh-CN" altLang="en-US" sz="2800" i="0">
                <a:solidFill>
                  <a:srgbClr val="0000CC"/>
                </a:solidFill>
                <a:latin typeface="Times New Roman" pitchFamily="18" charset="0"/>
                <a:ea typeface="黑体" pitchFamily="49" charset="-122"/>
              </a:rPr>
              <a:t>当</a:t>
            </a:r>
            <a:r>
              <a:rPr lang="en-US" altLang="zh-CN" sz="2800">
                <a:solidFill>
                  <a:srgbClr val="0000CC"/>
                </a:solidFill>
                <a:latin typeface="Times New Roman" pitchFamily="18" charset="0"/>
                <a:ea typeface="黑体" pitchFamily="49" charset="-122"/>
              </a:rPr>
              <a:t>f</a:t>
            </a:r>
            <a:r>
              <a:rPr lang="en-US" altLang="zh-CN" sz="2800" i="0">
                <a:solidFill>
                  <a:srgbClr val="0000CC"/>
                </a:solidFill>
                <a:latin typeface="Times New Roman" pitchFamily="18" charset="0"/>
                <a:ea typeface="黑体" pitchFamily="49" charset="-122"/>
              </a:rPr>
              <a:t>(</a:t>
            </a:r>
            <a:r>
              <a:rPr lang="en-US" altLang="zh-CN" sz="2800">
                <a:solidFill>
                  <a:srgbClr val="0000CC"/>
                </a:solidFill>
                <a:latin typeface="Times New Roman" pitchFamily="18" charset="0"/>
                <a:ea typeface="黑体" pitchFamily="49" charset="-122"/>
              </a:rPr>
              <a:t>x</a:t>
            </a:r>
            <a:r>
              <a:rPr lang="en-US" altLang="zh-CN" sz="2800" i="0">
                <a:solidFill>
                  <a:srgbClr val="0000CC"/>
                </a:solidFill>
                <a:latin typeface="Times New Roman" pitchFamily="18" charset="0"/>
                <a:ea typeface="黑体" pitchFamily="49" charset="-122"/>
              </a:rPr>
              <a:t>)</a:t>
            </a:r>
            <a:r>
              <a:rPr lang="zh-CN" altLang="en-US" sz="2800" i="0">
                <a:solidFill>
                  <a:srgbClr val="0000CC"/>
                </a:solidFill>
                <a:latin typeface="Times New Roman" pitchFamily="18" charset="0"/>
                <a:ea typeface="黑体" pitchFamily="49" charset="-122"/>
              </a:rPr>
              <a:t>本身是一个不高于</a:t>
            </a:r>
            <a:r>
              <a:rPr lang="en-US" altLang="zh-CN" sz="2800" i="0">
                <a:solidFill>
                  <a:srgbClr val="0000CC"/>
                </a:solidFill>
                <a:latin typeface="Times New Roman" pitchFamily="18" charset="0"/>
                <a:ea typeface="黑体" pitchFamily="49" charset="-122"/>
              </a:rPr>
              <a:t>n</a:t>
            </a:r>
            <a:r>
              <a:rPr lang="zh-CN" altLang="en-US" sz="2800" i="0">
                <a:solidFill>
                  <a:srgbClr val="0000CC"/>
                </a:solidFill>
                <a:latin typeface="Times New Roman" pitchFamily="18" charset="0"/>
                <a:ea typeface="黑体" pitchFamily="49" charset="-122"/>
              </a:rPr>
              <a:t>次的多项式时，由于                   </a:t>
            </a:r>
            <a:r>
              <a:rPr lang="en-US" altLang="zh-CN" sz="2800" i="0">
                <a:solidFill>
                  <a:srgbClr val="0000CC"/>
                </a:solidFill>
                <a:latin typeface="Times New Roman" pitchFamily="18" charset="0"/>
                <a:ea typeface="黑体" pitchFamily="49" charset="-122"/>
              </a:rPr>
              <a:t>,</a:t>
            </a:r>
            <a:r>
              <a:rPr lang="zh-CN" altLang="en-US" sz="2800" i="0">
                <a:solidFill>
                  <a:srgbClr val="0000CC"/>
                </a:solidFill>
                <a:latin typeface="Times New Roman" pitchFamily="18" charset="0"/>
                <a:ea typeface="黑体" pitchFamily="49" charset="-122"/>
              </a:rPr>
              <a:t>则</a:t>
            </a:r>
            <a:r>
              <a:rPr lang="en-US" altLang="zh-CN" sz="2800" i="0">
                <a:solidFill>
                  <a:srgbClr val="0000CC"/>
                </a:solidFill>
                <a:ea typeface="黑体" pitchFamily="49" charset="-122"/>
              </a:rPr>
              <a:t>R</a:t>
            </a:r>
            <a:r>
              <a:rPr lang="en-US" altLang="zh-CN" sz="2800" i="0" baseline="-25000">
                <a:solidFill>
                  <a:srgbClr val="0000CC"/>
                </a:solidFill>
                <a:ea typeface="黑体" pitchFamily="49" charset="-122"/>
              </a:rPr>
              <a:t>n</a:t>
            </a:r>
            <a:r>
              <a:rPr lang="en-US" altLang="zh-CN" sz="2800" i="0">
                <a:solidFill>
                  <a:srgbClr val="0000CC"/>
                </a:solidFill>
                <a:ea typeface="黑体" pitchFamily="49" charset="-122"/>
              </a:rPr>
              <a:t>(x)</a:t>
            </a:r>
            <a:r>
              <a:rPr lang="zh-CN" altLang="en-US" sz="2800" i="0">
                <a:solidFill>
                  <a:srgbClr val="0000CC"/>
                </a:solidFill>
                <a:ea typeface="黑体" pitchFamily="49" charset="-122"/>
              </a:rPr>
              <a:t>=</a:t>
            </a:r>
            <a:r>
              <a:rPr lang="en-US" altLang="zh-CN" sz="2800" i="0">
                <a:solidFill>
                  <a:srgbClr val="0000CC"/>
                </a:solidFill>
                <a:ea typeface="黑体" pitchFamily="49" charset="-122"/>
              </a:rPr>
              <a:t>0</a:t>
            </a:r>
            <a:r>
              <a:rPr lang="zh-CN" altLang="en-US" sz="2800" i="0">
                <a:solidFill>
                  <a:srgbClr val="0000CC"/>
                </a:solidFill>
                <a:ea typeface="黑体" pitchFamily="49" charset="-122"/>
              </a:rPr>
              <a:t>,表明</a:t>
            </a:r>
            <a:r>
              <a:rPr lang="en-US" altLang="zh-CN" sz="2800" i="0">
                <a:solidFill>
                  <a:srgbClr val="0000CC"/>
                </a:solidFill>
                <a:ea typeface="黑体" pitchFamily="49" charset="-122"/>
              </a:rPr>
              <a:t>n</a:t>
            </a:r>
            <a:r>
              <a:rPr lang="zh-CN" altLang="en-US" sz="2800" i="0">
                <a:solidFill>
                  <a:srgbClr val="0000CC"/>
                </a:solidFill>
                <a:ea typeface="黑体" pitchFamily="49" charset="-122"/>
              </a:rPr>
              <a:t>次插值多项式对于不高于</a:t>
            </a:r>
            <a:r>
              <a:rPr lang="en-US" altLang="zh-CN" sz="2800" i="0">
                <a:solidFill>
                  <a:srgbClr val="0000CC"/>
                </a:solidFill>
                <a:ea typeface="黑体" pitchFamily="49" charset="-122"/>
              </a:rPr>
              <a:t>n</a:t>
            </a:r>
            <a:r>
              <a:rPr lang="zh-CN" altLang="en-US" sz="2800" i="0">
                <a:solidFill>
                  <a:srgbClr val="0000CC"/>
                </a:solidFill>
                <a:ea typeface="黑体" pitchFamily="49" charset="-122"/>
              </a:rPr>
              <a:t>次的多项式是完全精确的。</a:t>
            </a:r>
          </a:p>
        </p:txBody>
      </p:sp>
      <p:graphicFrame>
        <p:nvGraphicFramePr>
          <p:cNvPr id="609296" name="Object 16"/>
          <p:cNvGraphicFramePr>
            <a:graphicFrameLocks noChangeAspect="1"/>
          </p:cNvGraphicFramePr>
          <p:nvPr/>
        </p:nvGraphicFramePr>
        <p:xfrm>
          <a:off x="6105525" y="5157788"/>
          <a:ext cx="1857375" cy="544512"/>
        </p:xfrm>
        <a:graphic>
          <a:graphicData uri="http://schemas.openxmlformats.org/presentationml/2006/ole">
            <mc:AlternateContent xmlns:mc="http://schemas.openxmlformats.org/markup-compatibility/2006">
              <mc:Choice xmlns:v="urn:schemas-microsoft-com:vml" Requires="v">
                <p:oleObj spid="_x0000_s50340" name="公式" r:id="rId13" imgW="685705" imgH="160056" progId="Equation.3">
                  <p:embed/>
                </p:oleObj>
              </mc:Choice>
              <mc:Fallback>
                <p:oleObj name="公式" r:id="rId13" imgW="685705" imgH="160056"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05525" y="5157788"/>
                        <a:ext cx="1857375"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9284"/>
                                        </p:tgtEl>
                                        <p:attrNameLst>
                                          <p:attrName>style.visibility</p:attrName>
                                        </p:attrNameLst>
                                      </p:cBhvr>
                                      <p:to>
                                        <p:strVal val="visible"/>
                                      </p:to>
                                    </p:set>
                                    <p:animEffect transition="in" filter="dissolve">
                                      <p:cBhvr>
                                        <p:cTn id="7" dur="500"/>
                                        <p:tgtEl>
                                          <p:spTgt spid="6092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09286"/>
                                        </p:tgtEl>
                                        <p:attrNameLst>
                                          <p:attrName>style.visibility</p:attrName>
                                        </p:attrNameLst>
                                      </p:cBhvr>
                                      <p:to>
                                        <p:strVal val="visible"/>
                                      </p:to>
                                    </p:set>
                                    <p:animEffect transition="in" filter="dissolve">
                                      <p:cBhvr>
                                        <p:cTn id="12" dur="500"/>
                                        <p:tgtEl>
                                          <p:spTgt spid="6092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9287"/>
                                        </p:tgtEl>
                                        <p:attrNameLst>
                                          <p:attrName>style.visibility</p:attrName>
                                        </p:attrNameLst>
                                      </p:cBhvr>
                                      <p:to>
                                        <p:strVal val="visible"/>
                                      </p:to>
                                    </p:set>
                                    <p:animEffect transition="in" filter="dissolve">
                                      <p:cBhvr>
                                        <p:cTn id="17" dur="500"/>
                                        <p:tgtEl>
                                          <p:spTgt spid="6092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09288"/>
                                        </p:tgtEl>
                                        <p:attrNameLst>
                                          <p:attrName>style.visibility</p:attrName>
                                        </p:attrNameLst>
                                      </p:cBhvr>
                                      <p:to>
                                        <p:strVal val="visible"/>
                                      </p:to>
                                    </p:set>
                                    <p:animEffect transition="in" filter="dissolve">
                                      <p:cBhvr>
                                        <p:cTn id="22" dur="500"/>
                                        <p:tgtEl>
                                          <p:spTgt spid="6092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09289"/>
                                        </p:tgtEl>
                                        <p:attrNameLst>
                                          <p:attrName>style.visibility</p:attrName>
                                        </p:attrNameLst>
                                      </p:cBhvr>
                                      <p:to>
                                        <p:strVal val="visible"/>
                                      </p:to>
                                    </p:set>
                                    <p:animEffect transition="in" filter="dissolve">
                                      <p:cBhvr>
                                        <p:cTn id="27" dur="500"/>
                                        <p:tgtEl>
                                          <p:spTgt spid="60928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09290"/>
                                        </p:tgtEl>
                                        <p:attrNameLst>
                                          <p:attrName>style.visibility</p:attrName>
                                        </p:attrNameLst>
                                      </p:cBhvr>
                                      <p:to>
                                        <p:strVal val="visible"/>
                                      </p:to>
                                    </p:set>
                                    <p:animEffect transition="in" filter="dissolve">
                                      <p:cBhvr>
                                        <p:cTn id="32" dur="500"/>
                                        <p:tgtEl>
                                          <p:spTgt spid="6092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09293"/>
                                        </p:tgtEl>
                                        <p:attrNameLst>
                                          <p:attrName>style.visibility</p:attrName>
                                        </p:attrNameLst>
                                      </p:cBhvr>
                                      <p:to>
                                        <p:strVal val="visible"/>
                                      </p:to>
                                    </p:set>
                                    <p:animEffect transition="in" filter="dissolve">
                                      <p:cBhvr>
                                        <p:cTn id="37" dur="500"/>
                                        <p:tgtEl>
                                          <p:spTgt spid="60929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09296"/>
                                        </p:tgtEl>
                                        <p:attrNameLst>
                                          <p:attrName>style.visibility</p:attrName>
                                        </p:attrNameLst>
                                      </p:cBhvr>
                                      <p:to>
                                        <p:strVal val="visible"/>
                                      </p:to>
                                    </p:set>
                                    <p:animEffect transition="in" filter="dissolve">
                                      <p:cBhvr>
                                        <p:cTn id="42" dur="500"/>
                                        <p:tgtEl>
                                          <p:spTgt spid="609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4" grpId="0" autoUpdateAnimBg="0"/>
      <p:bldP spid="609287" grpId="0" autoUpdateAnimBg="0"/>
      <p:bldP spid="60929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FB56102-8D0A-43E0-AB2E-99C18170E1DB}" type="slidenum">
              <a:rPr lang="zh-CN" altLang="en-US" b="0" i="0" smtClean="0"/>
              <a:pPr/>
              <a:t>32</a:t>
            </a:fld>
            <a:endParaRPr lang="en-US" altLang="zh-CN" b="0" i="0" smtClean="0"/>
          </a:p>
        </p:txBody>
      </p:sp>
      <p:sp>
        <p:nvSpPr>
          <p:cNvPr id="5120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B8123F6-BA13-4637-8586-9EE44E3104A6}" type="datetime1">
              <a:rPr lang="zh-CN" altLang="en-US" sz="1800" i="0" smtClean="0"/>
              <a:pPr/>
              <a:t>2024/10/20</a:t>
            </a:fld>
            <a:endParaRPr lang="en-US" altLang="zh-CN" sz="1800" i="0" smtClean="0"/>
          </a:p>
        </p:txBody>
      </p:sp>
      <p:sp>
        <p:nvSpPr>
          <p:cNvPr id="610306" name="Rectangle 2"/>
          <p:cNvSpPr>
            <a:spLocks noGrp="1" noChangeArrowheads="1"/>
          </p:cNvSpPr>
          <p:nvPr>
            <p:ph type="title"/>
          </p:nvPr>
        </p:nvSpPr>
        <p:spPr>
          <a:xfrm>
            <a:off x="650875" y="255588"/>
            <a:ext cx="8820150" cy="658812"/>
          </a:xfrm>
        </p:spPr>
        <p:txBody>
          <a:bodyPr/>
          <a:lstStyle/>
          <a:p>
            <a:pPr>
              <a:defRPr/>
            </a:pPr>
            <a:r>
              <a:rPr lang="zh-CN" altLang="en-US" sz="4800" smtClean="0"/>
              <a:t>§1.3.2  余式的估计</a:t>
            </a:r>
          </a:p>
        </p:txBody>
      </p:sp>
      <p:graphicFrame>
        <p:nvGraphicFramePr>
          <p:cNvPr id="610307" name="Object 3"/>
          <p:cNvGraphicFramePr>
            <a:graphicFrameLocks noChangeAspect="1"/>
          </p:cNvGraphicFramePr>
          <p:nvPr/>
        </p:nvGraphicFramePr>
        <p:xfrm>
          <a:off x="258763" y="1066800"/>
          <a:ext cx="6410325" cy="1120775"/>
        </p:xfrm>
        <a:graphic>
          <a:graphicData uri="http://schemas.openxmlformats.org/presentationml/2006/ole">
            <mc:AlternateContent xmlns:mc="http://schemas.openxmlformats.org/markup-compatibility/2006">
              <mc:Choice xmlns:v="urn:schemas-microsoft-com:vml" Requires="v">
                <p:oleObj spid="_x0000_s51266" name="Equation" r:id="rId3" imgW="3111500" imgH="444500" progId="Equation.3">
                  <p:embed/>
                </p:oleObj>
              </mc:Choice>
              <mc:Fallback>
                <p:oleObj name="Equation" r:id="rId3" imgW="3111500" imgH="444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763" y="1066800"/>
                        <a:ext cx="6410325"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0308" name="Object 4"/>
          <p:cNvGraphicFramePr>
            <a:graphicFrameLocks noChangeAspect="1"/>
          </p:cNvGraphicFramePr>
          <p:nvPr/>
        </p:nvGraphicFramePr>
        <p:xfrm>
          <a:off x="6553200" y="1057275"/>
          <a:ext cx="3281363" cy="1152525"/>
        </p:xfrm>
        <a:graphic>
          <a:graphicData uri="http://schemas.openxmlformats.org/presentationml/2006/ole">
            <mc:AlternateContent xmlns:mc="http://schemas.openxmlformats.org/markup-compatibility/2006">
              <mc:Choice xmlns:v="urn:schemas-microsoft-com:vml" Requires="v">
                <p:oleObj spid="_x0000_s51267" name="Equation" r:id="rId5" imgW="1307532" imgH="431613" progId="Equation.3">
                  <p:embed/>
                </p:oleObj>
              </mc:Choice>
              <mc:Fallback>
                <p:oleObj name="Equation" r:id="rId5" imgW="1307532" imgH="431613"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0" y="1057275"/>
                        <a:ext cx="3281363"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a:grpSpLocks/>
          </p:cNvGrpSpPr>
          <p:nvPr/>
        </p:nvGrpSpPr>
        <p:grpSpPr bwMode="auto">
          <a:xfrm>
            <a:off x="457200" y="2314575"/>
            <a:ext cx="3429000" cy="2562225"/>
            <a:chOff x="288" y="1458"/>
            <a:chExt cx="2160" cy="1614"/>
          </a:xfrm>
        </p:grpSpPr>
        <p:sp>
          <p:nvSpPr>
            <p:cNvPr id="51214" name="Line 6"/>
            <p:cNvSpPr>
              <a:spLocks noChangeShapeType="1"/>
            </p:cNvSpPr>
            <p:nvPr/>
          </p:nvSpPr>
          <p:spPr bwMode="auto">
            <a:xfrm>
              <a:off x="288" y="2400"/>
              <a:ext cx="21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5" name="Line 7"/>
            <p:cNvSpPr>
              <a:spLocks noChangeShapeType="1"/>
            </p:cNvSpPr>
            <p:nvPr/>
          </p:nvSpPr>
          <p:spPr bwMode="auto">
            <a:xfrm>
              <a:off x="528" y="1584"/>
              <a:ext cx="0" cy="1488"/>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16" name="Freeform 8"/>
            <p:cNvSpPr>
              <a:spLocks/>
            </p:cNvSpPr>
            <p:nvPr/>
          </p:nvSpPr>
          <p:spPr bwMode="auto">
            <a:xfrm>
              <a:off x="400" y="1664"/>
              <a:ext cx="1856" cy="1168"/>
            </a:xfrm>
            <a:custGeom>
              <a:avLst/>
              <a:gdLst>
                <a:gd name="T0" fmla="*/ 0 w 1856"/>
                <a:gd name="T1" fmla="*/ 976 h 1168"/>
                <a:gd name="T2" fmla="*/ 240 w 1856"/>
                <a:gd name="T3" fmla="*/ 544 h 1168"/>
                <a:gd name="T4" fmla="*/ 288 w 1856"/>
                <a:gd name="T5" fmla="*/ 352 h 1168"/>
                <a:gd name="T6" fmla="*/ 384 w 1856"/>
                <a:gd name="T7" fmla="*/ 256 h 1168"/>
                <a:gd name="T8" fmla="*/ 480 w 1856"/>
                <a:gd name="T9" fmla="*/ 400 h 1168"/>
                <a:gd name="T10" fmla="*/ 528 w 1856"/>
                <a:gd name="T11" fmla="*/ 688 h 1168"/>
                <a:gd name="T12" fmla="*/ 624 w 1856"/>
                <a:gd name="T13" fmla="*/ 1024 h 1168"/>
                <a:gd name="T14" fmla="*/ 720 w 1856"/>
                <a:gd name="T15" fmla="*/ 1072 h 1168"/>
                <a:gd name="T16" fmla="*/ 768 w 1856"/>
                <a:gd name="T17" fmla="*/ 832 h 1168"/>
                <a:gd name="T18" fmla="*/ 816 w 1856"/>
                <a:gd name="T19" fmla="*/ 592 h 1168"/>
                <a:gd name="T20" fmla="*/ 960 w 1856"/>
                <a:gd name="T21" fmla="*/ 688 h 1168"/>
                <a:gd name="T22" fmla="*/ 1008 w 1856"/>
                <a:gd name="T23" fmla="*/ 928 h 1168"/>
                <a:gd name="T24" fmla="*/ 1200 w 1856"/>
                <a:gd name="T25" fmla="*/ 976 h 1168"/>
                <a:gd name="T26" fmla="*/ 1248 w 1856"/>
                <a:gd name="T27" fmla="*/ 736 h 1168"/>
                <a:gd name="T28" fmla="*/ 1296 w 1856"/>
                <a:gd name="T29" fmla="*/ 544 h 1168"/>
                <a:gd name="T30" fmla="*/ 1392 w 1856"/>
                <a:gd name="T31" fmla="*/ 496 h 1168"/>
                <a:gd name="T32" fmla="*/ 1488 w 1856"/>
                <a:gd name="T33" fmla="*/ 688 h 1168"/>
                <a:gd name="T34" fmla="*/ 1536 w 1856"/>
                <a:gd name="T35" fmla="*/ 1024 h 1168"/>
                <a:gd name="T36" fmla="*/ 1632 w 1856"/>
                <a:gd name="T37" fmla="*/ 1024 h 1168"/>
                <a:gd name="T38" fmla="*/ 1824 w 1856"/>
                <a:gd name="T39" fmla="*/ 160 h 1168"/>
                <a:gd name="T40" fmla="*/ 1824 w 1856"/>
                <a:gd name="T41" fmla="*/ 64 h 1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56"/>
                <a:gd name="T64" fmla="*/ 0 h 1168"/>
                <a:gd name="T65" fmla="*/ 1856 w 1856"/>
                <a:gd name="T66" fmla="*/ 1168 h 1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56" h="1168">
                  <a:moveTo>
                    <a:pt x="0" y="976"/>
                  </a:moveTo>
                  <a:cubicBezTo>
                    <a:pt x="96" y="812"/>
                    <a:pt x="192" y="648"/>
                    <a:pt x="240" y="544"/>
                  </a:cubicBezTo>
                  <a:cubicBezTo>
                    <a:pt x="288" y="440"/>
                    <a:pt x="264" y="400"/>
                    <a:pt x="288" y="352"/>
                  </a:cubicBezTo>
                  <a:cubicBezTo>
                    <a:pt x="312" y="304"/>
                    <a:pt x="352" y="248"/>
                    <a:pt x="384" y="256"/>
                  </a:cubicBezTo>
                  <a:cubicBezTo>
                    <a:pt x="416" y="264"/>
                    <a:pt x="456" y="328"/>
                    <a:pt x="480" y="400"/>
                  </a:cubicBezTo>
                  <a:cubicBezTo>
                    <a:pt x="504" y="472"/>
                    <a:pt x="504" y="584"/>
                    <a:pt x="528" y="688"/>
                  </a:cubicBezTo>
                  <a:cubicBezTo>
                    <a:pt x="552" y="792"/>
                    <a:pt x="592" y="960"/>
                    <a:pt x="624" y="1024"/>
                  </a:cubicBezTo>
                  <a:cubicBezTo>
                    <a:pt x="656" y="1088"/>
                    <a:pt x="696" y="1104"/>
                    <a:pt x="720" y="1072"/>
                  </a:cubicBezTo>
                  <a:cubicBezTo>
                    <a:pt x="744" y="1040"/>
                    <a:pt x="752" y="912"/>
                    <a:pt x="768" y="832"/>
                  </a:cubicBezTo>
                  <a:cubicBezTo>
                    <a:pt x="784" y="752"/>
                    <a:pt x="784" y="616"/>
                    <a:pt x="816" y="592"/>
                  </a:cubicBezTo>
                  <a:cubicBezTo>
                    <a:pt x="848" y="568"/>
                    <a:pt x="928" y="632"/>
                    <a:pt x="960" y="688"/>
                  </a:cubicBezTo>
                  <a:cubicBezTo>
                    <a:pt x="992" y="744"/>
                    <a:pt x="968" y="880"/>
                    <a:pt x="1008" y="928"/>
                  </a:cubicBezTo>
                  <a:cubicBezTo>
                    <a:pt x="1048" y="976"/>
                    <a:pt x="1160" y="1008"/>
                    <a:pt x="1200" y="976"/>
                  </a:cubicBezTo>
                  <a:cubicBezTo>
                    <a:pt x="1240" y="944"/>
                    <a:pt x="1232" y="808"/>
                    <a:pt x="1248" y="736"/>
                  </a:cubicBezTo>
                  <a:cubicBezTo>
                    <a:pt x="1264" y="664"/>
                    <a:pt x="1272" y="584"/>
                    <a:pt x="1296" y="544"/>
                  </a:cubicBezTo>
                  <a:cubicBezTo>
                    <a:pt x="1320" y="504"/>
                    <a:pt x="1360" y="472"/>
                    <a:pt x="1392" y="496"/>
                  </a:cubicBezTo>
                  <a:cubicBezTo>
                    <a:pt x="1424" y="520"/>
                    <a:pt x="1464" y="600"/>
                    <a:pt x="1488" y="688"/>
                  </a:cubicBezTo>
                  <a:cubicBezTo>
                    <a:pt x="1512" y="776"/>
                    <a:pt x="1512" y="968"/>
                    <a:pt x="1536" y="1024"/>
                  </a:cubicBezTo>
                  <a:cubicBezTo>
                    <a:pt x="1560" y="1080"/>
                    <a:pt x="1584" y="1168"/>
                    <a:pt x="1632" y="1024"/>
                  </a:cubicBezTo>
                  <a:cubicBezTo>
                    <a:pt x="1680" y="880"/>
                    <a:pt x="1792" y="320"/>
                    <a:pt x="1824" y="160"/>
                  </a:cubicBezTo>
                  <a:cubicBezTo>
                    <a:pt x="1856" y="0"/>
                    <a:pt x="1840" y="32"/>
                    <a:pt x="1824" y="64"/>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17" name="Rectangle 9"/>
            <p:cNvSpPr>
              <a:spLocks noChangeArrowheads="1"/>
            </p:cNvSpPr>
            <p:nvPr/>
          </p:nvSpPr>
          <p:spPr bwMode="auto">
            <a:xfrm>
              <a:off x="565" y="1458"/>
              <a:ext cx="44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sym typeface="Symbol" pitchFamily="18" charset="2"/>
                </a:rPr>
                <a:t>t </a:t>
              </a:r>
              <a:r>
                <a:rPr lang="en-US" altLang="zh-CN" sz="3200" i="0" baseline="30000">
                  <a:latin typeface="Times New Roman" pitchFamily="18" charset="0"/>
                </a:rPr>
                <a:t>[7]</a:t>
              </a:r>
              <a:endParaRPr lang="zh-CN" altLang="en-US" sz="3200" i="0" baseline="30000">
                <a:latin typeface="Times New Roman" pitchFamily="18" charset="0"/>
              </a:endParaRPr>
            </a:p>
          </p:txBody>
        </p:sp>
      </p:grpSp>
      <p:grpSp>
        <p:nvGrpSpPr>
          <p:cNvPr id="3" name="Group 10"/>
          <p:cNvGrpSpPr>
            <a:grpSpLocks/>
          </p:cNvGrpSpPr>
          <p:nvPr/>
        </p:nvGrpSpPr>
        <p:grpSpPr bwMode="auto">
          <a:xfrm>
            <a:off x="4800600" y="2390775"/>
            <a:ext cx="3429000" cy="2562225"/>
            <a:chOff x="3024" y="1506"/>
            <a:chExt cx="2160" cy="1614"/>
          </a:xfrm>
        </p:grpSpPr>
        <p:sp>
          <p:nvSpPr>
            <p:cNvPr id="51210" name="Line 11"/>
            <p:cNvSpPr>
              <a:spLocks noChangeShapeType="1"/>
            </p:cNvSpPr>
            <p:nvPr/>
          </p:nvSpPr>
          <p:spPr bwMode="auto">
            <a:xfrm>
              <a:off x="3024" y="2448"/>
              <a:ext cx="21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1" name="Line 12"/>
            <p:cNvSpPr>
              <a:spLocks noChangeShapeType="1"/>
            </p:cNvSpPr>
            <p:nvPr/>
          </p:nvSpPr>
          <p:spPr bwMode="auto">
            <a:xfrm>
              <a:off x="3264" y="1632"/>
              <a:ext cx="0" cy="1488"/>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12" name="Rectangle 13"/>
            <p:cNvSpPr>
              <a:spLocks noChangeArrowheads="1"/>
            </p:cNvSpPr>
            <p:nvPr/>
          </p:nvSpPr>
          <p:spPr bwMode="auto">
            <a:xfrm>
              <a:off x="3301" y="1506"/>
              <a:ext cx="44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sym typeface="Symbol" pitchFamily="18" charset="2"/>
                </a:rPr>
                <a:t>t </a:t>
              </a:r>
              <a:r>
                <a:rPr lang="en-US" altLang="zh-CN" sz="3200" i="0" baseline="30000">
                  <a:latin typeface="Times New Roman" pitchFamily="18" charset="0"/>
                </a:rPr>
                <a:t>[6]</a:t>
              </a:r>
              <a:endParaRPr lang="zh-CN" altLang="en-US" sz="3200" i="0" baseline="30000">
                <a:latin typeface="Times New Roman" pitchFamily="18" charset="0"/>
              </a:endParaRPr>
            </a:p>
          </p:txBody>
        </p:sp>
        <p:sp>
          <p:nvSpPr>
            <p:cNvPr id="51213" name="Freeform 14"/>
            <p:cNvSpPr>
              <a:spLocks/>
            </p:cNvSpPr>
            <p:nvPr/>
          </p:nvSpPr>
          <p:spPr bwMode="auto">
            <a:xfrm>
              <a:off x="3120" y="1776"/>
              <a:ext cx="1872" cy="1336"/>
            </a:xfrm>
            <a:custGeom>
              <a:avLst/>
              <a:gdLst>
                <a:gd name="T0" fmla="*/ 0 w 1872"/>
                <a:gd name="T1" fmla="*/ 144 h 1336"/>
                <a:gd name="T2" fmla="*/ 240 w 1872"/>
                <a:gd name="T3" fmla="*/ 1056 h 1336"/>
                <a:gd name="T4" fmla="*/ 432 w 1872"/>
                <a:gd name="T5" fmla="*/ 1200 h 1336"/>
                <a:gd name="T6" fmla="*/ 480 w 1872"/>
                <a:gd name="T7" fmla="*/ 912 h 1336"/>
                <a:gd name="T8" fmla="*/ 576 w 1872"/>
                <a:gd name="T9" fmla="*/ 480 h 1336"/>
                <a:gd name="T10" fmla="*/ 672 w 1872"/>
                <a:gd name="T11" fmla="*/ 336 h 1336"/>
                <a:gd name="T12" fmla="*/ 768 w 1872"/>
                <a:gd name="T13" fmla="*/ 480 h 1336"/>
                <a:gd name="T14" fmla="*/ 816 w 1872"/>
                <a:gd name="T15" fmla="*/ 912 h 1336"/>
                <a:gd name="T16" fmla="*/ 960 w 1872"/>
                <a:gd name="T17" fmla="*/ 864 h 1336"/>
                <a:gd name="T18" fmla="*/ 1008 w 1872"/>
                <a:gd name="T19" fmla="*/ 576 h 1336"/>
                <a:gd name="T20" fmla="*/ 1152 w 1872"/>
                <a:gd name="T21" fmla="*/ 336 h 1336"/>
                <a:gd name="T22" fmla="*/ 1248 w 1872"/>
                <a:gd name="T23" fmla="*/ 432 h 1336"/>
                <a:gd name="T24" fmla="*/ 1248 w 1872"/>
                <a:gd name="T25" fmla="*/ 960 h 1336"/>
                <a:gd name="T26" fmla="*/ 1344 w 1872"/>
                <a:gd name="T27" fmla="*/ 1248 h 1336"/>
                <a:gd name="T28" fmla="*/ 1488 w 1872"/>
                <a:gd name="T29" fmla="*/ 1248 h 1336"/>
                <a:gd name="T30" fmla="*/ 1632 w 1872"/>
                <a:gd name="T31" fmla="*/ 720 h 1336"/>
                <a:gd name="T32" fmla="*/ 1872 w 1872"/>
                <a:gd name="T33" fmla="*/ 0 h 13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72"/>
                <a:gd name="T52" fmla="*/ 0 h 1336"/>
                <a:gd name="T53" fmla="*/ 1872 w 1872"/>
                <a:gd name="T54" fmla="*/ 1336 h 13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72" h="1336">
                  <a:moveTo>
                    <a:pt x="0" y="144"/>
                  </a:moveTo>
                  <a:cubicBezTo>
                    <a:pt x="84" y="512"/>
                    <a:pt x="168" y="880"/>
                    <a:pt x="240" y="1056"/>
                  </a:cubicBezTo>
                  <a:cubicBezTo>
                    <a:pt x="312" y="1232"/>
                    <a:pt x="392" y="1224"/>
                    <a:pt x="432" y="1200"/>
                  </a:cubicBezTo>
                  <a:cubicBezTo>
                    <a:pt x="472" y="1176"/>
                    <a:pt x="456" y="1032"/>
                    <a:pt x="480" y="912"/>
                  </a:cubicBezTo>
                  <a:cubicBezTo>
                    <a:pt x="504" y="792"/>
                    <a:pt x="544" y="576"/>
                    <a:pt x="576" y="480"/>
                  </a:cubicBezTo>
                  <a:cubicBezTo>
                    <a:pt x="608" y="384"/>
                    <a:pt x="640" y="336"/>
                    <a:pt x="672" y="336"/>
                  </a:cubicBezTo>
                  <a:cubicBezTo>
                    <a:pt x="704" y="336"/>
                    <a:pt x="744" y="384"/>
                    <a:pt x="768" y="480"/>
                  </a:cubicBezTo>
                  <a:cubicBezTo>
                    <a:pt x="792" y="576"/>
                    <a:pt x="784" y="848"/>
                    <a:pt x="816" y="912"/>
                  </a:cubicBezTo>
                  <a:cubicBezTo>
                    <a:pt x="848" y="976"/>
                    <a:pt x="928" y="920"/>
                    <a:pt x="960" y="864"/>
                  </a:cubicBezTo>
                  <a:cubicBezTo>
                    <a:pt x="992" y="808"/>
                    <a:pt x="976" y="664"/>
                    <a:pt x="1008" y="576"/>
                  </a:cubicBezTo>
                  <a:cubicBezTo>
                    <a:pt x="1040" y="488"/>
                    <a:pt x="1112" y="360"/>
                    <a:pt x="1152" y="336"/>
                  </a:cubicBezTo>
                  <a:cubicBezTo>
                    <a:pt x="1192" y="312"/>
                    <a:pt x="1232" y="328"/>
                    <a:pt x="1248" y="432"/>
                  </a:cubicBezTo>
                  <a:cubicBezTo>
                    <a:pt x="1264" y="536"/>
                    <a:pt x="1232" y="824"/>
                    <a:pt x="1248" y="960"/>
                  </a:cubicBezTo>
                  <a:cubicBezTo>
                    <a:pt x="1264" y="1096"/>
                    <a:pt x="1304" y="1200"/>
                    <a:pt x="1344" y="1248"/>
                  </a:cubicBezTo>
                  <a:cubicBezTo>
                    <a:pt x="1384" y="1296"/>
                    <a:pt x="1440" y="1336"/>
                    <a:pt x="1488" y="1248"/>
                  </a:cubicBezTo>
                  <a:cubicBezTo>
                    <a:pt x="1536" y="1160"/>
                    <a:pt x="1568" y="928"/>
                    <a:pt x="1632" y="720"/>
                  </a:cubicBezTo>
                  <a:cubicBezTo>
                    <a:pt x="1696" y="512"/>
                    <a:pt x="1832" y="120"/>
                    <a:pt x="1872"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233" name="Text Box 15"/>
          <p:cNvSpPr txBox="1">
            <a:spLocks noChangeArrowheads="1"/>
          </p:cNvSpPr>
          <p:nvPr/>
        </p:nvSpPr>
        <p:spPr bwMode="auto">
          <a:xfrm>
            <a:off x="1219200" y="5029200"/>
            <a:ext cx="8305800"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20000"/>
              </a:spcBef>
              <a:buFont typeface="Wingdings 2" pitchFamily="18" charset="2"/>
              <a:buChar char="ö"/>
            </a:pPr>
            <a:r>
              <a:rPr kumimoji="1" lang="zh-CN" altLang="en-US" sz="3200" i="0">
                <a:solidFill>
                  <a:srgbClr val="FF3300"/>
                </a:solidFill>
                <a:latin typeface="楷体_GB2312" pitchFamily="49" charset="-122"/>
                <a:ea typeface="楷体_GB2312" pitchFamily="49" charset="-122"/>
              </a:rPr>
              <a:t>结论:</a:t>
            </a:r>
          </a:p>
          <a:p>
            <a:pPr lvl="1" algn="l" eaLnBrk="1" hangingPunct="1">
              <a:spcBef>
                <a:spcPct val="20000"/>
              </a:spcBef>
              <a:buFont typeface="Wingdings 2" pitchFamily="18" charset="2"/>
              <a:buChar char="ö"/>
            </a:pPr>
            <a:r>
              <a:rPr kumimoji="1" lang="zh-CN" altLang="en-US" sz="3200" i="0">
                <a:latin typeface="Times New Roman" pitchFamily="18" charset="0"/>
                <a:ea typeface="楷体_GB2312" pitchFamily="49" charset="-122"/>
              </a:rPr>
              <a:t>振幅两头大中间小</a:t>
            </a:r>
          </a:p>
          <a:p>
            <a:pPr lvl="1" algn="l" eaLnBrk="1" hangingPunct="1">
              <a:spcBef>
                <a:spcPct val="20000"/>
              </a:spcBef>
              <a:buFont typeface="Wingdings 2" pitchFamily="18" charset="2"/>
              <a:buChar char="ö"/>
            </a:pPr>
            <a:r>
              <a:rPr kumimoji="1" lang="zh-CN" altLang="en-US" sz="3200" i="0">
                <a:latin typeface="Times New Roman" pitchFamily="18" charset="0"/>
                <a:ea typeface="楷体_GB2312" pitchFamily="49" charset="-122"/>
              </a:rPr>
              <a:t>当外插时，其幅值较大，应当尽量避免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0307"/>
                                        </p:tgtEl>
                                        <p:attrNameLst>
                                          <p:attrName>style.visibility</p:attrName>
                                        </p:attrNameLst>
                                      </p:cBhvr>
                                      <p:to>
                                        <p:strVal val="visible"/>
                                      </p:to>
                                    </p:set>
                                    <p:animEffect transition="in" filter="dissolve">
                                      <p:cBhvr>
                                        <p:cTn id="7" dur="500"/>
                                        <p:tgtEl>
                                          <p:spTgt spid="6103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10308"/>
                                        </p:tgtEl>
                                        <p:attrNameLst>
                                          <p:attrName>style.visibility</p:attrName>
                                        </p:attrNameLst>
                                      </p:cBhvr>
                                      <p:to>
                                        <p:strVal val="visible"/>
                                      </p:to>
                                    </p:set>
                                    <p:animEffect transition="in" filter="dissolve">
                                      <p:cBhvr>
                                        <p:cTn id="12" dur="500"/>
                                        <p:tgtEl>
                                          <p:spTgt spid="6103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0-#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52233"/>
                                        </p:tgtEl>
                                        <p:attrNameLst>
                                          <p:attrName>style.visibility</p:attrName>
                                        </p:attrNameLst>
                                      </p:cBhvr>
                                      <p:to>
                                        <p:strVal val="visible"/>
                                      </p:to>
                                    </p:set>
                                    <p:animEffect transition="in" filter="wipe(up)">
                                      <p:cBhvr>
                                        <p:cTn id="29" dur="500"/>
                                        <p:tgtEl>
                                          <p:spTgt spid="52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F0B719C-A970-4AD7-9AE7-F7F295954232}" type="slidenum">
              <a:rPr lang="zh-CN" altLang="en-US" b="0" i="0" smtClean="0"/>
              <a:pPr/>
              <a:t>33</a:t>
            </a:fld>
            <a:endParaRPr lang="en-US" altLang="zh-CN" b="0" i="0" smtClean="0"/>
          </a:p>
        </p:txBody>
      </p:sp>
      <p:sp>
        <p:nvSpPr>
          <p:cNvPr id="522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E889DA2-B368-4F48-B8EA-E14D2F30DE8D}" type="datetime1">
              <a:rPr lang="zh-CN" altLang="en-US" sz="1800" i="0" smtClean="0"/>
              <a:pPr/>
              <a:t>2024/10/20</a:t>
            </a:fld>
            <a:endParaRPr lang="en-US" altLang="zh-CN" sz="1800" i="0" smtClean="0"/>
          </a:p>
        </p:txBody>
      </p:sp>
      <p:sp>
        <p:nvSpPr>
          <p:cNvPr id="611330" name="Rectangle 2"/>
          <p:cNvSpPr>
            <a:spLocks noGrp="1" noChangeArrowheads="1"/>
          </p:cNvSpPr>
          <p:nvPr>
            <p:ph type="title"/>
          </p:nvPr>
        </p:nvSpPr>
        <p:spPr>
          <a:xfrm>
            <a:off x="650875" y="255588"/>
            <a:ext cx="8820150" cy="658812"/>
          </a:xfrm>
        </p:spPr>
        <p:txBody>
          <a:bodyPr/>
          <a:lstStyle/>
          <a:p>
            <a:pPr>
              <a:defRPr/>
            </a:pPr>
            <a:r>
              <a:rPr lang="zh-CN" altLang="en-US" sz="4800" smtClean="0"/>
              <a:t>§1.3.2  余式的估计</a:t>
            </a:r>
          </a:p>
        </p:txBody>
      </p:sp>
      <p:sp>
        <p:nvSpPr>
          <p:cNvPr id="52229" name="Rectangle 3"/>
          <p:cNvSpPr>
            <a:spLocks noGrp="1" noChangeArrowheads="1"/>
          </p:cNvSpPr>
          <p:nvPr>
            <p:ph type="body" idx="1"/>
          </p:nvPr>
        </p:nvSpPr>
        <p:spPr>
          <a:xfrm>
            <a:off x="650875" y="1143000"/>
            <a:ext cx="8820150" cy="387798"/>
          </a:xfrm>
        </p:spPr>
        <p:txBody>
          <a:bodyPr/>
          <a:lstStyle/>
          <a:p>
            <a:r>
              <a:rPr lang="zh-CN" altLang="en-US" dirty="0" smtClean="0"/>
              <a:t>事后估计误差的方法</a:t>
            </a:r>
          </a:p>
        </p:txBody>
      </p:sp>
      <p:graphicFrame>
        <p:nvGraphicFramePr>
          <p:cNvPr id="27" name="Object 8"/>
          <p:cNvGraphicFramePr>
            <a:graphicFrameLocks noChangeAspect="1"/>
          </p:cNvGraphicFramePr>
          <p:nvPr>
            <p:extLst>
              <p:ext uri="{D42A27DB-BD31-4B8C-83A1-F6EECF244321}">
                <p14:modId xmlns:p14="http://schemas.microsoft.com/office/powerpoint/2010/main" val="1572528442"/>
              </p:ext>
            </p:extLst>
          </p:nvPr>
        </p:nvGraphicFramePr>
        <p:xfrm>
          <a:off x="3601243" y="1855421"/>
          <a:ext cx="2592388" cy="514350"/>
        </p:xfrm>
        <a:graphic>
          <a:graphicData uri="http://schemas.openxmlformats.org/presentationml/2006/ole">
            <mc:AlternateContent xmlns:mc="http://schemas.openxmlformats.org/markup-compatibility/2006">
              <mc:Choice xmlns:v="urn:schemas-microsoft-com:vml" Requires="v">
                <p:oleObj spid="_x0000_s52294" name="Equation" r:id="rId4" imgW="1155700" imgH="228600" progId="Equation.DSMT4">
                  <p:embed/>
                </p:oleObj>
              </mc:Choice>
              <mc:Fallback>
                <p:oleObj name="Equation" r:id="rId4" imgW="11557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1243" y="1855421"/>
                        <a:ext cx="2592388"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Rectangle 9"/>
          <p:cNvSpPr>
            <a:spLocks noChangeArrowheads="1"/>
          </p:cNvSpPr>
          <p:nvPr/>
        </p:nvSpPr>
        <p:spPr bwMode="auto">
          <a:xfrm>
            <a:off x="1335355" y="1853189"/>
            <a:ext cx="20457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0" lang="zh-CN" altLang="en-US" sz="2400" i="0" dirty="0">
                <a:solidFill>
                  <a:schemeClr val="tx1"/>
                </a:solidFill>
                <a:cs typeface="Times New Roman" pitchFamily="18" charset="0"/>
              </a:rPr>
              <a:t>取</a:t>
            </a:r>
            <a:r>
              <a:rPr kumimoji="0" lang="en-US" altLang="zh-CN" sz="2400" i="0" dirty="0">
                <a:solidFill>
                  <a:schemeClr val="tx1"/>
                </a:solidFill>
                <a:cs typeface="Times New Roman" pitchFamily="18" charset="0"/>
              </a:rPr>
              <a:t>n +2</a:t>
            </a:r>
            <a:r>
              <a:rPr kumimoji="0" lang="zh-CN" altLang="en-US" sz="2400" i="0" dirty="0">
                <a:solidFill>
                  <a:schemeClr val="tx1"/>
                </a:solidFill>
                <a:cs typeface="Times New Roman" pitchFamily="18" charset="0"/>
              </a:rPr>
              <a:t>个节点</a:t>
            </a:r>
          </a:p>
        </p:txBody>
      </p:sp>
      <p:sp>
        <p:nvSpPr>
          <p:cNvPr id="29" name="Rectangle 10"/>
          <p:cNvSpPr>
            <a:spLocks noChangeArrowheads="1"/>
          </p:cNvSpPr>
          <p:nvPr/>
        </p:nvSpPr>
        <p:spPr bwMode="auto">
          <a:xfrm>
            <a:off x="1080293" y="2576146"/>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kumimoji="0" lang="zh-CN" altLang="en-US" sz="2400" i="0" dirty="0">
                <a:solidFill>
                  <a:schemeClr val="tx1"/>
                </a:solidFill>
                <a:cs typeface="Times New Roman" pitchFamily="18" charset="0"/>
              </a:rPr>
              <a:t>分别用前</a:t>
            </a:r>
            <a:r>
              <a:rPr kumimoji="0" lang="en-US" altLang="zh-CN" sz="2400" i="0" dirty="0">
                <a:solidFill>
                  <a:schemeClr val="tx1"/>
                </a:solidFill>
                <a:cs typeface="Times New Roman" pitchFamily="18" charset="0"/>
              </a:rPr>
              <a:t>n +1</a:t>
            </a:r>
            <a:r>
              <a:rPr kumimoji="0" lang="zh-CN" altLang="en-US" sz="2400" i="0" dirty="0">
                <a:solidFill>
                  <a:schemeClr val="tx1"/>
                </a:solidFill>
                <a:cs typeface="Times New Roman" pitchFamily="18" charset="0"/>
              </a:rPr>
              <a:t>个节点和后</a:t>
            </a:r>
            <a:r>
              <a:rPr kumimoji="0" lang="en-US" altLang="zh-CN" sz="2400" i="0" dirty="0">
                <a:solidFill>
                  <a:schemeClr val="tx1"/>
                </a:solidFill>
                <a:cs typeface="Times New Roman" pitchFamily="18" charset="0"/>
              </a:rPr>
              <a:t>n +1</a:t>
            </a:r>
            <a:r>
              <a:rPr kumimoji="0" lang="zh-CN" altLang="en-US" sz="2400" i="0" dirty="0">
                <a:solidFill>
                  <a:schemeClr val="tx1"/>
                </a:solidFill>
                <a:cs typeface="Times New Roman" pitchFamily="18" charset="0"/>
              </a:rPr>
              <a:t>个节点</a:t>
            </a:r>
          </a:p>
        </p:txBody>
      </p:sp>
      <p:sp>
        <p:nvSpPr>
          <p:cNvPr id="34" name="Rectangle 16"/>
          <p:cNvSpPr>
            <a:spLocks noChangeArrowheads="1"/>
          </p:cNvSpPr>
          <p:nvPr/>
        </p:nvSpPr>
        <p:spPr bwMode="auto">
          <a:xfrm>
            <a:off x="462506" y="3243615"/>
            <a:ext cx="7154790" cy="84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649288" lvl="1" indent="-261938" algn="l" defTabSz="814388">
              <a:lnSpc>
                <a:spcPct val="90000"/>
              </a:lnSpc>
              <a:spcBef>
                <a:spcPct val="35000"/>
              </a:spcBef>
              <a:buClr>
                <a:srgbClr val="27305F"/>
              </a:buClr>
              <a:buFontTx/>
              <a:buChar char="–"/>
            </a:pPr>
            <a:r>
              <a:rPr kumimoji="0" lang="zh-CN" altLang="en-US" sz="2400" i="0" dirty="0" smtClean="0">
                <a:solidFill>
                  <a:schemeClr val="tx1"/>
                </a:solidFill>
                <a:cs typeface="Times New Roman" pitchFamily="18" charset="0"/>
              </a:rPr>
              <a:t>分别构造</a:t>
            </a:r>
            <a:r>
              <a:rPr kumimoji="0" lang="en-US" altLang="zh-CN" sz="2400" i="0" dirty="0" smtClean="0">
                <a:solidFill>
                  <a:schemeClr val="tx1"/>
                </a:solidFill>
                <a:cs typeface="Times New Roman" pitchFamily="18" charset="0"/>
              </a:rPr>
              <a:t>n</a:t>
            </a:r>
            <a:r>
              <a:rPr kumimoji="0" lang="zh-CN" altLang="en-US" sz="2400" i="0" dirty="0" smtClean="0">
                <a:solidFill>
                  <a:schemeClr val="tx1"/>
                </a:solidFill>
                <a:cs typeface="Times New Roman" pitchFamily="18" charset="0"/>
              </a:rPr>
              <a:t>次插值多项式</a:t>
            </a:r>
            <a:r>
              <a:rPr lang="en-US" altLang="zh-CN" sz="2800" i="0" kern="0" dirty="0" err="1">
                <a:solidFill>
                  <a:srgbClr val="000000"/>
                </a:solidFill>
                <a:latin typeface="Times New Roman"/>
                <a:ea typeface="黑体"/>
              </a:rPr>
              <a:t>P</a:t>
            </a:r>
            <a:r>
              <a:rPr lang="en-US" altLang="zh-CN" sz="2800" i="0" kern="0" baseline="-25000" dirty="0" err="1">
                <a:solidFill>
                  <a:srgbClr val="000000"/>
                </a:solidFill>
                <a:latin typeface="Times New Roman"/>
                <a:ea typeface="黑体"/>
              </a:rPr>
              <a:t>n</a:t>
            </a:r>
            <a:r>
              <a:rPr lang="en-US" altLang="zh-CN" sz="2800" i="0" kern="0" baseline="-25000" dirty="0">
                <a:solidFill>
                  <a:srgbClr val="000000"/>
                </a:solidFill>
                <a:latin typeface="Times New Roman"/>
                <a:ea typeface="黑体"/>
              </a:rPr>
              <a:t> </a:t>
            </a:r>
            <a:r>
              <a:rPr lang="en-US" altLang="zh-CN" sz="2800" i="0" kern="0" dirty="0">
                <a:solidFill>
                  <a:srgbClr val="000000"/>
                </a:solidFill>
                <a:latin typeface="Times New Roman"/>
                <a:ea typeface="黑体"/>
              </a:rPr>
              <a:t>(</a:t>
            </a:r>
            <a:r>
              <a:rPr lang="en-US" altLang="zh-CN" sz="2800" kern="0" dirty="0">
                <a:solidFill>
                  <a:srgbClr val="000000"/>
                </a:solidFill>
                <a:latin typeface="Times New Roman"/>
                <a:ea typeface="黑体"/>
              </a:rPr>
              <a:t>x</a:t>
            </a:r>
            <a:r>
              <a:rPr lang="en-US" altLang="zh-CN" sz="2800" i="0" kern="0" dirty="0" smtClean="0">
                <a:solidFill>
                  <a:srgbClr val="000000"/>
                </a:solidFill>
                <a:latin typeface="Times New Roman"/>
                <a:ea typeface="黑体"/>
              </a:rPr>
              <a:t>)</a:t>
            </a:r>
            <a:r>
              <a:rPr lang="zh-CN" altLang="en-US" sz="2800" i="0" kern="0" dirty="0" smtClean="0">
                <a:solidFill>
                  <a:srgbClr val="000000"/>
                </a:solidFill>
                <a:latin typeface="Times New Roman"/>
                <a:ea typeface="黑体"/>
              </a:rPr>
              <a:t>和</a:t>
            </a:r>
            <a:r>
              <a:rPr lang="en-US" altLang="zh-CN" sz="2800" i="0" dirty="0" err="1">
                <a:latin typeface="Times New Roman" pitchFamily="18" charset="0"/>
              </a:rPr>
              <a:t>P</a:t>
            </a:r>
            <a:r>
              <a:rPr lang="en-US" altLang="zh-CN" sz="2800" i="0" baseline="-25000" dirty="0" err="1">
                <a:latin typeface="Times New Roman" pitchFamily="18" charset="0"/>
              </a:rPr>
              <a:t>n</a:t>
            </a:r>
            <a:r>
              <a:rPr lang="en-US" altLang="zh-CN" sz="2800" i="0" baseline="-25000" dirty="0">
                <a:latin typeface="Times New Roman" pitchFamily="18" charset="0"/>
              </a:rPr>
              <a:t> </a:t>
            </a:r>
            <a:r>
              <a:rPr lang="en-US" altLang="zh-CN" sz="2800" i="0" baseline="30000" dirty="0">
                <a:latin typeface="Times New Roman" pitchFamily="18" charset="0"/>
              </a:rPr>
              <a:t>(1)</a:t>
            </a:r>
            <a:r>
              <a:rPr lang="en-US" altLang="zh-CN" sz="2800" i="0" dirty="0" smtClean="0">
                <a:latin typeface="Times New Roman" pitchFamily="18" charset="0"/>
              </a:rPr>
              <a:t>(</a:t>
            </a:r>
            <a:r>
              <a:rPr lang="en-US" altLang="zh-CN" sz="2800" dirty="0">
                <a:latin typeface="Times New Roman" pitchFamily="18" charset="0"/>
              </a:rPr>
              <a:t>x</a:t>
            </a:r>
            <a:r>
              <a:rPr lang="en-US" altLang="zh-CN" sz="2800" i="0" dirty="0">
                <a:latin typeface="Times New Roman" pitchFamily="18" charset="0"/>
              </a:rPr>
              <a:t>)</a:t>
            </a:r>
            <a:r>
              <a:rPr lang="en-US" altLang="zh-CN" sz="2800" i="0" kern="0" dirty="0" smtClean="0">
                <a:solidFill>
                  <a:srgbClr val="000000"/>
                </a:solidFill>
                <a:latin typeface="Times New Roman"/>
                <a:ea typeface="黑体"/>
              </a:rPr>
              <a:t>       </a:t>
            </a:r>
            <a:endParaRPr lang="zh-CN" altLang="en-US" sz="2800" i="0" kern="0" dirty="0">
              <a:solidFill>
                <a:srgbClr val="000000"/>
              </a:solidFill>
              <a:latin typeface="Times New Roman"/>
              <a:ea typeface="黑体"/>
            </a:endParaRPr>
          </a:p>
          <a:p>
            <a:pPr algn="ctr"/>
            <a:endParaRPr kumimoji="0" lang="zh-CN" altLang="en-US" sz="2400" i="0" dirty="0">
              <a:solidFill>
                <a:schemeClr val="tx1"/>
              </a:solidFill>
              <a:cs typeface="Times New Roman" pitchFamily="18" charset="0"/>
            </a:endParaRPr>
          </a:p>
        </p:txBody>
      </p:sp>
      <p:pic>
        <p:nvPicPr>
          <p:cNvPr id="52274" name="Picture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0632" y="3933056"/>
            <a:ext cx="6076950"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linds(horizontal)">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linds(horizont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blinds(horizontal)">
                                      <p:cBhvr>
                                        <p:cTn id="2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F0B719C-A970-4AD7-9AE7-F7F295954232}" type="slidenum">
              <a:rPr lang="zh-CN" altLang="en-US" b="0" i="0" smtClean="0"/>
              <a:pPr/>
              <a:t>34</a:t>
            </a:fld>
            <a:endParaRPr lang="en-US" altLang="zh-CN" b="0" i="0" smtClean="0"/>
          </a:p>
        </p:txBody>
      </p:sp>
      <p:sp>
        <p:nvSpPr>
          <p:cNvPr id="522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E889DA2-B368-4F48-B8EA-E14D2F30DE8D}" type="datetime1">
              <a:rPr lang="zh-CN" altLang="en-US" sz="1800" i="0" smtClean="0"/>
              <a:pPr/>
              <a:t>2024/10/20</a:t>
            </a:fld>
            <a:endParaRPr lang="en-US" altLang="zh-CN" sz="1800" i="0" smtClean="0"/>
          </a:p>
        </p:txBody>
      </p:sp>
      <p:sp>
        <p:nvSpPr>
          <p:cNvPr id="611330" name="Rectangle 2"/>
          <p:cNvSpPr>
            <a:spLocks noGrp="1" noChangeArrowheads="1"/>
          </p:cNvSpPr>
          <p:nvPr>
            <p:ph type="title"/>
          </p:nvPr>
        </p:nvSpPr>
        <p:spPr>
          <a:xfrm>
            <a:off x="650875" y="255588"/>
            <a:ext cx="8820150" cy="658812"/>
          </a:xfrm>
        </p:spPr>
        <p:txBody>
          <a:bodyPr/>
          <a:lstStyle/>
          <a:p>
            <a:pPr>
              <a:defRPr/>
            </a:pPr>
            <a:r>
              <a:rPr lang="zh-CN" altLang="en-US" sz="4800" dirty="0"/>
              <a:t>事后估计误差的方法</a:t>
            </a:r>
            <a:endParaRPr lang="zh-CN" altLang="en-US" sz="4800" dirty="0" smtClean="0"/>
          </a:p>
        </p:txBody>
      </p:sp>
      <p:sp>
        <p:nvSpPr>
          <p:cNvPr id="52229" name="Rectangle 3"/>
          <p:cNvSpPr>
            <a:spLocks noGrp="1" noChangeArrowheads="1"/>
          </p:cNvSpPr>
          <p:nvPr>
            <p:ph type="body" idx="1"/>
          </p:nvPr>
        </p:nvSpPr>
        <p:spPr>
          <a:xfrm>
            <a:off x="650875" y="1143000"/>
            <a:ext cx="8820150" cy="917575"/>
          </a:xfrm>
        </p:spPr>
        <p:txBody>
          <a:bodyPr/>
          <a:lstStyle/>
          <a:p>
            <a:r>
              <a:rPr lang="zh-CN" altLang="en-US" dirty="0"/>
              <a:t>插值余项可</a:t>
            </a:r>
            <a:r>
              <a:rPr lang="zh-CN" altLang="en-US" dirty="0" smtClean="0"/>
              <a:t>表示成</a:t>
            </a:r>
          </a:p>
          <a:p>
            <a:pPr lvl="1"/>
            <a:r>
              <a:rPr lang="en-US" altLang="zh-CN" dirty="0" err="1" smtClean="0"/>
              <a:t>P</a:t>
            </a:r>
            <a:r>
              <a:rPr lang="en-US" altLang="zh-CN" baseline="-25000" dirty="0" err="1" smtClean="0"/>
              <a:t>n</a:t>
            </a:r>
            <a:r>
              <a:rPr lang="en-US" altLang="zh-CN" baseline="-25000" dirty="0" smtClean="0"/>
              <a:t> </a:t>
            </a:r>
            <a:r>
              <a:rPr lang="en-US" altLang="zh-CN" dirty="0" smtClean="0"/>
              <a:t>(</a:t>
            </a:r>
            <a:r>
              <a:rPr lang="en-US" altLang="zh-CN" i="1" dirty="0" smtClean="0"/>
              <a:t>x</a:t>
            </a:r>
            <a:r>
              <a:rPr lang="en-US" altLang="zh-CN" dirty="0" smtClean="0"/>
              <a:t>)       </a:t>
            </a:r>
            <a:endParaRPr lang="zh-CN" altLang="en-US" dirty="0" smtClean="0"/>
          </a:p>
        </p:txBody>
      </p:sp>
      <p:sp>
        <p:nvSpPr>
          <p:cNvPr id="611332" name="Rectangle 4"/>
          <p:cNvSpPr>
            <a:spLocks noChangeArrowheads="1"/>
          </p:cNvSpPr>
          <p:nvPr/>
        </p:nvSpPr>
        <p:spPr bwMode="auto">
          <a:xfrm>
            <a:off x="2570163" y="1600200"/>
            <a:ext cx="3768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dirty="0">
                <a:latin typeface="Times New Roman" pitchFamily="18" charset="0"/>
                <a:ea typeface="黑体" pitchFamily="49" charset="-122"/>
              </a:rPr>
              <a:t>插值节点为  </a:t>
            </a:r>
            <a:r>
              <a:rPr lang="en-US" altLang="zh-CN" sz="2800" dirty="0">
                <a:latin typeface="Times New Roman" pitchFamily="18" charset="0"/>
                <a:ea typeface="黑体" pitchFamily="49" charset="-122"/>
              </a:rPr>
              <a:t>x</a:t>
            </a:r>
            <a:r>
              <a:rPr lang="en-US" altLang="zh-CN" sz="2800" i="0" baseline="-25000" dirty="0">
                <a:latin typeface="Times New Roman" pitchFamily="18" charset="0"/>
                <a:ea typeface="黑体" pitchFamily="49" charset="-122"/>
              </a:rPr>
              <a:t>0</a:t>
            </a:r>
            <a:r>
              <a:rPr lang="en-US" altLang="zh-CN" sz="2800" i="0" dirty="0">
                <a:latin typeface="Times New Roman" pitchFamily="18" charset="0"/>
                <a:ea typeface="黑体" pitchFamily="49" charset="-122"/>
              </a:rPr>
              <a:t>, </a:t>
            </a:r>
            <a:r>
              <a:rPr lang="en-US" altLang="zh-CN" sz="2800" dirty="0">
                <a:latin typeface="Times New Roman" pitchFamily="18" charset="0"/>
                <a:ea typeface="黑体" pitchFamily="49" charset="-122"/>
              </a:rPr>
              <a:t>x</a:t>
            </a:r>
            <a:r>
              <a:rPr lang="en-US" altLang="zh-CN" sz="2800" i="0" baseline="-25000" dirty="0">
                <a:latin typeface="Times New Roman" pitchFamily="18" charset="0"/>
                <a:ea typeface="黑体" pitchFamily="49" charset="-122"/>
              </a:rPr>
              <a:t>1</a:t>
            </a:r>
            <a:r>
              <a:rPr lang="en-US" altLang="zh-CN" sz="2800" i="0" dirty="0">
                <a:latin typeface="Times New Roman" pitchFamily="18" charset="0"/>
                <a:ea typeface="黑体" pitchFamily="49" charset="-122"/>
              </a:rPr>
              <a:t>,… </a:t>
            </a:r>
            <a:r>
              <a:rPr lang="en-US" altLang="zh-CN" sz="2800" dirty="0" err="1">
                <a:latin typeface="Times New Roman" pitchFamily="18" charset="0"/>
                <a:ea typeface="黑体" pitchFamily="49" charset="-122"/>
              </a:rPr>
              <a:t>x</a:t>
            </a:r>
            <a:r>
              <a:rPr lang="en-US" altLang="zh-CN" sz="2800" i="0" baseline="-25000" dirty="0" err="1">
                <a:latin typeface="Times New Roman" pitchFamily="18" charset="0"/>
                <a:ea typeface="黑体" pitchFamily="49" charset="-122"/>
              </a:rPr>
              <a:t>n</a:t>
            </a:r>
            <a:endParaRPr lang="zh-CN" altLang="en-US" sz="2800" i="0" baseline="-25000" dirty="0">
              <a:latin typeface="Times New Roman" pitchFamily="18" charset="0"/>
              <a:ea typeface="黑体" pitchFamily="49" charset="-122"/>
            </a:endParaRPr>
          </a:p>
        </p:txBody>
      </p:sp>
      <p:sp>
        <p:nvSpPr>
          <p:cNvPr id="611333" name="Rectangle 5"/>
          <p:cNvSpPr>
            <a:spLocks noChangeArrowheads="1"/>
          </p:cNvSpPr>
          <p:nvPr/>
        </p:nvSpPr>
        <p:spPr bwMode="auto">
          <a:xfrm>
            <a:off x="457200" y="2971800"/>
            <a:ext cx="2641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lvl="1">
              <a:lnSpc>
                <a:spcPct val="90000"/>
              </a:lnSpc>
              <a:spcBef>
                <a:spcPct val="35000"/>
              </a:spcBef>
              <a:buClr>
                <a:srgbClr val="27305F"/>
              </a:buClr>
              <a:buFontTx/>
              <a:buChar char="–"/>
            </a:pPr>
            <a:r>
              <a:rPr lang="en-US" altLang="zh-CN" sz="2800" i="0" dirty="0">
                <a:latin typeface="Times New Roman" pitchFamily="18" charset="0"/>
              </a:rPr>
              <a:t> </a:t>
            </a:r>
            <a:r>
              <a:rPr lang="en-US" altLang="zh-CN" sz="2800" i="0" dirty="0" err="1">
                <a:latin typeface="Times New Roman" pitchFamily="18" charset="0"/>
              </a:rPr>
              <a:t>P</a:t>
            </a:r>
            <a:r>
              <a:rPr lang="en-US" altLang="zh-CN" sz="2800" i="0" baseline="-25000" dirty="0" err="1">
                <a:latin typeface="Times New Roman" pitchFamily="18" charset="0"/>
              </a:rPr>
              <a:t>n</a:t>
            </a:r>
            <a:r>
              <a:rPr lang="en-US" altLang="zh-CN" sz="2800" i="0" baseline="-25000" dirty="0">
                <a:latin typeface="Times New Roman" pitchFamily="18" charset="0"/>
              </a:rPr>
              <a:t> </a:t>
            </a:r>
            <a:r>
              <a:rPr lang="en-US" altLang="zh-CN" sz="2800" i="0" baseline="30000" dirty="0">
                <a:latin typeface="Times New Roman" pitchFamily="18" charset="0"/>
              </a:rPr>
              <a:t>(1)</a:t>
            </a:r>
            <a:r>
              <a:rPr lang="en-US" altLang="zh-CN" sz="2800" i="0" dirty="0">
                <a:latin typeface="Times New Roman" pitchFamily="18" charset="0"/>
              </a:rPr>
              <a:t>(</a:t>
            </a:r>
            <a:r>
              <a:rPr lang="en-US" altLang="zh-CN" sz="2800" dirty="0">
                <a:latin typeface="Times New Roman" pitchFamily="18" charset="0"/>
              </a:rPr>
              <a:t>x</a:t>
            </a:r>
            <a:r>
              <a:rPr lang="en-US" altLang="zh-CN" sz="2800" i="0" dirty="0">
                <a:latin typeface="Times New Roman" pitchFamily="18" charset="0"/>
              </a:rPr>
              <a:t>)       </a:t>
            </a:r>
            <a:endParaRPr lang="zh-CN" altLang="en-US" sz="2800" i="0" dirty="0">
              <a:latin typeface="Times New Roman" pitchFamily="18" charset="0"/>
            </a:endParaRPr>
          </a:p>
        </p:txBody>
      </p:sp>
      <p:sp>
        <p:nvSpPr>
          <p:cNvPr id="611334" name="Rectangle 6"/>
          <p:cNvSpPr>
            <a:spLocks noChangeArrowheads="1"/>
          </p:cNvSpPr>
          <p:nvPr/>
        </p:nvSpPr>
        <p:spPr bwMode="auto">
          <a:xfrm>
            <a:off x="2543175" y="2971800"/>
            <a:ext cx="4073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ea typeface="黑体" pitchFamily="49" charset="-122"/>
              </a:rPr>
              <a:t>插值节点为  </a:t>
            </a:r>
            <a:r>
              <a:rPr lang="en-US" altLang="zh-CN" sz="2800">
                <a:latin typeface="Times New Roman" pitchFamily="18" charset="0"/>
                <a:ea typeface="黑体" pitchFamily="49" charset="-122"/>
              </a:rPr>
              <a:t>x</a:t>
            </a:r>
            <a:r>
              <a:rPr lang="en-US" altLang="zh-CN" sz="2800" i="0" baseline="-25000">
                <a:latin typeface="Times New Roman" pitchFamily="18" charset="0"/>
                <a:ea typeface="黑体" pitchFamily="49" charset="-122"/>
              </a:rPr>
              <a:t>1</a:t>
            </a:r>
            <a:r>
              <a:rPr lang="en-US" altLang="zh-CN" sz="2800" i="0">
                <a:latin typeface="Times New Roman" pitchFamily="18" charset="0"/>
                <a:ea typeface="黑体" pitchFamily="49" charset="-122"/>
              </a:rPr>
              <a:t>,… </a:t>
            </a:r>
            <a:r>
              <a:rPr lang="en-US" altLang="zh-CN" sz="2800">
                <a:latin typeface="Times New Roman" pitchFamily="18" charset="0"/>
                <a:ea typeface="黑体" pitchFamily="49" charset="-122"/>
              </a:rPr>
              <a:t>x</a:t>
            </a:r>
            <a:r>
              <a:rPr lang="en-US" altLang="zh-CN" sz="2800" i="0" baseline="-25000">
                <a:latin typeface="Times New Roman" pitchFamily="18" charset="0"/>
                <a:ea typeface="黑体" pitchFamily="49" charset="-122"/>
              </a:rPr>
              <a:t>n </a:t>
            </a:r>
            <a:r>
              <a:rPr lang="en-US" altLang="zh-CN" sz="2800" i="0">
                <a:latin typeface="Times New Roman" pitchFamily="18" charset="0"/>
                <a:ea typeface="黑体" pitchFamily="49" charset="-122"/>
              </a:rPr>
              <a:t>,</a:t>
            </a:r>
            <a:r>
              <a:rPr lang="en-US" altLang="zh-CN" sz="2800" i="0" baseline="-25000">
                <a:latin typeface="Times New Roman" pitchFamily="18" charset="0"/>
                <a:ea typeface="黑体" pitchFamily="49" charset="-122"/>
              </a:rPr>
              <a:t> </a:t>
            </a:r>
            <a:r>
              <a:rPr lang="en-US" altLang="zh-CN" sz="2800">
                <a:latin typeface="Times New Roman" pitchFamily="18" charset="0"/>
                <a:ea typeface="黑体" pitchFamily="49" charset="-122"/>
              </a:rPr>
              <a:t>x</a:t>
            </a:r>
            <a:r>
              <a:rPr lang="en-US" altLang="zh-CN" sz="2800" i="0" baseline="-25000">
                <a:latin typeface="Times New Roman" pitchFamily="18" charset="0"/>
                <a:ea typeface="黑体" pitchFamily="49" charset="-122"/>
              </a:rPr>
              <a:t>n+1</a:t>
            </a:r>
            <a:endParaRPr lang="zh-CN" altLang="en-US" sz="2800" i="0" baseline="-25000">
              <a:latin typeface="Times New Roman" pitchFamily="18" charset="0"/>
              <a:ea typeface="黑体" pitchFamily="49" charset="-122"/>
            </a:endParaRPr>
          </a:p>
        </p:txBody>
      </p:sp>
      <p:sp>
        <p:nvSpPr>
          <p:cNvPr id="611335" name="Rectangle 7"/>
          <p:cNvSpPr>
            <a:spLocks noChangeArrowheads="1"/>
          </p:cNvSpPr>
          <p:nvPr/>
        </p:nvSpPr>
        <p:spPr bwMode="auto">
          <a:xfrm>
            <a:off x="1177925" y="2209800"/>
            <a:ext cx="2767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i="0" baseline="-25000">
                <a:latin typeface="Times New Roman" pitchFamily="18" charset="0"/>
              </a:rPr>
              <a:t>n </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a:t>
            </a:r>
            <a:endParaRPr lang="zh-CN" altLang="en-US" sz="2800" i="0">
              <a:latin typeface="Times New Roman" pitchFamily="18" charset="0"/>
            </a:endParaRPr>
          </a:p>
        </p:txBody>
      </p:sp>
      <p:graphicFrame>
        <p:nvGraphicFramePr>
          <p:cNvPr id="611336" name="Object 8"/>
          <p:cNvGraphicFramePr>
            <a:graphicFrameLocks noChangeAspect="1"/>
          </p:cNvGraphicFramePr>
          <p:nvPr/>
        </p:nvGraphicFramePr>
        <p:xfrm>
          <a:off x="3846513" y="1981200"/>
          <a:ext cx="5102225" cy="1120775"/>
        </p:xfrm>
        <a:graphic>
          <a:graphicData uri="http://schemas.openxmlformats.org/presentationml/2006/ole">
            <mc:AlternateContent xmlns:mc="http://schemas.openxmlformats.org/markup-compatibility/2006">
              <mc:Choice xmlns:v="urn:schemas-microsoft-com:vml" Requires="v">
                <p:oleObj spid="_x0000_s240737" name="Equation" r:id="rId4" imgW="2476500" imgH="444500" progId="Equation.3">
                  <p:embed/>
                </p:oleObj>
              </mc:Choice>
              <mc:Fallback>
                <p:oleObj name="Equation" r:id="rId4" imgW="2476500" imgH="4445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6513" y="1981200"/>
                        <a:ext cx="5102225"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1337" name="Rectangle 9"/>
          <p:cNvSpPr>
            <a:spLocks noChangeArrowheads="1"/>
          </p:cNvSpPr>
          <p:nvPr/>
        </p:nvSpPr>
        <p:spPr bwMode="auto">
          <a:xfrm>
            <a:off x="1219200" y="3657600"/>
            <a:ext cx="33607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i="0" baseline="-25000">
                <a:latin typeface="Times New Roman" pitchFamily="18" charset="0"/>
              </a:rPr>
              <a:t>n</a:t>
            </a:r>
            <a:r>
              <a:rPr lang="en-US" altLang="zh-CN" sz="2800" i="0" baseline="30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P</a:t>
            </a:r>
            <a:r>
              <a:rPr lang="en-US" altLang="zh-CN" sz="2800" i="0" baseline="-25000">
                <a:latin typeface="Times New Roman" pitchFamily="18" charset="0"/>
              </a:rPr>
              <a:t>n</a:t>
            </a:r>
            <a:r>
              <a:rPr lang="en-US" altLang="zh-CN" sz="2800" i="0" baseline="30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a:t>
            </a:r>
            <a:endParaRPr lang="zh-CN" altLang="en-US" sz="2800" i="0">
              <a:latin typeface="Times New Roman" pitchFamily="18" charset="0"/>
            </a:endParaRPr>
          </a:p>
        </p:txBody>
      </p:sp>
      <p:graphicFrame>
        <p:nvGraphicFramePr>
          <p:cNvPr id="611338" name="Object 10"/>
          <p:cNvGraphicFramePr>
            <a:graphicFrameLocks noChangeAspect="1"/>
          </p:cNvGraphicFramePr>
          <p:nvPr/>
        </p:nvGraphicFramePr>
        <p:xfrm>
          <a:off x="4416425" y="3429000"/>
          <a:ext cx="5337175" cy="1120775"/>
        </p:xfrm>
        <a:graphic>
          <a:graphicData uri="http://schemas.openxmlformats.org/presentationml/2006/ole">
            <mc:AlternateContent xmlns:mc="http://schemas.openxmlformats.org/markup-compatibility/2006">
              <mc:Choice xmlns:v="urn:schemas-microsoft-com:vml" Requires="v">
                <p:oleObj spid="_x0000_s240738" name="Equation" r:id="rId6" imgW="2590800" imgH="444500" progId="Equation.3">
                  <p:embed/>
                </p:oleObj>
              </mc:Choice>
              <mc:Fallback>
                <p:oleObj name="Equation" r:id="rId6" imgW="2590800" imgH="444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6425" y="3429000"/>
                        <a:ext cx="5337175"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1"/>
          <p:cNvGrpSpPr>
            <a:grpSpLocks/>
          </p:cNvGrpSpPr>
          <p:nvPr/>
        </p:nvGrpSpPr>
        <p:grpSpPr bwMode="auto">
          <a:xfrm>
            <a:off x="717550" y="4433888"/>
            <a:ext cx="2066925" cy="976312"/>
            <a:chOff x="452" y="2793"/>
            <a:chExt cx="1302" cy="615"/>
          </a:xfrm>
        </p:grpSpPr>
        <p:sp>
          <p:nvSpPr>
            <p:cNvPr id="52245" name="Rectangle 12"/>
            <p:cNvSpPr>
              <a:spLocks noChangeArrowheads="1"/>
            </p:cNvSpPr>
            <p:nvPr/>
          </p:nvSpPr>
          <p:spPr bwMode="auto">
            <a:xfrm>
              <a:off x="548" y="2793"/>
              <a:ext cx="10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52246" name="Line 13"/>
            <p:cNvSpPr>
              <a:spLocks noChangeShapeType="1"/>
            </p:cNvSpPr>
            <p:nvPr/>
          </p:nvSpPr>
          <p:spPr bwMode="auto">
            <a:xfrm>
              <a:off x="480" y="3120"/>
              <a:ext cx="115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7" name="Rectangle 14"/>
            <p:cNvSpPr>
              <a:spLocks noChangeArrowheads="1"/>
            </p:cNvSpPr>
            <p:nvPr/>
          </p:nvSpPr>
          <p:spPr bwMode="auto">
            <a:xfrm>
              <a:off x="452" y="3081"/>
              <a:ext cx="13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 P</a:t>
              </a:r>
              <a:r>
                <a:rPr lang="en-US" altLang="zh-CN" sz="2800" i="0" baseline="-25000">
                  <a:latin typeface="Times New Roman" pitchFamily="18" charset="0"/>
                </a:rPr>
                <a:t>n</a:t>
              </a:r>
              <a:r>
                <a:rPr lang="en-US" altLang="zh-CN" sz="2800" i="0" baseline="30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grpSp>
      <p:graphicFrame>
        <p:nvGraphicFramePr>
          <p:cNvPr id="611343" name="Object 15"/>
          <p:cNvGraphicFramePr>
            <a:graphicFrameLocks noChangeAspect="1"/>
          </p:cNvGraphicFramePr>
          <p:nvPr/>
        </p:nvGraphicFramePr>
        <p:xfrm>
          <a:off x="2743200" y="4419600"/>
          <a:ext cx="1465263" cy="1120775"/>
        </p:xfrm>
        <a:graphic>
          <a:graphicData uri="http://schemas.openxmlformats.org/presentationml/2006/ole">
            <mc:AlternateContent xmlns:mc="http://schemas.openxmlformats.org/markup-compatibility/2006">
              <mc:Choice xmlns:v="urn:schemas-microsoft-com:vml" Requires="v">
                <p:oleObj spid="_x0000_s240739" name="Equation" r:id="rId8" imgW="710891" imgH="444307" progId="Equation.3">
                  <p:embed/>
                </p:oleObj>
              </mc:Choice>
              <mc:Fallback>
                <p:oleObj name="Equation" r:id="rId8" imgW="710891" imgH="44430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43200" y="4419600"/>
                        <a:ext cx="1465263"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1344" name="AutoShape 16"/>
          <p:cNvSpPr>
            <a:spLocks noChangeArrowheads="1"/>
          </p:cNvSpPr>
          <p:nvPr/>
        </p:nvSpPr>
        <p:spPr bwMode="auto">
          <a:xfrm>
            <a:off x="4267200" y="4724400"/>
            <a:ext cx="609600" cy="533400"/>
          </a:xfrm>
          <a:prstGeom prst="rightArrow">
            <a:avLst>
              <a:gd name="adj1" fmla="val 50000"/>
              <a:gd name="adj2" fmla="val 28571"/>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1345" name="Rectangle 17"/>
          <p:cNvSpPr>
            <a:spLocks noChangeArrowheads="1"/>
          </p:cNvSpPr>
          <p:nvPr/>
        </p:nvSpPr>
        <p:spPr bwMode="auto">
          <a:xfrm>
            <a:off x="4840288" y="4662488"/>
            <a:ext cx="2973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R</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 P</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graphicFrame>
        <p:nvGraphicFramePr>
          <p:cNvPr id="611346" name="Object 18"/>
          <p:cNvGraphicFramePr>
            <a:graphicFrameLocks noChangeAspect="1"/>
          </p:cNvGraphicFramePr>
          <p:nvPr/>
        </p:nvGraphicFramePr>
        <p:xfrm>
          <a:off x="5791200" y="5181600"/>
          <a:ext cx="3871913" cy="1120775"/>
        </p:xfrm>
        <a:graphic>
          <a:graphicData uri="http://schemas.openxmlformats.org/presentationml/2006/ole">
            <mc:AlternateContent xmlns:mc="http://schemas.openxmlformats.org/markup-compatibility/2006">
              <mc:Choice xmlns:v="urn:schemas-microsoft-com:vml" Requires="v">
                <p:oleObj spid="_x0000_s240740" name="Equation" r:id="rId10" imgW="1879600" imgH="444500" progId="Equation.3">
                  <p:embed/>
                </p:oleObj>
              </mc:Choice>
              <mc:Fallback>
                <p:oleObj name="Equation" r:id="rId10" imgW="1879600" imgH="4445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91200" y="5181600"/>
                        <a:ext cx="3871913"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22"/>
          <p:cNvGrpSpPr>
            <a:grpSpLocks/>
          </p:cNvGrpSpPr>
          <p:nvPr/>
        </p:nvGrpSpPr>
        <p:grpSpPr bwMode="auto">
          <a:xfrm>
            <a:off x="1835150" y="5670550"/>
            <a:ext cx="3035300" cy="984250"/>
            <a:chOff x="1156" y="3572"/>
            <a:chExt cx="1912" cy="620"/>
          </a:xfrm>
        </p:grpSpPr>
        <p:sp>
          <p:nvSpPr>
            <p:cNvPr id="52243" name="AutoShape 20"/>
            <p:cNvSpPr>
              <a:spLocks noChangeArrowheads="1"/>
            </p:cNvSpPr>
            <p:nvPr/>
          </p:nvSpPr>
          <p:spPr bwMode="auto">
            <a:xfrm>
              <a:off x="1156" y="3572"/>
              <a:ext cx="1912" cy="620"/>
            </a:xfrm>
            <a:prstGeom prst="wedgeRoundRectCallout">
              <a:avLst>
                <a:gd name="adj1" fmla="val -7375"/>
                <a:gd name="adj2" fmla="val -118389"/>
                <a:gd name="adj3" fmla="val 16667"/>
              </a:avLst>
            </a:prstGeom>
            <a:gradFill rotWithShape="0">
              <a:gsLst>
                <a:gs pos="0">
                  <a:schemeClr val="bg1"/>
                </a:gs>
                <a:gs pos="100000">
                  <a:srgbClr val="CCFFCC"/>
                </a:gs>
              </a:gsLst>
              <a:path path="rect">
                <a:fillToRect l="50000" t="50000" r="50000" b="50000"/>
              </a:path>
            </a:gradFill>
            <a:ln w="9525">
              <a:solidFill>
                <a:srgbClr val="CCFFFF"/>
              </a:solidFill>
              <a:miter lim="800000"/>
              <a:headEnd/>
              <a:tailEnd/>
            </a:ln>
          </p:spPr>
          <p:txBody>
            <a:bodyPr lIns="0" tIns="0" rIns="0" bIns="0"/>
            <a:lstStyle/>
            <a:p>
              <a:pPr eaLnBrk="1" hangingPunct="1"/>
              <a:r>
                <a:rPr kumimoji="1" lang="zh-CN" altLang="en-US" sz="2400" b="0" i="0">
                  <a:latin typeface="Times New Roman" pitchFamily="18" charset="0"/>
                </a:rPr>
                <a:t>                 </a:t>
              </a:r>
              <a:r>
                <a:rPr kumimoji="1" lang="zh-CN" altLang="en-US" sz="2800" i="0">
                  <a:latin typeface="Times New Roman" pitchFamily="18" charset="0"/>
                  <a:ea typeface="楷体_GB2312" pitchFamily="49" charset="-122"/>
                </a:rPr>
                <a:t>在插值区间上变化不大时</a:t>
              </a:r>
            </a:p>
          </p:txBody>
        </p:sp>
        <p:graphicFrame>
          <p:nvGraphicFramePr>
            <p:cNvPr id="52244" name="Object 21"/>
            <p:cNvGraphicFramePr>
              <a:graphicFrameLocks noChangeAspect="1"/>
            </p:cNvGraphicFramePr>
            <p:nvPr/>
          </p:nvGraphicFramePr>
          <p:xfrm>
            <a:off x="1216" y="3572"/>
            <a:ext cx="821" cy="315"/>
          </p:xfrm>
          <a:graphic>
            <a:graphicData uri="http://schemas.openxmlformats.org/presentationml/2006/ole">
              <mc:AlternateContent xmlns:mc="http://schemas.openxmlformats.org/markup-compatibility/2006">
                <mc:Choice xmlns:v="urn:schemas-microsoft-com:vml" Requires="v">
                  <p:oleObj spid="_x0000_s240741" name="Equation" r:id="rId12" imgW="596900" imgH="228600" progId="Equation.DSMT4">
                    <p:embed/>
                  </p:oleObj>
                </mc:Choice>
                <mc:Fallback>
                  <p:oleObj name="Equation" r:id="rId12" imgW="596900" imgH="2286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16" y="3572"/>
                          <a:ext cx="821" cy="315"/>
                        </a:xfrm>
                        <a:prstGeom prst="rect">
                          <a:avLst/>
                        </a:prstGeom>
                        <a:noFill/>
                        <a:ln>
                          <a:noFill/>
                        </a:ln>
                        <a:effectLst/>
                        <a:extLst>
                          <a:ext uri="{909E8E84-426E-40DD-AFC4-6F175D3DCCD1}">
                            <a14:hiddenFill xmlns:a14="http://schemas.microsoft.com/office/drawing/2010/main">
                              <a:gradFill rotWithShape="0">
                                <a:gsLst>
                                  <a:gs pos="0">
                                    <a:srgbClr val="CCFFCC"/>
                                  </a:gs>
                                  <a:gs pos="50000">
                                    <a:schemeClr val="bg1"/>
                                  </a:gs>
                                  <a:gs pos="100000">
                                    <a:srgbClr val="CCFFCC"/>
                                  </a:gs>
                                </a:gsLst>
                                <a:lin ang="5400000" scaled="1"/>
                              </a:gra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1809270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1332"/>
                                        </p:tgtEl>
                                        <p:attrNameLst>
                                          <p:attrName>style.visibility</p:attrName>
                                        </p:attrNameLst>
                                      </p:cBhvr>
                                      <p:to>
                                        <p:strVal val="visible"/>
                                      </p:to>
                                    </p:set>
                                    <p:animEffect transition="in" filter="dissolve">
                                      <p:cBhvr>
                                        <p:cTn id="7" dur="500"/>
                                        <p:tgtEl>
                                          <p:spTgt spid="6113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11333"/>
                                        </p:tgtEl>
                                        <p:attrNameLst>
                                          <p:attrName>style.visibility</p:attrName>
                                        </p:attrNameLst>
                                      </p:cBhvr>
                                      <p:to>
                                        <p:strVal val="visible"/>
                                      </p:to>
                                    </p:set>
                                    <p:animEffect transition="in" filter="dissolve">
                                      <p:cBhvr>
                                        <p:cTn id="12" dur="500"/>
                                        <p:tgtEl>
                                          <p:spTgt spid="6113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1334"/>
                                        </p:tgtEl>
                                        <p:attrNameLst>
                                          <p:attrName>style.visibility</p:attrName>
                                        </p:attrNameLst>
                                      </p:cBhvr>
                                      <p:to>
                                        <p:strVal val="visible"/>
                                      </p:to>
                                    </p:set>
                                    <p:animEffect transition="in" filter="dissolve">
                                      <p:cBhvr>
                                        <p:cTn id="17" dur="500"/>
                                        <p:tgtEl>
                                          <p:spTgt spid="6113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11335"/>
                                        </p:tgtEl>
                                        <p:attrNameLst>
                                          <p:attrName>style.visibility</p:attrName>
                                        </p:attrNameLst>
                                      </p:cBhvr>
                                      <p:to>
                                        <p:strVal val="visible"/>
                                      </p:to>
                                    </p:set>
                                    <p:animEffect transition="in" filter="dissolve">
                                      <p:cBhvr>
                                        <p:cTn id="22" dur="500"/>
                                        <p:tgtEl>
                                          <p:spTgt spid="6113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11336"/>
                                        </p:tgtEl>
                                        <p:attrNameLst>
                                          <p:attrName>style.visibility</p:attrName>
                                        </p:attrNameLst>
                                      </p:cBhvr>
                                      <p:to>
                                        <p:strVal val="visible"/>
                                      </p:to>
                                    </p:set>
                                    <p:animEffect transition="in" filter="dissolve">
                                      <p:cBhvr>
                                        <p:cTn id="27" dur="500"/>
                                        <p:tgtEl>
                                          <p:spTgt spid="61133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11337"/>
                                        </p:tgtEl>
                                        <p:attrNameLst>
                                          <p:attrName>style.visibility</p:attrName>
                                        </p:attrNameLst>
                                      </p:cBhvr>
                                      <p:to>
                                        <p:strVal val="visible"/>
                                      </p:to>
                                    </p:set>
                                    <p:animEffect transition="in" filter="dissolve">
                                      <p:cBhvr>
                                        <p:cTn id="32" dur="500"/>
                                        <p:tgtEl>
                                          <p:spTgt spid="6113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11338"/>
                                        </p:tgtEl>
                                        <p:attrNameLst>
                                          <p:attrName>style.visibility</p:attrName>
                                        </p:attrNameLst>
                                      </p:cBhvr>
                                      <p:to>
                                        <p:strVal val="visible"/>
                                      </p:to>
                                    </p:set>
                                    <p:animEffect transition="in" filter="dissolve">
                                      <p:cBhvr>
                                        <p:cTn id="37" dur="500"/>
                                        <p:tgtEl>
                                          <p:spTgt spid="61133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dissolve">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611343"/>
                                        </p:tgtEl>
                                        <p:attrNameLst>
                                          <p:attrName>style.visibility</p:attrName>
                                        </p:attrNameLst>
                                      </p:cBhvr>
                                      <p:to>
                                        <p:strVal val="visible"/>
                                      </p:to>
                                    </p:set>
                                    <p:animEffect transition="in" filter="dissolve">
                                      <p:cBhvr>
                                        <p:cTn id="47" dur="500"/>
                                        <p:tgtEl>
                                          <p:spTgt spid="6113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611344"/>
                                        </p:tgtEl>
                                        <p:attrNameLst>
                                          <p:attrName>style.visibility</p:attrName>
                                        </p:attrNameLst>
                                      </p:cBhvr>
                                      <p:to>
                                        <p:strVal val="visible"/>
                                      </p:to>
                                    </p:set>
                                    <p:animEffect transition="in" filter="dissolve">
                                      <p:cBhvr>
                                        <p:cTn id="52" dur="500"/>
                                        <p:tgtEl>
                                          <p:spTgt spid="61134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611345"/>
                                        </p:tgtEl>
                                        <p:attrNameLst>
                                          <p:attrName>style.visibility</p:attrName>
                                        </p:attrNameLst>
                                      </p:cBhvr>
                                      <p:to>
                                        <p:strVal val="visible"/>
                                      </p:to>
                                    </p:set>
                                    <p:animEffect transition="in" filter="dissolve">
                                      <p:cBhvr>
                                        <p:cTn id="57" dur="500"/>
                                        <p:tgtEl>
                                          <p:spTgt spid="61134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611346"/>
                                        </p:tgtEl>
                                        <p:attrNameLst>
                                          <p:attrName>style.visibility</p:attrName>
                                        </p:attrNameLst>
                                      </p:cBhvr>
                                      <p:to>
                                        <p:strVal val="visible"/>
                                      </p:to>
                                    </p:set>
                                    <p:animEffect transition="in" filter="dissolve">
                                      <p:cBhvr>
                                        <p:cTn id="62" dur="500"/>
                                        <p:tgtEl>
                                          <p:spTgt spid="61134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anim calcmode="lin" valueType="num">
                                      <p:cBhvr additive="base">
                                        <p:cTn id="67" dur="500" fill="hold"/>
                                        <p:tgtEl>
                                          <p:spTgt spid="3"/>
                                        </p:tgtEl>
                                        <p:attrNameLst>
                                          <p:attrName>ppt_x</p:attrName>
                                        </p:attrNameLst>
                                      </p:cBhvr>
                                      <p:tavLst>
                                        <p:tav tm="0">
                                          <p:val>
                                            <p:strVal val="0-#ppt_w/2"/>
                                          </p:val>
                                        </p:tav>
                                        <p:tav tm="100000">
                                          <p:val>
                                            <p:strVal val="#ppt_x"/>
                                          </p:val>
                                        </p:tav>
                                      </p:tavLst>
                                    </p:anim>
                                    <p:anim calcmode="lin" valueType="num">
                                      <p:cBhvr additive="base">
                                        <p:cTn id="6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2" grpId="0" autoUpdateAnimBg="0"/>
      <p:bldP spid="611333" grpId="0" autoUpdateAnimBg="0"/>
      <p:bldP spid="611334" grpId="0" autoUpdateAnimBg="0"/>
      <p:bldP spid="611335" grpId="0" autoUpdateAnimBg="0"/>
      <p:bldP spid="611337" grpId="0" autoUpdateAnimBg="0"/>
      <p:bldP spid="611344" grpId="0" animBg="1"/>
      <p:bldP spid="61134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1783408-FA2E-4304-9457-C3622568EF00}" type="slidenum">
              <a:rPr lang="zh-CN" altLang="en-US" b="0" i="0" smtClean="0"/>
              <a:pPr/>
              <a:t>35</a:t>
            </a:fld>
            <a:endParaRPr lang="en-US" altLang="zh-CN" b="0" i="0" smtClean="0"/>
          </a:p>
        </p:txBody>
      </p:sp>
      <p:sp>
        <p:nvSpPr>
          <p:cNvPr id="5325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43AB7C5-7C34-45D4-8FD3-D376BB397600}" type="datetime1">
              <a:rPr lang="zh-CN" altLang="en-US" sz="1800" i="0" smtClean="0"/>
              <a:pPr/>
              <a:t>2024/10/20</a:t>
            </a:fld>
            <a:endParaRPr lang="en-US" altLang="zh-CN" sz="1800" i="0" smtClean="0"/>
          </a:p>
        </p:txBody>
      </p:sp>
      <p:sp>
        <p:nvSpPr>
          <p:cNvPr id="613378" name="Rectangle 2"/>
          <p:cNvSpPr>
            <a:spLocks noGrp="1" noChangeArrowheads="1"/>
          </p:cNvSpPr>
          <p:nvPr>
            <p:ph type="title"/>
          </p:nvPr>
        </p:nvSpPr>
        <p:spPr>
          <a:xfrm>
            <a:off x="650875" y="255588"/>
            <a:ext cx="8820150" cy="658812"/>
          </a:xfrm>
        </p:spPr>
        <p:txBody>
          <a:bodyPr/>
          <a:lstStyle/>
          <a:p>
            <a:pPr>
              <a:defRPr/>
            </a:pPr>
            <a:r>
              <a:rPr lang="zh-CN" altLang="en-US" sz="4800" smtClean="0"/>
              <a:t>§1.3.2  余式的估计</a:t>
            </a:r>
          </a:p>
        </p:txBody>
      </p:sp>
      <p:sp>
        <p:nvSpPr>
          <p:cNvPr id="53253" name="Rectangle 3"/>
          <p:cNvSpPr>
            <a:spLocks noGrp="1" noChangeArrowheads="1"/>
          </p:cNvSpPr>
          <p:nvPr>
            <p:ph type="body" idx="1"/>
          </p:nvPr>
        </p:nvSpPr>
        <p:spPr>
          <a:xfrm>
            <a:off x="650875" y="1143000"/>
            <a:ext cx="8820150" cy="384175"/>
          </a:xfrm>
        </p:spPr>
        <p:txBody>
          <a:bodyPr/>
          <a:lstStyle/>
          <a:p>
            <a:r>
              <a:rPr lang="zh-CN" altLang="en-US" smtClean="0"/>
              <a:t>例5.3  求</a:t>
            </a:r>
          </a:p>
        </p:txBody>
      </p:sp>
      <p:graphicFrame>
        <p:nvGraphicFramePr>
          <p:cNvPr id="53254" name="Object 4"/>
          <p:cNvGraphicFramePr>
            <a:graphicFrameLocks noChangeAspect="1"/>
          </p:cNvGraphicFramePr>
          <p:nvPr/>
        </p:nvGraphicFramePr>
        <p:xfrm>
          <a:off x="2286000" y="1066800"/>
          <a:ext cx="2058988" cy="534988"/>
        </p:xfrm>
        <a:graphic>
          <a:graphicData uri="http://schemas.openxmlformats.org/presentationml/2006/ole">
            <mc:AlternateContent xmlns:mc="http://schemas.openxmlformats.org/markup-compatibility/2006">
              <mc:Choice xmlns:v="urn:schemas-microsoft-com:vml" Requires="v">
                <p:oleObj spid="_x0000_s53489" name="Equation" r:id="rId3" imgW="520700" imgH="228600" progId="Equation.3">
                  <p:embed/>
                </p:oleObj>
              </mc:Choice>
              <mc:Fallback>
                <p:oleObj name="Equation" r:id="rId3" imgW="5207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066800"/>
                        <a:ext cx="2058988"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3381" name="Rectangle 5"/>
          <p:cNvSpPr>
            <a:spLocks noChangeArrowheads="1"/>
          </p:cNvSpPr>
          <p:nvPr/>
        </p:nvSpPr>
        <p:spPr bwMode="auto">
          <a:xfrm>
            <a:off x="685800" y="1676400"/>
            <a:ext cx="88201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解：作函数 </a:t>
            </a:r>
            <a:r>
              <a:rPr lang="en-US" altLang="zh-CN" sz="2800">
                <a:latin typeface="Times New Roman" pitchFamily="18" charset="0"/>
                <a:ea typeface="黑体" pitchFamily="49" charset="-122"/>
              </a:rPr>
              <a:t>f</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x</a:t>
            </a:r>
            <a:r>
              <a:rPr lang="en-US" altLang="zh-CN" sz="2800" i="0">
                <a:latin typeface="Times New Roman" pitchFamily="18" charset="0"/>
                <a:ea typeface="黑体" pitchFamily="49" charset="-122"/>
              </a:rPr>
              <a:t>) =</a:t>
            </a:r>
          </a:p>
        </p:txBody>
      </p:sp>
      <p:graphicFrame>
        <p:nvGraphicFramePr>
          <p:cNvPr id="613382" name="Object 6"/>
          <p:cNvGraphicFramePr>
            <a:graphicFrameLocks noChangeAspect="1"/>
          </p:cNvGraphicFramePr>
          <p:nvPr/>
        </p:nvGraphicFramePr>
        <p:xfrm>
          <a:off x="3594100" y="1598613"/>
          <a:ext cx="593725" cy="534987"/>
        </p:xfrm>
        <a:graphic>
          <a:graphicData uri="http://schemas.openxmlformats.org/presentationml/2006/ole">
            <mc:AlternateContent xmlns:mc="http://schemas.openxmlformats.org/markup-compatibility/2006">
              <mc:Choice xmlns:v="urn:schemas-microsoft-com:vml" Requires="v">
                <p:oleObj spid="_x0000_s53490" name="Equation" r:id="rId5" imgW="253890" imgH="228501" progId="Equation.3">
                  <p:embed/>
                </p:oleObj>
              </mc:Choice>
              <mc:Fallback>
                <p:oleObj name="Equation" r:id="rId5" imgW="253890" imgH="228501"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4100" y="1598613"/>
                        <a:ext cx="593725"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3383" name="Rectangle 7"/>
          <p:cNvSpPr>
            <a:spLocks noChangeArrowheads="1"/>
          </p:cNvSpPr>
          <p:nvPr/>
        </p:nvSpPr>
        <p:spPr bwMode="auto">
          <a:xfrm>
            <a:off x="4267200" y="1600200"/>
            <a:ext cx="541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algn="l"/>
            <a:r>
              <a:rPr lang="zh-CN" altLang="en-US" sz="2800" i="0">
                <a:latin typeface="Times New Roman" pitchFamily="18" charset="0"/>
                <a:ea typeface="黑体" pitchFamily="49" charset="-122"/>
              </a:rPr>
              <a:t>取</a:t>
            </a:r>
            <a:r>
              <a:rPr lang="en-US" altLang="zh-CN" sz="2800">
                <a:latin typeface="Times New Roman" pitchFamily="18" charset="0"/>
                <a:ea typeface="黑体" pitchFamily="49" charset="-122"/>
              </a:rPr>
              <a:t>x</a:t>
            </a:r>
            <a:r>
              <a:rPr lang="en-US" altLang="zh-CN" sz="2800" i="0" baseline="-25000">
                <a:latin typeface="Times New Roman" pitchFamily="18" charset="0"/>
                <a:ea typeface="黑体" pitchFamily="49" charset="-122"/>
              </a:rPr>
              <a:t>0</a:t>
            </a:r>
            <a:r>
              <a:rPr lang="en-US" altLang="zh-CN" sz="2800" i="0">
                <a:latin typeface="Times New Roman" pitchFamily="18" charset="0"/>
                <a:ea typeface="黑体" pitchFamily="49" charset="-122"/>
              </a:rPr>
              <a:t>=4, </a:t>
            </a:r>
            <a:r>
              <a:rPr lang="en-US" altLang="zh-CN" sz="2800">
                <a:latin typeface="Times New Roman" pitchFamily="18" charset="0"/>
                <a:ea typeface="黑体" pitchFamily="49" charset="-122"/>
              </a:rPr>
              <a:t>x</a:t>
            </a:r>
            <a:r>
              <a:rPr lang="en-US" altLang="zh-CN" sz="2800" i="0" baseline="-25000">
                <a:latin typeface="Times New Roman" pitchFamily="18" charset="0"/>
                <a:ea typeface="黑体" pitchFamily="49" charset="-122"/>
              </a:rPr>
              <a:t>1</a:t>
            </a:r>
            <a:r>
              <a:rPr lang="en-US" altLang="zh-CN" sz="2800" i="0">
                <a:latin typeface="Times New Roman" pitchFamily="18" charset="0"/>
                <a:ea typeface="黑体" pitchFamily="49" charset="-122"/>
              </a:rPr>
              <a:t>=9, </a:t>
            </a:r>
            <a:r>
              <a:rPr lang="en-US" altLang="zh-CN" sz="2800">
                <a:latin typeface="Times New Roman" pitchFamily="18" charset="0"/>
                <a:ea typeface="黑体" pitchFamily="49" charset="-122"/>
              </a:rPr>
              <a:t>x</a:t>
            </a:r>
            <a:r>
              <a:rPr lang="en-US" altLang="zh-CN" sz="2800" i="0" baseline="-25000">
                <a:latin typeface="Times New Roman" pitchFamily="18" charset="0"/>
                <a:ea typeface="黑体" pitchFamily="49" charset="-122"/>
              </a:rPr>
              <a:t>2</a:t>
            </a:r>
            <a:r>
              <a:rPr lang="en-US" altLang="zh-CN" sz="2800" i="0">
                <a:latin typeface="Times New Roman" pitchFamily="18" charset="0"/>
                <a:ea typeface="黑体" pitchFamily="49" charset="-122"/>
              </a:rPr>
              <a:t>=6.25 ,</a:t>
            </a:r>
            <a:r>
              <a:rPr lang="zh-CN" altLang="en-US" sz="2800" i="0">
                <a:latin typeface="Times New Roman" pitchFamily="18" charset="0"/>
                <a:ea typeface="黑体" pitchFamily="49" charset="-122"/>
              </a:rPr>
              <a:t>建立差商表</a:t>
            </a:r>
          </a:p>
        </p:txBody>
      </p:sp>
      <p:graphicFrame>
        <p:nvGraphicFramePr>
          <p:cNvPr id="613453" name="Group 77"/>
          <p:cNvGraphicFramePr>
            <a:graphicFrameLocks noGrp="1"/>
          </p:cNvGraphicFramePr>
          <p:nvPr/>
        </p:nvGraphicFramePr>
        <p:xfrm>
          <a:off x="838200" y="2362200"/>
          <a:ext cx="8382000" cy="3657601"/>
        </p:xfrm>
        <a:graphic>
          <a:graphicData uri="http://schemas.openxmlformats.org/drawingml/2006/table">
            <a:tbl>
              <a:tblPr/>
              <a:tblGrid>
                <a:gridCol w="890588"/>
                <a:gridCol w="855662"/>
                <a:gridCol w="2673350"/>
                <a:gridCol w="3962400"/>
              </a:tblGrid>
              <a:tr h="688975">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endParaRPr kumimoji="0" lang="en-US" altLang="zh-CN"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sym typeface="Symbol" pitchFamily="18" charset="2"/>
                        </a:rPr>
                        <a:t>f </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22313">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4</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7747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9</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77628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6.25</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2.5</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695325">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4.84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13426" name="Rectangle 50"/>
          <p:cNvSpPr>
            <a:spLocks noChangeArrowheads="1"/>
          </p:cNvSpPr>
          <p:nvPr/>
        </p:nvSpPr>
        <p:spPr bwMode="auto">
          <a:xfrm>
            <a:off x="1219200" y="5957888"/>
            <a:ext cx="1408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P</a:t>
            </a:r>
            <a:r>
              <a:rPr lang="en-US" altLang="zh-CN" sz="2800" i="0" baseline="-25000">
                <a:latin typeface="Times New Roman" pitchFamily="18" charset="0"/>
              </a:rPr>
              <a:t>2</a:t>
            </a:r>
            <a:r>
              <a:rPr lang="en-US" altLang="zh-CN" sz="2800" i="0">
                <a:latin typeface="Times New Roman" pitchFamily="18" charset="0"/>
              </a:rPr>
              <a:t>(7)= 2</a:t>
            </a:r>
            <a:endParaRPr lang="zh-CN" altLang="en-US" sz="2800" i="0">
              <a:latin typeface="Times New Roman" pitchFamily="18" charset="0"/>
            </a:endParaRPr>
          </a:p>
        </p:txBody>
      </p:sp>
      <p:sp>
        <p:nvSpPr>
          <p:cNvPr id="613427" name="Rectangle 51"/>
          <p:cNvSpPr>
            <a:spLocks noChangeArrowheads="1"/>
          </p:cNvSpPr>
          <p:nvPr/>
        </p:nvSpPr>
        <p:spPr bwMode="auto">
          <a:xfrm>
            <a:off x="2514600" y="5957888"/>
            <a:ext cx="1811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 (7-4)*0.2</a:t>
            </a:r>
            <a:endParaRPr lang="zh-CN" altLang="en-US" sz="2800" i="0">
              <a:latin typeface="Times New Roman" pitchFamily="18" charset="0"/>
            </a:endParaRPr>
          </a:p>
        </p:txBody>
      </p:sp>
      <p:sp>
        <p:nvSpPr>
          <p:cNvPr id="613428" name="Rectangle 52"/>
          <p:cNvSpPr>
            <a:spLocks noChangeArrowheads="1"/>
          </p:cNvSpPr>
          <p:nvPr/>
        </p:nvSpPr>
        <p:spPr bwMode="auto">
          <a:xfrm>
            <a:off x="4191000" y="5943600"/>
            <a:ext cx="3770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 (7-4)*(7-9)*(-0.00808)</a:t>
            </a:r>
            <a:endParaRPr lang="zh-CN" altLang="en-US" sz="2800" i="0">
              <a:latin typeface="Times New Roman" pitchFamily="18" charset="0"/>
            </a:endParaRPr>
          </a:p>
        </p:txBody>
      </p:sp>
      <p:sp>
        <p:nvSpPr>
          <p:cNvPr id="613429" name="Rectangle 53"/>
          <p:cNvSpPr>
            <a:spLocks noChangeArrowheads="1"/>
          </p:cNvSpPr>
          <p:nvPr/>
        </p:nvSpPr>
        <p:spPr bwMode="auto">
          <a:xfrm>
            <a:off x="7772400" y="5929313"/>
            <a:ext cx="163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 2.64848</a:t>
            </a:r>
            <a:endParaRPr lang="zh-CN" altLang="en-US" sz="2800" i="0">
              <a:latin typeface="Times New Roman" pitchFamily="18" charset="0"/>
            </a:endParaRPr>
          </a:p>
        </p:txBody>
      </p:sp>
      <p:graphicFrame>
        <p:nvGraphicFramePr>
          <p:cNvPr id="613440" name="Object 64"/>
          <p:cNvGraphicFramePr>
            <a:graphicFrameLocks noChangeAspect="1"/>
          </p:cNvGraphicFramePr>
          <p:nvPr/>
        </p:nvGraphicFramePr>
        <p:xfrm>
          <a:off x="2743200" y="3151188"/>
          <a:ext cx="1371600" cy="811212"/>
        </p:xfrm>
        <a:graphic>
          <a:graphicData uri="http://schemas.openxmlformats.org/presentationml/2006/ole">
            <mc:AlternateContent xmlns:mc="http://schemas.openxmlformats.org/markup-compatibility/2006">
              <mc:Choice xmlns:v="urn:schemas-microsoft-com:vml" Requires="v">
                <p:oleObj spid="_x0000_s53491" name="Equation" r:id="rId7" imgW="698197" imgH="393529" progId="Equation.3">
                  <p:embed/>
                </p:oleObj>
              </mc:Choice>
              <mc:Fallback>
                <p:oleObj name="Equation" r:id="rId7" imgW="698197" imgH="393529" progId="Equation.3">
                  <p:embed/>
                  <p:pic>
                    <p:nvPicPr>
                      <p:cNvPr id="0" name="Object 6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3151188"/>
                        <a:ext cx="1371600" cy="811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441" name="Object 65"/>
          <p:cNvGraphicFramePr>
            <a:graphicFrameLocks noChangeAspect="1"/>
          </p:cNvGraphicFramePr>
          <p:nvPr/>
        </p:nvGraphicFramePr>
        <p:xfrm>
          <a:off x="2667000" y="3886200"/>
          <a:ext cx="2286000" cy="766763"/>
        </p:xfrm>
        <a:graphic>
          <a:graphicData uri="http://schemas.openxmlformats.org/presentationml/2006/ole">
            <mc:AlternateContent xmlns:mc="http://schemas.openxmlformats.org/markup-compatibility/2006">
              <mc:Choice xmlns:v="urn:schemas-microsoft-com:vml" Requires="v">
                <p:oleObj spid="_x0000_s53492" name="Equation" r:id="rId9" imgW="1193800" imgH="393700" progId="Equation.3">
                  <p:embed/>
                </p:oleObj>
              </mc:Choice>
              <mc:Fallback>
                <p:oleObj name="Equation" r:id="rId9" imgW="1193800" imgH="393700" progId="Equation.3">
                  <p:embed/>
                  <p:pic>
                    <p:nvPicPr>
                      <p:cNvPr id="0" name="Object 6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3886200"/>
                        <a:ext cx="2286000"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448" name="Object 72"/>
          <p:cNvGraphicFramePr>
            <a:graphicFrameLocks noChangeAspect="1"/>
          </p:cNvGraphicFramePr>
          <p:nvPr/>
        </p:nvGraphicFramePr>
        <p:xfrm>
          <a:off x="2590800" y="4795838"/>
          <a:ext cx="2651125" cy="766762"/>
        </p:xfrm>
        <a:graphic>
          <a:graphicData uri="http://schemas.openxmlformats.org/presentationml/2006/ole">
            <mc:AlternateContent xmlns:mc="http://schemas.openxmlformats.org/markup-compatibility/2006">
              <mc:Choice xmlns:v="urn:schemas-microsoft-com:vml" Requires="v">
                <p:oleObj spid="_x0000_s53493" name="Equation" r:id="rId11" imgW="1384300" imgH="393700" progId="Equation.3">
                  <p:embed/>
                </p:oleObj>
              </mc:Choice>
              <mc:Fallback>
                <p:oleObj name="Equation" r:id="rId11" imgW="1384300" imgH="393700" progId="Equation.3">
                  <p:embed/>
                  <p:pic>
                    <p:nvPicPr>
                      <p:cNvPr id="0" name="Object 7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90800" y="4795838"/>
                        <a:ext cx="2651125"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449" name="Object 73"/>
          <p:cNvGraphicFramePr>
            <a:graphicFrameLocks noChangeAspect="1"/>
          </p:cNvGraphicFramePr>
          <p:nvPr/>
        </p:nvGraphicFramePr>
        <p:xfrm>
          <a:off x="5313363" y="3500438"/>
          <a:ext cx="3089275" cy="766762"/>
        </p:xfrm>
        <a:graphic>
          <a:graphicData uri="http://schemas.openxmlformats.org/presentationml/2006/ole">
            <mc:AlternateContent xmlns:mc="http://schemas.openxmlformats.org/markup-compatibility/2006">
              <mc:Choice xmlns:v="urn:schemas-microsoft-com:vml" Requires="v">
                <p:oleObj spid="_x0000_s53494" name="Equation" r:id="rId13" imgW="1612900" imgH="393700" progId="Equation.DSMT4">
                  <p:embed/>
                </p:oleObj>
              </mc:Choice>
              <mc:Fallback>
                <p:oleObj name="Equation" r:id="rId13" imgW="1612900" imgH="393700" progId="Equation.DSMT4">
                  <p:embed/>
                  <p:pic>
                    <p:nvPicPr>
                      <p:cNvPr id="0" name="Object 7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13363" y="3500438"/>
                        <a:ext cx="3089275"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450" name="Object 74"/>
          <p:cNvGraphicFramePr>
            <a:graphicFrameLocks noChangeAspect="1"/>
          </p:cNvGraphicFramePr>
          <p:nvPr/>
        </p:nvGraphicFramePr>
        <p:xfrm>
          <a:off x="5257800" y="4491038"/>
          <a:ext cx="3525838" cy="766762"/>
        </p:xfrm>
        <a:graphic>
          <a:graphicData uri="http://schemas.openxmlformats.org/presentationml/2006/ole">
            <mc:AlternateContent xmlns:mc="http://schemas.openxmlformats.org/markup-compatibility/2006">
              <mc:Choice xmlns:v="urn:schemas-microsoft-com:vml" Requires="v">
                <p:oleObj spid="_x0000_s53495" name="Equation" r:id="rId15" imgW="1841500" imgH="393700" progId="Equation.3">
                  <p:embed/>
                </p:oleObj>
              </mc:Choice>
              <mc:Fallback>
                <p:oleObj name="Equation" r:id="rId15" imgW="1841500" imgH="393700" progId="Equation.3">
                  <p:embed/>
                  <p:pic>
                    <p:nvPicPr>
                      <p:cNvPr id="0" name="Object 7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57800" y="4491038"/>
                        <a:ext cx="3525838"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452" name="Object 76"/>
          <p:cNvGraphicFramePr>
            <a:graphicFrameLocks noChangeAspect="1"/>
          </p:cNvGraphicFramePr>
          <p:nvPr/>
        </p:nvGraphicFramePr>
        <p:xfrm>
          <a:off x="6553200" y="5410200"/>
          <a:ext cx="2627313" cy="504825"/>
        </p:xfrm>
        <a:graphic>
          <a:graphicData uri="http://schemas.openxmlformats.org/presentationml/2006/ole">
            <mc:AlternateContent xmlns:mc="http://schemas.openxmlformats.org/markup-compatibility/2006">
              <mc:Choice xmlns:v="urn:schemas-microsoft-com:vml" Requires="v">
                <p:oleObj spid="_x0000_s53496" name="Equation" r:id="rId17" imgW="1028666" imgH="160056" progId="Equation.3">
                  <p:embed/>
                </p:oleObj>
              </mc:Choice>
              <mc:Fallback>
                <p:oleObj name="Equation" r:id="rId17" imgW="1028666" imgH="160056" progId="Equation.3">
                  <p:embed/>
                  <p:pic>
                    <p:nvPicPr>
                      <p:cNvPr id="0" name="Object 7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53200" y="5410200"/>
                        <a:ext cx="2627313"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3381"/>
                                        </p:tgtEl>
                                        <p:attrNameLst>
                                          <p:attrName>style.visibility</p:attrName>
                                        </p:attrNameLst>
                                      </p:cBhvr>
                                      <p:to>
                                        <p:strVal val="visible"/>
                                      </p:to>
                                    </p:set>
                                    <p:animEffect transition="in" filter="dissolve">
                                      <p:cBhvr>
                                        <p:cTn id="7" dur="500"/>
                                        <p:tgtEl>
                                          <p:spTgt spid="613381"/>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613382"/>
                                        </p:tgtEl>
                                        <p:attrNameLst>
                                          <p:attrName>style.visibility</p:attrName>
                                        </p:attrNameLst>
                                      </p:cBhvr>
                                      <p:to>
                                        <p:strVal val="visible"/>
                                      </p:to>
                                    </p:set>
                                    <p:animEffect transition="in" filter="dissolve">
                                      <p:cBhvr>
                                        <p:cTn id="11" dur="500"/>
                                        <p:tgtEl>
                                          <p:spTgt spid="613382"/>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613383"/>
                                        </p:tgtEl>
                                        <p:attrNameLst>
                                          <p:attrName>style.visibility</p:attrName>
                                        </p:attrNameLst>
                                      </p:cBhvr>
                                      <p:to>
                                        <p:strVal val="visible"/>
                                      </p:to>
                                    </p:set>
                                    <p:animEffect transition="in" filter="dissolve">
                                      <p:cBhvr>
                                        <p:cTn id="15" dur="500"/>
                                        <p:tgtEl>
                                          <p:spTgt spid="61338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613453"/>
                                        </p:tgtEl>
                                        <p:attrNameLst>
                                          <p:attrName>style.visibility</p:attrName>
                                        </p:attrNameLst>
                                      </p:cBhvr>
                                      <p:to>
                                        <p:strVal val="visible"/>
                                      </p:to>
                                    </p:set>
                                    <p:animEffect transition="in" filter="dissolve">
                                      <p:cBhvr>
                                        <p:cTn id="20" dur="500"/>
                                        <p:tgtEl>
                                          <p:spTgt spid="613453"/>
                                        </p:tgtEl>
                                      </p:cBhvr>
                                    </p:animEffect>
                                  </p:childTnLst>
                                </p:cTn>
                              </p:par>
                            </p:childTnLst>
                          </p:cTn>
                        </p:par>
                        <p:par>
                          <p:cTn id="21" fill="hold" nodeType="afterGroup">
                            <p:stCondLst>
                              <p:cond delay="500"/>
                            </p:stCondLst>
                            <p:childTnLst>
                              <p:par>
                                <p:cTn id="22" presetID="16" presetClass="entr" presetSubtype="37" fill="hold" nodeType="afterEffect">
                                  <p:stCondLst>
                                    <p:cond delay="0"/>
                                  </p:stCondLst>
                                  <p:childTnLst>
                                    <p:set>
                                      <p:cBhvr>
                                        <p:cTn id="23" dur="1" fill="hold">
                                          <p:stCondLst>
                                            <p:cond delay="0"/>
                                          </p:stCondLst>
                                        </p:cTn>
                                        <p:tgtEl>
                                          <p:spTgt spid="613440"/>
                                        </p:tgtEl>
                                        <p:attrNameLst>
                                          <p:attrName>style.visibility</p:attrName>
                                        </p:attrNameLst>
                                      </p:cBhvr>
                                      <p:to>
                                        <p:strVal val="visible"/>
                                      </p:to>
                                    </p:set>
                                    <p:animEffect transition="in" filter="barn(outVertical)">
                                      <p:cBhvr>
                                        <p:cTn id="24" dur="500"/>
                                        <p:tgtEl>
                                          <p:spTgt spid="613440"/>
                                        </p:tgtEl>
                                      </p:cBhvr>
                                    </p:animEffect>
                                  </p:childTnLst>
                                </p:cTn>
                              </p:par>
                            </p:childTnLst>
                          </p:cTn>
                        </p:par>
                        <p:par>
                          <p:cTn id="25" fill="hold" nodeType="afterGroup">
                            <p:stCondLst>
                              <p:cond delay="1000"/>
                            </p:stCondLst>
                            <p:childTnLst>
                              <p:par>
                                <p:cTn id="26" presetID="16" presetClass="entr" presetSubtype="37" fill="hold" nodeType="afterEffect">
                                  <p:stCondLst>
                                    <p:cond delay="0"/>
                                  </p:stCondLst>
                                  <p:childTnLst>
                                    <p:set>
                                      <p:cBhvr>
                                        <p:cTn id="27" dur="1" fill="hold">
                                          <p:stCondLst>
                                            <p:cond delay="0"/>
                                          </p:stCondLst>
                                        </p:cTn>
                                        <p:tgtEl>
                                          <p:spTgt spid="613441"/>
                                        </p:tgtEl>
                                        <p:attrNameLst>
                                          <p:attrName>style.visibility</p:attrName>
                                        </p:attrNameLst>
                                      </p:cBhvr>
                                      <p:to>
                                        <p:strVal val="visible"/>
                                      </p:to>
                                    </p:set>
                                    <p:animEffect transition="in" filter="barn(outVertical)">
                                      <p:cBhvr>
                                        <p:cTn id="28" dur="500"/>
                                        <p:tgtEl>
                                          <p:spTgt spid="613441"/>
                                        </p:tgtEl>
                                      </p:cBhvr>
                                    </p:animEffect>
                                  </p:childTnLst>
                                </p:cTn>
                              </p:par>
                            </p:childTnLst>
                          </p:cTn>
                        </p:par>
                        <p:par>
                          <p:cTn id="29" fill="hold" nodeType="afterGroup">
                            <p:stCondLst>
                              <p:cond delay="1500"/>
                            </p:stCondLst>
                            <p:childTnLst>
                              <p:par>
                                <p:cTn id="30" presetID="16" presetClass="entr" presetSubtype="37" fill="hold" nodeType="afterEffect">
                                  <p:stCondLst>
                                    <p:cond delay="0"/>
                                  </p:stCondLst>
                                  <p:childTnLst>
                                    <p:set>
                                      <p:cBhvr>
                                        <p:cTn id="31" dur="1" fill="hold">
                                          <p:stCondLst>
                                            <p:cond delay="0"/>
                                          </p:stCondLst>
                                        </p:cTn>
                                        <p:tgtEl>
                                          <p:spTgt spid="613448"/>
                                        </p:tgtEl>
                                        <p:attrNameLst>
                                          <p:attrName>style.visibility</p:attrName>
                                        </p:attrNameLst>
                                      </p:cBhvr>
                                      <p:to>
                                        <p:strVal val="visible"/>
                                      </p:to>
                                    </p:set>
                                    <p:animEffect transition="in" filter="barn(outVertical)">
                                      <p:cBhvr>
                                        <p:cTn id="32" dur="500"/>
                                        <p:tgtEl>
                                          <p:spTgt spid="613448"/>
                                        </p:tgtEl>
                                      </p:cBhvr>
                                    </p:animEffect>
                                  </p:childTnLst>
                                </p:cTn>
                              </p:par>
                            </p:childTnLst>
                          </p:cTn>
                        </p:par>
                        <p:par>
                          <p:cTn id="33" fill="hold" nodeType="afterGroup">
                            <p:stCondLst>
                              <p:cond delay="2000"/>
                            </p:stCondLst>
                            <p:childTnLst>
                              <p:par>
                                <p:cTn id="34" presetID="16" presetClass="entr" presetSubtype="37" fill="hold" nodeType="afterEffect">
                                  <p:stCondLst>
                                    <p:cond delay="0"/>
                                  </p:stCondLst>
                                  <p:childTnLst>
                                    <p:set>
                                      <p:cBhvr>
                                        <p:cTn id="35" dur="1" fill="hold">
                                          <p:stCondLst>
                                            <p:cond delay="0"/>
                                          </p:stCondLst>
                                        </p:cTn>
                                        <p:tgtEl>
                                          <p:spTgt spid="613449"/>
                                        </p:tgtEl>
                                        <p:attrNameLst>
                                          <p:attrName>style.visibility</p:attrName>
                                        </p:attrNameLst>
                                      </p:cBhvr>
                                      <p:to>
                                        <p:strVal val="visible"/>
                                      </p:to>
                                    </p:set>
                                    <p:animEffect transition="in" filter="barn(outVertical)">
                                      <p:cBhvr>
                                        <p:cTn id="36" dur="500"/>
                                        <p:tgtEl>
                                          <p:spTgt spid="613449"/>
                                        </p:tgtEl>
                                      </p:cBhvr>
                                    </p:animEffect>
                                  </p:childTnLst>
                                </p:cTn>
                              </p:par>
                            </p:childTnLst>
                          </p:cTn>
                        </p:par>
                        <p:par>
                          <p:cTn id="37" fill="hold" nodeType="afterGroup">
                            <p:stCondLst>
                              <p:cond delay="2500"/>
                            </p:stCondLst>
                            <p:childTnLst>
                              <p:par>
                                <p:cTn id="38" presetID="16" presetClass="entr" presetSubtype="37" fill="hold" nodeType="afterEffect">
                                  <p:stCondLst>
                                    <p:cond delay="0"/>
                                  </p:stCondLst>
                                  <p:childTnLst>
                                    <p:set>
                                      <p:cBhvr>
                                        <p:cTn id="39" dur="1" fill="hold">
                                          <p:stCondLst>
                                            <p:cond delay="0"/>
                                          </p:stCondLst>
                                        </p:cTn>
                                        <p:tgtEl>
                                          <p:spTgt spid="613450"/>
                                        </p:tgtEl>
                                        <p:attrNameLst>
                                          <p:attrName>style.visibility</p:attrName>
                                        </p:attrNameLst>
                                      </p:cBhvr>
                                      <p:to>
                                        <p:strVal val="visible"/>
                                      </p:to>
                                    </p:set>
                                    <p:animEffect transition="in" filter="barn(outVertical)">
                                      <p:cBhvr>
                                        <p:cTn id="40" dur="500"/>
                                        <p:tgtEl>
                                          <p:spTgt spid="61345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613426"/>
                                        </p:tgtEl>
                                        <p:attrNameLst>
                                          <p:attrName>style.visibility</p:attrName>
                                        </p:attrNameLst>
                                      </p:cBhvr>
                                      <p:to>
                                        <p:strVal val="visible"/>
                                      </p:to>
                                    </p:set>
                                    <p:animEffect transition="in" filter="dissolve">
                                      <p:cBhvr>
                                        <p:cTn id="45" dur="500"/>
                                        <p:tgtEl>
                                          <p:spTgt spid="61342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613427"/>
                                        </p:tgtEl>
                                        <p:attrNameLst>
                                          <p:attrName>style.visibility</p:attrName>
                                        </p:attrNameLst>
                                      </p:cBhvr>
                                      <p:to>
                                        <p:strVal val="visible"/>
                                      </p:to>
                                    </p:set>
                                    <p:animEffect transition="in" filter="dissolve">
                                      <p:cBhvr>
                                        <p:cTn id="50" dur="500"/>
                                        <p:tgtEl>
                                          <p:spTgt spid="61342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613428"/>
                                        </p:tgtEl>
                                        <p:attrNameLst>
                                          <p:attrName>style.visibility</p:attrName>
                                        </p:attrNameLst>
                                      </p:cBhvr>
                                      <p:to>
                                        <p:strVal val="visible"/>
                                      </p:to>
                                    </p:set>
                                    <p:animEffect transition="in" filter="dissolve">
                                      <p:cBhvr>
                                        <p:cTn id="55" dur="500"/>
                                        <p:tgtEl>
                                          <p:spTgt spid="61342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613429"/>
                                        </p:tgtEl>
                                        <p:attrNameLst>
                                          <p:attrName>style.visibility</p:attrName>
                                        </p:attrNameLst>
                                      </p:cBhvr>
                                      <p:to>
                                        <p:strVal val="visible"/>
                                      </p:to>
                                    </p:set>
                                    <p:animEffect transition="in" filter="dissolve">
                                      <p:cBhvr>
                                        <p:cTn id="60" dur="500"/>
                                        <p:tgtEl>
                                          <p:spTgt spid="61342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8" fill="hold" nodeType="clickEffect">
                                  <p:stCondLst>
                                    <p:cond delay="0"/>
                                  </p:stCondLst>
                                  <p:childTnLst>
                                    <p:set>
                                      <p:cBhvr>
                                        <p:cTn id="64" dur="1" fill="hold">
                                          <p:stCondLst>
                                            <p:cond delay="0"/>
                                          </p:stCondLst>
                                        </p:cTn>
                                        <p:tgtEl>
                                          <p:spTgt spid="613452"/>
                                        </p:tgtEl>
                                        <p:attrNameLst>
                                          <p:attrName>style.visibility</p:attrName>
                                        </p:attrNameLst>
                                      </p:cBhvr>
                                      <p:to>
                                        <p:strVal val="visible"/>
                                      </p:to>
                                    </p:set>
                                    <p:anim calcmode="lin" valueType="num">
                                      <p:cBhvr additive="base">
                                        <p:cTn id="65" dur="500" fill="hold"/>
                                        <p:tgtEl>
                                          <p:spTgt spid="613452"/>
                                        </p:tgtEl>
                                        <p:attrNameLst>
                                          <p:attrName>ppt_x</p:attrName>
                                        </p:attrNameLst>
                                      </p:cBhvr>
                                      <p:tavLst>
                                        <p:tav tm="0">
                                          <p:val>
                                            <p:strVal val="0-#ppt_w/2"/>
                                          </p:val>
                                        </p:tav>
                                        <p:tav tm="100000">
                                          <p:val>
                                            <p:strVal val="#ppt_x"/>
                                          </p:val>
                                        </p:tav>
                                      </p:tavLst>
                                    </p:anim>
                                    <p:anim calcmode="lin" valueType="num">
                                      <p:cBhvr additive="base">
                                        <p:cTn id="66" dur="500" fill="hold"/>
                                        <p:tgtEl>
                                          <p:spTgt spid="613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81" grpId="0" autoUpdateAnimBg="0"/>
      <p:bldP spid="613383" grpId="0" autoUpdateAnimBg="0"/>
      <p:bldP spid="613426" grpId="0" autoUpdateAnimBg="0"/>
      <p:bldP spid="613427" grpId="0" autoUpdateAnimBg="0"/>
      <p:bldP spid="613428" grpId="0" autoUpdateAnimBg="0"/>
      <p:bldP spid="61342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502A9AC-2366-45B1-BB25-F0EA9C11106B}" type="slidenum">
              <a:rPr lang="zh-CN" altLang="en-US" b="0" i="0" smtClean="0"/>
              <a:pPr/>
              <a:t>36</a:t>
            </a:fld>
            <a:endParaRPr lang="en-US" altLang="zh-CN" b="0" i="0" smtClean="0"/>
          </a:p>
        </p:txBody>
      </p:sp>
      <p:sp>
        <p:nvSpPr>
          <p:cNvPr id="5427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9B2368F-B81B-446A-BD96-49A013D2A0D7}" type="datetime1">
              <a:rPr lang="zh-CN" altLang="en-US" sz="1800" i="0" smtClean="0"/>
              <a:pPr/>
              <a:t>2024/10/20</a:t>
            </a:fld>
            <a:endParaRPr lang="en-US" altLang="zh-CN" sz="1800" i="0" smtClean="0"/>
          </a:p>
        </p:txBody>
      </p:sp>
      <p:sp>
        <p:nvSpPr>
          <p:cNvPr id="615426" name="Rectangle 2"/>
          <p:cNvSpPr>
            <a:spLocks noGrp="1" noChangeArrowheads="1"/>
          </p:cNvSpPr>
          <p:nvPr>
            <p:ph type="title"/>
          </p:nvPr>
        </p:nvSpPr>
        <p:spPr>
          <a:xfrm>
            <a:off x="650875" y="255588"/>
            <a:ext cx="8820150" cy="658812"/>
          </a:xfrm>
        </p:spPr>
        <p:txBody>
          <a:bodyPr/>
          <a:lstStyle/>
          <a:p>
            <a:pPr>
              <a:defRPr/>
            </a:pPr>
            <a:r>
              <a:rPr lang="zh-CN" altLang="en-US" sz="4800" smtClean="0"/>
              <a:t>§1.3.2  余式的估计</a:t>
            </a:r>
          </a:p>
        </p:txBody>
      </p:sp>
      <p:sp>
        <p:nvSpPr>
          <p:cNvPr id="615470" name="Rectangle 46"/>
          <p:cNvSpPr>
            <a:spLocks noChangeArrowheads="1"/>
          </p:cNvSpPr>
          <p:nvPr/>
        </p:nvSpPr>
        <p:spPr bwMode="auto">
          <a:xfrm>
            <a:off x="776288" y="2997200"/>
            <a:ext cx="1511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600">
                <a:latin typeface="Times New Roman" pitchFamily="18" charset="0"/>
              </a:rPr>
              <a:t>f </a:t>
            </a:r>
            <a:r>
              <a:rPr lang="en-US" altLang="zh-CN" sz="3600" i="0" baseline="30000">
                <a:latin typeface="Times New Roman" pitchFamily="18" charset="0"/>
              </a:rPr>
              <a:t>3</a:t>
            </a:r>
            <a:r>
              <a:rPr lang="en-US" altLang="zh-CN" sz="3600" i="0">
                <a:latin typeface="Times New Roman" pitchFamily="18" charset="0"/>
              </a:rPr>
              <a:t>(x) =</a:t>
            </a:r>
            <a:endParaRPr lang="zh-CN" altLang="en-US" sz="3600" i="0">
              <a:latin typeface="Times New Roman" pitchFamily="18" charset="0"/>
            </a:endParaRPr>
          </a:p>
        </p:txBody>
      </p:sp>
      <p:graphicFrame>
        <p:nvGraphicFramePr>
          <p:cNvPr id="615471" name="Object 47"/>
          <p:cNvGraphicFramePr>
            <a:graphicFrameLocks noChangeAspect="1"/>
          </p:cNvGraphicFramePr>
          <p:nvPr/>
        </p:nvGraphicFramePr>
        <p:xfrm>
          <a:off x="2360613" y="2781300"/>
          <a:ext cx="1728787" cy="1266825"/>
        </p:xfrm>
        <a:graphic>
          <a:graphicData uri="http://schemas.openxmlformats.org/presentationml/2006/ole">
            <mc:AlternateContent xmlns:mc="http://schemas.openxmlformats.org/markup-compatibility/2006">
              <mc:Choice xmlns:v="urn:schemas-microsoft-com:vml" Requires="v">
                <p:oleObj spid="_x0000_s54406" name="Equation" r:id="rId3" imgW="571252" imgH="418918" progId="Equation.3">
                  <p:embed/>
                </p:oleObj>
              </mc:Choice>
              <mc:Fallback>
                <p:oleObj name="Equation" r:id="rId3" imgW="571252" imgH="418918" progId="Equation.3">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0613" y="2781300"/>
                        <a:ext cx="1728787" cy="1266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472" name="Object 48"/>
          <p:cNvGraphicFramePr>
            <a:graphicFrameLocks noChangeAspect="1"/>
          </p:cNvGraphicFramePr>
          <p:nvPr/>
        </p:nvGraphicFramePr>
        <p:xfrm>
          <a:off x="3944938" y="2781300"/>
          <a:ext cx="4013200" cy="1174750"/>
        </p:xfrm>
        <a:graphic>
          <a:graphicData uri="http://schemas.openxmlformats.org/presentationml/2006/ole">
            <mc:AlternateContent xmlns:mc="http://schemas.openxmlformats.org/markup-compatibility/2006">
              <mc:Choice xmlns:v="urn:schemas-microsoft-com:vml" Requires="v">
                <p:oleObj spid="_x0000_s54407" name="Equation" r:id="rId5" imgW="1422400" imgH="419100" progId="Equation.3">
                  <p:embed/>
                </p:oleObj>
              </mc:Choice>
              <mc:Fallback>
                <p:oleObj name="Equation" r:id="rId5" imgW="1422400" imgH="419100" progId="Equation.3">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4938" y="2781300"/>
                        <a:ext cx="4013200"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473" name="Rectangle 49"/>
          <p:cNvSpPr>
            <a:spLocks noChangeArrowheads="1"/>
          </p:cNvSpPr>
          <p:nvPr/>
        </p:nvSpPr>
        <p:spPr bwMode="auto">
          <a:xfrm>
            <a:off x="560388" y="4349750"/>
            <a:ext cx="116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R</a:t>
            </a:r>
            <a:r>
              <a:rPr lang="en-US" altLang="zh-CN" sz="3200" i="0" baseline="-25000">
                <a:latin typeface="Times New Roman" pitchFamily="18" charset="0"/>
              </a:rPr>
              <a:t>n </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graphicFrame>
        <p:nvGraphicFramePr>
          <p:cNvPr id="615474" name="Object 50"/>
          <p:cNvGraphicFramePr>
            <a:graphicFrameLocks noChangeAspect="1"/>
          </p:cNvGraphicFramePr>
          <p:nvPr/>
        </p:nvGraphicFramePr>
        <p:xfrm>
          <a:off x="1639888" y="4221163"/>
          <a:ext cx="7721600" cy="1030287"/>
        </p:xfrm>
        <a:graphic>
          <a:graphicData uri="http://schemas.openxmlformats.org/presentationml/2006/ole">
            <mc:AlternateContent xmlns:mc="http://schemas.openxmlformats.org/markup-compatibility/2006">
              <mc:Choice xmlns:v="urn:schemas-microsoft-com:vml" Requires="v">
                <p:oleObj spid="_x0000_s54408" name="Equation" r:id="rId7" imgW="2933700" imgH="393700" progId="Equation.3">
                  <p:embed/>
                </p:oleObj>
              </mc:Choice>
              <mc:Fallback>
                <p:oleObj name="Equation" r:id="rId7" imgW="2933700" imgH="393700" progId="Equation.3">
                  <p:embed/>
                  <p:pic>
                    <p:nvPicPr>
                      <p:cNvPr id="0"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9888" y="4221163"/>
                        <a:ext cx="7721600" cy="1030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2" name="Rectangle 56"/>
          <p:cNvSpPr>
            <a:spLocks noGrp="1" noChangeArrowheads="1"/>
          </p:cNvSpPr>
          <p:nvPr>
            <p:ph type="body" idx="1"/>
          </p:nvPr>
        </p:nvSpPr>
        <p:spPr>
          <a:xfrm>
            <a:off x="488950" y="2205038"/>
            <a:ext cx="8820150" cy="493712"/>
          </a:xfrm>
        </p:spPr>
        <p:txBody>
          <a:bodyPr/>
          <a:lstStyle/>
          <a:p>
            <a:r>
              <a:rPr lang="zh-CN" altLang="en-US" sz="3600" smtClean="0"/>
              <a:t>在区间[4,9]上，</a:t>
            </a:r>
          </a:p>
        </p:txBody>
      </p:sp>
      <p:graphicFrame>
        <p:nvGraphicFramePr>
          <p:cNvPr id="54283" name="Object 57"/>
          <p:cNvGraphicFramePr>
            <a:graphicFrameLocks noChangeAspect="1"/>
          </p:cNvGraphicFramePr>
          <p:nvPr/>
        </p:nvGraphicFramePr>
        <p:xfrm>
          <a:off x="228600" y="1066800"/>
          <a:ext cx="6410325" cy="1120775"/>
        </p:xfrm>
        <a:graphic>
          <a:graphicData uri="http://schemas.openxmlformats.org/presentationml/2006/ole">
            <mc:AlternateContent xmlns:mc="http://schemas.openxmlformats.org/markup-compatibility/2006">
              <mc:Choice xmlns:v="urn:schemas-microsoft-com:vml" Requires="v">
                <p:oleObj spid="_x0000_s54409" name="Equation" r:id="rId9" imgW="3055528" imgH="388584" progId="Equation.3">
                  <p:embed/>
                </p:oleObj>
              </mc:Choice>
              <mc:Fallback>
                <p:oleObj name="Equation" r:id="rId9" imgW="3055528" imgH="388584" progId="Equation.3">
                  <p:embed/>
                  <p:pic>
                    <p:nvPicPr>
                      <p:cNvPr id="0" name="Object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 y="1066800"/>
                        <a:ext cx="6410325"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4" name="Object 58"/>
          <p:cNvGraphicFramePr>
            <a:graphicFrameLocks noChangeAspect="1"/>
          </p:cNvGraphicFramePr>
          <p:nvPr/>
        </p:nvGraphicFramePr>
        <p:xfrm>
          <a:off x="6553200" y="1057275"/>
          <a:ext cx="3281363" cy="1152525"/>
        </p:xfrm>
        <a:graphic>
          <a:graphicData uri="http://schemas.openxmlformats.org/presentationml/2006/ole">
            <mc:AlternateContent xmlns:mc="http://schemas.openxmlformats.org/markup-compatibility/2006">
              <mc:Choice xmlns:v="urn:schemas-microsoft-com:vml" Requires="v">
                <p:oleObj spid="_x0000_s54410" name="Equation" r:id="rId11" imgW="1257307" imgH="381024" progId="Equation.3">
                  <p:embed/>
                </p:oleObj>
              </mc:Choice>
              <mc:Fallback>
                <p:oleObj name="Equation" r:id="rId11" imgW="1257307" imgH="381024" progId="Equation.3">
                  <p:embed/>
                  <p:pic>
                    <p:nvPicPr>
                      <p:cNvPr id="0" name="Object 5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53200" y="1057275"/>
                        <a:ext cx="3281363"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525" name="Rectangle 101"/>
          <p:cNvSpPr>
            <a:spLocks noChangeArrowheads="1"/>
          </p:cNvSpPr>
          <p:nvPr/>
        </p:nvSpPr>
        <p:spPr bwMode="auto">
          <a:xfrm>
            <a:off x="344488" y="5516563"/>
            <a:ext cx="9334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zh-CN" altLang="en-US" sz="3600" i="0">
                <a:latin typeface="Times New Roman" pitchFamily="18" charset="0"/>
                <a:ea typeface="黑体" pitchFamily="49" charset="-122"/>
              </a:rPr>
              <a:t>余式近似0.5*10</a:t>
            </a:r>
            <a:r>
              <a:rPr lang="zh-CN" altLang="en-US" sz="3600" i="0" baseline="30000">
                <a:latin typeface="Times New Roman" pitchFamily="18" charset="0"/>
                <a:ea typeface="黑体" pitchFamily="49" charset="-122"/>
              </a:rPr>
              <a:t>-2</a:t>
            </a:r>
            <a:r>
              <a:rPr lang="zh-CN" altLang="en-US" sz="3600" i="0">
                <a:latin typeface="Times New Roman" pitchFamily="18" charset="0"/>
                <a:ea typeface="黑体" pitchFamily="49" charset="-122"/>
              </a:rPr>
              <a:t>, </a:t>
            </a:r>
            <a:r>
              <a:rPr lang="en-US" altLang="zh-CN" sz="3600" i="0">
                <a:latin typeface="Times New Roman" pitchFamily="18" charset="0"/>
                <a:ea typeface="黑体" pitchFamily="49" charset="-122"/>
              </a:rPr>
              <a:t>P</a:t>
            </a:r>
            <a:r>
              <a:rPr lang="en-US" altLang="zh-CN" sz="3600" i="0" baseline="-25000">
                <a:latin typeface="Times New Roman" pitchFamily="18" charset="0"/>
                <a:ea typeface="黑体" pitchFamily="49" charset="-122"/>
              </a:rPr>
              <a:t>2</a:t>
            </a:r>
            <a:r>
              <a:rPr lang="en-US" altLang="zh-CN" sz="3600" i="0">
                <a:latin typeface="Times New Roman" pitchFamily="18" charset="0"/>
                <a:ea typeface="黑体" pitchFamily="49" charset="-122"/>
              </a:rPr>
              <a:t>(7)= 2.64848 </a:t>
            </a:r>
            <a:r>
              <a:rPr lang="zh-CN" altLang="en-US" sz="3600" i="0">
                <a:latin typeface="Times New Roman" pitchFamily="18" charset="0"/>
                <a:ea typeface="黑体" pitchFamily="49" charset="-122"/>
              </a:rPr>
              <a:t>可舍入为2.65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5470"/>
                                        </p:tgtEl>
                                        <p:attrNameLst>
                                          <p:attrName>style.visibility</p:attrName>
                                        </p:attrNameLst>
                                      </p:cBhvr>
                                      <p:to>
                                        <p:strVal val="visible"/>
                                      </p:to>
                                    </p:set>
                                    <p:animEffect transition="in" filter="dissolve">
                                      <p:cBhvr>
                                        <p:cTn id="7" dur="500"/>
                                        <p:tgtEl>
                                          <p:spTgt spid="6154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15471"/>
                                        </p:tgtEl>
                                        <p:attrNameLst>
                                          <p:attrName>style.visibility</p:attrName>
                                        </p:attrNameLst>
                                      </p:cBhvr>
                                      <p:to>
                                        <p:strVal val="visible"/>
                                      </p:to>
                                    </p:set>
                                    <p:animEffect transition="in" filter="dissolve">
                                      <p:cBhvr>
                                        <p:cTn id="12" dur="500"/>
                                        <p:tgtEl>
                                          <p:spTgt spid="6154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15472"/>
                                        </p:tgtEl>
                                        <p:attrNameLst>
                                          <p:attrName>style.visibility</p:attrName>
                                        </p:attrNameLst>
                                      </p:cBhvr>
                                      <p:to>
                                        <p:strVal val="visible"/>
                                      </p:to>
                                    </p:set>
                                    <p:animEffect transition="in" filter="dissolve">
                                      <p:cBhvr>
                                        <p:cTn id="17" dur="500"/>
                                        <p:tgtEl>
                                          <p:spTgt spid="6154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15473"/>
                                        </p:tgtEl>
                                        <p:attrNameLst>
                                          <p:attrName>style.visibility</p:attrName>
                                        </p:attrNameLst>
                                      </p:cBhvr>
                                      <p:to>
                                        <p:strVal val="visible"/>
                                      </p:to>
                                    </p:set>
                                    <p:animEffect transition="in" filter="dissolve">
                                      <p:cBhvr>
                                        <p:cTn id="22" dur="500"/>
                                        <p:tgtEl>
                                          <p:spTgt spid="615473"/>
                                        </p:tgtEl>
                                      </p:cBhvr>
                                    </p:animEffect>
                                  </p:childTnLst>
                                </p:cTn>
                              </p:par>
                            </p:childTnLst>
                          </p:cTn>
                        </p:par>
                        <p:par>
                          <p:cTn id="23" fill="hold" nodeType="afterGroup">
                            <p:stCondLst>
                              <p:cond delay="500"/>
                            </p:stCondLst>
                            <p:childTnLst>
                              <p:par>
                                <p:cTn id="24" presetID="9" presetClass="entr" presetSubtype="0" fill="hold" nodeType="afterEffect">
                                  <p:stCondLst>
                                    <p:cond delay="1000"/>
                                  </p:stCondLst>
                                  <p:childTnLst>
                                    <p:set>
                                      <p:cBhvr>
                                        <p:cTn id="25" dur="1" fill="hold">
                                          <p:stCondLst>
                                            <p:cond delay="0"/>
                                          </p:stCondLst>
                                        </p:cTn>
                                        <p:tgtEl>
                                          <p:spTgt spid="615474"/>
                                        </p:tgtEl>
                                        <p:attrNameLst>
                                          <p:attrName>style.visibility</p:attrName>
                                        </p:attrNameLst>
                                      </p:cBhvr>
                                      <p:to>
                                        <p:strVal val="visible"/>
                                      </p:to>
                                    </p:set>
                                    <p:animEffect transition="in" filter="dissolve">
                                      <p:cBhvr>
                                        <p:cTn id="26" dur="500"/>
                                        <p:tgtEl>
                                          <p:spTgt spid="61547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615525"/>
                                        </p:tgtEl>
                                        <p:attrNameLst>
                                          <p:attrName>style.visibility</p:attrName>
                                        </p:attrNameLst>
                                      </p:cBhvr>
                                      <p:to>
                                        <p:strVal val="visible"/>
                                      </p:to>
                                    </p:set>
                                    <p:animEffect transition="in" filter="dissolve">
                                      <p:cBhvr>
                                        <p:cTn id="31" dur="500"/>
                                        <p:tgtEl>
                                          <p:spTgt spid="615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70" grpId="0" autoUpdateAnimBg="0"/>
      <p:bldP spid="615473" grpId="0" autoUpdateAnimBg="0"/>
      <p:bldP spid="61552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BB5E90C-F287-412D-BB72-8B243BCC8713}" type="slidenum">
              <a:rPr lang="zh-CN" altLang="en-US" b="0" i="0" smtClean="0"/>
              <a:pPr/>
              <a:t>37</a:t>
            </a:fld>
            <a:endParaRPr lang="en-US" altLang="zh-CN" b="0" i="0" smtClean="0"/>
          </a:p>
        </p:txBody>
      </p:sp>
      <p:sp>
        <p:nvSpPr>
          <p:cNvPr id="5529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D189996-FFF6-4810-A6F3-802C20D45A39}" type="datetime1">
              <a:rPr lang="zh-CN" altLang="en-US" sz="1800" i="0" smtClean="0"/>
              <a:pPr/>
              <a:t>2024/10/20</a:t>
            </a:fld>
            <a:endParaRPr lang="en-US" altLang="zh-CN" sz="1800" i="0" smtClean="0"/>
          </a:p>
        </p:txBody>
      </p:sp>
      <p:sp>
        <p:nvSpPr>
          <p:cNvPr id="614402" name="Rectangle 2"/>
          <p:cNvSpPr>
            <a:spLocks noGrp="1" noChangeArrowheads="1"/>
          </p:cNvSpPr>
          <p:nvPr>
            <p:ph type="title"/>
          </p:nvPr>
        </p:nvSpPr>
        <p:spPr>
          <a:xfrm>
            <a:off x="650875" y="255588"/>
            <a:ext cx="8820150" cy="658812"/>
          </a:xfrm>
        </p:spPr>
        <p:txBody>
          <a:bodyPr/>
          <a:lstStyle/>
          <a:p>
            <a:pPr>
              <a:defRPr/>
            </a:pPr>
            <a:r>
              <a:rPr lang="zh-CN" altLang="en-US" sz="4800" smtClean="0"/>
              <a:t>§1.3.2  余式的估计</a:t>
            </a:r>
          </a:p>
        </p:txBody>
      </p:sp>
      <p:sp>
        <p:nvSpPr>
          <p:cNvPr id="55301" name="Rectangle 3"/>
          <p:cNvSpPr>
            <a:spLocks noGrp="1" noChangeArrowheads="1"/>
          </p:cNvSpPr>
          <p:nvPr>
            <p:ph type="body" idx="1"/>
          </p:nvPr>
        </p:nvSpPr>
        <p:spPr>
          <a:xfrm>
            <a:off x="650875" y="1143000"/>
            <a:ext cx="8820150" cy="384175"/>
          </a:xfrm>
        </p:spPr>
        <p:txBody>
          <a:bodyPr/>
          <a:lstStyle/>
          <a:p>
            <a:r>
              <a:rPr lang="zh-CN" altLang="en-US" smtClean="0"/>
              <a:t>采用事后估计误差方法</a:t>
            </a:r>
          </a:p>
        </p:txBody>
      </p:sp>
      <p:graphicFrame>
        <p:nvGraphicFramePr>
          <p:cNvPr id="614460" name="Group 60"/>
          <p:cNvGraphicFramePr>
            <a:graphicFrameLocks noGrp="1"/>
          </p:cNvGraphicFramePr>
          <p:nvPr/>
        </p:nvGraphicFramePr>
        <p:xfrm>
          <a:off x="76200" y="1697038"/>
          <a:ext cx="5791200" cy="2571750"/>
        </p:xfrm>
        <a:graphic>
          <a:graphicData uri="http://schemas.openxmlformats.org/drawingml/2006/table">
            <a:tbl>
              <a:tblPr/>
              <a:tblGrid>
                <a:gridCol w="941388"/>
                <a:gridCol w="887412"/>
                <a:gridCol w="1752600"/>
                <a:gridCol w="2209800"/>
              </a:tblGrid>
              <a:tr h="475629">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f(x)</a:t>
                      </a:r>
                      <a:endParaRPr kumimoji="0" lang="en-US" altLang="zh-CN"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f </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f[</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i+1</a:t>
                      </a: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i+2</a:t>
                      </a: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447">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4</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53355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9</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355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6.25</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2.5</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355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4.84</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5331" name="Rectangle 41"/>
          <p:cNvSpPr>
            <a:spLocks noChangeArrowheads="1"/>
          </p:cNvSpPr>
          <p:nvPr/>
        </p:nvSpPr>
        <p:spPr bwMode="auto">
          <a:xfrm>
            <a:off x="2133600" y="2306638"/>
            <a:ext cx="56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0.2</a:t>
            </a:r>
            <a:endParaRPr lang="zh-CN" altLang="en-US" sz="2400" i="0">
              <a:latin typeface="Times New Roman" pitchFamily="18" charset="0"/>
            </a:endParaRPr>
          </a:p>
        </p:txBody>
      </p:sp>
      <p:sp>
        <p:nvSpPr>
          <p:cNvPr id="55332" name="Rectangle 42"/>
          <p:cNvSpPr>
            <a:spLocks noChangeArrowheads="1"/>
          </p:cNvSpPr>
          <p:nvPr/>
        </p:nvSpPr>
        <p:spPr bwMode="auto">
          <a:xfrm>
            <a:off x="2092325" y="2840038"/>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0.18182</a:t>
            </a:r>
            <a:endParaRPr lang="zh-CN" altLang="en-US" sz="2400" i="0">
              <a:latin typeface="Times New Roman" pitchFamily="18" charset="0"/>
            </a:endParaRPr>
          </a:p>
        </p:txBody>
      </p:sp>
      <p:sp>
        <p:nvSpPr>
          <p:cNvPr id="55333" name="Rectangle 43"/>
          <p:cNvSpPr>
            <a:spLocks noChangeArrowheads="1"/>
          </p:cNvSpPr>
          <p:nvPr/>
        </p:nvSpPr>
        <p:spPr bwMode="auto">
          <a:xfrm>
            <a:off x="2057400" y="3373438"/>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0.21277</a:t>
            </a:r>
            <a:endParaRPr lang="zh-CN" altLang="en-US" sz="2400" i="0">
              <a:latin typeface="Times New Roman" pitchFamily="18" charset="0"/>
            </a:endParaRPr>
          </a:p>
        </p:txBody>
      </p:sp>
      <p:sp>
        <p:nvSpPr>
          <p:cNvPr id="55334" name="Rectangle 44"/>
          <p:cNvSpPr>
            <a:spLocks noChangeArrowheads="1"/>
          </p:cNvSpPr>
          <p:nvPr/>
        </p:nvSpPr>
        <p:spPr bwMode="auto">
          <a:xfrm>
            <a:off x="3905250" y="2535238"/>
            <a:ext cx="127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-0.00808</a:t>
            </a:r>
            <a:endParaRPr lang="zh-CN" altLang="en-US" sz="2400" i="0">
              <a:latin typeface="Times New Roman" pitchFamily="18" charset="0"/>
            </a:endParaRPr>
          </a:p>
        </p:txBody>
      </p:sp>
      <p:sp>
        <p:nvSpPr>
          <p:cNvPr id="55335" name="Rectangle 45"/>
          <p:cNvSpPr>
            <a:spLocks noChangeArrowheads="1"/>
          </p:cNvSpPr>
          <p:nvPr/>
        </p:nvSpPr>
        <p:spPr bwMode="auto">
          <a:xfrm>
            <a:off x="3905250" y="3068638"/>
            <a:ext cx="127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-0.00744</a:t>
            </a:r>
            <a:endParaRPr lang="zh-CN" altLang="en-US" sz="2400" i="0">
              <a:latin typeface="Times New Roman" pitchFamily="18" charset="0"/>
            </a:endParaRPr>
          </a:p>
        </p:txBody>
      </p:sp>
      <p:sp>
        <p:nvSpPr>
          <p:cNvPr id="614446" name="Rectangle 46"/>
          <p:cNvSpPr>
            <a:spLocks noChangeArrowheads="1"/>
          </p:cNvSpPr>
          <p:nvPr/>
        </p:nvSpPr>
        <p:spPr bwMode="auto">
          <a:xfrm>
            <a:off x="6000750" y="1676400"/>
            <a:ext cx="1601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P</a:t>
            </a:r>
            <a:r>
              <a:rPr lang="en-US" altLang="zh-CN" sz="2800" i="0" baseline="-25000">
                <a:latin typeface="Times New Roman" pitchFamily="18" charset="0"/>
              </a:rPr>
              <a:t>2</a:t>
            </a:r>
            <a:r>
              <a:rPr lang="en-US" altLang="zh-CN" sz="2800" i="0" baseline="30000">
                <a:latin typeface="Times New Roman" pitchFamily="18" charset="0"/>
              </a:rPr>
              <a:t>(1)</a:t>
            </a:r>
            <a:r>
              <a:rPr lang="en-US" altLang="zh-CN" sz="2800" i="0">
                <a:latin typeface="Times New Roman" pitchFamily="18" charset="0"/>
              </a:rPr>
              <a:t>(7)=3</a:t>
            </a:r>
            <a:endParaRPr lang="zh-CN" altLang="en-US" sz="2800" i="0">
              <a:latin typeface="Times New Roman" pitchFamily="18" charset="0"/>
            </a:endParaRPr>
          </a:p>
        </p:txBody>
      </p:sp>
      <p:sp>
        <p:nvSpPr>
          <p:cNvPr id="614447" name="Rectangle 47"/>
          <p:cNvSpPr>
            <a:spLocks noChangeArrowheads="1"/>
          </p:cNvSpPr>
          <p:nvPr/>
        </p:nvSpPr>
        <p:spPr bwMode="auto">
          <a:xfrm>
            <a:off x="7345363" y="1690688"/>
            <a:ext cx="2433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+(7-9)*0.18182</a:t>
            </a:r>
            <a:endParaRPr lang="zh-CN" altLang="en-US" sz="2800" i="0">
              <a:latin typeface="Times New Roman" pitchFamily="18" charset="0"/>
            </a:endParaRPr>
          </a:p>
        </p:txBody>
      </p:sp>
      <p:sp>
        <p:nvSpPr>
          <p:cNvPr id="614448" name="Rectangle 48"/>
          <p:cNvSpPr>
            <a:spLocks noChangeArrowheads="1"/>
          </p:cNvSpPr>
          <p:nvPr/>
        </p:nvSpPr>
        <p:spPr bwMode="auto">
          <a:xfrm>
            <a:off x="5835650" y="2286000"/>
            <a:ext cx="4125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+(7-9)*(7-6.25)*(-0.00744)</a:t>
            </a:r>
            <a:endParaRPr lang="zh-CN" altLang="en-US" sz="2800" i="0">
              <a:latin typeface="Times New Roman" pitchFamily="18" charset="0"/>
            </a:endParaRPr>
          </a:p>
        </p:txBody>
      </p:sp>
      <p:sp>
        <p:nvSpPr>
          <p:cNvPr id="614449" name="Rectangle 49"/>
          <p:cNvSpPr>
            <a:spLocks noChangeArrowheads="1"/>
          </p:cNvSpPr>
          <p:nvPr/>
        </p:nvSpPr>
        <p:spPr bwMode="auto">
          <a:xfrm>
            <a:off x="6248400" y="2895600"/>
            <a:ext cx="163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 2.64752</a:t>
            </a:r>
            <a:endParaRPr lang="zh-CN" altLang="en-US" sz="2800" i="0">
              <a:latin typeface="Times New Roman" pitchFamily="18" charset="0"/>
            </a:endParaRPr>
          </a:p>
        </p:txBody>
      </p:sp>
      <p:sp>
        <p:nvSpPr>
          <p:cNvPr id="614450" name="Rectangle 50"/>
          <p:cNvSpPr>
            <a:spLocks noChangeArrowheads="1"/>
          </p:cNvSpPr>
          <p:nvPr/>
        </p:nvSpPr>
        <p:spPr bwMode="auto">
          <a:xfrm>
            <a:off x="304800" y="4357688"/>
            <a:ext cx="10525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R</a:t>
            </a:r>
            <a:r>
              <a:rPr lang="en-US" altLang="zh-CN" sz="2800" i="0" baseline="-25000">
                <a:latin typeface="Times New Roman" pitchFamily="18" charset="0"/>
              </a:rPr>
              <a:t>n </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graphicFrame>
        <p:nvGraphicFramePr>
          <p:cNvPr id="614451" name="Object 51"/>
          <p:cNvGraphicFramePr>
            <a:graphicFrameLocks noChangeAspect="1"/>
          </p:cNvGraphicFramePr>
          <p:nvPr/>
        </p:nvGraphicFramePr>
        <p:xfrm>
          <a:off x="1233488" y="4137025"/>
          <a:ext cx="3871912" cy="1120775"/>
        </p:xfrm>
        <a:graphic>
          <a:graphicData uri="http://schemas.openxmlformats.org/presentationml/2006/ole">
            <mc:AlternateContent xmlns:mc="http://schemas.openxmlformats.org/markup-compatibility/2006">
              <mc:Choice xmlns:v="urn:schemas-microsoft-com:vml" Requires="v">
                <p:oleObj spid="_x0000_s55393" name="Equation" r:id="rId3" imgW="1879600" imgH="444500" progId="Equation.3">
                  <p:embed/>
                </p:oleObj>
              </mc:Choice>
              <mc:Fallback>
                <p:oleObj name="Equation" r:id="rId3" imgW="1879600" imgH="444500" progId="Equation.3">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3488" y="4137025"/>
                        <a:ext cx="3871912"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52" name="Object 52"/>
          <p:cNvGraphicFramePr>
            <a:graphicFrameLocks noChangeAspect="1"/>
          </p:cNvGraphicFramePr>
          <p:nvPr/>
        </p:nvGraphicFramePr>
        <p:xfrm>
          <a:off x="5080000" y="4254500"/>
          <a:ext cx="4597400" cy="927100"/>
        </p:xfrm>
        <a:graphic>
          <a:graphicData uri="http://schemas.openxmlformats.org/presentationml/2006/ole">
            <mc:AlternateContent xmlns:mc="http://schemas.openxmlformats.org/markup-compatibility/2006">
              <mc:Choice xmlns:v="urn:schemas-microsoft-com:vml" Requires="v">
                <p:oleObj spid="_x0000_s55394" name="Equation" r:id="rId5" imgW="1916868" imgH="393529" progId="Equation.3">
                  <p:embed/>
                </p:oleObj>
              </mc:Choice>
              <mc:Fallback>
                <p:oleObj name="Equation" r:id="rId5" imgW="1916868" imgH="393529" progId="Equation.3">
                  <p:embed/>
                  <p:pic>
                    <p:nvPicPr>
                      <p:cNvPr id="0"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0000" y="4254500"/>
                        <a:ext cx="4597400"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453" name="Rectangle 53"/>
          <p:cNvSpPr>
            <a:spLocks noChangeArrowheads="1"/>
          </p:cNvSpPr>
          <p:nvPr/>
        </p:nvSpPr>
        <p:spPr bwMode="auto">
          <a:xfrm>
            <a:off x="1158875" y="5181600"/>
            <a:ext cx="175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 -0.00343</a:t>
            </a:r>
            <a:endParaRPr lang="zh-CN" altLang="en-US" sz="2800" i="0">
              <a:latin typeface="Times New Roman" pitchFamily="18" charset="0"/>
            </a:endParaRPr>
          </a:p>
        </p:txBody>
      </p:sp>
      <p:sp>
        <p:nvSpPr>
          <p:cNvPr id="614454" name="Rectangle 54"/>
          <p:cNvSpPr>
            <a:spLocks noChangeArrowheads="1"/>
          </p:cNvSpPr>
          <p:nvPr/>
        </p:nvSpPr>
        <p:spPr bwMode="auto">
          <a:xfrm>
            <a:off x="1065213" y="5757863"/>
            <a:ext cx="65563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zh-CN" altLang="en-US" sz="3200" i="0">
                <a:latin typeface="Times New Roman" pitchFamily="18" charset="0"/>
                <a:ea typeface="黑体" pitchFamily="49" charset="-122"/>
              </a:rPr>
              <a:t>余式近似0.5*10</a:t>
            </a:r>
            <a:r>
              <a:rPr lang="zh-CN" altLang="en-US" sz="3200" i="0" baseline="30000">
                <a:latin typeface="Times New Roman" pitchFamily="18" charset="0"/>
                <a:ea typeface="黑体" pitchFamily="49" charset="-122"/>
              </a:rPr>
              <a:t>-2</a:t>
            </a:r>
            <a:r>
              <a:rPr lang="zh-CN" altLang="en-US" sz="3200" i="0">
                <a:latin typeface="Times New Roman" pitchFamily="18" charset="0"/>
                <a:ea typeface="黑体" pitchFamily="49" charset="-122"/>
              </a:rPr>
              <a:t>, </a:t>
            </a:r>
            <a:r>
              <a:rPr lang="en-US" altLang="zh-CN" sz="3200" i="0">
                <a:latin typeface="Times New Roman" pitchFamily="18" charset="0"/>
                <a:ea typeface="黑体" pitchFamily="49" charset="-122"/>
              </a:rPr>
              <a:t>P</a:t>
            </a:r>
            <a:r>
              <a:rPr lang="en-US" altLang="zh-CN" sz="3200" i="0" baseline="-25000">
                <a:latin typeface="Times New Roman" pitchFamily="18" charset="0"/>
                <a:ea typeface="黑体" pitchFamily="49" charset="-122"/>
              </a:rPr>
              <a:t>2</a:t>
            </a:r>
            <a:r>
              <a:rPr lang="en-US" altLang="zh-CN" sz="3200" i="0">
                <a:latin typeface="Times New Roman" pitchFamily="18" charset="0"/>
                <a:ea typeface="黑体" pitchFamily="49" charset="-122"/>
              </a:rPr>
              <a:t>(7)</a:t>
            </a:r>
            <a:r>
              <a:rPr lang="zh-CN" altLang="en-US" sz="3200" i="0">
                <a:latin typeface="Times New Roman" pitchFamily="18" charset="0"/>
                <a:ea typeface="黑体" pitchFamily="49" charset="-122"/>
              </a:rPr>
              <a:t>可舍入为2.65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4446"/>
                                        </p:tgtEl>
                                        <p:attrNameLst>
                                          <p:attrName>style.visibility</p:attrName>
                                        </p:attrNameLst>
                                      </p:cBhvr>
                                      <p:to>
                                        <p:strVal val="visible"/>
                                      </p:to>
                                    </p:set>
                                    <p:animEffect transition="in" filter="dissolve">
                                      <p:cBhvr>
                                        <p:cTn id="7" dur="500"/>
                                        <p:tgtEl>
                                          <p:spTgt spid="6144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14447"/>
                                        </p:tgtEl>
                                        <p:attrNameLst>
                                          <p:attrName>style.visibility</p:attrName>
                                        </p:attrNameLst>
                                      </p:cBhvr>
                                      <p:to>
                                        <p:strVal val="visible"/>
                                      </p:to>
                                    </p:set>
                                    <p:animEffect transition="in" filter="dissolve">
                                      <p:cBhvr>
                                        <p:cTn id="12" dur="500"/>
                                        <p:tgtEl>
                                          <p:spTgt spid="6144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4448"/>
                                        </p:tgtEl>
                                        <p:attrNameLst>
                                          <p:attrName>style.visibility</p:attrName>
                                        </p:attrNameLst>
                                      </p:cBhvr>
                                      <p:to>
                                        <p:strVal val="visible"/>
                                      </p:to>
                                    </p:set>
                                    <p:animEffect transition="in" filter="dissolve">
                                      <p:cBhvr>
                                        <p:cTn id="17" dur="500"/>
                                        <p:tgtEl>
                                          <p:spTgt spid="6144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14449"/>
                                        </p:tgtEl>
                                        <p:attrNameLst>
                                          <p:attrName>style.visibility</p:attrName>
                                        </p:attrNameLst>
                                      </p:cBhvr>
                                      <p:to>
                                        <p:strVal val="visible"/>
                                      </p:to>
                                    </p:set>
                                    <p:animEffect transition="in" filter="dissolve">
                                      <p:cBhvr>
                                        <p:cTn id="22" dur="500"/>
                                        <p:tgtEl>
                                          <p:spTgt spid="6144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14450"/>
                                        </p:tgtEl>
                                        <p:attrNameLst>
                                          <p:attrName>style.visibility</p:attrName>
                                        </p:attrNameLst>
                                      </p:cBhvr>
                                      <p:to>
                                        <p:strVal val="visible"/>
                                      </p:to>
                                    </p:set>
                                    <p:animEffect transition="in" filter="dissolve">
                                      <p:cBhvr>
                                        <p:cTn id="27" dur="500"/>
                                        <p:tgtEl>
                                          <p:spTgt spid="6144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14451"/>
                                        </p:tgtEl>
                                        <p:attrNameLst>
                                          <p:attrName>style.visibility</p:attrName>
                                        </p:attrNameLst>
                                      </p:cBhvr>
                                      <p:to>
                                        <p:strVal val="visible"/>
                                      </p:to>
                                    </p:set>
                                    <p:animEffect transition="in" filter="dissolve">
                                      <p:cBhvr>
                                        <p:cTn id="32" dur="500"/>
                                        <p:tgtEl>
                                          <p:spTgt spid="6144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14452"/>
                                        </p:tgtEl>
                                        <p:attrNameLst>
                                          <p:attrName>style.visibility</p:attrName>
                                        </p:attrNameLst>
                                      </p:cBhvr>
                                      <p:to>
                                        <p:strVal val="visible"/>
                                      </p:to>
                                    </p:set>
                                    <p:animEffect transition="in" filter="dissolve">
                                      <p:cBhvr>
                                        <p:cTn id="37" dur="500"/>
                                        <p:tgtEl>
                                          <p:spTgt spid="6144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614453"/>
                                        </p:tgtEl>
                                        <p:attrNameLst>
                                          <p:attrName>style.visibility</p:attrName>
                                        </p:attrNameLst>
                                      </p:cBhvr>
                                      <p:to>
                                        <p:strVal val="visible"/>
                                      </p:to>
                                    </p:set>
                                    <p:animEffect transition="in" filter="dissolve">
                                      <p:cBhvr>
                                        <p:cTn id="42" dur="500"/>
                                        <p:tgtEl>
                                          <p:spTgt spid="61445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614454"/>
                                        </p:tgtEl>
                                        <p:attrNameLst>
                                          <p:attrName>style.visibility</p:attrName>
                                        </p:attrNameLst>
                                      </p:cBhvr>
                                      <p:to>
                                        <p:strVal val="visible"/>
                                      </p:to>
                                    </p:set>
                                    <p:animEffect transition="in" filter="dissolve">
                                      <p:cBhvr>
                                        <p:cTn id="47" dur="500"/>
                                        <p:tgtEl>
                                          <p:spTgt spid="614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6" grpId="0" autoUpdateAnimBg="0"/>
      <p:bldP spid="614447" grpId="0" autoUpdateAnimBg="0"/>
      <p:bldP spid="614448" grpId="0" autoUpdateAnimBg="0"/>
      <p:bldP spid="614449" grpId="0" autoUpdateAnimBg="0"/>
      <p:bldP spid="614450" grpId="0" autoUpdateAnimBg="0"/>
      <p:bldP spid="614453" grpId="0" autoUpdateAnimBg="0"/>
      <p:bldP spid="614454"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35E4812-1907-4A7A-B9A4-A58B44FF61D9}" type="slidenum">
              <a:rPr lang="zh-CN" altLang="en-US" b="0" i="0" smtClean="0"/>
              <a:pPr/>
              <a:t>38</a:t>
            </a:fld>
            <a:endParaRPr lang="en-US" altLang="zh-CN" b="0" i="0" smtClean="0"/>
          </a:p>
        </p:txBody>
      </p:sp>
      <p:sp>
        <p:nvSpPr>
          <p:cNvPr id="5632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B7F9A77-E433-4613-9B5E-56D9CC5CE858}" type="datetime1">
              <a:rPr lang="zh-CN" altLang="en-US" sz="1800" i="0" smtClean="0"/>
              <a:pPr/>
              <a:t>2024/10/20</a:t>
            </a:fld>
            <a:endParaRPr lang="en-US" altLang="zh-CN" sz="1800" i="0" smtClean="0"/>
          </a:p>
        </p:txBody>
      </p:sp>
      <p:sp>
        <p:nvSpPr>
          <p:cNvPr id="809986" name="Rectangle 2"/>
          <p:cNvSpPr>
            <a:spLocks noGrp="1" noChangeArrowheads="1"/>
          </p:cNvSpPr>
          <p:nvPr>
            <p:ph type="title"/>
          </p:nvPr>
        </p:nvSpPr>
        <p:spPr/>
        <p:txBody>
          <a:bodyPr/>
          <a:lstStyle/>
          <a:p>
            <a:pPr>
              <a:defRPr/>
            </a:pPr>
            <a:r>
              <a:rPr lang="zh-CN" altLang="en-US" smtClean="0"/>
              <a:t>牛顿插值的特点</a:t>
            </a:r>
          </a:p>
        </p:txBody>
      </p:sp>
      <p:sp>
        <p:nvSpPr>
          <p:cNvPr id="56325" name="Rectangle 3"/>
          <p:cNvSpPr>
            <a:spLocks noGrp="1" noChangeArrowheads="1"/>
          </p:cNvSpPr>
          <p:nvPr>
            <p:ph type="body" idx="1"/>
          </p:nvPr>
        </p:nvSpPr>
        <p:spPr>
          <a:xfrm>
            <a:off x="650875" y="1143000"/>
            <a:ext cx="8820150" cy="2166938"/>
          </a:xfrm>
        </p:spPr>
        <p:txBody>
          <a:bodyPr/>
          <a:lstStyle/>
          <a:p>
            <a:pPr eaLnBrk="1" hangingPunct="1">
              <a:lnSpc>
                <a:spcPct val="100000"/>
              </a:lnSpc>
              <a:spcBef>
                <a:spcPct val="20000"/>
              </a:spcBef>
              <a:buClrTx/>
              <a:buSzTx/>
              <a:buFontTx/>
              <a:buNone/>
            </a:pPr>
            <a:r>
              <a:rPr kumimoji="1" lang="en-US" altLang="zh-CN" sz="3200" smtClean="0">
                <a:ea typeface="宋体" pitchFamily="2" charset="-122"/>
              </a:rPr>
              <a:t>(1) </a:t>
            </a:r>
            <a:r>
              <a:rPr kumimoji="1" lang="en-US" altLang="zh-CN" sz="3200" i="1" smtClean="0">
                <a:ea typeface="宋体" pitchFamily="2" charset="-122"/>
              </a:rPr>
              <a:t>P</a:t>
            </a:r>
            <a:r>
              <a:rPr kumimoji="1" lang="en-US" altLang="zh-CN" sz="3200" smtClean="0">
                <a:ea typeface="宋体" pitchFamily="2" charset="-122"/>
              </a:rPr>
              <a:t>(</a:t>
            </a:r>
            <a:r>
              <a:rPr kumimoji="1" lang="en-US" altLang="zh-CN" sz="3200" i="1" smtClean="0">
                <a:ea typeface="宋体" pitchFamily="2" charset="-122"/>
              </a:rPr>
              <a:t>x</a:t>
            </a:r>
            <a:r>
              <a:rPr kumimoji="1" lang="en-US" altLang="zh-CN" sz="3200" smtClean="0">
                <a:ea typeface="宋体" pitchFamily="2" charset="-122"/>
              </a:rPr>
              <a:t>)</a:t>
            </a:r>
            <a:r>
              <a:rPr kumimoji="1" lang="zh-CN" altLang="en-US" sz="3200" smtClean="0">
                <a:latin typeface="华文琥珀" pitchFamily="2" charset="-122"/>
                <a:ea typeface="宋体" pitchFamily="2" charset="-122"/>
              </a:rPr>
              <a:t>次数不超过</a:t>
            </a:r>
            <a:r>
              <a:rPr kumimoji="1" lang="en-US" altLang="zh-CN" sz="3200" i="1" smtClean="0">
                <a:ea typeface="宋体" pitchFamily="2" charset="-122"/>
              </a:rPr>
              <a:t>n</a:t>
            </a:r>
            <a:r>
              <a:rPr kumimoji="1" lang="zh-CN" altLang="en-US" sz="3200" smtClean="0">
                <a:latin typeface="华文琥珀" pitchFamily="2" charset="-122"/>
                <a:ea typeface="宋体" pitchFamily="2" charset="-122"/>
              </a:rPr>
              <a:t>次，项数不超过</a:t>
            </a:r>
            <a:r>
              <a:rPr kumimoji="1" lang="en-US" altLang="zh-CN" sz="3200" i="1" smtClean="0">
                <a:ea typeface="宋体" pitchFamily="2" charset="-122"/>
              </a:rPr>
              <a:t>n+</a:t>
            </a:r>
            <a:r>
              <a:rPr kumimoji="1" lang="en-US" altLang="zh-CN" sz="3200" smtClean="0">
                <a:ea typeface="宋体" pitchFamily="2" charset="-122"/>
              </a:rPr>
              <a:t>1</a:t>
            </a:r>
            <a:r>
              <a:rPr kumimoji="1" lang="zh-CN" altLang="en-US" sz="3200" smtClean="0">
                <a:latin typeface="华文琥珀" pitchFamily="2" charset="-122"/>
                <a:ea typeface="宋体" pitchFamily="2" charset="-122"/>
              </a:rPr>
              <a:t>项。各项系数是差商表上对角线的各阶差商值。</a:t>
            </a:r>
          </a:p>
          <a:p>
            <a:pPr eaLnBrk="1" hangingPunct="1">
              <a:lnSpc>
                <a:spcPct val="100000"/>
              </a:lnSpc>
              <a:spcBef>
                <a:spcPct val="20000"/>
              </a:spcBef>
              <a:buClrTx/>
              <a:buSzTx/>
              <a:buFontTx/>
              <a:buNone/>
            </a:pPr>
            <a:r>
              <a:rPr kumimoji="1" lang="zh-CN" altLang="en-US" sz="3200" smtClean="0">
                <a:ea typeface="宋体" pitchFamily="2" charset="-122"/>
              </a:rPr>
              <a:t>(2)  </a:t>
            </a:r>
            <a:r>
              <a:rPr kumimoji="1" lang="en-US" altLang="zh-CN" sz="3200" i="1" smtClean="0">
                <a:ea typeface="宋体" pitchFamily="2" charset="-122"/>
              </a:rPr>
              <a:t>P</a:t>
            </a:r>
            <a:r>
              <a:rPr kumimoji="1" lang="en-US" altLang="zh-CN" sz="3200" smtClean="0">
                <a:ea typeface="宋体" pitchFamily="2" charset="-122"/>
              </a:rPr>
              <a:t>(</a:t>
            </a:r>
            <a:r>
              <a:rPr kumimoji="1" lang="en-US" altLang="zh-CN" sz="3200" i="1" smtClean="0">
                <a:ea typeface="宋体" pitchFamily="2" charset="-122"/>
              </a:rPr>
              <a:t>x</a:t>
            </a:r>
            <a:r>
              <a:rPr kumimoji="1" lang="en-US" altLang="zh-CN" sz="3200" smtClean="0">
                <a:ea typeface="宋体" pitchFamily="2" charset="-122"/>
              </a:rPr>
              <a:t>)</a:t>
            </a:r>
            <a:r>
              <a:rPr kumimoji="1" lang="zh-CN" altLang="en-US" sz="3200" smtClean="0">
                <a:latin typeface="华文琥珀" pitchFamily="2" charset="-122"/>
                <a:ea typeface="宋体" pitchFamily="2" charset="-122"/>
              </a:rPr>
              <a:t>满足插值条件，在节点上</a:t>
            </a:r>
            <a:r>
              <a:rPr kumimoji="1" lang="en-US" altLang="zh-CN" sz="3200" i="1" smtClean="0">
                <a:ea typeface="宋体" pitchFamily="2" charset="-122"/>
              </a:rPr>
              <a:t>f</a:t>
            </a:r>
            <a:r>
              <a:rPr kumimoji="1" lang="en-US" altLang="zh-CN" sz="3200" smtClean="0">
                <a:ea typeface="宋体" pitchFamily="2" charset="-122"/>
              </a:rPr>
              <a:t>(</a:t>
            </a:r>
            <a:r>
              <a:rPr kumimoji="1" lang="en-US" altLang="zh-CN" sz="3200" i="1" smtClean="0">
                <a:ea typeface="宋体" pitchFamily="2" charset="-122"/>
              </a:rPr>
              <a:t>x</a:t>
            </a:r>
            <a:r>
              <a:rPr kumimoji="1" lang="en-US" altLang="zh-CN" sz="3200" i="1" baseline="-25000" smtClean="0">
                <a:ea typeface="宋体" pitchFamily="2" charset="-122"/>
              </a:rPr>
              <a:t>i </a:t>
            </a:r>
            <a:r>
              <a:rPr kumimoji="1" lang="en-US" altLang="zh-CN" sz="3200" smtClean="0">
                <a:ea typeface="宋体" pitchFamily="2" charset="-122"/>
              </a:rPr>
              <a:t>)</a:t>
            </a:r>
            <a:r>
              <a:rPr kumimoji="1" lang="en-US" altLang="zh-CN" sz="3200" i="1" smtClean="0">
                <a:ea typeface="宋体" pitchFamily="2" charset="-122"/>
              </a:rPr>
              <a:t>=P</a:t>
            </a:r>
            <a:r>
              <a:rPr kumimoji="1" lang="en-US" altLang="zh-CN" sz="3200" smtClean="0">
                <a:ea typeface="宋体" pitchFamily="2" charset="-122"/>
              </a:rPr>
              <a:t>(</a:t>
            </a:r>
            <a:r>
              <a:rPr kumimoji="1" lang="en-US" altLang="zh-CN" sz="3200" i="1" smtClean="0">
                <a:ea typeface="宋体" pitchFamily="2" charset="-122"/>
              </a:rPr>
              <a:t>x</a:t>
            </a:r>
            <a:r>
              <a:rPr kumimoji="1" lang="en-US" altLang="zh-CN" sz="3200" i="1" baseline="-25000" smtClean="0">
                <a:ea typeface="宋体" pitchFamily="2" charset="-122"/>
              </a:rPr>
              <a:t>i </a:t>
            </a:r>
            <a:r>
              <a:rPr kumimoji="1" lang="en-US" altLang="zh-CN" sz="3200" smtClean="0">
                <a:ea typeface="宋体" pitchFamily="2" charset="-122"/>
              </a:rPr>
              <a:t>)</a:t>
            </a:r>
            <a:endParaRPr kumimoji="1" lang="en-US" altLang="zh-CN" sz="3200" smtClean="0">
              <a:latin typeface="华文琥珀" pitchFamily="2" charset="-122"/>
              <a:ea typeface="宋体" pitchFamily="2" charset="-122"/>
            </a:endParaRPr>
          </a:p>
          <a:p>
            <a:pPr eaLnBrk="1" hangingPunct="1">
              <a:lnSpc>
                <a:spcPct val="100000"/>
              </a:lnSpc>
              <a:spcBef>
                <a:spcPct val="20000"/>
              </a:spcBef>
              <a:buClrTx/>
              <a:buSzTx/>
              <a:buFontTx/>
              <a:buNone/>
            </a:pPr>
            <a:r>
              <a:rPr kumimoji="1" lang="en-US" altLang="zh-CN" sz="3200" smtClean="0">
                <a:ea typeface="宋体" pitchFamily="2" charset="-122"/>
              </a:rPr>
              <a:t>(3)  </a:t>
            </a:r>
            <a:r>
              <a:rPr kumimoji="1" lang="zh-CN" altLang="en-US" sz="3200" smtClean="0">
                <a:latin typeface="华文琥珀" pitchFamily="2" charset="-122"/>
                <a:ea typeface="宋体" pitchFamily="2" charset="-122"/>
              </a:rPr>
              <a:t>增加一个节点，只需增加一项。</a:t>
            </a:r>
            <a:endParaRPr lang="zh-CN" altLang="en-US" sz="3200" smtClean="0">
              <a:ea typeface="宋体" pitchFamily="2" charset="-122"/>
            </a:endParaRPr>
          </a:p>
        </p:txBody>
      </p:sp>
      <p:graphicFrame>
        <p:nvGraphicFramePr>
          <p:cNvPr id="57350" name="Object 4"/>
          <p:cNvGraphicFramePr>
            <a:graphicFrameLocks noChangeAspect="1"/>
          </p:cNvGraphicFramePr>
          <p:nvPr/>
        </p:nvGraphicFramePr>
        <p:xfrm>
          <a:off x="560388" y="3573463"/>
          <a:ext cx="8281987" cy="2973387"/>
        </p:xfrm>
        <a:graphic>
          <a:graphicData uri="http://schemas.openxmlformats.org/presentationml/2006/ole">
            <mc:AlternateContent xmlns:mc="http://schemas.openxmlformats.org/markup-compatibility/2006">
              <mc:Choice xmlns:v="urn:schemas-microsoft-com:vml" Requires="v">
                <p:oleObj spid="_x0000_s56351" name="Equation" r:id="rId3" imgW="2616200" imgH="889000" progId="Equation.DSMT4">
                  <p:embed/>
                </p:oleObj>
              </mc:Choice>
              <mc:Fallback>
                <p:oleObj name="Equation" r:id="rId3" imgW="2616200" imgH="8890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388" y="3573463"/>
                        <a:ext cx="8281987"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7350"/>
                                        </p:tgtEl>
                                        <p:attrNameLst>
                                          <p:attrName>style.visibility</p:attrName>
                                        </p:attrNameLst>
                                      </p:cBhvr>
                                      <p:to>
                                        <p:strVal val="visible"/>
                                      </p:to>
                                    </p:set>
                                    <p:animEffect transition="in" filter="wipe(up)">
                                      <p:cBhvr>
                                        <p:cTn id="7" dur="500"/>
                                        <p:tgtEl>
                                          <p:spTgt spid="57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6738280-08D8-49D8-973A-AA5E3F702ED1}" type="slidenum">
              <a:rPr lang="zh-CN" altLang="en-US" b="0" i="0" smtClean="0"/>
              <a:pPr/>
              <a:t>39</a:t>
            </a:fld>
            <a:endParaRPr lang="en-US" altLang="zh-CN" b="0" i="0" smtClean="0"/>
          </a:p>
        </p:txBody>
      </p:sp>
      <p:sp>
        <p:nvSpPr>
          <p:cNvPr id="5734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ABB2F4E-E322-43C4-8131-68A57AFEDF28}" type="datetime1">
              <a:rPr lang="zh-CN" altLang="en-US" sz="1800" i="0" smtClean="0"/>
              <a:pPr/>
              <a:t>2024/10/20</a:t>
            </a:fld>
            <a:endParaRPr lang="en-US" altLang="zh-CN" sz="1800" i="0" smtClean="0"/>
          </a:p>
        </p:txBody>
      </p:sp>
      <p:sp>
        <p:nvSpPr>
          <p:cNvPr id="811010" name="Rectangle 2"/>
          <p:cNvSpPr>
            <a:spLocks noGrp="1" noChangeArrowheads="1"/>
          </p:cNvSpPr>
          <p:nvPr>
            <p:ph type="title"/>
          </p:nvPr>
        </p:nvSpPr>
        <p:spPr/>
        <p:txBody>
          <a:bodyPr/>
          <a:lstStyle/>
          <a:p>
            <a:pPr>
              <a:defRPr/>
            </a:pPr>
            <a:endParaRPr lang="zh-CN" altLang="en-US" smtClean="0"/>
          </a:p>
        </p:txBody>
      </p:sp>
      <p:sp>
        <p:nvSpPr>
          <p:cNvPr id="57349" name="Text Box 4"/>
          <p:cNvSpPr txBox="1">
            <a:spLocks noChangeArrowheads="1"/>
          </p:cNvSpPr>
          <p:nvPr/>
        </p:nvSpPr>
        <p:spPr bwMode="auto">
          <a:xfrm>
            <a:off x="609600" y="1143000"/>
            <a:ext cx="7467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en-US" altLang="zh-CN" sz="3200">
                <a:latin typeface="Times New Roman" pitchFamily="18" charset="0"/>
                <a:ea typeface="黑体" pitchFamily="49" charset="-122"/>
              </a:rPr>
              <a:t>n</a:t>
            </a:r>
            <a:r>
              <a:rPr kumimoji="1" lang="zh-CN" altLang="en-US" sz="3200" i="0">
                <a:latin typeface="Times New Roman" pitchFamily="18" charset="0"/>
                <a:ea typeface="黑体" pitchFamily="49" charset="-122"/>
              </a:rPr>
              <a:t>次牛顿插值多项式</a:t>
            </a:r>
          </a:p>
        </p:txBody>
      </p:sp>
      <p:graphicFrame>
        <p:nvGraphicFramePr>
          <p:cNvPr id="811013" name="Object 5"/>
          <p:cNvGraphicFramePr>
            <a:graphicFrameLocks noChangeAspect="1"/>
          </p:cNvGraphicFramePr>
          <p:nvPr/>
        </p:nvGraphicFramePr>
        <p:xfrm>
          <a:off x="1377950" y="1752600"/>
          <a:ext cx="7759700" cy="550863"/>
        </p:xfrm>
        <a:graphic>
          <a:graphicData uri="http://schemas.openxmlformats.org/presentationml/2006/ole">
            <mc:AlternateContent xmlns:mc="http://schemas.openxmlformats.org/markup-compatibility/2006">
              <mc:Choice xmlns:v="urn:schemas-microsoft-com:vml" Requires="v">
                <p:oleObj spid="_x0000_s57428" name="Equation" r:id="rId3" imgW="3581400" imgH="228600" progId="Equation.DSMT4">
                  <p:embed/>
                </p:oleObj>
              </mc:Choice>
              <mc:Fallback>
                <p:oleObj name="Equation" r:id="rId3" imgW="3581400" imgH="2286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7950" y="1752600"/>
                        <a:ext cx="7759700" cy="550863"/>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1014" name="Object 6"/>
          <p:cNvGraphicFramePr>
            <a:graphicFrameLocks noChangeAspect="1"/>
          </p:cNvGraphicFramePr>
          <p:nvPr/>
        </p:nvGraphicFramePr>
        <p:xfrm>
          <a:off x="2144713" y="2349500"/>
          <a:ext cx="6934200" cy="555625"/>
        </p:xfrm>
        <a:graphic>
          <a:graphicData uri="http://schemas.openxmlformats.org/presentationml/2006/ole">
            <mc:AlternateContent xmlns:mc="http://schemas.openxmlformats.org/markup-compatibility/2006">
              <mc:Choice xmlns:v="urn:schemas-microsoft-com:vml" Requires="v">
                <p:oleObj spid="_x0000_s57429" name="Equation" r:id="rId5" imgW="3175000" imgH="228600" progId="Equation.3">
                  <p:embed/>
                </p:oleObj>
              </mc:Choice>
              <mc:Fallback>
                <p:oleObj name="Equation" r:id="rId5" imgW="317500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4713" y="2349500"/>
                        <a:ext cx="6934200" cy="555625"/>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2" name="Text Box 7"/>
          <p:cNvSpPr txBox="1">
            <a:spLocks noChangeArrowheads="1"/>
          </p:cNvSpPr>
          <p:nvPr/>
        </p:nvSpPr>
        <p:spPr bwMode="auto">
          <a:xfrm>
            <a:off x="990600" y="3352800"/>
            <a:ext cx="510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endParaRPr kumimoji="1" lang="zh-CN" altLang="en-US" sz="2400" b="0" i="0">
              <a:latin typeface="Times New Roman" pitchFamily="18" charset="0"/>
            </a:endParaRPr>
          </a:p>
        </p:txBody>
      </p:sp>
      <p:sp>
        <p:nvSpPr>
          <p:cNvPr id="811016" name="Text Box 8"/>
          <p:cNvSpPr txBox="1">
            <a:spLocks noChangeArrowheads="1"/>
          </p:cNvSpPr>
          <p:nvPr/>
        </p:nvSpPr>
        <p:spPr bwMode="auto">
          <a:xfrm>
            <a:off x="838200" y="3944938"/>
            <a:ext cx="8458200"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just" eaLnBrk="1" hangingPunct="1">
              <a:spcBef>
                <a:spcPct val="50000"/>
              </a:spcBef>
              <a:defRPr/>
            </a:pPr>
            <a:r>
              <a:rPr kumimoji="1" lang="zh-CN" altLang="en-US" sz="3200" i="0" dirty="0" smtClean="0">
                <a:latin typeface="华文琥珀" pitchFamily="2" charset="-122"/>
                <a:ea typeface="黑体" pitchFamily="49" charset="-122"/>
              </a:rPr>
              <a:t>计算牛顿插值多项式的步骤</a:t>
            </a:r>
          </a:p>
          <a:p>
            <a:pPr algn="just" eaLnBrk="1" hangingPunct="1">
              <a:defRPr/>
            </a:pPr>
            <a:r>
              <a:rPr kumimoji="1" lang="zh-CN" altLang="en-US" sz="3200" i="0" dirty="0" smtClean="0">
                <a:latin typeface="+mn-lt"/>
                <a:ea typeface="黑体" pitchFamily="49" charset="-122"/>
              </a:rPr>
              <a:t>  (1)  </a:t>
            </a:r>
            <a:r>
              <a:rPr kumimoji="1" lang="zh-CN" altLang="en-US" sz="3200" i="0" dirty="0" smtClean="0">
                <a:latin typeface="华文琥珀" pitchFamily="2" charset="-122"/>
                <a:ea typeface="黑体" pitchFamily="49" charset="-122"/>
              </a:rPr>
              <a:t>作差商表 </a:t>
            </a:r>
          </a:p>
          <a:p>
            <a:pPr algn="just" eaLnBrk="1" hangingPunct="1">
              <a:defRPr/>
            </a:pPr>
            <a:r>
              <a:rPr kumimoji="1" lang="zh-CN" altLang="en-US" sz="3200" i="0" dirty="0" smtClean="0">
                <a:latin typeface="+mn-lt"/>
                <a:ea typeface="黑体" pitchFamily="49" charset="-122"/>
              </a:rPr>
              <a:t>  (2)  </a:t>
            </a:r>
            <a:r>
              <a:rPr kumimoji="1" lang="zh-CN" altLang="en-US" sz="3200" i="0" dirty="0" smtClean="0">
                <a:latin typeface="华文琥珀" pitchFamily="2" charset="-122"/>
                <a:ea typeface="黑体" pitchFamily="49" charset="-122"/>
              </a:rPr>
              <a:t>写出牛顿插值多项式（表中对角线上各差商值就是</a:t>
            </a:r>
            <a:r>
              <a:rPr kumimoji="1" lang="en-US" altLang="zh-CN" sz="3200" dirty="0" smtClean="0">
                <a:latin typeface="Times New Roman" pitchFamily="18" charset="0"/>
                <a:ea typeface="黑体" pitchFamily="49" charset="-122"/>
              </a:rPr>
              <a:t>P</a:t>
            </a:r>
            <a:r>
              <a:rPr kumimoji="1" lang="en-US" altLang="zh-CN" sz="3200" i="0" dirty="0" smtClean="0">
                <a:latin typeface="Times New Roman" pitchFamily="18" charset="0"/>
                <a:ea typeface="黑体" pitchFamily="49" charset="-122"/>
              </a:rPr>
              <a:t>(</a:t>
            </a:r>
            <a:r>
              <a:rPr kumimoji="1" lang="en-US" altLang="zh-CN" sz="3200" dirty="0" smtClean="0">
                <a:latin typeface="Times New Roman" pitchFamily="18" charset="0"/>
                <a:ea typeface="黑体" pitchFamily="49" charset="-122"/>
              </a:rPr>
              <a:t>x</a:t>
            </a:r>
            <a:r>
              <a:rPr kumimoji="1" lang="en-US" altLang="zh-CN" sz="3200" i="0" dirty="0" smtClean="0">
                <a:latin typeface="Times New Roman" pitchFamily="18" charset="0"/>
                <a:ea typeface="黑体" pitchFamily="49" charset="-122"/>
              </a:rPr>
              <a:t>)</a:t>
            </a:r>
            <a:r>
              <a:rPr kumimoji="1" lang="zh-CN" altLang="en-US" sz="3200" i="0" dirty="0" smtClean="0">
                <a:latin typeface="华文琥珀" pitchFamily="2" charset="-122"/>
                <a:ea typeface="黑体" pitchFamily="49" charset="-122"/>
              </a:rPr>
              <a:t>的各项系数）</a:t>
            </a:r>
          </a:p>
          <a:p>
            <a:pPr algn="just" eaLnBrk="1" hangingPunct="1">
              <a:defRPr/>
            </a:pPr>
            <a:r>
              <a:rPr kumimoji="1" lang="zh-CN" altLang="en-US" sz="3200" i="0" dirty="0" smtClean="0">
                <a:latin typeface="+mn-lt"/>
                <a:ea typeface="黑体" pitchFamily="49" charset="-122"/>
              </a:rPr>
              <a:t>  (3)  </a:t>
            </a:r>
            <a:r>
              <a:rPr kumimoji="1" lang="zh-CN" altLang="en-US" sz="3200" i="0" dirty="0" smtClean="0">
                <a:latin typeface="华文琥珀" pitchFamily="2" charset="-122"/>
                <a:ea typeface="黑体" pitchFamily="49" charset="-122"/>
              </a:rPr>
              <a:t>计算插值点的近似值。 </a:t>
            </a:r>
          </a:p>
        </p:txBody>
      </p:sp>
      <p:sp>
        <p:nvSpPr>
          <p:cNvPr id="811017" name="Text Box 9"/>
          <p:cNvSpPr txBox="1">
            <a:spLocks noChangeArrowheads="1"/>
          </p:cNvSpPr>
          <p:nvPr/>
        </p:nvSpPr>
        <p:spPr bwMode="auto">
          <a:xfrm>
            <a:off x="344488" y="3141663"/>
            <a:ext cx="1828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3200" i="0">
                <a:latin typeface="Times New Roman" pitchFamily="18" charset="0"/>
                <a:ea typeface="黑体" pitchFamily="49" charset="-122"/>
              </a:rPr>
              <a:t>余项公式</a:t>
            </a:r>
          </a:p>
        </p:txBody>
      </p:sp>
      <p:graphicFrame>
        <p:nvGraphicFramePr>
          <p:cNvPr id="811018" name="Object 10"/>
          <p:cNvGraphicFramePr>
            <a:graphicFrameLocks noChangeAspect="1"/>
          </p:cNvGraphicFramePr>
          <p:nvPr/>
        </p:nvGraphicFramePr>
        <p:xfrm>
          <a:off x="2073275" y="3213100"/>
          <a:ext cx="7620000" cy="588963"/>
        </p:xfrm>
        <a:graphic>
          <a:graphicData uri="http://schemas.openxmlformats.org/presentationml/2006/ole">
            <mc:AlternateContent xmlns:mc="http://schemas.openxmlformats.org/markup-compatibility/2006">
              <mc:Choice xmlns:v="urn:schemas-microsoft-com:vml" Requires="v">
                <p:oleObj spid="_x0000_s57430" name="Equation" r:id="rId7" imgW="3022600" imgH="228600" progId="Equation.DSMT4">
                  <p:embed/>
                </p:oleObj>
              </mc:Choice>
              <mc:Fallback>
                <p:oleObj name="Equation" r:id="rId7" imgW="302260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3275" y="3213100"/>
                        <a:ext cx="7620000" cy="588963"/>
                      </a:xfrm>
                      <a:prstGeom prst="rect">
                        <a:avLst/>
                      </a:prstGeom>
                      <a:noFill/>
                      <a:ln>
                        <a:noFill/>
                      </a:ln>
                      <a:extLst>
                        <a:ext uri="{909E8E84-426E-40DD-AFC4-6F175D3DCCD1}">
                          <a14:hiddenFill xmlns:a14="http://schemas.microsoft.com/office/drawing/2010/main">
                            <a:solidFill>
                              <a:srgbClr val="00F4B4"/>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1013"/>
                                        </p:tgtEl>
                                        <p:attrNameLst>
                                          <p:attrName>style.visibility</p:attrName>
                                        </p:attrNameLst>
                                      </p:cBhvr>
                                      <p:to>
                                        <p:strVal val="visible"/>
                                      </p:to>
                                    </p:set>
                                    <p:animEffect transition="in" filter="wipe(left)">
                                      <p:cBhvr>
                                        <p:cTn id="7" dur="500"/>
                                        <p:tgtEl>
                                          <p:spTgt spid="8110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11014"/>
                                        </p:tgtEl>
                                        <p:attrNameLst>
                                          <p:attrName>style.visibility</p:attrName>
                                        </p:attrNameLst>
                                      </p:cBhvr>
                                      <p:to>
                                        <p:strVal val="visible"/>
                                      </p:to>
                                    </p:set>
                                    <p:animEffect transition="in" filter="wipe(left)">
                                      <p:cBhvr>
                                        <p:cTn id="12" dur="500"/>
                                        <p:tgtEl>
                                          <p:spTgt spid="8110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1017">
                                            <p:txEl>
                                              <p:pRg st="0" end="0"/>
                                            </p:txEl>
                                          </p:spTgt>
                                        </p:tgtEl>
                                        <p:attrNameLst>
                                          <p:attrName>style.visibility</p:attrName>
                                        </p:attrNameLst>
                                      </p:cBhvr>
                                      <p:to>
                                        <p:strVal val="visible"/>
                                      </p:to>
                                    </p:set>
                                    <p:animEffect transition="in" filter="wipe(left)">
                                      <p:cBhvr>
                                        <p:cTn id="17" dur="500"/>
                                        <p:tgtEl>
                                          <p:spTgt spid="81101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11018"/>
                                        </p:tgtEl>
                                        <p:attrNameLst>
                                          <p:attrName>style.visibility</p:attrName>
                                        </p:attrNameLst>
                                      </p:cBhvr>
                                      <p:to>
                                        <p:strVal val="visible"/>
                                      </p:to>
                                    </p:set>
                                    <p:animEffect transition="in" filter="wipe(left)">
                                      <p:cBhvr>
                                        <p:cTn id="22" dur="500"/>
                                        <p:tgtEl>
                                          <p:spTgt spid="8110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1016">
                                            <p:txEl>
                                              <p:pRg st="0" end="0"/>
                                            </p:txEl>
                                          </p:spTgt>
                                        </p:tgtEl>
                                        <p:attrNameLst>
                                          <p:attrName>style.visibility</p:attrName>
                                        </p:attrNameLst>
                                      </p:cBhvr>
                                      <p:to>
                                        <p:strVal val="visible"/>
                                      </p:to>
                                    </p:set>
                                    <p:animEffect transition="in" filter="wipe(left)">
                                      <p:cBhvr>
                                        <p:cTn id="27" dur="500"/>
                                        <p:tgtEl>
                                          <p:spTgt spid="81101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1016">
                                            <p:txEl>
                                              <p:pRg st="1" end="1"/>
                                            </p:txEl>
                                          </p:spTgt>
                                        </p:tgtEl>
                                        <p:attrNameLst>
                                          <p:attrName>style.visibility</p:attrName>
                                        </p:attrNameLst>
                                      </p:cBhvr>
                                      <p:to>
                                        <p:strVal val="visible"/>
                                      </p:to>
                                    </p:set>
                                    <p:animEffect transition="in" filter="wipe(left)">
                                      <p:cBhvr>
                                        <p:cTn id="32" dur="500"/>
                                        <p:tgtEl>
                                          <p:spTgt spid="811016">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11016">
                                            <p:txEl>
                                              <p:pRg st="2" end="2"/>
                                            </p:txEl>
                                          </p:spTgt>
                                        </p:tgtEl>
                                        <p:attrNameLst>
                                          <p:attrName>style.visibility</p:attrName>
                                        </p:attrNameLst>
                                      </p:cBhvr>
                                      <p:to>
                                        <p:strVal val="visible"/>
                                      </p:to>
                                    </p:set>
                                    <p:animEffect transition="in" filter="wipe(left)">
                                      <p:cBhvr>
                                        <p:cTn id="37" dur="500"/>
                                        <p:tgtEl>
                                          <p:spTgt spid="811016">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11016">
                                            <p:txEl>
                                              <p:pRg st="3" end="3"/>
                                            </p:txEl>
                                          </p:spTgt>
                                        </p:tgtEl>
                                        <p:attrNameLst>
                                          <p:attrName>style.visibility</p:attrName>
                                        </p:attrNameLst>
                                      </p:cBhvr>
                                      <p:to>
                                        <p:strVal val="visible"/>
                                      </p:to>
                                    </p:set>
                                    <p:animEffect transition="in" filter="wipe(left)">
                                      <p:cBhvr>
                                        <p:cTn id="42" dur="500"/>
                                        <p:tgtEl>
                                          <p:spTgt spid="8110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6" grpId="0" build="p" autoUpdateAnimBg="0"/>
      <p:bldP spid="811017"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BD5877F-5532-4A08-9EE0-F6875993EFD1}" type="slidenum">
              <a:rPr lang="zh-CN" altLang="en-US" b="0" i="0" smtClean="0"/>
              <a:pPr/>
              <a:t>40</a:t>
            </a:fld>
            <a:endParaRPr lang="en-US" altLang="zh-CN" b="0" i="0" smtClean="0"/>
          </a:p>
        </p:txBody>
      </p:sp>
      <p:sp>
        <p:nvSpPr>
          <p:cNvPr id="58371"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26BA4FD-3055-4943-B7E6-4FA759042EB0}" type="datetime1">
              <a:rPr lang="zh-CN" altLang="en-US" sz="1800" i="0" smtClean="0"/>
              <a:pPr/>
              <a:t>2024/10/20</a:t>
            </a:fld>
            <a:endParaRPr lang="en-US" altLang="zh-CN" sz="1800" i="0" smtClean="0"/>
          </a:p>
        </p:txBody>
      </p:sp>
      <p:grpSp>
        <p:nvGrpSpPr>
          <p:cNvPr id="58372" name="Group 2"/>
          <p:cNvGrpSpPr>
            <a:grpSpLocks/>
          </p:cNvGrpSpPr>
          <p:nvPr/>
        </p:nvGrpSpPr>
        <p:grpSpPr bwMode="auto">
          <a:xfrm>
            <a:off x="601663" y="2036763"/>
            <a:ext cx="8607425" cy="2608262"/>
            <a:chOff x="350" y="1283"/>
            <a:chExt cx="5005" cy="1643"/>
          </a:xfrm>
        </p:grpSpPr>
        <p:sp>
          <p:nvSpPr>
            <p:cNvPr id="58374" name="Rectangle 3"/>
            <p:cNvSpPr>
              <a:spLocks noChangeArrowheads="1"/>
            </p:cNvSpPr>
            <p:nvPr/>
          </p:nvSpPr>
          <p:spPr bwMode="auto">
            <a:xfrm>
              <a:off x="483" y="1325"/>
              <a:ext cx="4780" cy="156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58375"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8376"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8377" name="AutoShape 6"/>
            <p:cNvSpPr>
              <a:spLocks noChangeArrowheads="1"/>
            </p:cNvSpPr>
            <p:nvPr/>
          </p:nvSpPr>
          <p:spPr bwMode="auto">
            <a:xfrm>
              <a:off x="377" y="1283"/>
              <a:ext cx="4974"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8378" name="AutoShape 7"/>
            <p:cNvSpPr>
              <a:spLocks noChangeArrowheads="1"/>
            </p:cNvSpPr>
            <p:nvPr/>
          </p:nvSpPr>
          <p:spPr bwMode="auto">
            <a:xfrm flipV="1">
              <a:off x="350" y="2828"/>
              <a:ext cx="5005"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8379"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647177" name="Rectangle 9"/>
          <p:cNvSpPr>
            <a:spLocks noChangeArrowheads="1"/>
          </p:cNvSpPr>
          <p:nvPr/>
        </p:nvSpPr>
        <p:spPr bwMode="auto">
          <a:xfrm>
            <a:off x="660400" y="2438400"/>
            <a:ext cx="8216900" cy="1397000"/>
          </a:xfrm>
          <a:prstGeom prst="rect">
            <a:avLst/>
          </a:prstGeom>
          <a:noFill/>
          <a:ln w="12700">
            <a:noFill/>
            <a:miter lim="800000"/>
            <a:headEnd/>
            <a:tailEnd/>
          </a:ln>
          <a:effectLst>
            <a:outerShdw dist="17961" dir="2700000" algn="ctr" rotWithShape="0">
              <a:srgbClr val="354281"/>
            </a:outerShdw>
          </a:effectLst>
        </p:spPr>
        <p:txBody>
          <a:bodyPr lIns="0" tIns="0" rIns="0" bIns="0">
            <a:spAutoFit/>
          </a:bodyPr>
          <a:lstStyle/>
          <a:p>
            <a:pPr marL="290513" indent="-290513" defTabSz="915988">
              <a:lnSpc>
                <a:spcPct val="85000"/>
              </a:lnSpc>
              <a:spcBef>
                <a:spcPct val="35000"/>
              </a:spcBef>
              <a:buClr>
                <a:srgbClr val="FF0000"/>
              </a:buClr>
              <a:buSzPct val="95000"/>
              <a:defRPr/>
            </a:pPr>
            <a:r>
              <a:rPr lang="zh-CN" altLang="en-US" sz="5400" i="0">
                <a:solidFill>
                  <a:schemeClr val="bg1"/>
                </a:solidFill>
                <a:effectLst>
                  <a:outerShdw blurRad="38100" dist="38100" dir="2700000" algn="tl">
                    <a:srgbClr val="C0C0C0"/>
                  </a:outerShdw>
                </a:effectLst>
              </a:rPr>
              <a:t>§2  等距节点下的牛顿基本差商公式</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D5D7913-C565-4A1D-8722-8C10AFD531DC}" type="slidenum">
              <a:rPr lang="zh-CN" altLang="en-US" b="0" i="0" smtClean="0"/>
              <a:pPr/>
              <a:t>41</a:t>
            </a:fld>
            <a:endParaRPr lang="en-US" altLang="zh-CN" b="0" i="0" smtClean="0"/>
          </a:p>
        </p:txBody>
      </p:sp>
      <p:sp>
        <p:nvSpPr>
          <p:cNvPr id="5939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8C2C353-D23C-4353-B225-7B7913739BAF}" type="datetime1">
              <a:rPr lang="zh-CN" altLang="en-US" sz="1800" i="0" smtClean="0"/>
              <a:pPr/>
              <a:t>2024/10/20</a:t>
            </a:fld>
            <a:endParaRPr lang="en-US" altLang="zh-CN" sz="1800" i="0" smtClean="0"/>
          </a:p>
        </p:txBody>
      </p:sp>
      <p:sp>
        <p:nvSpPr>
          <p:cNvPr id="649218" name="Rectangle 2"/>
          <p:cNvSpPr>
            <a:spLocks noGrp="1" noChangeArrowheads="1"/>
          </p:cNvSpPr>
          <p:nvPr>
            <p:ph type="title"/>
          </p:nvPr>
        </p:nvSpPr>
        <p:spPr>
          <a:xfrm>
            <a:off x="650875" y="255588"/>
            <a:ext cx="8820150" cy="658812"/>
          </a:xfrm>
        </p:spPr>
        <p:txBody>
          <a:bodyPr/>
          <a:lstStyle/>
          <a:p>
            <a:pPr>
              <a:defRPr/>
            </a:pPr>
            <a:r>
              <a:rPr lang="zh-CN" altLang="en-US" sz="4800" smtClean="0"/>
              <a:t>§2.1 差分</a:t>
            </a:r>
          </a:p>
        </p:txBody>
      </p:sp>
      <p:sp>
        <p:nvSpPr>
          <p:cNvPr id="59397" name="Rectangle 3"/>
          <p:cNvSpPr>
            <a:spLocks noGrp="1" noChangeArrowheads="1"/>
          </p:cNvSpPr>
          <p:nvPr>
            <p:ph type="body" idx="1"/>
          </p:nvPr>
        </p:nvSpPr>
        <p:spPr>
          <a:xfrm>
            <a:off x="650875" y="1143000"/>
            <a:ext cx="8820150" cy="4694238"/>
          </a:xfrm>
        </p:spPr>
        <p:txBody>
          <a:bodyPr/>
          <a:lstStyle/>
          <a:p>
            <a:r>
              <a:rPr lang="zh-CN" altLang="en-US" smtClean="0"/>
              <a:t>等距节点  </a:t>
            </a:r>
            <a:r>
              <a:rPr lang="en-US" altLang="zh-CN" sz="3200" i="1" smtClean="0"/>
              <a:t>x</a:t>
            </a:r>
            <a:r>
              <a:rPr lang="en-US" altLang="zh-CN" sz="3200" baseline="-25000" smtClean="0"/>
              <a:t>i+1 </a:t>
            </a:r>
            <a:r>
              <a:rPr lang="zh-CN" altLang="en-US" smtClean="0">
                <a:sym typeface="Symbol" pitchFamily="18" charset="2"/>
              </a:rPr>
              <a:t>- </a:t>
            </a:r>
            <a:r>
              <a:rPr lang="en-US" altLang="zh-CN" sz="3200" i="1" smtClean="0"/>
              <a:t>x</a:t>
            </a:r>
            <a:r>
              <a:rPr lang="en-US" altLang="zh-CN" sz="3200" baseline="-25000" smtClean="0"/>
              <a:t>i </a:t>
            </a:r>
            <a:r>
              <a:rPr lang="zh-CN" altLang="en-US" smtClean="0">
                <a:sym typeface="Symbol" pitchFamily="18" charset="2"/>
              </a:rPr>
              <a:t>=</a:t>
            </a:r>
            <a:r>
              <a:rPr lang="en-US" altLang="zh-CN" i="1" smtClean="0">
                <a:sym typeface="Symbol" pitchFamily="18" charset="2"/>
              </a:rPr>
              <a:t> h</a:t>
            </a:r>
            <a:r>
              <a:rPr lang="en-US" altLang="zh-CN" smtClean="0">
                <a:sym typeface="Symbol" pitchFamily="18" charset="2"/>
              </a:rPr>
              <a:t> </a:t>
            </a:r>
            <a:r>
              <a:rPr lang="en-US" altLang="zh-CN" smtClean="0"/>
              <a:t>，</a:t>
            </a:r>
            <a:endParaRPr lang="zh-CN" altLang="en-US" smtClean="0"/>
          </a:p>
          <a:p>
            <a:r>
              <a:rPr lang="zh-CN" altLang="en-US" smtClean="0"/>
              <a:t>函数在等距节点上的值为</a:t>
            </a:r>
            <a:r>
              <a:rPr lang="en-US" altLang="zh-CN" sz="3200" i="1" smtClean="0"/>
              <a:t>y</a:t>
            </a:r>
            <a:r>
              <a:rPr lang="en-US" altLang="zh-CN" sz="3200" baseline="-25000" smtClean="0"/>
              <a:t>0 </a:t>
            </a:r>
            <a:r>
              <a:rPr lang="en-US" altLang="zh-CN" sz="3200" i="1" smtClean="0"/>
              <a:t>y</a:t>
            </a:r>
            <a:r>
              <a:rPr lang="en-US" altLang="zh-CN" sz="3200" baseline="-25000" smtClean="0"/>
              <a:t>1… </a:t>
            </a:r>
            <a:r>
              <a:rPr lang="en-US" altLang="zh-CN" sz="3200" i="1" smtClean="0"/>
              <a:t>y</a:t>
            </a:r>
            <a:r>
              <a:rPr lang="en-US" altLang="zh-CN" sz="3200" baseline="-25000" smtClean="0"/>
              <a:t>n</a:t>
            </a:r>
            <a:r>
              <a:rPr lang="zh-CN" altLang="en-US" smtClean="0"/>
              <a:t> ，称</a:t>
            </a:r>
          </a:p>
          <a:p>
            <a:pPr>
              <a:buFont typeface="Wingdings" pitchFamily="2" charset="2"/>
              <a:buNone/>
            </a:pPr>
            <a:r>
              <a:rPr lang="zh-CN" altLang="en-US" smtClean="0">
                <a:sym typeface="Symbol" pitchFamily="18" charset="2"/>
              </a:rPr>
              <a:t>                        </a:t>
            </a:r>
            <a:r>
              <a:rPr lang="en-US" altLang="zh-CN" sz="3200" i="1" smtClean="0"/>
              <a:t>y</a:t>
            </a:r>
            <a:r>
              <a:rPr lang="en-US" altLang="zh-CN" sz="3200" baseline="-25000" smtClean="0"/>
              <a:t>i-1</a:t>
            </a:r>
            <a:r>
              <a:rPr lang="zh-CN" altLang="en-US" smtClean="0">
                <a:sym typeface="Symbol" pitchFamily="18" charset="2"/>
              </a:rPr>
              <a:t>= </a:t>
            </a:r>
            <a:r>
              <a:rPr lang="en-US" altLang="zh-CN" sz="3200" i="1" smtClean="0"/>
              <a:t>y</a:t>
            </a:r>
            <a:r>
              <a:rPr lang="en-US" altLang="zh-CN" sz="3200" baseline="-25000" smtClean="0"/>
              <a:t>i</a:t>
            </a:r>
            <a:r>
              <a:rPr lang="zh-CN" altLang="en-US" smtClean="0">
                <a:sym typeface="Symbol" pitchFamily="18" charset="2"/>
              </a:rPr>
              <a:t> - </a:t>
            </a:r>
            <a:r>
              <a:rPr lang="en-US" altLang="zh-CN" sz="3200" i="1" smtClean="0"/>
              <a:t>y</a:t>
            </a:r>
            <a:r>
              <a:rPr lang="en-US" altLang="zh-CN" sz="3200" baseline="-25000" smtClean="0"/>
              <a:t>i-1</a:t>
            </a:r>
          </a:p>
          <a:p>
            <a:pPr>
              <a:buFont typeface="Wingdings" pitchFamily="2" charset="2"/>
              <a:buNone/>
            </a:pPr>
            <a:r>
              <a:rPr lang="zh-CN" altLang="en-US" smtClean="0"/>
              <a:t>为函数</a:t>
            </a:r>
            <a:r>
              <a:rPr lang="en-US" altLang="zh-CN" sz="3200" i="1" smtClean="0"/>
              <a:t>f</a:t>
            </a:r>
            <a:r>
              <a:rPr lang="en-US" altLang="zh-CN" sz="3200" smtClean="0"/>
              <a:t>(</a:t>
            </a:r>
            <a:r>
              <a:rPr lang="en-US" altLang="zh-CN" sz="3200" i="1" smtClean="0"/>
              <a:t>x</a:t>
            </a:r>
            <a:r>
              <a:rPr lang="en-US" altLang="zh-CN" sz="3200" smtClean="0"/>
              <a:t>)</a:t>
            </a:r>
            <a:r>
              <a:rPr lang="en-US" altLang="zh-CN" sz="3200" baseline="-25000" smtClean="0"/>
              <a:t> </a:t>
            </a:r>
            <a:r>
              <a:rPr lang="zh-CN" altLang="en-US" smtClean="0"/>
              <a:t>在[</a:t>
            </a:r>
            <a:r>
              <a:rPr lang="en-US" altLang="zh-CN" sz="3200" i="1" smtClean="0"/>
              <a:t>x</a:t>
            </a:r>
            <a:r>
              <a:rPr lang="en-US" altLang="zh-CN" sz="3200" baseline="-25000" smtClean="0"/>
              <a:t>i-1</a:t>
            </a:r>
            <a:r>
              <a:rPr lang="zh-CN" altLang="en-US" smtClean="0"/>
              <a:t>, </a:t>
            </a:r>
            <a:r>
              <a:rPr lang="en-US" altLang="zh-CN" sz="3200" i="1" smtClean="0"/>
              <a:t>x</a:t>
            </a:r>
            <a:r>
              <a:rPr lang="en-US" altLang="zh-CN" sz="3200" baseline="-25000" smtClean="0"/>
              <a:t>i</a:t>
            </a:r>
            <a:r>
              <a:rPr lang="zh-CN" altLang="en-US" smtClean="0"/>
              <a:t>]上的</a:t>
            </a:r>
            <a:r>
              <a:rPr lang="zh-CN" altLang="en-US" u="sng" smtClean="0">
                <a:solidFill>
                  <a:srgbClr val="FF3300"/>
                </a:solidFill>
              </a:rPr>
              <a:t>一阶差分</a:t>
            </a:r>
            <a:r>
              <a:rPr lang="en-US" altLang="zh-CN" sz="3200" smtClean="0"/>
              <a:t>。</a:t>
            </a:r>
            <a:r>
              <a:rPr lang="zh-CN" altLang="en-US" smtClean="0"/>
              <a:t>称</a:t>
            </a:r>
          </a:p>
          <a:p>
            <a:pPr>
              <a:buFont typeface="Wingdings" pitchFamily="2" charset="2"/>
              <a:buNone/>
            </a:pPr>
            <a:r>
              <a:rPr lang="zh-CN" altLang="en-US" smtClean="0">
                <a:sym typeface="Symbol" pitchFamily="18" charset="2"/>
              </a:rPr>
              <a:t>                       </a:t>
            </a:r>
            <a:r>
              <a:rPr lang="zh-CN" altLang="en-US" baseline="30000" smtClean="0">
                <a:sym typeface="Symbol" pitchFamily="18" charset="2"/>
              </a:rPr>
              <a:t>2</a:t>
            </a:r>
            <a:r>
              <a:rPr lang="en-US" altLang="zh-CN" sz="3200" i="1" smtClean="0"/>
              <a:t>y</a:t>
            </a:r>
            <a:r>
              <a:rPr lang="en-US" altLang="zh-CN" sz="3200" baseline="-25000" smtClean="0"/>
              <a:t>i-1</a:t>
            </a:r>
            <a:r>
              <a:rPr lang="zh-CN" altLang="en-US" smtClean="0">
                <a:sym typeface="Symbol" pitchFamily="18" charset="2"/>
              </a:rPr>
              <a:t>=  </a:t>
            </a:r>
            <a:r>
              <a:rPr lang="en-US" altLang="zh-CN" sz="3200" i="1" smtClean="0"/>
              <a:t>y</a:t>
            </a:r>
            <a:r>
              <a:rPr lang="en-US" altLang="zh-CN" sz="3200" baseline="-25000" smtClean="0"/>
              <a:t>i</a:t>
            </a:r>
            <a:r>
              <a:rPr lang="zh-CN" altLang="en-US" smtClean="0">
                <a:sym typeface="Symbol" pitchFamily="18" charset="2"/>
              </a:rPr>
              <a:t> -  </a:t>
            </a:r>
            <a:r>
              <a:rPr lang="en-US" altLang="zh-CN" sz="3200" i="1" smtClean="0"/>
              <a:t>y</a:t>
            </a:r>
            <a:r>
              <a:rPr lang="en-US" altLang="zh-CN" sz="3200" baseline="-25000" smtClean="0"/>
              <a:t>i-1</a:t>
            </a:r>
          </a:p>
          <a:p>
            <a:pPr>
              <a:buFont typeface="Wingdings" pitchFamily="2" charset="2"/>
              <a:buNone/>
            </a:pPr>
            <a:r>
              <a:rPr lang="zh-CN" altLang="en-US" smtClean="0"/>
              <a:t>为函数</a:t>
            </a:r>
            <a:r>
              <a:rPr lang="en-US" altLang="zh-CN" sz="3200" i="1" smtClean="0"/>
              <a:t>f</a:t>
            </a:r>
            <a:r>
              <a:rPr lang="en-US" altLang="zh-CN" sz="3200" smtClean="0"/>
              <a:t>(</a:t>
            </a:r>
            <a:r>
              <a:rPr lang="en-US" altLang="zh-CN" sz="3200" i="1" smtClean="0"/>
              <a:t>x</a:t>
            </a:r>
            <a:r>
              <a:rPr lang="en-US" altLang="zh-CN" sz="3200" smtClean="0"/>
              <a:t>)</a:t>
            </a:r>
            <a:r>
              <a:rPr lang="en-US" altLang="zh-CN" sz="3200" baseline="-25000" smtClean="0"/>
              <a:t> </a:t>
            </a:r>
            <a:r>
              <a:rPr lang="zh-CN" altLang="en-US" smtClean="0"/>
              <a:t>在[</a:t>
            </a:r>
            <a:r>
              <a:rPr lang="en-US" altLang="zh-CN" sz="3200" i="1" smtClean="0"/>
              <a:t>x</a:t>
            </a:r>
            <a:r>
              <a:rPr lang="en-US" altLang="zh-CN" sz="3200" baseline="-25000" smtClean="0"/>
              <a:t>i-1</a:t>
            </a:r>
            <a:r>
              <a:rPr lang="zh-CN" altLang="en-US" smtClean="0"/>
              <a:t>, </a:t>
            </a:r>
            <a:r>
              <a:rPr lang="en-US" altLang="zh-CN" sz="3200" i="1" smtClean="0"/>
              <a:t>x</a:t>
            </a:r>
            <a:r>
              <a:rPr lang="en-US" altLang="zh-CN" sz="3200" baseline="-25000" smtClean="0"/>
              <a:t>i+1</a:t>
            </a:r>
            <a:r>
              <a:rPr lang="zh-CN" altLang="en-US" smtClean="0"/>
              <a:t>]上的</a:t>
            </a:r>
            <a:r>
              <a:rPr lang="zh-CN" altLang="en-US" u="sng" smtClean="0">
                <a:solidFill>
                  <a:srgbClr val="FF3300"/>
                </a:solidFill>
              </a:rPr>
              <a:t>二阶差分</a:t>
            </a:r>
            <a:r>
              <a:rPr lang="en-US" altLang="zh-CN" sz="3200" smtClean="0"/>
              <a:t>。</a:t>
            </a:r>
            <a:r>
              <a:rPr lang="zh-CN" altLang="en-US" smtClean="0"/>
              <a:t>称</a:t>
            </a:r>
          </a:p>
          <a:p>
            <a:pPr>
              <a:buFont typeface="Wingdings" pitchFamily="2" charset="2"/>
              <a:buNone/>
            </a:pPr>
            <a:r>
              <a:rPr lang="zh-CN" altLang="en-US" smtClean="0">
                <a:sym typeface="Symbol" pitchFamily="18" charset="2"/>
              </a:rPr>
              <a:t>                       </a:t>
            </a:r>
            <a:r>
              <a:rPr lang="en-US" altLang="zh-CN" baseline="30000" smtClean="0">
                <a:sym typeface="Symbol" pitchFamily="18" charset="2"/>
              </a:rPr>
              <a:t>k</a:t>
            </a:r>
            <a:r>
              <a:rPr lang="en-US" altLang="zh-CN" sz="3200" i="1" smtClean="0"/>
              <a:t>y</a:t>
            </a:r>
            <a:r>
              <a:rPr lang="en-US" altLang="zh-CN" sz="3200" baseline="-25000" smtClean="0"/>
              <a:t>i-1</a:t>
            </a:r>
            <a:r>
              <a:rPr lang="zh-CN" altLang="en-US" smtClean="0">
                <a:sym typeface="Symbol" pitchFamily="18" charset="2"/>
              </a:rPr>
              <a:t>= </a:t>
            </a:r>
            <a:r>
              <a:rPr lang="en-US" altLang="zh-CN" baseline="30000" smtClean="0">
                <a:sym typeface="Symbol" pitchFamily="18" charset="2"/>
              </a:rPr>
              <a:t>k-1</a:t>
            </a:r>
            <a:r>
              <a:rPr lang="en-US" altLang="zh-CN" sz="3200" i="1" smtClean="0"/>
              <a:t>y</a:t>
            </a:r>
            <a:r>
              <a:rPr lang="en-US" altLang="zh-CN" sz="3200" baseline="-25000" smtClean="0"/>
              <a:t>i</a:t>
            </a:r>
            <a:r>
              <a:rPr lang="zh-CN" altLang="en-US" smtClean="0">
                <a:sym typeface="Symbol" pitchFamily="18" charset="2"/>
              </a:rPr>
              <a:t> - </a:t>
            </a:r>
            <a:r>
              <a:rPr lang="en-US" altLang="zh-CN" baseline="30000" smtClean="0">
                <a:sym typeface="Symbol" pitchFamily="18" charset="2"/>
              </a:rPr>
              <a:t>k-1</a:t>
            </a:r>
            <a:r>
              <a:rPr lang="en-US" altLang="zh-CN" sz="3200" i="1" smtClean="0"/>
              <a:t>y</a:t>
            </a:r>
            <a:r>
              <a:rPr lang="en-US" altLang="zh-CN" sz="3200" baseline="-25000" smtClean="0"/>
              <a:t>i-1</a:t>
            </a:r>
          </a:p>
          <a:p>
            <a:pPr>
              <a:buFont typeface="Wingdings" pitchFamily="2" charset="2"/>
              <a:buNone/>
            </a:pPr>
            <a:r>
              <a:rPr lang="zh-CN" altLang="en-US" smtClean="0"/>
              <a:t>为函数</a:t>
            </a:r>
            <a:r>
              <a:rPr lang="en-US" altLang="zh-CN" sz="3200" i="1" smtClean="0"/>
              <a:t>f</a:t>
            </a:r>
            <a:r>
              <a:rPr lang="en-US" altLang="zh-CN" sz="3200" smtClean="0"/>
              <a:t>(</a:t>
            </a:r>
            <a:r>
              <a:rPr lang="en-US" altLang="zh-CN" sz="3200" i="1" smtClean="0"/>
              <a:t>x</a:t>
            </a:r>
            <a:r>
              <a:rPr lang="en-US" altLang="zh-CN" sz="3200" smtClean="0"/>
              <a:t>)</a:t>
            </a:r>
            <a:r>
              <a:rPr lang="en-US" altLang="zh-CN" sz="3200" baseline="-25000" smtClean="0"/>
              <a:t> </a:t>
            </a:r>
            <a:r>
              <a:rPr lang="zh-CN" altLang="en-US" smtClean="0"/>
              <a:t>在[</a:t>
            </a:r>
            <a:r>
              <a:rPr lang="en-US" altLang="zh-CN" sz="3200" i="1" smtClean="0"/>
              <a:t>x</a:t>
            </a:r>
            <a:r>
              <a:rPr lang="en-US" altLang="zh-CN" sz="3200" baseline="-25000" smtClean="0"/>
              <a:t>i-1</a:t>
            </a:r>
            <a:r>
              <a:rPr lang="zh-CN" altLang="en-US" smtClean="0"/>
              <a:t>, </a:t>
            </a:r>
            <a:r>
              <a:rPr lang="en-US" altLang="zh-CN" sz="3200" i="1" smtClean="0"/>
              <a:t>x</a:t>
            </a:r>
            <a:r>
              <a:rPr lang="en-US" altLang="zh-CN" sz="3200" baseline="-25000" smtClean="0"/>
              <a:t>i+k-1</a:t>
            </a:r>
            <a:r>
              <a:rPr lang="zh-CN" altLang="en-US" smtClean="0"/>
              <a:t>]上的</a:t>
            </a:r>
            <a:r>
              <a:rPr lang="en-US" altLang="zh-CN" u="sng" smtClean="0">
                <a:solidFill>
                  <a:srgbClr val="FF3300"/>
                </a:solidFill>
              </a:rPr>
              <a:t>k</a:t>
            </a:r>
            <a:r>
              <a:rPr lang="zh-CN" altLang="en-US" u="sng" smtClean="0">
                <a:solidFill>
                  <a:srgbClr val="FF3300"/>
                </a:solidFill>
              </a:rPr>
              <a:t>阶差分</a:t>
            </a:r>
            <a:r>
              <a:rPr lang="en-US" altLang="zh-CN" sz="3200" smtClean="0"/>
              <a:t>。</a:t>
            </a:r>
            <a:endParaRPr lang="zh-CN" altLang="en-US" sz="3200"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A240F09-8F7A-4D01-9D2F-11F53835CB72}" type="slidenum">
              <a:rPr lang="zh-CN" altLang="en-US" b="0" i="0" smtClean="0"/>
              <a:pPr/>
              <a:t>42</a:t>
            </a:fld>
            <a:endParaRPr lang="en-US" altLang="zh-CN" b="0" i="0" smtClean="0"/>
          </a:p>
        </p:txBody>
      </p:sp>
      <p:sp>
        <p:nvSpPr>
          <p:cNvPr id="6041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5A7B69E-B7F2-4112-9014-93C7214BBA0A}" type="datetime1">
              <a:rPr lang="zh-CN" altLang="en-US" sz="1800" i="0" smtClean="0"/>
              <a:pPr/>
              <a:t>2024/10/20</a:t>
            </a:fld>
            <a:endParaRPr lang="en-US" altLang="zh-CN" sz="1800" i="0" smtClean="0"/>
          </a:p>
        </p:txBody>
      </p:sp>
      <p:sp>
        <p:nvSpPr>
          <p:cNvPr id="650242" name="Rectangle 2"/>
          <p:cNvSpPr>
            <a:spLocks noGrp="1" noChangeArrowheads="1"/>
          </p:cNvSpPr>
          <p:nvPr>
            <p:ph type="title"/>
          </p:nvPr>
        </p:nvSpPr>
        <p:spPr>
          <a:xfrm>
            <a:off x="650875" y="255588"/>
            <a:ext cx="8820150" cy="658812"/>
          </a:xfrm>
        </p:spPr>
        <p:txBody>
          <a:bodyPr/>
          <a:lstStyle/>
          <a:p>
            <a:pPr>
              <a:defRPr/>
            </a:pPr>
            <a:r>
              <a:rPr lang="zh-CN" altLang="en-US" sz="4800" smtClean="0"/>
              <a:t>§2.1 差分</a:t>
            </a:r>
          </a:p>
        </p:txBody>
      </p:sp>
      <p:graphicFrame>
        <p:nvGraphicFramePr>
          <p:cNvPr id="650364" name="Group 124"/>
          <p:cNvGraphicFramePr>
            <a:graphicFrameLocks noGrp="1"/>
          </p:cNvGraphicFramePr>
          <p:nvPr/>
        </p:nvGraphicFramePr>
        <p:xfrm>
          <a:off x="685800" y="1158875"/>
          <a:ext cx="8915400" cy="5330822"/>
        </p:xfrm>
        <a:graphic>
          <a:graphicData uri="http://schemas.openxmlformats.org/drawingml/2006/table">
            <a:tbl>
              <a:tblPr/>
              <a:tblGrid>
                <a:gridCol w="769938"/>
                <a:gridCol w="571500"/>
                <a:gridCol w="1782762"/>
                <a:gridCol w="2362200"/>
                <a:gridCol w="2514600"/>
                <a:gridCol w="914400"/>
              </a:tblGrid>
              <a:tr h="53347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en-US" altLang="zh-CN"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32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32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32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32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32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32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32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3200" b="1" i="1"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042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53042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6645">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42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42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42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4776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42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42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4</a:t>
                      </a: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4</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50313" name="Rectangle 73"/>
          <p:cNvSpPr>
            <a:spLocks noChangeArrowheads="1"/>
          </p:cNvSpPr>
          <p:nvPr/>
        </p:nvSpPr>
        <p:spPr bwMode="auto">
          <a:xfrm>
            <a:off x="1905000" y="2352675"/>
            <a:ext cx="1944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800" i="0">
                <a:latin typeface="Times New Roman" pitchFamily="18" charset="0"/>
                <a:sym typeface="Symbol" pitchFamily="18" charset="2"/>
              </a:rPr>
              <a:t></a:t>
            </a:r>
            <a:r>
              <a:rPr lang="en-US" altLang="zh-CN" sz="2800">
                <a:latin typeface="Times New Roman" pitchFamily="18" charset="0"/>
              </a:rPr>
              <a:t>y</a:t>
            </a:r>
            <a:r>
              <a:rPr lang="en-US" altLang="zh-CN" sz="2800" i="0" baseline="-25000">
                <a:latin typeface="Times New Roman" pitchFamily="18" charset="0"/>
              </a:rPr>
              <a:t>0 </a:t>
            </a:r>
            <a:r>
              <a:rPr lang="zh-CN" altLang="en-US" sz="2800" i="0">
                <a:latin typeface="Times New Roman" pitchFamily="18" charset="0"/>
                <a:sym typeface="Symbol" pitchFamily="18" charset="2"/>
              </a:rPr>
              <a:t>= </a:t>
            </a:r>
            <a:r>
              <a:rPr lang="en-US" altLang="zh-CN" sz="2800">
                <a:latin typeface="Times New Roman" pitchFamily="18" charset="0"/>
              </a:rPr>
              <a:t>y</a:t>
            </a:r>
            <a:r>
              <a:rPr lang="en-US" altLang="zh-CN" sz="2800" i="0" baseline="-25000">
                <a:latin typeface="Times New Roman" pitchFamily="18" charset="0"/>
              </a:rPr>
              <a:t>1</a:t>
            </a:r>
            <a:r>
              <a:rPr lang="zh-CN" altLang="en-US" sz="2800" i="0">
                <a:latin typeface="Times New Roman" pitchFamily="18" charset="0"/>
                <a:sym typeface="Symbol" pitchFamily="18" charset="2"/>
              </a:rPr>
              <a:t> – </a:t>
            </a:r>
            <a:r>
              <a:rPr lang="en-US" altLang="zh-CN" sz="2800">
                <a:latin typeface="Times New Roman" pitchFamily="18" charset="0"/>
              </a:rPr>
              <a:t>y</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650314" name="Rectangle 74"/>
          <p:cNvSpPr>
            <a:spLocks noChangeArrowheads="1"/>
          </p:cNvSpPr>
          <p:nvPr/>
        </p:nvSpPr>
        <p:spPr bwMode="auto">
          <a:xfrm>
            <a:off x="1905000" y="3413125"/>
            <a:ext cx="19446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800" i="0">
                <a:latin typeface="Times New Roman" pitchFamily="18" charset="0"/>
                <a:sym typeface="Symbol" pitchFamily="18" charset="2"/>
              </a:rPr>
              <a:t></a:t>
            </a:r>
            <a:r>
              <a:rPr lang="en-US" altLang="zh-CN" sz="2800">
                <a:latin typeface="Times New Roman" pitchFamily="18" charset="0"/>
              </a:rPr>
              <a:t>y</a:t>
            </a:r>
            <a:r>
              <a:rPr lang="en-US" altLang="zh-CN" sz="2800" i="0" baseline="-25000">
                <a:latin typeface="Times New Roman" pitchFamily="18" charset="0"/>
              </a:rPr>
              <a:t>1 </a:t>
            </a:r>
            <a:r>
              <a:rPr lang="zh-CN" altLang="en-US" sz="2800" i="0">
                <a:latin typeface="Times New Roman" pitchFamily="18" charset="0"/>
                <a:sym typeface="Symbol" pitchFamily="18" charset="2"/>
              </a:rPr>
              <a:t>= </a:t>
            </a:r>
            <a:r>
              <a:rPr lang="en-US" altLang="zh-CN" sz="2800">
                <a:latin typeface="Times New Roman" pitchFamily="18" charset="0"/>
              </a:rPr>
              <a:t>y</a:t>
            </a:r>
            <a:r>
              <a:rPr lang="en-US" altLang="zh-CN" sz="2800" i="0" baseline="-25000">
                <a:latin typeface="Times New Roman" pitchFamily="18" charset="0"/>
              </a:rPr>
              <a:t>2</a:t>
            </a:r>
            <a:r>
              <a:rPr lang="zh-CN" altLang="en-US" sz="2800" i="0">
                <a:latin typeface="Times New Roman" pitchFamily="18" charset="0"/>
                <a:sym typeface="Symbol" pitchFamily="18" charset="2"/>
              </a:rPr>
              <a:t> – </a:t>
            </a:r>
            <a:r>
              <a:rPr lang="en-US" altLang="zh-CN" sz="2800">
                <a:latin typeface="Times New Roman" pitchFamily="18" charset="0"/>
              </a:rPr>
              <a:t>y</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650315" name="Rectangle 75"/>
          <p:cNvSpPr>
            <a:spLocks noChangeArrowheads="1"/>
          </p:cNvSpPr>
          <p:nvPr/>
        </p:nvSpPr>
        <p:spPr bwMode="auto">
          <a:xfrm>
            <a:off x="1943100" y="4562475"/>
            <a:ext cx="18859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400" i="0">
                <a:latin typeface="Times New Roman" pitchFamily="18" charset="0"/>
                <a:sym typeface="Symbol" pitchFamily="18" charset="2"/>
              </a:rPr>
              <a:t></a:t>
            </a:r>
            <a:r>
              <a:rPr lang="en-US" altLang="zh-CN" sz="2800">
                <a:latin typeface="Times New Roman" pitchFamily="18" charset="0"/>
              </a:rPr>
              <a:t>y</a:t>
            </a:r>
            <a:r>
              <a:rPr lang="en-US" altLang="zh-CN" sz="2400" i="0" baseline="-25000">
                <a:latin typeface="Times New Roman" pitchFamily="18" charset="0"/>
              </a:rPr>
              <a:t>2 </a:t>
            </a:r>
            <a:r>
              <a:rPr lang="zh-CN" altLang="en-US" sz="2800" i="0">
                <a:latin typeface="Times New Roman" pitchFamily="18" charset="0"/>
                <a:sym typeface="Symbol" pitchFamily="18" charset="2"/>
              </a:rPr>
              <a:t>= </a:t>
            </a:r>
            <a:r>
              <a:rPr lang="en-US" altLang="zh-CN" sz="2800">
                <a:latin typeface="Times New Roman" pitchFamily="18" charset="0"/>
              </a:rPr>
              <a:t>y</a:t>
            </a:r>
            <a:r>
              <a:rPr lang="en-US" altLang="zh-CN" sz="2800" i="0" baseline="-25000">
                <a:latin typeface="Times New Roman" pitchFamily="18" charset="0"/>
              </a:rPr>
              <a:t>3</a:t>
            </a:r>
            <a:r>
              <a:rPr lang="zh-CN" altLang="en-US" sz="2800" i="0">
                <a:latin typeface="Times New Roman" pitchFamily="18" charset="0"/>
                <a:sym typeface="Symbol" pitchFamily="18" charset="2"/>
              </a:rPr>
              <a:t> – </a:t>
            </a:r>
            <a:r>
              <a:rPr lang="en-US" altLang="zh-CN" sz="2800">
                <a:latin typeface="Times New Roman" pitchFamily="18" charset="0"/>
              </a:rPr>
              <a:t>y</a:t>
            </a:r>
            <a:r>
              <a:rPr lang="en-US" altLang="zh-CN" sz="2800" i="0" baseline="-25000">
                <a:latin typeface="Times New Roman" pitchFamily="18" charset="0"/>
              </a:rPr>
              <a:t>2</a:t>
            </a:r>
            <a:endParaRPr lang="zh-CN" altLang="en-US" sz="2800" i="0" baseline="-25000">
              <a:latin typeface="Times New Roman" pitchFamily="18" charset="0"/>
            </a:endParaRPr>
          </a:p>
        </p:txBody>
      </p:sp>
      <p:sp>
        <p:nvSpPr>
          <p:cNvPr id="650316" name="Rectangle 76"/>
          <p:cNvSpPr>
            <a:spLocks noChangeArrowheads="1"/>
          </p:cNvSpPr>
          <p:nvPr/>
        </p:nvSpPr>
        <p:spPr bwMode="auto">
          <a:xfrm>
            <a:off x="1943100" y="5648325"/>
            <a:ext cx="18859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400" i="0">
                <a:latin typeface="Times New Roman" pitchFamily="18" charset="0"/>
                <a:sym typeface="Symbol" pitchFamily="18" charset="2"/>
              </a:rPr>
              <a:t></a:t>
            </a:r>
            <a:r>
              <a:rPr lang="en-US" altLang="zh-CN" sz="2800">
                <a:latin typeface="Times New Roman" pitchFamily="18" charset="0"/>
              </a:rPr>
              <a:t>y</a:t>
            </a:r>
            <a:r>
              <a:rPr lang="en-US" altLang="zh-CN" sz="2400" i="0" baseline="-25000">
                <a:latin typeface="Times New Roman" pitchFamily="18" charset="0"/>
              </a:rPr>
              <a:t>3 </a:t>
            </a:r>
            <a:r>
              <a:rPr lang="zh-CN" altLang="en-US" sz="2800" i="0">
                <a:latin typeface="Times New Roman" pitchFamily="18" charset="0"/>
                <a:sym typeface="Symbol" pitchFamily="18" charset="2"/>
              </a:rPr>
              <a:t>= </a:t>
            </a:r>
            <a:r>
              <a:rPr lang="en-US" altLang="zh-CN" sz="2800">
                <a:latin typeface="Times New Roman" pitchFamily="18" charset="0"/>
              </a:rPr>
              <a:t>y</a:t>
            </a:r>
            <a:r>
              <a:rPr lang="en-US" altLang="zh-CN" sz="2800" i="0" baseline="-25000">
                <a:latin typeface="Times New Roman" pitchFamily="18" charset="0"/>
              </a:rPr>
              <a:t>4</a:t>
            </a:r>
            <a:r>
              <a:rPr lang="zh-CN" altLang="en-US" sz="2800" i="0">
                <a:latin typeface="Times New Roman" pitchFamily="18" charset="0"/>
                <a:sym typeface="Symbol" pitchFamily="18" charset="2"/>
              </a:rPr>
              <a:t> – </a:t>
            </a:r>
            <a:r>
              <a:rPr lang="en-US" altLang="zh-CN" sz="2800">
                <a:latin typeface="Times New Roman" pitchFamily="18" charset="0"/>
              </a:rPr>
              <a:t>y</a:t>
            </a:r>
            <a:r>
              <a:rPr lang="en-US" altLang="zh-CN" sz="2800" i="0" baseline="-25000">
                <a:latin typeface="Times New Roman" pitchFamily="18" charset="0"/>
              </a:rPr>
              <a:t>3</a:t>
            </a:r>
            <a:endParaRPr lang="zh-CN" altLang="en-US" sz="2800" i="0" baseline="-25000">
              <a:latin typeface="Times New Roman" pitchFamily="18" charset="0"/>
            </a:endParaRPr>
          </a:p>
        </p:txBody>
      </p:sp>
      <p:sp>
        <p:nvSpPr>
          <p:cNvPr id="650317" name="Rectangle 77"/>
          <p:cNvSpPr>
            <a:spLocks noChangeArrowheads="1"/>
          </p:cNvSpPr>
          <p:nvPr/>
        </p:nvSpPr>
        <p:spPr bwMode="auto">
          <a:xfrm>
            <a:off x="3771900" y="2905125"/>
            <a:ext cx="2439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0 </a:t>
            </a:r>
            <a:r>
              <a:rPr lang="zh-CN" altLang="en-US" sz="2800" i="0">
                <a:latin typeface="Times New Roman" pitchFamily="18" charset="0"/>
                <a:sym typeface="Symbol" pitchFamily="18" charset="2"/>
              </a:rPr>
              <a:t>= </a:t>
            </a:r>
            <a:r>
              <a:rPr lang="en-US" altLang="zh-CN" sz="2800">
                <a:latin typeface="Times New Roman" pitchFamily="18" charset="0"/>
              </a:rPr>
              <a:t>y</a:t>
            </a:r>
            <a:r>
              <a:rPr lang="en-US" altLang="zh-CN" sz="2800" i="0" baseline="-25000">
                <a:latin typeface="Times New Roman" pitchFamily="18" charset="0"/>
              </a:rPr>
              <a:t>1</a:t>
            </a:r>
            <a:r>
              <a:rPr lang="zh-CN" altLang="en-US" sz="2800" i="0">
                <a:latin typeface="Times New Roman" pitchFamily="18" charset="0"/>
                <a:sym typeface="Symbol" pitchFamily="18" charset="2"/>
              </a:rPr>
              <a:t> - </a:t>
            </a:r>
            <a:r>
              <a:rPr lang="en-US" altLang="zh-CN" sz="2800">
                <a:latin typeface="Times New Roman" pitchFamily="18" charset="0"/>
              </a:rPr>
              <a:t>y</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650318" name="Rectangle 78"/>
          <p:cNvSpPr>
            <a:spLocks noChangeArrowheads="1"/>
          </p:cNvSpPr>
          <p:nvPr/>
        </p:nvSpPr>
        <p:spPr bwMode="auto">
          <a:xfrm>
            <a:off x="3771900" y="4048125"/>
            <a:ext cx="231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2</a:t>
            </a:r>
            <a:r>
              <a:rPr lang="en-US" altLang="zh-CN" sz="2800">
                <a:latin typeface="Times New Roman" pitchFamily="18" charset="0"/>
              </a:rPr>
              <a:t>y</a:t>
            </a:r>
            <a:r>
              <a:rPr lang="en-US" altLang="zh-CN" sz="2400" i="0" baseline="-25000">
                <a:latin typeface="Times New Roman" pitchFamily="18" charset="0"/>
              </a:rPr>
              <a:t>1</a:t>
            </a:r>
            <a:r>
              <a:rPr lang="zh-CN" altLang="en-US" sz="2800" i="0">
                <a:latin typeface="Times New Roman" pitchFamily="18" charset="0"/>
                <a:sym typeface="Symbol" pitchFamily="18" charset="2"/>
              </a:rPr>
              <a:t>= </a:t>
            </a:r>
            <a:r>
              <a:rPr lang="en-US" altLang="zh-CN" sz="2800">
                <a:latin typeface="Times New Roman" pitchFamily="18" charset="0"/>
              </a:rPr>
              <a:t>y</a:t>
            </a:r>
            <a:r>
              <a:rPr lang="en-US" altLang="zh-CN" sz="2800" i="0" baseline="-25000">
                <a:latin typeface="Times New Roman" pitchFamily="18" charset="0"/>
              </a:rPr>
              <a:t>2</a:t>
            </a:r>
            <a:r>
              <a:rPr lang="zh-CN" altLang="en-US" sz="2800" i="0">
                <a:latin typeface="Times New Roman" pitchFamily="18" charset="0"/>
                <a:sym typeface="Symbol" pitchFamily="18" charset="2"/>
              </a:rPr>
              <a:t> - </a:t>
            </a:r>
            <a:r>
              <a:rPr lang="en-US" altLang="zh-CN" sz="2800">
                <a:latin typeface="Times New Roman" pitchFamily="18" charset="0"/>
              </a:rPr>
              <a:t>y</a:t>
            </a:r>
            <a:r>
              <a:rPr lang="en-US" altLang="zh-CN" sz="2800" i="0" baseline="-25000">
                <a:latin typeface="Times New Roman" pitchFamily="18" charset="0"/>
              </a:rPr>
              <a:t>1</a:t>
            </a:r>
            <a:endParaRPr lang="zh-CN" altLang="en-US" sz="2400" i="0" baseline="-25000">
              <a:latin typeface="Times New Roman" pitchFamily="18" charset="0"/>
            </a:endParaRPr>
          </a:p>
        </p:txBody>
      </p:sp>
      <p:sp>
        <p:nvSpPr>
          <p:cNvPr id="650319" name="Rectangle 79"/>
          <p:cNvSpPr>
            <a:spLocks noChangeArrowheads="1"/>
          </p:cNvSpPr>
          <p:nvPr/>
        </p:nvSpPr>
        <p:spPr bwMode="auto">
          <a:xfrm>
            <a:off x="3784600" y="5114925"/>
            <a:ext cx="231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2</a:t>
            </a:r>
            <a:r>
              <a:rPr lang="en-US" altLang="zh-CN" sz="2800">
                <a:latin typeface="Times New Roman" pitchFamily="18" charset="0"/>
              </a:rPr>
              <a:t>y</a:t>
            </a:r>
            <a:r>
              <a:rPr lang="en-US" altLang="zh-CN" sz="2400" i="0" baseline="-25000">
                <a:latin typeface="Times New Roman" pitchFamily="18" charset="0"/>
              </a:rPr>
              <a:t>2</a:t>
            </a:r>
            <a:r>
              <a:rPr lang="zh-CN" altLang="en-US" sz="2800" i="0">
                <a:latin typeface="Times New Roman" pitchFamily="18" charset="0"/>
                <a:sym typeface="Symbol" pitchFamily="18" charset="2"/>
              </a:rPr>
              <a:t>= </a:t>
            </a:r>
            <a:r>
              <a:rPr lang="en-US" altLang="zh-CN" sz="2800">
                <a:latin typeface="Times New Roman" pitchFamily="18" charset="0"/>
              </a:rPr>
              <a:t>y</a:t>
            </a:r>
            <a:r>
              <a:rPr lang="en-US" altLang="zh-CN" sz="2800" i="0" baseline="-25000">
                <a:latin typeface="Times New Roman" pitchFamily="18" charset="0"/>
              </a:rPr>
              <a:t>3</a:t>
            </a:r>
            <a:r>
              <a:rPr lang="zh-CN" altLang="en-US" sz="2800" i="0">
                <a:latin typeface="Times New Roman" pitchFamily="18" charset="0"/>
                <a:sym typeface="Symbol" pitchFamily="18" charset="2"/>
              </a:rPr>
              <a:t> - </a:t>
            </a:r>
            <a:r>
              <a:rPr lang="en-US" altLang="zh-CN" sz="2800">
                <a:latin typeface="Times New Roman" pitchFamily="18" charset="0"/>
              </a:rPr>
              <a:t>y</a:t>
            </a:r>
            <a:r>
              <a:rPr lang="en-US" altLang="zh-CN" sz="2800" i="0" baseline="-25000">
                <a:latin typeface="Times New Roman" pitchFamily="18" charset="0"/>
              </a:rPr>
              <a:t>2</a:t>
            </a:r>
            <a:endParaRPr lang="zh-CN" altLang="en-US" sz="2400" i="0" baseline="-25000">
              <a:latin typeface="Times New Roman" pitchFamily="18" charset="0"/>
            </a:endParaRPr>
          </a:p>
        </p:txBody>
      </p:sp>
      <p:sp>
        <p:nvSpPr>
          <p:cNvPr id="650320" name="Rectangle 80"/>
          <p:cNvSpPr>
            <a:spLocks noChangeArrowheads="1"/>
          </p:cNvSpPr>
          <p:nvPr/>
        </p:nvSpPr>
        <p:spPr bwMode="auto">
          <a:xfrm>
            <a:off x="6096000" y="3438525"/>
            <a:ext cx="26209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3</a:t>
            </a:r>
            <a:r>
              <a:rPr lang="en-US" altLang="zh-CN" sz="2800">
                <a:latin typeface="Times New Roman" pitchFamily="18" charset="0"/>
              </a:rPr>
              <a:t>y</a:t>
            </a:r>
            <a:r>
              <a:rPr lang="en-US" altLang="zh-CN" sz="2800" i="0" baseline="-25000">
                <a:latin typeface="Times New Roman" pitchFamily="18" charset="0"/>
              </a:rPr>
              <a:t>0</a:t>
            </a:r>
            <a:r>
              <a:rPr lang="zh-CN" altLang="en-US" sz="2800" i="0">
                <a:latin typeface="Times New Roman" pitchFamily="18" charset="0"/>
                <a:sym typeface="Symbol" pitchFamily="18" charset="2"/>
              </a:rPr>
              <a:t>= </a:t>
            </a:r>
            <a:r>
              <a:rPr lang="zh-CN" altLang="en-US" sz="28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1</a:t>
            </a:r>
            <a:r>
              <a:rPr lang="zh-CN" altLang="en-US" sz="2800" i="0">
                <a:latin typeface="Times New Roman" pitchFamily="18" charset="0"/>
                <a:sym typeface="Symbol" pitchFamily="18" charset="2"/>
              </a:rPr>
              <a:t> - </a:t>
            </a:r>
            <a:r>
              <a:rPr lang="zh-CN" altLang="en-US" sz="28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650321" name="Rectangle 81"/>
          <p:cNvSpPr>
            <a:spLocks noChangeArrowheads="1"/>
          </p:cNvSpPr>
          <p:nvPr/>
        </p:nvSpPr>
        <p:spPr bwMode="auto">
          <a:xfrm>
            <a:off x="6096000" y="4595813"/>
            <a:ext cx="2620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3</a:t>
            </a:r>
            <a:r>
              <a:rPr lang="en-US" altLang="zh-CN" sz="2800">
                <a:latin typeface="Times New Roman" pitchFamily="18" charset="0"/>
              </a:rPr>
              <a:t>y</a:t>
            </a:r>
            <a:r>
              <a:rPr lang="en-US" altLang="zh-CN" sz="2800" i="0" baseline="-25000">
                <a:latin typeface="Times New Roman" pitchFamily="18" charset="0"/>
              </a:rPr>
              <a:t>1</a:t>
            </a:r>
            <a:r>
              <a:rPr lang="zh-CN" altLang="en-US" sz="2800" i="0">
                <a:latin typeface="Times New Roman" pitchFamily="18" charset="0"/>
                <a:sym typeface="Symbol" pitchFamily="18" charset="2"/>
              </a:rPr>
              <a:t>= </a:t>
            </a:r>
            <a:r>
              <a:rPr lang="zh-CN" altLang="en-US" sz="28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2</a:t>
            </a:r>
            <a:r>
              <a:rPr lang="zh-CN" altLang="en-US" sz="2800" i="0">
                <a:latin typeface="Times New Roman" pitchFamily="18" charset="0"/>
                <a:sym typeface="Symbol" pitchFamily="18" charset="2"/>
              </a:rPr>
              <a:t> - </a:t>
            </a:r>
            <a:r>
              <a:rPr lang="zh-CN" altLang="en-US" sz="28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650322" name="Rectangle 82"/>
          <p:cNvSpPr>
            <a:spLocks noChangeArrowheads="1"/>
          </p:cNvSpPr>
          <p:nvPr/>
        </p:nvSpPr>
        <p:spPr bwMode="auto">
          <a:xfrm>
            <a:off x="8716963" y="4048125"/>
            <a:ext cx="7318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4</a:t>
            </a:r>
            <a:r>
              <a:rPr lang="en-US" altLang="zh-CN" sz="2800">
                <a:latin typeface="Times New Roman" pitchFamily="18" charset="0"/>
              </a:rPr>
              <a:t>y</a:t>
            </a:r>
            <a:r>
              <a:rPr lang="en-US" altLang="zh-CN" sz="2400" i="0" baseline="-25000">
                <a:latin typeface="Times New Roman" pitchFamily="18" charset="0"/>
              </a:rPr>
              <a:t>0</a:t>
            </a:r>
            <a:endParaRPr lang="zh-CN" altLang="en-US" sz="2400" i="0" baseline="-2500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50313"/>
                                        </p:tgtEl>
                                        <p:attrNameLst>
                                          <p:attrName>style.visibility</p:attrName>
                                        </p:attrNameLst>
                                      </p:cBhvr>
                                      <p:to>
                                        <p:strVal val="visible"/>
                                      </p:to>
                                    </p:set>
                                    <p:animEffect transition="in" filter="dissolve">
                                      <p:cBhvr>
                                        <p:cTn id="7" dur="500"/>
                                        <p:tgtEl>
                                          <p:spTgt spid="6503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0314"/>
                                        </p:tgtEl>
                                        <p:attrNameLst>
                                          <p:attrName>style.visibility</p:attrName>
                                        </p:attrNameLst>
                                      </p:cBhvr>
                                      <p:to>
                                        <p:strVal val="visible"/>
                                      </p:to>
                                    </p:set>
                                    <p:animEffect transition="in" filter="dissolve">
                                      <p:cBhvr>
                                        <p:cTn id="12" dur="500"/>
                                        <p:tgtEl>
                                          <p:spTgt spid="6503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0315"/>
                                        </p:tgtEl>
                                        <p:attrNameLst>
                                          <p:attrName>style.visibility</p:attrName>
                                        </p:attrNameLst>
                                      </p:cBhvr>
                                      <p:to>
                                        <p:strVal val="visible"/>
                                      </p:to>
                                    </p:set>
                                    <p:animEffect transition="in" filter="dissolve">
                                      <p:cBhvr>
                                        <p:cTn id="17" dur="500"/>
                                        <p:tgtEl>
                                          <p:spTgt spid="6503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50316"/>
                                        </p:tgtEl>
                                        <p:attrNameLst>
                                          <p:attrName>style.visibility</p:attrName>
                                        </p:attrNameLst>
                                      </p:cBhvr>
                                      <p:to>
                                        <p:strVal val="visible"/>
                                      </p:to>
                                    </p:set>
                                    <p:animEffect transition="in" filter="dissolve">
                                      <p:cBhvr>
                                        <p:cTn id="22" dur="500"/>
                                        <p:tgtEl>
                                          <p:spTgt spid="6503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50317"/>
                                        </p:tgtEl>
                                        <p:attrNameLst>
                                          <p:attrName>style.visibility</p:attrName>
                                        </p:attrNameLst>
                                      </p:cBhvr>
                                      <p:to>
                                        <p:strVal val="visible"/>
                                      </p:to>
                                    </p:set>
                                    <p:animEffect transition="in" filter="dissolve">
                                      <p:cBhvr>
                                        <p:cTn id="27" dur="500"/>
                                        <p:tgtEl>
                                          <p:spTgt spid="6503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50318"/>
                                        </p:tgtEl>
                                        <p:attrNameLst>
                                          <p:attrName>style.visibility</p:attrName>
                                        </p:attrNameLst>
                                      </p:cBhvr>
                                      <p:to>
                                        <p:strVal val="visible"/>
                                      </p:to>
                                    </p:set>
                                    <p:animEffect transition="in" filter="dissolve">
                                      <p:cBhvr>
                                        <p:cTn id="32" dur="500"/>
                                        <p:tgtEl>
                                          <p:spTgt spid="6503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50319"/>
                                        </p:tgtEl>
                                        <p:attrNameLst>
                                          <p:attrName>style.visibility</p:attrName>
                                        </p:attrNameLst>
                                      </p:cBhvr>
                                      <p:to>
                                        <p:strVal val="visible"/>
                                      </p:to>
                                    </p:set>
                                    <p:animEffect transition="in" filter="dissolve">
                                      <p:cBhvr>
                                        <p:cTn id="37" dur="500"/>
                                        <p:tgtEl>
                                          <p:spTgt spid="6503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650320"/>
                                        </p:tgtEl>
                                        <p:attrNameLst>
                                          <p:attrName>style.visibility</p:attrName>
                                        </p:attrNameLst>
                                      </p:cBhvr>
                                      <p:to>
                                        <p:strVal val="visible"/>
                                      </p:to>
                                    </p:set>
                                    <p:animEffect transition="in" filter="dissolve">
                                      <p:cBhvr>
                                        <p:cTn id="42" dur="500"/>
                                        <p:tgtEl>
                                          <p:spTgt spid="6503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650321"/>
                                        </p:tgtEl>
                                        <p:attrNameLst>
                                          <p:attrName>style.visibility</p:attrName>
                                        </p:attrNameLst>
                                      </p:cBhvr>
                                      <p:to>
                                        <p:strVal val="visible"/>
                                      </p:to>
                                    </p:set>
                                    <p:animEffect transition="in" filter="dissolve">
                                      <p:cBhvr>
                                        <p:cTn id="47" dur="500"/>
                                        <p:tgtEl>
                                          <p:spTgt spid="65032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650322"/>
                                        </p:tgtEl>
                                        <p:attrNameLst>
                                          <p:attrName>style.visibility</p:attrName>
                                        </p:attrNameLst>
                                      </p:cBhvr>
                                      <p:to>
                                        <p:strVal val="visible"/>
                                      </p:to>
                                    </p:set>
                                    <p:animEffect transition="in" filter="dissolve">
                                      <p:cBhvr>
                                        <p:cTn id="52" dur="500"/>
                                        <p:tgtEl>
                                          <p:spTgt spid="650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313" grpId="0" autoUpdateAnimBg="0"/>
      <p:bldP spid="650314" grpId="0" autoUpdateAnimBg="0"/>
      <p:bldP spid="650315" grpId="0" autoUpdateAnimBg="0"/>
      <p:bldP spid="650316" grpId="0" autoUpdateAnimBg="0"/>
      <p:bldP spid="650317" grpId="0" autoUpdateAnimBg="0"/>
      <p:bldP spid="650318" grpId="0" autoUpdateAnimBg="0"/>
      <p:bldP spid="650319" grpId="0" autoUpdateAnimBg="0"/>
      <p:bldP spid="650320" grpId="0" autoUpdateAnimBg="0"/>
      <p:bldP spid="650321" grpId="0" autoUpdateAnimBg="0"/>
      <p:bldP spid="650322"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D828439-C2AD-42D3-AEF9-ED11936A52C6}" type="slidenum">
              <a:rPr lang="zh-CN" altLang="en-US" b="0" i="0" smtClean="0"/>
              <a:pPr/>
              <a:t>43</a:t>
            </a:fld>
            <a:endParaRPr lang="en-US" altLang="zh-CN" b="0" i="0" smtClean="0"/>
          </a:p>
        </p:txBody>
      </p:sp>
      <p:sp>
        <p:nvSpPr>
          <p:cNvPr id="6144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BA2E737-B358-4D4E-AFB1-27BB2CE83E58}" type="datetime1">
              <a:rPr lang="zh-CN" altLang="en-US" sz="1800" i="0" smtClean="0"/>
              <a:pPr/>
              <a:t>2024/10/20</a:t>
            </a:fld>
            <a:endParaRPr lang="en-US" altLang="zh-CN" sz="1800" i="0" smtClean="0"/>
          </a:p>
        </p:txBody>
      </p:sp>
      <p:sp>
        <p:nvSpPr>
          <p:cNvPr id="652290" name="Rectangle 2"/>
          <p:cNvSpPr>
            <a:spLocks noGrp="1" noChangeArrowheads="1"/>
          </p:cNvSpPr>
          <p:nvPr>
            <p:ph type="title"/>
          </p:nvPr>
        </p:nvSpPr>
        <p:spPr>
          <a:xfrm>
            <a:off x="650875" y="255588"/>
            <a:ext cx="8820150" cy="658812"/>
          </a:xfrm>
        </p:spPr>
        <p:txBody>
          <a:bodyPr/>
          <a:lstStyle/>
          <a:p>
            <a:pPr>
              <a:defRPr/>
            </a:pPr>
            <a:r>
              <a:rPr lang="zh-CN" altLang="en-US" sz="4800" smtClean="0"/>
              <a:t>§2.1 差分</a:t>
            </a:r>
          </a:p>
        </p:txBody>
      </p:sp>
      <p:sp>
        <p:nvSpPr>
          <p:cNvPr id="61445" name="Rectangle 3"/>
          <p:cNvSpPr>
            <a:spLocks noGrp="1" noChangeArrowheads="1"/>
          </p:cNvSpPr>
          <p:nvPr>
            <p:ph type="body" idx="1"/>
          </p:nvPr>
        </p:nvSpPr>
        <p:spPr>
          <a:xfrm>
            <a:off x="577850" y="1085850"/>
            <a:ext cx="8820150" cy="438150"/>
          </a:xfrm>
        </p:spPr>
        <p:txBody>
          <a:bodyPr/>
          <a:lstStyle/>
          <a:p>
            <a:r>
              <a:rPr lang="zh-CN" altLang="en-US" smtClean="0"/>
              <a:t>等距节点情况下</a:t>
            </a:r>
            <a:r>
              <a:rPr lang="en-US" altLang="zh-CN" sz="3200" i="1" smtClean="0"/>
              <a:t>x</a:t>
            </a:r>
            <a:r>
              <a:rPr lang="en-US" altLang="zh-CN" sz="3200" baseline="-25000" smtClean="0"/>
              <a:t>i</a:t>
            </a:r>
            <a:r>
              <a:rPr lang="zh-CN" altLang="en-US" smtClean="0">
                <a:sym typeface="Symbol" pitchFamily="18" charset="2"/>
              </a:rPr>
              <a:t>= </a:t>
            </a:r>
            <a:r>
              <a:rPr lang="en-US" altLang="zh-CN" sz="3200" i="1" smtClean="0"/>
              <a:t>x</a:t>
            </a:r>
            <a:r>
              <a:rPr lang="en-US" altLang="zh-CN" sz="3200" baseline="-25000" smtClean="0"/>
              <a:t>0</a:t>
            </a:r>
            <a:r>
              <a:rPr lang="zh-CN" altLang="en-US" smtClean="0">
                <a:sym typeface="Symbol" pitchFamily="18" charset="2"/>
              </a:rPr>
              <a:t>+</a:t>
            </a:r>
            <a:r>
              <a:rPr lang="en-US" altLang="zh-CN" i="1" smtClean="0">
                <a:sym typeface="Symbol" pitchFamily="18" charset="2"/>
              </a:rPr>
              <a:t>ih</a:t>
            </a:r>
            <a:r>
              <a:rPr lang="en-US" altLang="zh-CN" smtClean="0">
                <a:sym typeface="Symbol" pitchFamily="18" charset="2"/>
              </a:rPr>
              <a:t> </a:t>
            </a:r>
            <a:r>
              <a:rPr lang="en-US" altLang="zh-CN" smtClean="0"/>
              <a:t>，</a:t>
            </a:r>
            <a:r>
              <a:rPr lang="zh-CN" altLang="en-US" smtClean="0"/>
              <a:t>用差分表示差商：</a:t>
            </a:r>
          </a:p>
        </p:txBody>
      </p:sp>
      <p:graphicFrame>
        <p:nvGraphicFramePr>
          <p:cNvPr id="652292" name="Object 4"/>
          <p:cNvGraphicFramePr>
            <a:graphicFrameLocks noChangeAspect="1"/>
          </p:cNvGraphicFramePr>
          <p:nvPr/>
        </p:nvGraphicFramePr>
        <p:xfrm>
          <a:off x="708025" y="1425575"/>
          <a:ext cx="3784600" cy="936625"/>
        </p:xfrm>
        <a:graphic>
          <a:graphicData uri="http://schemas.openxmlformats.org/presentationml/2006/ole">
            <mc:AlternateContent xmlns:mc="http://schemas.openxmlformats.org/markup-compatibility/2006">
              <mc:Choice xmlns:v="urn:schemas-microsoft-com:vml" Requires="v">
                <p:oleObj spid="_x0000_s61587" name="Equation" r:id="rId3" imgW="1637589" imgH="431613" progId="Equation.3">
                  <p:embed/>
                </p:oleObj>
              </mc:Choice>
              <mc:Fallback>
                <p:oleObj name="Equation" r:id="rId3" imgW="1637589"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025" y="1425575"/>
                        <a:ext cx="37846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2293" name="Rectangle 5"/>
          <p:cNvSpPr>
            <a:spLocks noChangeArrowheads="1"/>
          </p:cNvSpPr>
          <p:nvPr/>
        </p:nvSpPr>
        <p:spPr bwMode="auto">
          <a:xfrm>
            <a:off x="4391025" y="16002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sp>
        <p:nvSpPr>
          <p:cNvPr id="652294" name="Rectangle 6"/>
          <p:cNvSpPr>
            <a:spLocks noChangeArrowheads="1"/>
          </p:cNvSpPr>
          <p:nvPr/>
        </p:nvSpPr>
        <p:spPr bwMode="auto">
          <a:xfrm>
            <a:off x="4891088" y="1295400"/>
            <a:ext cx="116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1</a:t>
            </a:r>
            <a:r>
              <a:rPr lang="zh-CN" altLang="en-US" sz="2800" i="0">
                <a:latin typeface="Times New Roman" pitchFamily="18" charset="0"/>
                <a:sym typeface="Symbol" pitchFamily="18" charset="2"/>
              </a:rPr>
              <a:t> – </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2295" name="Line 7"/>
          <p:cNvSpPr>
            <a:spLocks noChangeShapeType="1"/>
          </p:cNvSpPr>
          <p:nvPr/>
        </p:nvSpPr>
        <p:spPr bwMode="auto">
          <a:xfrm>
            <a:off x="4787900" y="1905000"/>
            <a:ext cx="12382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296" name="Rectangle 8"/>
          <p:cNvSpPr>
            <a:spLocks noChangeArrowheads="1"/>
          </p:cNvSpPr>
          <p:nvPr/>
        </p:nvSpPr>
        <p:spPr bwMode="auto">
          <a:xfrm>
            <a:off x="5297488" y="1828800"/>
            <a:ext cx="382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sp>
        <p:nvSpPr>
          <p:cNvPr id="652297" name="Rectangle 9"/>
          <p:cNvSpPr>
            <a:spLocks noChangeArrowheads="1"/>
          </p:cNvSpPr>
          <p:nvPr/>
        </p:nvSpPr>
        <p:spPr bwMode="auto">
          <a:xfrm>
            <a:off x="5959475" y="16002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sp>
        <p:nvSpPr>
          <p:cNvPr id="652298" name="Rectangle 10"/>
          <p:cNvSpPr>
            <a:spLocks noChangeArrowheads="1"/>
          </p:cNvSpPr>
          <p:nvPr/>
        </p:nvSpPr>
        <p:spPr bwMode="auto">
          <a:xfrm>
            <a:off x="6684963" y="1295400"/>
            <a:ext cx="7159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2299" name="Line 11"/>
          <p:cNvSpPr>
            <a:spLocks noChangeShapeType="1"/>
          </p:cNvSpPr>
          <p:nvPr/>
        </p:nvSpPr>
        <p:spPr bwMode="auto">
          <a:xfrm>
            <a:off x="6356350" y="1905000"/>
            <a:ext cx="12382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00" name="Rectangle 12"/>
          <p:cNvSpPr>
            <a:spLocks noChangeArrowheads="1"/>
          </p:cNvSpPr>
          <p:nvPr/>
        </p:nvSpPr>
        <p:spPr bwMode="auto">
          <a:xfrm>
            <a:off x="6718300" y="1828800"/>
            <a:ext cx="681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sp>
        <p:nvSpPr>
          <p:cNvPr id="652301" name="Rectangle 13"/>
          <p:cNvSpPr>
            <a:spLocks noChangeArrowheads="1"/>
          </p:cNvSpPr>
          <p:nvPr/>
        </p:nvSpPr>
        <p:spPr bwMode="auto">
          <a:xfrm>
            <a:off x="808038" y="2438400"/>
            <a:ext cx="1579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652302" name="Rectangle 14"/>
          <p:cNvSpPr>
            <a:spLocks noChangeArrowheads="1"/>
          </p:cNvSpPr>
          <p:nvPr/>
        </p:nvSpPr>
        <p:spPr bwMode="auto">
          <a:xfrm>
            <a:off x="2497138" y="2163763"/>
            <a:ext cx="1168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2</a:t>
            </a:r>
            <a:r>
              <a:rPr lang="zh-CN" altLang="en-US" sz="2800" i="0">
                <a:latin typeface="Times New Roman" pitchFamily="18" charset="0"/>
                <a:sym typeface="Symbol" pitchFamily="18" charset="2"/>
              </a:rPr>
              <a:t> – </a:t>
            </a:r>
            <a:r>
              <a:rPr lang="en-US" altLang="zh-CN" sz="3200">
                <a:latin typeface="Times New Roman" pitchFamily="18" charset="0"/>
              </a:rPr>
              <a:t>y</a:t>
            </a:r>
            <a:r>
              <a:rPr lang="en-US" altLang="zh-CN" sz="3200" i="0" baseline="-25000">
                <a:latin typeface="Times New Roman" pitchFamily="18" charset="0"/>
              </a:rPr>
              <a:t>1</a:t>
            </a:r>
            <a:endParaRPr lang="zh-CN" altLang="en-US" sz="3200" i="0" baseline="-25000">
              <a:latin typeface="Times New Roman" pitchFamily="18" charset="0"/>
            </a:endParaRPr>
          </a:p>
        </p:txBody>
      </p:sp>
      <p:sp>
        <p:nvSpPr>
          <p:cNvPr id="652303" name="Line 15"/>
          <p:cNvSpPr>
            <a:spLocks noChangeShapeType="1"/>
          </p:cNvSpPr>
          <p:nvPr/>
        </p:nvSpPr>
        <p:spPr bwMode="auto">
          <a:xfrm>
            <a:off x="2393950" y="2757488"/>
            <a:ext cx="12382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04" name="Rectangle 16"/>
          <p:cNvSpPr>
            <a:spLocks noChangeArrowheads="1"/>
          </p:cNvSpPr>
          <p:nvPr/>
        </p:nvSpPr>
        <p:spPr bwMode="auto">
          <a:xfrm>
            <a:off x="2903538" y="2681288"/>
            <a:ext cx="382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sp>
        <p:nvSpPr>
          <p:cNvPr id="652305" name="Rectangle 17"/>
          <p:cNvSpPr>
            <a:spLocks noChangeArrowheads="1"/>
          </p:cNvSpPr>
          <p:nvPr/>
        </p:nvSpPr>
        <p:spPr bwMode="auto">
          <a:xfrm>
            <a:off x="3565525" y="24526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sp>
        <p:nvSpPr>
          <p:cNvPr id="652306" name="Rectangle 18"/>
          <p:cNvSpPr>
            <a:spLocks noChangeArrowheads="1"/>
          </p:cNvSpPr>
          <p:nvPr/>
        </p:nvSpPr>
        <p:spPr bwMode="auto">
          <a:xfrm>
            <a:off x="4291013" y="2209800"/>
            <a:ext cx="7159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1</a:t>
            </a:r>
            <a:endParaRPr lang="zh-CN" altLang="en-US" sz="3200" i="0" baseline="-25000">
              <a:latin typeface="Times New Roman" pitchFamily="18" charset="0"/>
            </a:endParaRPr>
          </a:p>
        </p:txBody>
      </p:sp>
      <p:sp>
        <p:nvSpPr>
          <p:cNvPr id="652307" name="Line 19"/>
          <p:cNvSpPr>
            <a:spLocks noChangeShapeType="1"/>
          </p:cNvSpPr>
          <p:nvPr/>
        </p:nvSpPr>
        <p:spPr bwMode="auto">
          <a:xfrm>
            <a:off x="3962400" y="2757488"/>
            <a:ext cx="12382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08" name="Rectangle 20"/>
          <p:cNvSpPr>
            <a:spLocks noChangeArrowheads="1"/>
          </p:cNvSpPr>
          <p:nvPr/>
        </p:nvSpPr>
        <p:spPr bwMode="auto">
          <a:xfrm>
            <a:off x="4324350" y="2681288"/>
            <a:ext cx="681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sp>
        <p:nvSpPr>
          <p:cNvPr id="652309" name="Rectangle 21"/>
          <p:cNvSpPr>
            <a:spLocks noChangeArrowheads="1"/>
          </p:cNvSpPr>
          <p:nvPr/>
        </p:nvSpPr>
        <p:spPr bwMode="auto">
          <a:xfrm>
            <a:off x="382588" y="3457575"/>
            <a:ext cx="1816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652310" name="Rectangle 22"/>
          <p:cNvSpPr>
            <a:spLocks noChangeArrowheads="1"/>
          </p:cNvSpPr>
          <p:nvPr/>
        </p:nvSpPr>
        <p:spPr bwMode="auto">
          <a:xfrm>
            <a:off x="2249488" y="3214688"/>
            <a:ext cx="2478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652311" name="Line 23"/>
          <p:cNvSpPr>
            <a:spLocks noChangeShapeType="1"/>
          </p:cNvSpPr>
          <p:nvPr/>
        </p:nvSpPr>
        <p:spPr bwMode="auto">
          <a:xfrm>
            <a:off x="2146300" y="3748088"/>
            <a:ext cx="2559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12" name="Rectangle 24"/>
          <p:cNvSpPr>
            <a:spLocks noChangeArrowheads="1"/>
          </p:cNvSpPr>
          <p:nvPr/>
        </p:nvSpPr>
        <p:spPr bwMode="auto">
          <a:xfrm>
            <a:off x="2852738" y="3686175"/>
            <a:ext cx="1108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2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0</a:t>
            </a:r>
            <a:endParaRPr lang="zh-CN" altLang="en-US" sz="2800" i="0" baseline="-25000">
              <a:latin typeface="Times New Roman" pitchFamily="18" charset="0"/>
            </a:endParaRPr>
          </a:p>
        </p:txBody>
      </p:sp>
      <p:sp>
        <p:nvSpPr>
          <p:cNvPr id="652313" name="Rectangle 25"/>
          <p:cNvSpPr>
            <a:spLocks noChangeArrowheads="1"/>
          </p:cNvSpPr>
          <p:nvPr/>
        </p:nvSpPr>
        <p:spPr bwMode="auto">
          <a:xfrm>
            <a:off x="4681538" y="3457575"/>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sp>
        <p:nvSpPr>
          <p:cNvPr id="652314" name="Line 26"/>
          <p:cNvSpPr>
            <a:spLocks noChangeShapeType="1"/>
          </p:cNvSpPr>
          <p:nvPr/>
        </p:nvSpPr>
        <p:spPr bwMode="auto">
          <a:xfrm flipV="1">
            <a:off x="5078413" y="3748088"/>
            <a:ext cx="1651000" cy="14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27"/>
          <p:cNvGrpSpPr>
            <a:grpSpLocks/>
          </p:cNvGrpSpPr>
          <p:nvPr/>
        </p:nvGrpSpPr>
        <p:grpSpPr bwMode="auto">
          <a:xfrm>
            <a:off x="5027613" y="2833688"/>
            <a:ext cx="712787" cy="990600"/>
            <a:chOff x="3408" y="1728"/>
            <a:chExt cx="415" cy="624"/>
          </a:xfrm>
        </p:grpSpPr>
        <p:sp>
          <p:nvSpPr>
            <p:cNvPr id="61536" name="Rectangle 28"/>
            <p:cNvSpPr>
              <a:spLocks noChangeArrowheads="1"/>
            </p:cNvSpPr>
            <p:nvPr/>
          </p:nvSpPr>
          <p:spPr bwMode="auto">
            <a:xfrm>
              <a:off x="3408" y="1728"/>
              <a:ext cx="4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1</a:t>
              </a:r>
              <a:endParaRPr lang="zh-CN" altLang="en-US" sz="3200" i="0" baseline="-25000">
                <a:latin typeface="Times New Roman" pitchFamily="18" charset="0"/>
              </a:endParaRPr>
            </a:p>
          </p:txBody>
        </p:sp>
        <p:sp>
          <p:nvSpPr>
            <p:cNvPr id="61537" name="Line 29"/>
            <p:cNvSpPr>
              <a:spLocks noChangeShapeType="1"/>
            </p:cNvSpPr>
            <p:nvPr/>
          </p:nvSpPr>
          <p:spPr bwMode="auto">
            <a:xfrm>
              <a:off x="3408" y="2064"/>
              <a:ext cx="3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38" name="Rectangle 30"/>
            <p:cNvSpPr>
              <a:spLocks noChangeArrowheads="1"/>
            </p:cNvSpPr>
            <p:nvPr/>
          </p:nvSpPr>
          <p:spPr bwMode="auto">
            <a:xfrm>
              <a:off x="3427" y="2025"/>
              <a:ext cx="3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grpSp>
      <p:sp>
        <p:nvSpPr>
          <p:cNvPr id="652319" name="Rectangle 31"/>
          <p:cNvSpPr>
            <a:spLocks noChangeArrowheads="1"/>
          </p:cNvSpPr>
          <p:nvPr/>
        </p:nvSpPr>
        <p:spPr bwMode="auto">
          <a:xfrm>
            <a:off x="5691188" y="3062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grpSp>
        <p:nvGrpSpPr>
          <p:cNvPr id="3" name="Group 32"/>
          <p:cNvGrpSpPr>
            <a:grpSpLocks/>
          </p:cNvGrpSpPr>
          <p:nvPr/>
        </p:nvGrpSpPr>
        <p:grpSpPr bwMode="auto">
          <a:xfrm>
            <a:off x="6018213" y="2771775"/>
            <a:ext cx="712787" cy="1052513"/>
            <a:chOff x="3984" y="1689"/>
            <a:chExt cx="415" cy="663"/>
          </a:xfrm>
        </p:grpSpPr>
        <p:sp>
          <p:nvSpPr>
            <p:cNvPr id="61533" name="Rectangle 33"/>
            <p:cNvSpPr>
              <a:spLocks noChangeArrowheads="1"/>
            </p:cNvSpPr>
            <p:nvPr/>
          </p:nvSpPr>
          <p:spPr bwMode="auto">
            <a:xfrm>
              <a:off x="3984" y="1689"/>
              <a:ext cx="4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1534" name="Line 34"/>
            <p:cNvSpPr>
              <a:spLocks noChangeShapeType="1"/>
            </p:cNvSpPr>
            <p:nvPr/>
          </p:nvSpPr>
          <p:spPr bwMode="auto">
            <a:xfrm flipV="1">
              <a:off x="4032" y="2064"/>
              <a:ext cx="336" cy="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35" name="Rectangle 35"/>
            <p:cNvSpPr>
              <a:spLocks noChangeArrowheads="1"/>
            </p:cNvSpPr>
            <p:nvPr/>
          </p:nvSpPr>
          <p:spPr bwMode="auto">
            <a:xfrm>
              <a:off x="4003" y="2025"/>
              <a:ext cx="3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grpSp>
      <p:sp>
        <p:nvSpPr>
          <p:cNvPr id="652324" name="Rectangle 36"/>
          <p:cNvSpPr>
            <a:spLocks noChangeArrowheads="1"/>
          </p:cNvSpPr>
          <p:nvPr/>
        </p:nvSpPr>
        <p:spPr bwMode="auto">
          <a:xfrm>
            <a:off x="5661025" y="3748088"/>
            <a:ext cx="561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sp>
        <p:nvSpPr>
          <p:cNvPr id="652325" name="Rectangle 37"/>
          <p:cNvSpPr>
            <a:spLocks noChangeArrowheads="1"/>
          </p:cNvSpPr>
          <p:nvPr/>
        </p:nvSpPr>
        <p:spPr bwMode="auto">
          <a:xfrm>
            <a:off x="6738938" y="35194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sp>
        <p:nvSpPr>
          <p:cNvPr id="652326" name="Rectangle 38"/>
          <p:cNvSpPr>
            <a:spLocks noChangeArrowheads="1"/>
          </p:cNvSpPr>
          <p:nvPr/>
        </p:nvSpPr>
        <p:spPr bwMode="auto">
          <a:xfrm>
            <a:off x="7034213" y="3200400"/>
            <a:ext cx="1366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1</a:t>
            </a:r>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2327" name="Line 39"/>
          <p:cNvSpPr>
            <a:spLocks noChangeShapeType="1"/>
          </p:cNvSpPr>
          <p:nvPr/>
        </p:nvSpPr>
        <p:spPr bwMode="auto">
          <a:xfrm>
            <a:off x="7059613" y="3762375"/>
            <a:ext cx="12382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28" name="Rectangle 40"/>
          <p:cNvSpPr>
            <a:spLocks noChangeArrowheads="1"/>
          </p:cNvSpPr>
          <p:nvPr/>
        </p:nvSpPr>
        <p:spPr bwMode="auto">
          <a:xfrm>
            <a:off x="7419975" y="3686175"/>
            <a:ext cx="681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sp>
        <p:nvSpPr>
          <p:cNvPr id="652329" name="Rectangle 41"/>
          <p:cNvSpPr>
            <a:spLocks noChangeArrowheads="1"/>
          </p:cNvSpPr>
          <p:nvPr/>
        </p:nvSpPr>
        <p:spPr bwMode="auto">
          <a:xfrm>
            <a:off x="8353425" y="34432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sp>
        <p:nvSpPr>
          <p:cNvPr id="652330" name="Rectangle 42"/>
          <p:cNvSpPr>
            <a:spLocks noChangeArrowheads="1"/>
          </p:cNvSpPr>
          <p:nvPr/>
        </p:nvSpPr>
        <p:spPr bwMode="auto">
          <a:xfrm>
            <a:off x="8720138" y="3138488"/>
            <a:ext cx="836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2331" name="Line 43"/>
          <p:cNvSpPr>
            <a:spLocks noChangeShapeType="1"/>
          </p:cNvSpPr>
          <p:nvPr/>
        </p:nvSpPr>
        <p:spPr bwMode="auto">
          <a:xfrm>
            <a:off x="8750300" y="3748088"/>
            <a:ext cx="908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32" name="Rectangle 44"/>
          <p:cNvSpPr>
            <a:spLocks noChangeArrowheads="1"/>
          </p:cNvSpPr>
          <p:nvPr/>
        </p:nvSpPr>
        <p:spPr bwMode="auto">
          <a:xfrm>
            <a:off x="8753475" y="3671888"/>
            <a:ext cx="800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sp>
        <p:nvSpPr>
          <p:cNvPr id="652333" name="Rectangle 45"/>
          <p:cNvSpPr>
            <a:spLocks noChangeArrowheads="1"/>
          </p:cNvSpPr>
          <p:nvPr/>
        </p:nvSpPr>
        <p:spPr bwMode="auto">
          <a:xfrm>
            <a:off x="392113" y="4600575"/>
            <a:ext cx="1817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3</a:t>
            </a:r>
            <a:r>
              <a:rPr lang="en-US" altLang="zh-CN" sz="2800" i="0">
                <a:latin typeface="Times New Roman" pitchFamily="18" charset="0"/>
              </a:rPr>
              <a:t>]=</a:t>
            </a:r>
            <a:endParaRPr lang="zh-CN" altLang="en-US" sz="2800" i="0">
              <a:latin typeface="Times New Roman" pitchFamily="18" charset="0"/>
            </a:endParaRPr>
          </a:p>
        </p:txBody>
      </p:sp>
      <p:sp>
        <p:nvSpPr>
          <p:cNvPr id="652334" name="Rectangle 46"/>
          <p:cNvSpPr>
            <a:spLocks noChangeArrowheads="1"/>
          </p:cNvSpPr>
          <p:nvPr/>
        </p:nvSpPr>
        <p:spPr bwMode="auto">
          <a:xfrm>
            <a:off x="2216150" y="4357688"/>
            <a:ext cx="2479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3</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 </a:t>
            </a:r>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652335" name="Line 47"/>
          <p:cNvSpPr>
            <a:spLocks noChangeShapeType="1"/>
          </p:cNvSpPr>
          <p:nvPr/>
        </p:nvSpPr>
        <p:spPr bwMode="auto">
          <a:xfrm>
            <a:off x="2195513" y="4876800"/>
            <a:ext cx="2559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36" name="Rectangle 48"/>
          <p:cNvSpPr>
            <a:spLocks noChangeArrowheads="1"/>
          </p:cNvSpPr>
          <p:nvPr/>
        </p:nvSpPr>
        <p:spPr bwMode="auto">
          <a:xfrm>
            <a:off x="2819400" y="4752975"/>
            <a:ext cx="1108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baseline="-25000">
                <a:latin typeface="Times New Roman" pitchFamily="18" charset="0"/>
              </a:rPr>
              <a:t>3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endParaRPr lang="zh-CN" altLang="en-US" sz="2800" i="0" baseline="-25000">
              <a:latin typeface="Times New Roman" pitchFamily="18" charset="0"/>
            </a:endParaRPr>
          </a:p>
        </p:txBody>
      </p:sp>
      <p:sp>
        <p:nvSpPr>
          <p:cNvPr id="652337" name="Rectangle 49"/>
          <p:cNvSpPr>
            <a:spLocks noChangeArrowheads="1"/>
          </p:cNvSpPr>
          <p:nvPr/>
        </p:nvSpPr>
        <p:spPr bwMode="auto">
          <a:xfrm>
            <a:off x="4649788" y="4600575"/>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sp>
        <p:nvSpPr>
          <p:cNvPr id="652338" name="Line 50"/>
          <p:cNvSpPr>
            <a:spLocks noChangeShapeType="1"/>
          </p:cNvSpPr>
          <p:nvPr/>
        </p:nvSpPr>
        <p:spPr bwMode="auto">
          <a:xfrm flipV="1">
            <a:off x="5040313" y="4862513"/>
            <a:ext cx="1651000" cy="14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 name="Group 51"/>
          <p:cNvGrpSpPr>
            <a:grpSpLocks/>
          </p:cNvGrpSpPr>
          <p:nvPr/>
        </p:nvGrpSpPr>
        <p:grpSpPr bwMode="auto">
          <a:xfrm>
            <a:off x="4989513" y="3948113"/>
            <a:ext cx="712787" cy="990600"/>
            <a:chOff x="3408" y="1728"/>
            <a:chExt cx="415" cy="624"/>
          </a:xfrm>
        </p:grpSpPr>
        <p:sp>
          <p:nvSpPr>
            <p:cNvPr id="61530" name="Rectangle 52"/>
            <p:cNvSpPr>
              <a:spLocks noChangeArrowheads="1"/>
            </p:cNvSpPr>
            <p:nvPr/>
          </p:nvSpPr>
          <p:spPr bwMode="auto">
            <a:xfrm>
              <a:off x="3408" y="1728"/>
              <a:ext cx="4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2</a:t>
              </a:r>
              <a:endParaRPr lang="zh-CN" altLang="en-US" sz="3200" i="0" baseline="-25000">
                <a:latin typeface="Times New Roman" pitchFamily="18" charset="0"/>
              </a:endParaRPr>
            </a:p>
          </p:txBody>
        </p:sp>
        <p:sp>
          <p:nvSpPr>
            <p:cNvPr id="61531" name="Line 53"/>
            <p:cNvSpPr>
              <a:spLocks noChangeShapeType="1"/>
            </p:cNvSpPr>
            <p:nvPr/>
          </p:nvSpPr>
          <p:spPr bwMode="auto">
            <a:xfrm>
              <a:off x="3408" y="2064"/>
              <a:ext cx="3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32" name="Rectangle 54"/>
            <p:cNvSpPr>
              <a:spLocks noChangeArrowheads="1"/>
            </p:cNvSpPr>
            <p:nvPr/>
          </p:nvSpPr>
          <p:spPr bwMode="auto">
            <a:xfrm>
              <a:off x="3427" y="2025"/>
              <a:ext cx="3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grpSp>
      <p:sp>
        <p:nvSpPr>
          <p:cNvPr id="652343" name="Rectangle 55"/>
          <p:cNvSpPr>
            <a:spLocks noChangeArrowheads="1"/>
          </p:cNvSpPr>
          <p:nvPr/>
        </p:nvSpPr>
        <p:spPr bwMode="auto">
          <a:xfrm>
            <a:off x="5653088" y="4176713"/>
            <a:ext cx="363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grpSp>
        <p:nvGrpSpPr>
          <p:cNvPr id="5" name="Group 56"/>
          <p:cNvGrpSpPr>
            <a:grpSpLocks/>
          </p:cNvGrpSpPr>
          <p:nvPr/>
        </p:nvGrpSpPr>
        <p:grpSpPr bwMode="auto">
          <a:xfrm>
            <a:off x="5980113" y="3886200"/>
            <a:ext cx="712787" cy="1052513"/>
            <a:chOff x="3984" y="1689"/>
            <a:chExt cx="415" cy="663"/>
          </a:xfrm>
        </p:grpSpPr>
        <p:sp>
          <p:nvSpPr>
            <p:cNvPr id="61527" name="Rectangle 57"/>
            <p:cNvSpPr>
              <a:spLocks noChangeArrowheads="1"/>
            </p:cNvSpPr>
            <p:nvPr/>
          </p:nvSpPr>
          <p:spPr bwMode="auto">
            <a:xfrm>
              <a:off x="3984" y="1689"/>
              <a:ext cx="4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1</a:t>
              </a:r>
              <a:endParaRPr lang="zh-CN" altLang="en-US" sz="3200" i="0" baseline="-25000">
                <a:latin typeface="Times New Roman" pitchFamily="18" charset="0"/>
              </a:endParaRPr>
            </a:p>
          </p:txBody>
        </p:sp>
        <p:sp>
          <p:nvSpPr>
            <p:cNvPr id="61528" name="Line 58"/>
            <p:cNvSpPr>
              <a:spLocks noChangeShapeType="1"/>
            </p:cNvSpPr>
            <p:nvPr/>
          </p:nvSpPr>
          <p:spPr bwMode="auto">
            <a:xfrm flipV="1">
              <a:off x="4032" y="2064"/>
              <a:ext cx="336" cy="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29" name="Rectangle 59"/>
            <p:cNvSpPr>
              <a:spLocks noChangeArrowheads="1"/>
            </p:cNvSpPr>
            <p:nvPr/>
          </p:nvSpPr>
          <p:spPr bwMode="auto">
            <a:xfrm>
              <a:off x="4003" y="2025"/>
              <a:ext cx="3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grpSp>
      <p:sp>
        <p:nvSpPr>
          <p:cNvPr id="652348" name="Rectangle 60"/>
          <p:cNvSpPr>
            <a:spLocks noChangeArrowheads="1"/>
          </p:cNvSpPr>
          <p:nvPr/>
        </p:nvSpPr>
        <p:spPr bwMode="auto">
          <a:xfrm>
            <a:off x="5624513" y="4786313"/>
            <a:ext cx="55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sp>
        <p:nvSpPr>
          <p:cNvPr id="652349" name="Rectangle 61"/>
          <p:cNvSpPr>
            <a:spLocks noChangeArrowheads="1"/>
          </p:cNvSpPr>
          <p:nvPr/>
        </p:nvSpPr>
        <p:spPr bwMode="auto">
          <a:xfrm>
            <a:off x="6700838" y="4633913"/>
            <a:ext cx="3889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grpSp>
        <p:nvGrpSpPr>
          <p:cNvPr id="6" name="Group 62"/>
          <p:cNvGrpSpPr>
            <a:grpSpLocks/>
          </p:cNvGrpSpPr>
          <p:nvPr/>
        </p:nvGrpSpPr>
        <p:grpSpPr bwMode="auto">
          <a:xfrm>
            <a:off x="6996113" y="4238625"/>
            <a:ext cx="1366837" cy="1004888"/>
            <a:chOff x="4068" y="2814"/>
            <a:chExt cx="795" cy="633"/>
          </a:xfrm>
        </p:grpSpPr>
        <p:sp>
          <p:nvSpPr>
            <p:cNvPr id="61524" name="Rectangle 63"/>
            <p:cNvSpPr>
              <a:spLocks noChangeArrowheads="1"/>
            </p:cNvSpPr>
            <p:nvPr/>
          </p:nvSpPr>
          <p:spPr bwMode="auto">
            <a:xfrm>
              <a:off x="4068" y="2814"/>
              <a:ext cx="79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2</a:t>
              </a:r>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1</a:t>
              </a:r>
              <a:endParaRPr lang="zh-CN" altLang="en-US" sz="3200" i="0" baseline="-25000">
                <a:latin typeface="Times New Roman" pitchFamily="18" charset="0"/>
              </a:endParaRPr>
            </a:p>
          </p:txBody>
        </p:sp>
        <p:sp>
          <p:nvSpPr>
            <p:cNvPr id="61525" name="Line 64"/>
            <p:cNvSpPr>
              <a:spLocks noChangeShapeType="1"/>
            </p:cNvSpPr>
            <p:nvPr/>
          </p:nvSpPr>
          <p:spPr bwMode="auto">
            <a:xfrm>
              <a:off x="4083" y="3168"/>
              <a:ext cx="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26" name="Rectangle 65"/>
            <p:cNvSpPr>
              <a:spLocks noChangeArrowheads="1"/>
            </p:cNvSpPr>
            <p:nvPr/>
          </p:nvSpPr>
          <p:spPr bwMode="auto">
            <a:xfrm>
              <a:off x="4258" y="3120"/>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sp>
        <p:nvSpPr>
          <p:cNvPr id="652354" name="Rectangle 66"/>
          <p:cNvSpPr>
            <a:spLocks noChangeArrowheads="1"/>
          </p:cNvSpPr>
          <p:nvPr/>
        </p:nvSpPr>
        <p:spPr bwMode="auto">
          <a:xfrm>
            <a:off x="8188325" y="45720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grpSp>
        <p:nvGrpSpPr>
          <p:cNvPr id="7" name="Group 67"/>
          <p:cNvGrpSpPr>
            <a:grpSpLocks/>
          </p:cNvGrpSpPr>
          <p:nvPr/>
        </p:nvGrpSpPr>
        <p:grpSpPr bwMode="auto">
          <a:xfrm>
            <a:off x="8555038" y="4191000"/>
            <a:ext cx="938212" cy="1052513"/>
            <a:chOff x="4974" y="2784"/>
            <a:chExt cx="546" cy="663"/>
          </a:xfrm>
        </p:grpSpPr>
        <p:sp>
          <p:nvSpPr>
            <p:cNvPr id="61521" name="Rectangle 68"/>
            <p:cNvSpPr>
              <a:spLocks noChangeArrowheads="1"/>
            </p:cNvSpPr>
            <p:nvPr/>
          </p:nvSpPr>
          <p:spPr bwMode="auto">
            <a:xfrm>
              <a:off x="4974" y="2784"/>
              <a:ext cx="4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1</a:t>
              </a:r>
              <a:endParaRPr lang="zh-CN" altLang="en-US" sz="3200" i="0" baseline="-25000">
                <a:latin typeface="Times New Roman" pitchFamily="18" charset="0"/>
              </a:endParaRPr>
            </a:p>
          </p:txBody>
        </p:sp>
        <p:sp>
          <p:nvSpPr>
            <p:cNvPr id="61522" name="Line 69"/>
            <p:cNvSpPr>
              <a:spLocks noChangeShapeType="1"/>
            </p:cNvSpPr>
            <p:nvPr/>
          </p:nvSpPr>
          <p:spPr bwMode="auto">
            <a:xfrm>
              <a:off x="4992" y="3168"/>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23" name="Rectangle 70"/>
            <p:cNvSpPr>
              <a:spLocks noChangeArrowheads="1"/>
            </p:cNvSpPr>
            <p:nvPr/>
          </p:nvSpPr>
          <p:spPr bwMode="auto">
            <a:xfrm>
              <a:off x="4994" y="3120"/>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sp>
        <p:nvSpPr>
          <p:cNvPr id="652359" name="Rectangle 71"/>
          <p:cNvSpPr>
            <a:spLocks noChangeArrowheads="1"/>
          </p:cNvSpPr>
          <p:nvPr/>
        </p:nvSpPr>
        <p:spPr bwMode="auto">
          <a:xfrm>
            <a:off x="403225" y="5819775"/>
            <a:ext cx="2263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 </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3</a:t>
            </a:r>
            <a:r>
              <a:rPr lang="en-US" altLang="zh-CN" sz="2800" i="0">
                <a:latin typeface="Times New Roman" pitchFamily="18" charset="0"/>
              </a:rPr>
              <a:t>]=</a:t>
            </a:r>
            <a:endParaRPr lang="zh-CN" altLang="en-US" sz="2800" i="0">
              <a:latin typeface="Times New Roman" pitchFamily="18" charset="0"/>
            </a:endParaRPr>
          </a:p>
        </p:txBody>
      </p:sp>
      <p:grpSp>
        <p:nvGrpSpPr>
          <p:cNvPr id="8" name="Group 72"/>
          <p:cNvGrpSpPr>
            <a:grpSpLocks/>
          </p:cNvGrpSpPr>
          <p:nvPr/>
        </p:nvGrpSpPr>
        <p:grpSpPr bwMode="auto">
          <a:xfrm>
            <a:off x="2676525" y="5119688"/>
            <a:ext cx="938213" cy="1052512"/>
            <a:chOff x="4974" y="2784"/>
            <a:chExt cx="546" cy="663"/>
          </a:xfrm>
        </p:grpSpPr>
        <p:sp>
          <p:nvSpPr>
            <p:cNvPr id="61518" name="Rectangle 73"/>
            <p:cNvSpPr>
              <a:spLocks noChangeArrowheads="1"/>
            </p:cNvSpPr>
            <p:nvPr/>
          </p:nvSpPr>
          <p:spPr bwMode="auto">
            <a:xfrm>
              <a:off x="4974" y="2784"/>
              <a:ext cx="4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1</a:t>
              </a:r>
              <a:endParaRPr lang="zh-CN" altLang="en-US" sz="3200" i="0" baseline="-25000">
                <a:latin typeface="Times New Roman" pitchFamily="18" charset="0"/>
              </a:endParaRPr>
            </a:p>
          </p:txBody>
        </p:sp>
        <p:sp>
          <p:nvSpPr>
            <p:cNvPr id="61519" name="Line 74"/>
            <p:cNvSpPr>
              <a:spLocks noChangeShapeType="1"/>
            </p:cNvSpPr>
            <p:nvPr/>
          </p:nvSpPr>
          <p:spPr bwMode="auto">
            <a:xfrm>
              <a:off x="4992" y="3168"/>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20" name="Rectangle 75"/>
            <p:cNvSpPr>
              <a:spLocks noChangeArrowheads="1"/>
            </p:cNvSpPr>
            <p:nvPr/>
          </p:nvSpPr>
          <p:spPr bwMode="auto">
            <a:xfrm>
              <a:off x="4994" y="3120"/>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sp>
        <p:nvSpPr>
          <p:cNvPr id="652364" name="Rectangle 76"/>
          <p:cNvSpPr>
            <a:spLocks noChangeArrowheads="1"/>
          </p:cNvSpPr>
          <p:nvPr/>
        </p:nvSpPr>
        <p:spPr bwMode="auto">
          <a:xfrm>
            <a:off x="3584575" y="5424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grpSp>
        <p:nvGrpSpPr>
          <p:cNvPr id="9" name="Group 77"/>
          <p:cNvGrpSpPr>
            <a:grpSpLocks/>
          </p:cNvGrpSpPr>
          <p:nvPr/>
        </p:nvGrpSpPr>
        <p:grpSpPr bwMode="auto">
          <a:xfrm>
            <a:off x="3914775" y="5119688"/>
            <a:ext cx="938213" cy="1052512"/>
            <a:chOff x="5166" y="3129"/>
            <a:chExt cx="546" cy="663"/>
          </a:xfrm>
        </p:grpSpPr>
        <p:sp>
          <p:nvSpPr>
            <p:cNvPr id="61515" name="Rectangle 78"/>
            <p:cNvSpPr>
              <a:spLocks noChangeArrowheads="1"/>
            </p:cNvSpPr>
            <p:nvPr/>
          </p:nvSpPr>
          <p:spPr bwMode="auto">
            <a:xfrm>
              <a:off x="5166" y="3129"/>
              <a:ext cx="4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1516" name="Line 79"/>
            <p:cNvSpPr>
              <a:spLocks noChangeShapeType="1"/>
            </p:cNvSpPr>
            <p:nvPr/>
          </p:nvSpPr>
          <p:spPr bwMode="auto">
            <a:xfrm>
              <a:off x="5184" y="3513"/>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17" name="Rectangle 80"/>
            <p:cNvSpPr>
              <a:spLocks noChangeArrowheads="1"/>
            </p:cNvSpPr>
            <p:nvPr/>
          </p:nvSpPr>
          <p:spPr bwMode="auto">
            <a:xfrm>
              <a:off x="5186" y="3465"/>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sp>
        <p:nvSpPr>
          <p:cNvPr id="652369" name="Line 81"/>
          <p:cNvSpPr>
            <a:spLocks noChangeShapeType="1"/>
          </p:cNvSpPr>
          <p:nvPr/>
        </p:nvSpPr>
        <p:spPr bwMode="auto">
          <a:xfrm flipV="1">
            <a:off x="2641600" y="6110288"/>
            <a:ext cx="2228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70" name="Rectangle 82"/>
          <p:cNvSpPr>
            <a:spLocks noChangeArrowheads="1"/>
          </p:cNvSpPr>
          <p:nvPr/>
        </p:nvSpPr>
        <p:spPr bwMode="auto">
          <a:xfrm>
            <a:off x="3389313" y="6034088"/>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3</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sp>
        <p:nvSpPr>
          <p:cNvPr id="652371" name="Rectangle 83"/>
          <p:cNvSpPr>
            <a:spLocks noChangeArrowheads="1"/>
          </p:cNvSpPr>
          <p:nvPr/>
        </p:nvSpPr>
        <p:spPr bwMode="auto">
          <a:xfrm>
            <a:off x="4886325" y="58054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sp>
        <p:nvSpPr>
          <p:cNvPr id="652372" name="Rectangle 84"/>
          <p:cNvSpPr>
            <a:spLocks noChangeArrowheads="1"/>
          </p:cNvSpPr>
          <p:nvPr/>
        </p:nvSpPr>
        <p:spPr bwMode="auto">
          <a:xfrm>
            <a:off x="4984750" y="5486400"/>
            <a:ext cx="1762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1 </a:t>
            </a:r>
            <a:r>
              <a:rPr lang="zh-CN" altLang="en-US" sz="2800" i="0">
                <a:latin typeface="Times New Roman" pitchFamily="18" charset="0"/>
                <a:sym typeface="Symbol" pitchFamily="18" charset="2"/>
              </a:rPr>
              <a:t>- </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2373" name="Line 85"/>
          <p:cNvSpPr>
            <a:spLocks noChangeShapeType="1"/>
          </p:cNvSpPr>
          <p:nvPr/>
        </p:nvSpPr>
        <p:spPr bwMode="auto">
          <a:xfrm>
            <a:off x="5207000" y="6048375"/>
            <a:ext cx="12382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74" name="Rectangle 86"/>
          <p:cNvSpPr>
            <a:spLocks noChangeArrowheads="1"/>
          </p:cNvSpPr>
          <p:nvPr/>
        </p:nvSpPr>
        <p:spPr bwMode="auto">
          <a:xfrm>
            <a:off x="5389563" y="5972175"/>
            <a:ext cx="1036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2*3</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3</a:t>
            </a:r>
            <a:endParaRPr lang="zh-CN" altLang="en-US" sz="2800" i="0" baseline="30000">
              <a:latin typeface="Times New Roman" pitchFamily="18" charset="0"/>
              <a:sym typeface="Symbol" pitchFamily="18" charset="2"/>
            </a:endParaRPr>
          </a:p>
        </p:txBody>
      </p:sp>
      <p:sp>
        <p:nvSpPr>
          <p:cNvPr id="652375" name="Rectangle 87"/>
          <p:cNvSpPr>
            <a:spLocks noChangeArrowheads="1"/>
          </p:cNvSpPr>
          <p:nvPr/>
        </p:nvSpPr>
        <p:spPr bwMode="auto">
          <a:xfrm>
            <a:off x="6702425" y="5743575"/>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p>
        </p:txBody>
      </p:sp>
      <p:sp>
        <p:nvSpPr>
          <p:cNvPr id="652376" name="Rectangle 88"/>
          <p:cNvSpPr>
            <a:spLocks noChangeArrowheads="1"/>
          </p:cNvSpPr>
          <p:nvPr/>
        </p:nvSpPr>
        <p:spPr bwMode="auto">
          <a:xfrm>
            <a:off x="7069138" y="5438775"/>
            <a:ext cx="836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3</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2377" name="Line 89"/>
          <p:cNvSpPr>
            <a:spLocks noChangeShapeType="1"/>
          </p:cNvSpPr>
          <p:nvPr/>
        </p:nvSpPr>
        <p:spPr bwMode="auto">
          <a:xfrm>
            <a:off x="7099300" y="6048375"/>
            <a:ext cx="908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78" name="Rectangle 90"/>
          <p:cNvSpPr>
            <a:spLocks noChangeArrowheads="1"/>
          </p:cNvSpPr>
          <p:nvPr/>
        </p:nvSpPr>
        <p:spPr bwMode="auto">
          <a:xfrm>
            <a:off x="7102475" y="5972175"/>
            <a:ext cx="800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3!</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3</a:t>
            </a:r>
            <a:endParaRPr lang="zh-CN" altLang="en-US" sz="2800" i="0" baseline="30000">
              <a:latin typeface="Times New Roman" pitchFamily="18" charset="0"/>
              <a:sym typeface="Symbol" pitchFamily="18" charset="2"/>
            </a:endParaRPr>
          </a:p>
        </p:txBody>
      </p:sp>
      <p:sp>
        <p:nvSpPr>
          <p:cNvPr id="652380" name="AutoShape 92"/>
          <p:cNvSpPr>
            <a:spLocks noChangeArrowheads="1"/>
          </p:cNvSpPr>
          <p:nvPr/>
        </p:nvSpPr>
        <p:spPr bwMode="auto">
          <a:xfrm>
            <a:off x="4648200" y="762000"/>
            <a:ext cx="4876800" cy="1905000"/>
          </a:xfrm>
          <a:prstGeom prst="cloudCallout">
            <a:avLst>
              <a:gd name="adj1" fmla="val -30894"/>
              <a:gd name="adj2" fmla="val 94000"/>
            </a:avLst>
          </a:prstGeom>
          <a:solidFill>
            <a:srgbClr val="FFFF99"/>
          </a:solidFill>
          <a:ln w="38100">
            <a:solidFill>
              <a:srgbClr val="FF0000"/>
            </a:solidFill>
            <a:round/>
            <a:headEnd/>
            <a:tailEnd/>
          </a:ln>
        </p:spPr>
        <p:txBody>
          <a:bodyPr anchor="ctr"/>
          <a:lstStyle/>
          <a:p>
            <a:endParaRPr lang="en-US" altLang="zh-CN" sz="2800" i="0">
              <a:latin typeface="Times New Roman" pitchFamily="18" charset="0"/>
            </a:endParaRPr>
          </a:p>
        </p:txBody>
      </p:sp>
      <p:graphicFrame>
        <p:nvGraphicFramePr>
          <p:cNvPr id="652381" name="Object 93"/>
          <p:cNvGraphicFramePr>
            <a:graphicFrameLocks noChangeAspect="1"/>
          </p:cNvGraphicFramePr>
          <p:nvPr/>
        </p:nvGraphicFramePr>
        <p:xfrm>
          <a:off x="5110163" y="1143000"/>
          <a:ext cx="3076575" cy="579438"/>
        </p:xfrm>
        <a:graphic>
          <a:graphicData uri="http://schemas.openxmlformats.org/presentationml/2006/ole">
            <mc:AlternateContent xmlns:mc="http://schemas.openxmlformats.org/markup-compatibility/2006">
              <mc:Choice xmlns:v="urn:schemas-microsoft-com:vml" Requires="v">
                <p:oleObj spid="_x0000_s61588" name="Equation" r:id="rId5" imgW="1270000" imgH="228600" progId="Equation.3">
                  <p:embed/>
                </p:oleObj>
              </mc:Choice>
              <mc:Fallback>
                <p:oleObj name="Equation" r:id="rId5" imgW="1270000" imgH="228600" progId="Equation.3">
                  <p:embed/>
                  <p:pic>
                    <p:nvPicPr>
                      <p:cNvPr id="0" name="Object 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0163" y="1143000"/>
                        <a:ext cx="30765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2382" name="Rectangle 94"/>
          <p:cNvSpPr>
            <a:spLocks noChangeArrowheads="1"/>
          </p:cNvSpPr>
          <p:nvPr/>
        </p:nvSpPr>
        <p:spPr bwMode="auto">
          <a:xfrm>
            <a:off x="8304213" y="838200"/>
            <a:ext cx="7921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2800" i="0" baseline="30000">
                <a:latin typeface="Times New Roman" pitchFamily="18" charset="0"/>
                <a:sym typeface="Symbol" pitchFamily="18" charset="2"/>
              </a:rPr>
              <a:t>n</a:t>
            </a:r>
            <a:r>
              <a:rPr lang="en-US" altLang="zh-CN" sz="3200">
                <a:latin typeface="Times New Roman" pitchFamily="18" charset="0"/>
              </a:rPr>
              <a:t>y</a:t>
            </a:r>
            <a:r>
              <a:rPr lang="en-US" altLang="zh-CN" sz="3200" i="0" baseline="-25000">
                <a:latin typeface="Times New Roman" pitchFamily="18" charset="0"/>
              </a:rPr>
              <a:t>i</a:t>
            </a:r>
            <a:endParaRPr lang="zh-CN" altLang="en-US" sz="3200" i="0" baseline="-25000">
              <a:latin typeface="Times New Roman" pitchFamily="18" charset="0"/>
            </a:endParaRPr>
          </a:p>
        </p:txBody>
      </p:sp>
      <p:sp>
        <p:nvSpPr>
          <p:cNvPr id="652383" name="Line 95"/>
          <p:cNvSpPr>
            <a:spLocks noChangeShapeType="1"/>
          </p:cNvSpPr>
          <p:nvPr/>
        </p:nvSpPr>
        <p:spPr bwMode="auto">
          <a:xfrm>
            <a:off x="8312150" y="1447800"/>
            <a:ext cx="908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2384" name="Rectangle 96"/>
          <p:cNvSpPr>
            <a:spLocks noChangeArrowheads="1"/>
          </p:cNvSpPr>
          <p:nvPr/>
        </p:nvSpPr>
        <p:spPr bwMode="auto">
          <a:xfrm>
            <a:off x="8299450" y="1371600"/>
            <a:ext cx="835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n!</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n</a:t>
            </a:r>
            <a:endParaRPr lang="zh-CN" altLang="en-US" sz="2800" i="0" baseline="30000">
              <a:latin typeface="Times New Roman" pitchFamily="18" charset="0"/>
              <a:sym typeface="Symbol" pitchFamily="18" charset="2"/>
            </a:endParaRPr>
          </a:p>
        </p:txBody>
      </p:sp>
      <p:sp>
        <p:nvSpPr>
          <p:cNvPr id="652385" name="Rectangle 97"/>
          <p:cNvSpPr>
            <a:spLocks noChangeArrowheads="1"/>
          </p:cNvSpPr>
          <p:nvPr/>
        </p:nvSpPr>
        <p:spPr bwMode="auto">
          <a:xfrm>
            <a:off x="5238750" y="1897063"/>
            <a:ext cx="24971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sym typeface="Symbol" pitchFamily="18" charset="2"/>
              </a:rPr>
              <a:t></a:t>
            </a:r>
            <a:r>
              <a:rPr lang="en-US" altLang="zh-CN" sz="3200" i="0" baseline="30000">
                <a:latin typeface="Times New Roman" pitchFamily="18" charset="0"/>
                <a:sym typeface="Symbol" pitchFamily="18" charset="2"/>
              </a:rPr>
              <a:t>n</a:t>
            </a:r>
            <a:r>
              <a:rPr lang="en-US" altLang="zh-CN" sz="3200" i="0">
                <a:latin typeface="Times New Roman" pitchFamily="18" charset="0"/>
              </a:rPr>
              <a:t>P</a:t>
            </a:r>
            <a:r>
              <a:rPr lang="en-US" altLang="zh-CN" sz="3200" i="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zh-CN" altLang="en-US" sz="3200" i="0">
                <a:latin typeface="Times New Roman" pitchFamily="18" charset="0"/>
              </a:rPr>
              <a:t>常量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2292"/>
                                        </p:tgtEl>
                                        <p:attrNameLst>
                                          <p:attrName>style.visibility</p:attrName>
                                        </p:attrNameLst>
                                      </p:cBhvr>
                                      <p:to>
                                        <p:strVal val="visible"/>
                                      </p:to>
                                    </p:set>
                                    <p:animEffect transition="in" filter="dissolve">
                                      <p:cBhvr>
                                        <p:cTn id="7" dur="500"/>
                                        <p:tgtEl>
                                          <p:spTgt spid="6522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2293"/>
                                        </p:tgtEl>
                                        <p:attrNameLst>
                                          <p:attrName>style.visibility</p:attrName>
                                        </p:attrNameLst>
                                      </p:cBhvr>
                                      <p:to>
                                        <p:strVal val="visible"/>
                                      </p:to>
                                    </p:set>
                                    <p:animEffect transition="in" filter="dissolve">
                                      <p:cBhvr>
                                        <p:cTn id="12" dur="500"/>
                                        <p:tgtEl>
                                          <p:spTgt spid="652293"/>
                                        </p:tgtEl>
                                      </p:cBhvr>
                                    </p:animEffect>
                                  </p:childTnLst>
                                </p:cTn>
                              </p:par>
                            </p:childTnLst>
                          </p:cTn>
                        </p:par>
                        <p:par>
                          <p:cTn id="13" fill="hold" nodeType="afterGroup">
                            <p:stCondLst>
                              <p:cond delay="500"/>
                            </p:stCondLst>
                            <p:childTnLst>
                              <p:par>
                                <p:cTn id="14" presetID="9" presetClass="entr" presetSubtype="0" fill="hold" grpId="0" nodeType="afterEffect">
                                  <p:stCondLst>
                                    <p:cond delay="1000"/>
                                  </p:stCondLst>
                                  <p:childTnLst>
                                    <p:set>
                                      <p:cBhvr>
                                        <p:cTn id="15" dur="1" fill="hold">
                                          <p:stCondLst>
                                            <p:cond delay="0"/>
                                          </p:stCondLst>
                                        </p:cTn>
                                        <p:tgtEl>
                                          <p:spTgt spid="652294"/>
                                        </p:tgtEl>
                                        <p:attrNameLst>
                                          <p:attrName>style.visibility</p:attrName>
                                        </p:attrNameLst>
                                      </p:cBhvr>
                                      <p:to>
                                        <p:strVal val="visible"/>
                                      </p:to>
                                    </p:set>
                                    <p:animEffect transition="in" filter="dissolve">
                                      <p:cBhvr>
                                        <p:cTn id="16" dur="500"/>
                                        <p:tgtEl>
                                          <p:spTgt spid="652294"/>
                                        </p:tgtEl>
                                      </p:cBhvr>
                                    </p:animEffect>
                                  </p:childTnLst>
                                </p:cTn>
                              </p:par>
                            </p:childTnLst>
                          </p:cTn>
                        </p:par>
                        <p:par>
                          <p:cTn id="17" fill="hold" nodeType="afterGroup">
                            <p:stCondLst>
                              <p:cond delay="2000"/>
                            </p:stCondLst>
                            <p:childTnLst>
                              <p:par>
                                <p:cTn id="18" presetID="9" presetClass="entr" presetSubtype="0" fill="hold" grpId="0" nodeType="afterEffect">
                                  <p:stCondLst>
                                    <p:cond delay="2000"/>
                                  </p:stCondLst>
                                  <p:childTnLst>
                                    <p:set>
                                      <p:cBhvr>
                                        <p:cTn id="19" dur="1" fill="hold">
                                          <p:stCondLst>
                                            <p:cond delay="0"/>
                                          </p:stCondLst>
                                        </p:cTn>
                                        <p:tgtEl>
                                          <p:spTgt spid="652295"/>
                                        </p:tgtEl>
                                        <p:attrNameLst>
                                          <p:attrName>style.visibility</p:attrName>
                                        </p:attrNameLst>
                                      </p:cBhvr>
                                      <p:to>
                                        <p:strVal val="visible"/>
                                      </p:to>
                                    </p:set>
                                    <p:animEffect transition="in" filter="dissolve">
                                      <p:cBhvr>
                                        <p:cTn id="20" dur="500"/>
                                        <p:tgtEl>
                                          <p:spTgt spid="652295"/>
                                        </p:tgtEl>
                                      </p:cBhvr>
                                    </p:animEffect>
                                  </p:childTnLst>
                                </p:cTn>
                              </p:par>
                            </p:childTnLst>
                          </p:cTn>
                        </p:par>
                        <p:par>
                          <p:cTn id="21" fill="hold" nodeType="afterGroup">
                            <p:stCondLst>
                              <p:cond delay="4500"/>
                            </p:stCondLst>
                            <p:childTnLst>
                              <p:par>
                                <p:cTn id="22" presetID="9" presetClass="entr" presetSubtype="0" fill="hold" grpId="0" nodeType="afterEffect">
                                  <p:stCondLst>
                                    <p:cond delay="1000"/>
                                  </p:stCondLst>
                                  <p:childTnLst>
                                    <p:set>
                                      <p:cBhvr>
                                        <p:cTn id="23" dur="1" fill="hold">
                                          <p:stCondLst>
                                            <p:cond delay="0"/>
                                          </p:stCondLst>
                                        </p:cTn>
                                        <p:tgtEl>
                                          <p:spTgt spid="652296"/>
                                        </p:tgtEl>
                                        <p:attrNameLst>
                                          <p:attrName>style.visibility</p:attrName>
                                        </p:attrNameLst>
                                      </p:cBhvr>
                                      <p:to>
                                        <p:strVal val="visible"/>
                                      </p:to>
                                    </p:set>
                                    <p:animEffect transition="in" filter="dissolve">
                                      <p:cBhvr>
                                        <p:cTn id="24" dur="500"/>
                                        <p:tgtEl>
                                          <p:spTgt spid="652296"/>
                                        </p:tgtEl>
                                      </p:cBhvr>
                                    </p:animEffect>
                                  </p:childTnLst>
                                </p:cTn>
                              </p:par>
                            </p:childTnLst>
                          </p:cTn>
                        </p:par>
                        <p:par>
                          <p:cTn id="25" fill="hold" nodeType="afterGroup">
                            <p:stCondLst>
                              <p:cond delay="6000"/>
                            </p:stCondLst>
                            <p:childTnLst>
                              <p:par>
                                <p:cTn id="26" presetID="9" presetClass="entr" presetSubtype="0" fill="hold" grpId="0" nodeType="afterEffect">
                                  <p:stCondLst>
                                    <p:cond delay="3000"/>
                                  </p:stCondLst>
                                  <p:childTnLst>
                                    <p:set>
                                      <p:cBhvr>
                                        <p:cTn id="27" dur="1" fill="hold">
                                          <p:stCondLst>
                                            <p:cond delay="0"/>
                                          </p:stCondLst>
                                        </p:cTn>
                                        <p:tgtEl>
                                          <p:spTgt spid="652297"/>
                                        </p:tgtEl>
                                        <p:attrNameLst>
                                          <p:attrName>style.visibility</p:attrName>
                                        </p:attrNameLst>
                                      </p:cBhvr>
                                      <p:to>
                                        <p:strVal val="visible"/>
                                      </p:to>
                                    </p:set>
                                    <p:animEffect transition="in" filter="dissolve">
                                      <p:cBhvr>
                                        <p:cTn id="28" dur="500"/>
                                        <p:tgtEl>
                                          <p:spTgt spid="652297"/>
                                        </p:tgtEl>
                                      </p:cBhvr>
                                    </p:animEffect>
                                  </p:childTnLst>
                                </p:cTn>
                              </p:par>
                            </p:childTnLst>
                          </p:cTn>
                        </p:par>
                        <p:par>
                          <p:cTn id="29" fill="hold" nodeType="afterGroup">
                            <p:stCondLst>
                              <p:cond delay="9500"/>
                            </p:stCondLst>
                            <p:childTnLst>
                              <p:par>
                                <p:cTn id="30" presetID="9" presetClass="entr" presetSubtype="0" fill="hold" grpId="0" nodeType="afterEffect">
                                  <p:stCondLst>
                                    <p:cond delay="0"/>
                                  </p:stCondLst>
                                  <p:childTnLst>
                                    <p:set>
                                      <p:cBhvr>
                                        <p:cTn id="31" dur="1" fill="hold">
                                          <p:stCondLst>
                                            <p:cond delay="0"/>
                                          </p:stCondLst>
                                        </p:cTn>
                                        <p:tgtEl>
                                          <p:spTgt spid="652298"/>
                                        </p:tgtEl>
                                        <p:attrNameLst>
                                          <p:attrName>style.visibility</p:attrName>
                                        </p:attrNameLst>
                                      </p:cBhvr>
                                      <p:to>
                                        <p:strVal val="visible"/>
                                      </p:to>
                                    </p:set>
                                    <p:animEffect transition="in" filter="dissolve">
                                      <p:cBhvr>
                                        <p:cTn id="32" dur="500"/>
                                        <p:tgtEl>
                                          <p:spTgt spid="652298"/>
                                        </p:tgtEl>
                                      </p:cBhvr>
                                    </p:animEffect>
                                  </p:childTnLst>
                                </p:cTn>
                              </p:par>
                            </p:childTnLst>
                          </p:cTn>
                        </p:par>
                        <p:par>
                          <p:cTn id="33" fill="hold" nodeType="afterGroup">
                            <p:stCondLst>
                              <p:cond delay="10000"/>
                            </p:stCondLst>
                            <p:childTnLst>
                              <p:par>
                                <p:cTn id="34" presetID="9" presetClass="entr" presetSubtype="0" fill="hold" grpId="0" nodeType="afterEffect">
                                  <p:stCondLst>
                                    <p:cond delay="1000"/>
                                  </p:stCondLst>
                                  <p:childTnLst>
                                    <p:set>
                                      <p:cBhvr>
                                        <p:cTn id="35" dur="1" fill="hold">
                                          <p:stCondLst>
                                            <p:cond delay="0"/>
                                          </p:stCondLst>
                                        </p:cTn>
                                        <p:tgtEl>
                                          <p:spTgt spid="652299"/>
                                        </p:tgtEl>
                                        <p:attrNameLst>
                                          <p:attrName>style.visibility</p:attrName>
                                        </p:attrNameLst>
                                      </p:cBhvr>
                                      <p:to>
                                        <p:strVal val="visible"/>
                                      </p:to>
                                    </p:set>
                                    <p:animEffect transition="in" filter="dissolve">
                                      <p:cBhvr>
                                        <p:cTn id="36" dur="500"/>
                                        <p:tgtEl>
                                          <p:spTgt spid="652299"/>
                                        </p:tgtEl>
                                      </p:cBhvr>
                                    </p:animEffect>
                                  </p:childTnLst>
                                </p:cTn>
                              </p:par>
                            </p:childTnLst>
                          </p:cTn>
                        </p:par>
                        <p:par>
                          <p:cTn id="37" fill="hold" nodeType="afterGroup">
                            <p:stCondLst>
                              <p:cond delay="11500"/>
                            </p:stCondLst>
                            <p:childTnLst>
                              <p:par>
                                <p:cTn id="38" presetID="9" presetClass="entr" presetSubtype="0" fill="hold" grpId="0" nodeType="afterEffect">
                                  <p:stCondLst>
                                    <p:cond delay="1000"/>
                                  </p:stCondLst>
                                  <p:childTnLst>
                                    <p:set>
                                      <p:cBhvr>
                                        <p:cTn id="39" dur="1" fill="hold">
                                          <p:stCondLst>
                                            <p:cond delay="0"/>
                                          </p:stCondLst>
                                        </p:cTn>
                                        <p:tgtEl>
                                          <p:spTgt spid="652300"/>
                                        </p:tgtEl>
                                        <p:attrNameLst>
                                          <p:attrName>style.visibility</p:attrName>
                                        </p:attrNameLst>
                                      </p:cBhvr>
                                      <p:to>
                                        <p:strVal val="visible"/>
                                      </p:to>
                                    </p:set>
                                    <p:animEffect transition="in" filter="dissolve">
                                      <p:cBhvr>
                                        <p:cTn id="40" dur="500"/>
                                        <p:tgtEl>
                                          <p:spTgt spid="65230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652301"/>
                                        </p:tgtEl>
                                        <p:attrNameLst>
                                          <p:attrName>style.visibility</p:attrName>
                                        </p:attrNameLst>
                                      </p:cBhvr>
                                      <p:to>
                                        <p:strVal val="visible"/>
                                      </p:to>
                                    </p:set>
                                    <p:animEffect transition="in" filter="dissolve">
                                      <p:cBhvr>
                                        <p:cTn id="45" dur="500"/>
                                        <p:tgtEl>
                                          <p:spTgt spid="652301"/>
                                        </p:tgtEl>
                                      </p:cBhvr>
                                    </p:animEffect>
                                  </p:childTnLst>
                                </p:cTn>
                              </p:par>
                            </p:childTnLst>
                          </p:cTn>
                        </p:par>
                        <p:par>
                          <p:cTn id="46" fill="hold" nodeType="afterGroup">
                            <p:stCondLst>
                              <p:cond delay="500"/>
                            </p:stCondLst>
                            <p:childTnLst>
                              <p:par>
                                <p:cTn id="47" presetID="9" presetClass="entr" presetSubtype="0" fill="hold" grpId="0" nodeType="afterEffect">
                                  <p:stCondLst>
                                    <p:cond delay="3000"/>
                                  </p:stCondLst>
                                  <p:childTnLst>
                                    <p:set>
                                      <p:cBhvr>
                                        <p:cTn id="48" dur="1" fill="hold">
                                          <p:stCondLst>
                                            <p:cond delay="0"/>
                                          </p:stCondLst>
                                        </p:cTn>
                                        <p:tgtEl>
                                          <p:spTgt spid="652302"/>
                                        </p:tgtEl>
                                        <p:attrNameLst>
                                          <p:attrName>style.visibility</p:attrName>
                                        </p:attrNameLst>
                                      </p:cBhvr>
                                      <p:to>
                                        <p:strVal val="visible"/>
                                      </p:to>
                                    </p:set>
                                    <p:animEffect transition="in" filter="dissolve">
                                      <p:cBhvr>
                                        <p:cTn id="49" dur="500"/>
                                        <p:tgtEl>
                                          <p:spTgt spid="652302"/>
                                        </p:tgtEl>
                                      </p:cBhvr>
                                    </p:animEffect>
                                  </p:childTnLst>
                                </p:cTn>
                              </p:par>
                            </p:childTnLst>
                          </p:cTn>
                        </p:par>
                        <p:par>
                          <p:cTn id="50" fill="hold" nodeType="afterGroup">
                            <p:stCondLst>
                              <p:cond delay="4000"/>
                            </p:stCondLst>
                            <p:childTnLst>
                              <p:par>
                                <p:cTn id="51" presetID="9" presetClass="entr" presetSubtype="0" fill="hold" grpId="0" nodeType="afterEffect">
                                  <p:stCondLst>
                                    <p:cond delay="0"/>
                                  </p:stCondLst>
                                  <p:childTnLst>
                                    <p:set>
                                      <p:cBhvr>
                                        <p:cTn id="52" dur="1" fill="hold">
                                          <p:stCondLst>
                                            <p:cond delay="0"/>
                                          </p:stCondLst>
                                        </p:cTn>
                                        <p:tgtEl>
                                          <p:spTgt spid="652303"/>
                                        </p:tgtEl>
                                        <p:attrNameLst>
                                          <p:attrName>style.visibility</p:attrName>
                                        </p:attrNameLst>
                                      </p:cBhvr>
                                      <p:to>
                                        <p:strVal val="visible"/>
                                      </p:to>
                                    </p:set>
                                    <p:animEffect transition="in" filter="dissolve">
                                      <p:cBhvr>
                                        <p:cTn id="53" dur="500"/>
                                        <p:tgtEl>
                                          <p:spTgt spid="652303"/>
                                        </p:tgtEl>
                                      </p:cBhvr>
                                    </p:animEffect>
                                  </p:childTnLst>
                                </p:cTn>
                              </p:par>
                            </p:childTnLst>
                          </p:cTn>
                        </p:par>
                        <p:par>
                          <p:cTn id="54" fill="hold" nodeType="afterGroup">
                            <p:stCondLst>
                              <p:cond delay="4500"/>
                            </p:stCondLst>
                            <p:childTnLst>
                              <p:par>
                                <p:cTn id="55" presetID="9" presetClass="entr" presetSubtype="0" fill="hold" grpId="0" nodeType="afterEffect">
                                  <p:stCondLst>
                                    <p:cond delay="0"/>
                                  </p:stCondLst>
                                  <p:childTnLst>
                                    <p:set>
                                      <p:cBhvr>
                                        <p:cTn id="56" dur="1" fill="hold">
                                          <p:stCondLst>
                                            <p:cond delay="0"/>
                                          </p:stCondLst>
                                        </p:cTn>
                                        <p:tgtEl>
                                          <p:spTgt spid="652304"/>
                                        </p:tgtEl>
                                        <p:attrNameLst>
                                          <p:attrName>style.visibility</p:attrName>
                                        </p:attrNameLst>
                                      </p:cBhvr>
                                      <p:to>
                                        <p:strVal val="visible"/>
                                      </p:to>
                                    </p:set>
                                    <p:animEffect transition="in" filter="dissolve">
                                      <p:cBhvr>
                                        <p:cTn id="57" dur="500"/>
                                        <p:tgtEl>
                                          <p:spTgt spid="652304"/>
                                        </p:tgtEl>
                                      </p:cBhvr>
                                    </p:animEffect>
                                  </p:childTnLst>
                                </p:cTn>
                              </p:par>
                            </p:childTnLst>
                          </p:cTn>
                        </p:par>
                        <p:par>
                          <p:cTn id="58" fill="hold" nodeType="afterGroup">
                            <p:stCondLst>
                              <p:cond delay="5000"/>
                            </p:stCondLst>
                            <p:childTnLst>
                              <p:par>
                                <p:cTn id="59" presetID="9" presetClass="entr" presetSubtype="0" fill="hold" grpId="0" nodeType="afterEffect">
                                  <p:stCondLst>
                                    <p:cond delay="5000"/>
                                  </p:stCondLst>
                                  <p:childTnLst>
                                    <p:set>
                                      <p:cBhvr>
                                        <p:cTn id="60" dur="1" fill="hold">
                                          <p:stCondLst>
                                            <p:cond delay="0"/>
                                          </p:stCondLst>
                                        </p:cTn>
                                        <p:tgtEl>
                                          <p:spTgt spid="652305"/>
                                        </p:tgtEl>
                                        <p:attrNameLst>
                                          <p:attrName>style.visibility</p:attrName>
                                        </p:attrNameLst>
                                      </p:cBhvr>
                                      <p:to>
                                        <p:strVal val="visible"/>
                                      </p:to>
                                    </p:set>
                                    <p:animEffect transition="in" filter="dissolve">
                                      <p:cBhvr>
                                        <p:cTn id="61" dur="500"/>
                                        <p:tgtEl>
                                          <p:spTgt spid="652305"/>
                                        </p:tgtEl>
                                      </p:cBhvr>
                                    </p:animEffect>
                                  </p:childTnLst>
                                </p:cTn>
                              </p:par>
                            </p:childTnLst>
                          </p:cTn>
                        </p:par>
                        <p:par>
                          <p:cTn id="62" fill="hold" nodeType="afterGroup">
                            <p:stCondLst>
                              <p:cond delay="10500"/>
                            </p:stCondLst>
                            <p:childTnLst>
                              <p:par>
                                <p:cTn id="63" presetID="9" presetClass="entr" presetSubtype="0" fill="hold" grpId="0" nodeType="afterEffect">
                                  <p:stCondLst>
                                    <p:cond delay="0"/>
                                  </p:stCondLst>
                                  <p:childTnLst>
                                    <p:set>
                                      <p:cBhvr>
                                        <p:cTn id="64" dur="1" fill="hold">
                                          <p:stCondLst>
                                            <p:cond delay="0"/>
                                          </p:stCondLst>
                                        </p:cTn>
                                        <p:tgtEl>
                                          <p:spTgt spid="652306"/>
                                        </p:tgtEl>
                                        <p:attrNameLst>
                                          <p:attrName>style.visibility</p:attrName>
                                        </p:attrNameLst>
                                      </p:cBhvr>
                                      <p:to>
                                        <p:strVal val="visible"/>
                                      </p:to>
                                    </p:set>
                                    <p:animEffect transition="in" filter="dissolve">
                                      <p:cBhvr>
                                        <p:cTn id="65" dur="500"/>
                                        <p:tgtEl>
                                          <p:spTgt spid="652306"/>
                                        </p:tgtEl>
                                      </p:cBhvr>
                                    </p:animEffect>
                                  </p:childTnLst>
                                </p:cTn>
                              </p:par>
                            </p:childTnLst>
                          </p:cTn>
                        </p:par>
                        <p:par>
                          <p:cTn id="66" fill="hold" nodeType="afterGroup">
                            <p:stCondLst>
                              <p:cond delay="11000"/>
                            </p:stCondLst>
                            <p:childTnLst>
                              <p:par>
                                <p:cTn id="67" presetID="9" presetClass="entr" presetSubtype="0" fill="hold" grpId="0" nodeType="afterEffect">
                                  <p:stCondLst>
                                    <p:cond delay="0"/>
                                  </p:stCondLst>
                                  <p:childTnLst>
                                    <p:set>
                                      <p:cBhvr>
                                        <p:cTn id="68" dur="1" fill="hold">
                                          <p:stCondLst>
                                            <p:cond delay="0"/>
                                          </p:stCondLst>
                                        </p:cTn>
                                        <p:tgtEl>
                                          <p:spTgt spid="652307"/>
                                        </p:tgtEl>
                                        <p:attrNameLst>
                                          <p:attrName>style.visibility</p:attrName>
                                        </p:attrNameLst>
                                      </p:cBhvr>
                                      <p:to>
                                        <p:strVal val="visible"/>
                                      </p:to>
                                    </p:set>
                                    <p:animEffect transition="in" filter="dissolve">
                                      <p:cBhvr>
                                        <p:cTn id="69" dur="500"/>
                                        <p:tgtEl>
                                          <p:spTgt spid="652307"/>
                                        </p:tgtEl>
                                      </p:cBhvr>
                                    </p:animEffect>
                                  </p:childTnLst>
                                </p:cTn>
                              </p:par>
                            </p:childTnLst>
                          </p:cTn>
                        </p:par>
                        <p:par>
                          <p:cTn id="70" fill="hold" nodeType="afterGroup">
                            <p:stCondLst>
                              <p:cond delay="11500"/>
                            </p:stCondLst>
                            <p:childTnLst>
                              <p:par>
                                <p:cTn id="71" presetID="9" presetClass="entr" presetSubtype="0" fill="hold" grpId="0" nodeType="afterEffect">
                                  <p:stCondLst>
                                    <p:cond delay="0"/>
                                  </p:stCondLst>
                                  <p:childTnLst>
                                    <p:set>
                                      <p:cBhvr>
                                        <p:cTn id="72" dur="1" fill="hold">
                                          <p:stCondLst>
                                            <p:cond delay="0"/>
                                          </p:stCondLst>
                                        </p:cTn>
                                        <p:tgtEl>
                                          <p:spTgt spid="652308"/>
                                        </p:tgtEl>
                                        <p:attrNameLst>
                                          <p:attrName>style.visibility</p:attrName>
                                        </p:attrNameLst>
                                      </p:cBhvr>
                                      <p:to>
                                        <p:strVal val="visible"/>
                                      </p:to>
                                    </p:set>
                                    <p:animEffect transition="in" filter="dissolve">
                                      <p:cBhvr>
                                        <p:cTn id="73" dur="500"/>
                                        <p:tgtEl>
                                          <p:spTgt spid="652308"/>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652309"/>
                                        </p:tgtEl>
                                        <p:attrNameLst>
                                          <p:attrName>style.visibility</p:attrName>
                                        </p:attrNameLst>
                                      </p:cBhvr>
                                      <p:to>
                                        <p:strVal val="visible"/>
                                      </p:to>
                                    </p:set>
                                    <p:animEffect transition="in" filter="dissolve">
                                      <p:cBhvr>
                                        <p:cTn id="78" dur="500"/>
                                        <p:tgtEl>
                                          <p:spTgt spid="652309"/>
                                        </p:tgtEl>
                                      </p:cBhvr>
                                    </p:animEffect>
                                  </p:childTnLst>
                                </p:cTn>
                              </p:par>
                            </p:childTnLst>
                          </p:cTn>
                        </p:par>
                        <p:par>
                          <p:cTn id="79" fill="hold" nodeType="afterGroup">
                            <p:stCondLst>
                              <p:cond delay="500"/>
                            </p:stCondLst>
                            <p:childTnLst>
                              <p:par>
                                <p:cTn id="80" presetID="9" presetClass="entr" presetSubtype="0" fill="hold" grpId="0" nodeType="afterEffect">
                                  <p:stCondLst>
                                    <p:cond delay="2000"/>
                                  </p:stCondLst>
                                  <p:childTnLst>
                                    <p:set>
                                      <p:cBhvr>
                                        <p:cTn id="81" dur="1" fill="hold">
                                          <p:stCondLst>
                                            <p:cond delay="0"/>
                                          </p:stCondLst>
                                        </p:cTn>
                                        <p:tgtEl>
                                          <p:spTgt spid="652310"/>
                                        </p:tgtEl>
                                        <p:attrNameLst>
                                          <p:attrName>style.visibility</p:attrName>
                                        </p:attrNameLst>
                                      </p:cBhvr>
                                      <p:to>
                                        <p:strVal val="visible"/>
                                      </p:to>
                                    </p:set>
                                    <p:animEffect transition="in" filter="dissolve">
                                      <p:cBhvr>
                                        <p:cTn id="82" dur="500"/>
                                        <p:tgtEl>
                                          <p:spTgt spid="652310"/>
                                        </p:tgtEl>
                                      </p:cBhvr>
                                    </p:animEffect>
                                  </p:childTnLst>
                                </p:cTn>
                              </p:par>
                            </p:childTnLst>
                          </p:cTn>
                        </p:par>
                        <p:par>
                          <p:cTn id="83" fill="hold" nodeType="afterGroup">
                            <p:stCondLst>
                              <p:cond delay="3000"/>
                            </p:stCondLst>
                            <p:childTnLst>
                              <p:par>
                                <p:cTn id="84" presetID="9" presetClass="entr" presetSubtype="0" fill="hold" grpId="0" nodeType="afterEffect">
                                  <p:stCondLst>
                                    <p:cond delay="0"/>
                                  </p:stCondLst>
                                  <p:childTnLst>
                                    <p:set>
                                      <p:cBhvr>
                                        <p:cTn id="85" dur="1" fill="hold">
                                          <p:stCondLst>
                                            <p:cond delay="0"/>
                                          </p:stCondLst>
                                        </p:cTn>
                                        <p:tgtEl>
                                          <p:spTgt spid="652311"/>
                                        </p:tgtEl>
                                        <p:attrNameLst>
                                          <p:attrName>style.visibility</p:attrName>
                                        </p:attrNameLst>
                                      </p:cBhvr>
                                      <p:to>
                                        <p:strVal val="visible"/>
                                      </p:to>
                                    </p:set>
                                    <p:animEffect transition="in" filter="dissolve">
                                      <p:cBhvr>
                                        <p:cTn id="86" dur="500"/>
                                        <p:tgtEl>
                                          <p:spTgt spid="652311"/>
                                        </p:tgtEl>
                                      </p:cBhvr>
                                    </p:animEffect>
                                  </p:childTnLst>
                                </p:cTn>
                              </p:par>
                            </p:childTnLst>
                          </p:cTn>
                        </p:par>
                        <p:par>
                          <p:cTn id="87" fill="hold" nodeType="afterGroup">
                            <p:stCondLst>
                              <p:cond delay="3500"/>
                            </p:stCondLst>
                            <p:childTnLst>
                              <p:par>
                                <p:cTn id="88" presetID="9" presetClass="entr" presetSubtype="0" fill="hold" grpId="0" nodeType="afterEffect">
                                  <p:stCondLst>
                                    <p:cond delay="0"/>
                                  </p:stCondLst>
                                  <p:childTnLst>
                                    <p:set>
                                      <p:cBhvr>
                                        <p:cTn id="89" dur="1" fill="hold">
                                          <p:stCondLst>
                                            <p:cond delay="0"/>
                                          </p:stCondLst>
                                        </p:cTn>
                                        <p:tgtEl>
                                          <p:spTgt spid="652312"/>
                                        </p:tgtEl>
                                        <p:attrNameLst>
                                          <p:attrName>style.visibility</p:attrName>
                                        </p:attrNameLst>
                                      </p:cBhvr>
                                      <p:to>
                                        <p:strVal val="visible"/>
                                      </p:to>
                                    </p:set>
                                    <p:animEffect transition="in" filter="dissolve">
                                      <p:cBhvr>
                                        <p:cTn id="90" dur="500"/>
                                        <p:tgtEl>
                                          <p:spTgt spid="652312"/>
                                        </p:tgtEl>
                                      </p:cBhvr>
                                    </p:animEffect>
                                  </p:childTnLst>
                                </p:cTn>
                              </p:par>
                            </p:childTnLst>
                          </p:cTn>
                        </p:par>
                        <p:par>
                          <p:cTn id="91" fill="hold" nodeType="afterGroup">
                            <p:stCondLst>
                              <p:cond delay="4000"/>
                            </p:stCondLst>
                            <p:childTnLst>
                              <p:par>
                                <p:cTn id="92" presetID="9" presetClass="entr" presetSubtype="0" fill="hold" grpId="0" nodeType="afterEffect">
                                  <p:stCondLst>
                                    <p:cond delay="4000"/>
                                  </p:stCondLst>
                                  <p:childTnLst>
                                    <p:set>
                                      <p:cBhvr>
                                        <p:cTn id="93" dur="1" fill="hold">
                                          <p:stCondLst>
                                            <p:cond delay="0"/>
                                          </p:stCondLst>
                                        </p:cTn>
                                        <p:tgtEl>
                                          <p:spTgt spid="652313"/>
                                        </p:tgtEl>
                                        <p:attrNameLst>
                                          <p:attrName>style.visibility</p:attrName>
                                        </p:attrNameLst>
                                      </p:cBhvr>
                                      <p:to>
                                        <p:strVal val="visible"/>
                                      </p:to>
                                    </p:set>
                                    <p:animEffect transition="in" filter="dissolve">
                                      <p:cBhvr>
                                        <p:cTn id="94" dur="500"/>
                                        <p:tgtEl>
                                          <p:spTgt spid="652313"/>
                                        </p:tgtEl>
                                      </p:cBhvr>
                                    </p:animEffect>
                                  </p:childTnLst>
                                </p:cTn>
                              </p:par>
                            </p:childTnLst>
                          </p:cTn>
                        </p:par>
                        <p:par>
                          <p:cTn id="95" fill="hold" nodeType="afterGroup">
                            <p:stCondLst>
                              <p:cond delay="8500"/>
                            </p:stCondLst>
                            <p:childTnLst>
                              <p:par>
                                <p:cTn id="96" presetID="9" presetClass="entr" presetSubtype="0" fill="hold" grpId="0" nodeType="afterEffect">
                                  <p:stCondLst>
                                    <p:cond delay="0"/>
                                  </p:stCondLst>
                                  <p:childTnLst>
                                    <p:set>
                                      <p:cBhvr>
                                        <p:cTn id="97" dur="1" fill="hold">
                                          <p:stCondLst>
                                            <p:cond delay="0"/>
                                          </p:stCondLst>
                                        </p:cTn>
                                        <p:tgtEl>
                                          <p:spTgt spid="652314"/>
                                        </p:tgtEl>
                                        <p:attrNameLst>
                                          <p:attrName>style.visibility</p:attrName>
                                        </p:attrNameLst>
                                      </p:cBhvr>
                                      <p:to>
                                        <p:strVal val="visible"/>
                                      </p:to>
                                    </p:set>
                                    <p:animEffect transition="in" filter="dissolve">
                                      <p:cBhvr>
                                        <p:cTn id="98" dur="500"/>
                                        <p:tgtEl>
                                          <p:spTgt spid="652314"/>
                                        </p:tgtEl>
                                      </p:cBhvr>
                                    </p:animEffect>
                                  </p:childTnLst>
                                </p:cTn>
                              </p:par>
                            </p:childTnLst>
                          </p:cTn>
                        </p:par>
                        <p:par>
                          <p:cTn id="99" fill="hold" nodeType="afterGroup">
                            <p:stCondLst>
                              <p:cond delay="9000"/>
                            </p:stCondLst>
                            <p:childTnLst>
                              <p:par>
                                <p:cTn id="100" presetID="9" presetClass="entr" presetSubtype="0" fill="hold"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dissolve">
                                      <p:cBhvr>
                                        <p:cTn id="102" dur="500"/>
                                        <p:tgtEl>
                                          <p:spTgt spid="2"/>
                                        </p:tgtEl>
                                      </p:cBhvr>
                                    </p:animEffect>
                                  </p:childTnLst>
                                </p:cTn>
                              </p:par>
                            </p:childTnLst>
                          </p:cTn>
                        </p:par>
                        <p:par>
                          <p:cTn id="103" fill="hold" nodeType="afterGroup">
                            <p:stCondLst>
                              <p:cond delay="9500"/>
                            </p:stCondLst>
                            <p:childTnLst>
                              <p:par>
                                <p:cTn id="104" presetID="9" presetClass="entr" presetSubtype="0" fill="hold" grpId="0" nodeType="afterEffect">
                                  <p:stCondLst>
                                    <p:cond delay="2000"/>
                                  </p:stCondLst>
                                  <p:childTnLst>
                                    <p:set>
                                      <p:cBhvr>
                                        <p:cTn id="105" dur="1" fill="hold">
                                          <p:stCondLst>
                                            <p:cond delay="0"/>
                                          </p:stCondLst>
                                        </p:cTn>
                                        <p:tgtEl>
                                          <p:spTgt spid="652319"/>
                                        </p:tgtEl>
                                        <p:attrNameLst>
                                          <p:attrName>style.visibility</p:attrName>
                                        </p:attrNameLst>
                                      </p:cBhvr>
                                      <p:to>
                                        <p:strVal val="visible"/>
                                      </p:to>
                                    </p:set>
                                    <p:animEffect transition="in" filter="dissolve">
                                      <p:cBhvr>
                                        <p:cTn id="106" dur="500"/>
                                        <p:tgtEl>
                                          <p:spTgt spid="652319"/>
                                        </p:tgtEl>
                                      </p:cBhvr>
                                    </p:animEffect>
                                  </p:childTnLst>
                                </p:cTn>
                              </p:par>
                            </p:childTnLst>
                          </p:cTn>
                        </p:par>
                        <p:par>
                          <p:cTn id="107" fill="hold" nodeType="afterGroup">
                            <p:stCondLst>
                              <p:cond delay="12000"/>
                            </p:stCondLst>
                            <p:childTnLst>
                              <p:par>
                                <p:cTn id="108" presetID="9" presetClass="entr" presetSubtype="0" fill="hold" nodeType="afterEffect">
                                  <p:stCondLst>
                                    <p:cond delay="2000"/>
                                  </p:stCondLst>
                                  <p:childTnLst>
                                    <p:set>
                                      <p:cBhvr>
                                        <p:cTn id="109" dur="1" fill="hold">
                                          <p:stCondLst>
                                            <p:cond delay="0"/>
                                          </p:stCondLst>
                                        </p:cTn>
                                        <p:tgtEl>
                                          <p:spTgt spid="3"/>
                                        </p:tgtEl>
                                        <p:attrNameLst>
                                          <p:attrName>style.visibility</p:attrName>
                                        </p:attrNameLst>
                                      </p:cBhvr>
                                      <p:to>
                                        <p:strVal val="visible"/>
                                      </p:to>
                                    </p:set>
                                    <p:animEffect transition="in" filter="dissolve">
                                      <p:cBhvr>
                                        <p:cTn id="110" dur="500"/>
                                        <p:tgtEl>
                                          <p:spTgt spid="3"/>
                                        </p:tgtEl>
                                      </p:cBhvr>
                                    </p:animEffect>
                                  </p:childTnLst>
                                </p:cTn>
                              </p:par>
                            </p:childTnLst>
                          </p:cTn>
                        </p:par>
                        <p:par>
                          <p:cTn id="111" fill="hold" nodeType="afterGroup">
                            <p:stCondLst>
                              <p:cond delay="14500"/>
                            </p:stCondLst>
                            <p:childTnLst>
                              <p:par>
                                <p:cTn id="112" presetID="9" presetClass="entr" presetSubtype="0" fill="hold" grpId="0" nodeType="afterEffect">
                                  <p:stCondLst>
                                    <p:cond delay="1000"/>
                                  </p:stCondLst>
                                  <p:childTnLst>
                                    <p:set>
                                      <p:cBhvr>
                                        <p:cTn id="113" dur="1" fill="hold">
                                          <p:stCondLst>
                                            <p:cond delay="0"/>
                                          </p:stCondLst>
                                        </p:cTn>
                                        <p:tgtEl>
                                          <p:spTgt spid="652324"/>
                                        </p:tgtEl>
                                        <p:attrNameLst>
                                          <p:attrName>style.visibility</p:attrName>
                                        </p:attrNameLst>
                                      </p:cBhvr>
                                      <p:to>
                                        <p:strVal val="visible"/>
                                      </p:to>
                                    </p:set>
                                    <p:animEffect transition="in" filter="dissolve">
                                      <p:cBhvr>
                                        <p:cTn id="114" dur="500"/>
                                        <p:tgtEl>
                                          <p:spTgt spid="652324"/>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grpId="0" nodeType="clickEffect">
                                  <p:stCondLst>
                                    <p:cond delay="0"/>
                                  </p:stCondLst>
                                  <p:childTnLst>
                                    <p:set>
                                      <p:cBhvr>
                                        <p:cTn id="118" dur="1" fill="hold">
                                          <p:stCondLst>
                                            <p:cond delay="0"/>
                                          </p:stCondLst>
                                        </p:cTn>
                                        <p:tgtEl>
                                          <p:spTgt spid="652325"/>
                                        </p:tgtEl>
                                        <p:attrNameLst>
                                          <p:attrName>style.visibility</p:attrName>
                                        </p:attrNameLst>
                                      </p:cBhvr>
                                      <p:to>
                                        <p:strVal val="visible"/>
                                      </p:to>
                                    </p:set>
                                    <p:animEffect transition="in" filter="dissolve">
                                      <p:cBhvr>
                                        <p:cTn id="119" dur="500"/>
                                        <p:tgtEl>
                                          <p:spTgt spid="652325"/>
                                        </p:tgtEl>
                                      </p:cBhvr>
                                    </p:animEffect>
                                  </p:childTnLst>
                                </p:cTn>
                              </p:par>
                            </p:childTnLst>
                          </p:cTn>
                        </p:par>
                        <p:par>
                          <p:cTn id="120" fill="hold" nodeType="afterGroup">
                            <p:stCondLst>
                              <p:cond delay="500"/>
                            </p:stCondLst>
                            <p:childTnLst>
                              <p:par>
                                <p:cTn id="121" presetID="9" presetClass="entr" presetSubtype="0" fill="hold" grpId="0" nodeType="afterEffect">
                                  <p:stCondLst>
                                    <p:cond delay="0"/>
                                  </p:stCondLst>
                                  <p:childTnLst>
                                    <p:set>
                                      <p:cBhvr>
                                        <p:cTn id="122" dur="1" fill="hold">
                                          <p:stCondLst>
                                            <p:cond delay="0"/>
                                          </p:stCondLst>
                                        </p:cTn>
                                        <p:tgtEl>
                                          <p:spTgt spid="652326"/>
                                        </p:tgtEl>
                                        <p:attrNameLst>
                                          <p:attrName>style.visibility</p:attrName>
                                        </p:attrNameLst>
                                      </p:cBhvr>
                                      <p:to>
                                        <p:strVal val="visible"/>
                                      </p:to>
                                    </p:set>
                                    <p:animEffect transition="in" filter="dissolve">
                                      <p:cBhvr>
                                        <p:cTn id="123" dur="500"/>
                                        <p:tgtEl>
                                          <p:spTgt spid="652326"/>
                                        </p:tgtEl>
                                      </p:cBhvr>
                                    </p:animEffect>
                                  </p:childTnLst>
                                </p:cTn>
                              </p:par>
                            </p:childTnLst>
                          </p:cTn>
                        </p:par>
                        <p:par>
                          <p:cTn id="124" fill="hold" nodeType="afterGroup">
                            <p:stCondLst>
                              <p:cond delay="1000"/>
                            </p:stCondLst>
                            <p:childTnLst>
                              <p:par>
                                <p:cTn id="125" presetID="9" presetClass="entr" presetSubtype="0" fill="hold" grpId="0" nodeType="afterEffect">
                                  <p:stCondLst>
                                    <p:cond delay="0"/>
                                  </p:stCondLst>
                                  <p:childTnLst>
                                    <p:set>
                                      <p:cBhvr>
                                        <p:cTn id="126" dur="1" fill="hold">
                                          <p:stCondLst>
                                            <p:cond delay="0"/>
                                          </p:stCondLst>
                                        </p:cTn>
                                        <p:tgtEl>
                                          <p:spTgt spid="652327"/>
                                        </p:tgtEl>
                                        <p:attrNameLst>
                                          <p:attrName>style.visibility</p:attrName>
                                        </p:attrNameLst>
                                      </p:cBhvr>
                                      <p:to>
                                        <p:strVal val="visible"/>
                                      </p:to>
                                    </p:set>
                                    <p:animEffect transition="in" filter="dissolve">
                                      <p:cBhvr>
                                        <p:cTn id="127" dur="500"/>
                                        <p:tgtEl>
                                          <p:spTgt spid="652327"/>
                                        </p:tgtEl>
                                      </p:cBhvr>
                                    </p:animEffect>
                                  </p:childTnLst>
                                </p:cTn>
                              </p:par>
                            </p:childTnLst>
                          </p:cTn>
                        </p:par>
                        <p:par>
                          <p:cTn id="128" fill="hold" nodeType="afterGroup">
                            <p:stCondLst>
                              <p:cond delay="1500"/>
                            </p:stCondLst>
                            <p:childTnLst>
                              <p:par>
                                <p:cTn id="129" presetID="9" presetClass="entr" presetSubtype="0" fill="hold" grpId="0" nodeType="afterEffect">
                                  <p:stCondLst>
                                    <p:cond delay="0"/>
                                  </p:stCondLst>
                                  <p:childTnLst>
                                    <p:set>
                                      <p:cBhvr>
                                        <p:cTn id="130" dur="1" fill="hold">
                                          <p:stCondLst>
                                            <p:cond delay="0"/>
                                          </p:stCondLst>
                                        </p:cTn>
                                        <p:tgtEl>
                                          <p:spTgt spid="652328"/>
                                        </p:tgtEl>
                                        <p:attrNameLst>
                                          <p:attrName>style.visibility</p:attrName>
                                        </p:attrNameLst>
                                      </p:cBhvr>
                                      <p:to>
                                        <p:strVal val="visible"/>
                                      </p:to>
                                    </p:set>
                                    <p:animEffect transition="in" filter="dissolve">
                                      <p:cBhvr>
                                        <p:cTn id="131" dur="500"/>
                                        <p:tgtEl>
                                          <p:spTgt spid="652328"/>
                                        </p:tgtEl>
                                      </p:cBhvr>
                                    </p:animEffect>
                                  </p:childTnLst>
                                </p:cTn>
                              </p:par>
                            </p:childTnLst>
                          </p:cTn>
                        </p:par>
                        <p:par>
                          <p:cTn id="132" fill="hold" nodeType="afterGroup">
                            <p:stCondLst>
                              <p:cond delay="2000"/>
                            </p:stCondLst>
                            <p:childTnLst>
                              <p:par>
                                <p:cTn id="133" presetID="9" presetClass="entr" presetSubtype="0" fill="hold" grpId="0" nodeType="afterEffect">
                                  <p:stCondLst>
                                    <p:cond delay="2000"/>
                                  </p:stCondLst>
                                  <p:childTnLst>
                                    <p:set>
                                      <p:cBhvr>
                                        <p:cTn id="134" dur="1" fill="hold">
                                          <p:stCondLst>
                                            <p:cond delay="0"/>
                                          </p:stCondLst>
                                        </p:cTn>
                                        <p:tgtEl>
                                          <p:spTgt spid="652329"/>
                                        </p:tgtEl>
                                        <p:attrNameLst>
                                          <p:attrName>style.visibility</p:attrName>
                                        </p:attrNameLst>
                                      </p:cBhvr>
                                      <p:to>
                                        <p:strVal val="visible"/>
                                      </p:to>
                                    </p:set>
                                    <p:animEffect transition="in" filter="dissolve">
                                      <p:cBhvr>
                                        <p:cTn id="135" dur="500"/>
                                        <p:tgtEl>
                                          <p:spTgt spid="652329"/>
                                        </p:tgtEl>
                                      </p:cBhvr>
                                    </p:animEffect>
                                  </p:childTnLst>
                                </p:cTn>
                              </p:par>
                            </p:childTnLst>
                          </p:cTn>
                        </p:par>
                        <p:par>
                          <p:cTn id="136" fill="hold" nodeType="afterGroup">
                            <p:stCondLst>
                              <p:cond delay="4500"/>
                            </p:stCondLst>
                            <p:childTnLst>
                              <p:par>
                                <p:cTn id="137" presetID="9" presetClass="entr" presetSubtype="0" fill="hold" grpId="0" nodeType="afterEffect">
                                  <p:stCondLst>
                                    <p:cond delay="0"/>
                                  </p:stCondLst>
                                  <p:childTnLst>
                                    <p:set>
                                      <p:cBhvr>
                                        <p:cTn id="138" dur="1" fill="hold">
                                          <p:stCondLst>
                                            <p:cond delay="0"/>
                                          </p:stCondLst>
                                        </p:cTn>
                                        <p:tgtEl>
                                          <p:spTgt spid="652330"/>
                                        </p:tgtEl>
                                        <p:attrNameLst>
                                          <p:attrName>style.visibility</p:attrName>
                                        </p:attrNameLst>
                                      </p:cBhvr>
                                      <p:to>
                                        <p:strVal val="visible"/>
                                      </p:to>
                                    </p:set>
                                    <p:animEffect transition="in" filter="dissolve">
                                      <p:cBhvr>
                                        <p:cTn id="139" dur="500"/>
                                        <p:tgtEl>
                                          <p:spTgt spid="652330"/>
                                        </p:tgtEl>
                                      </p:cBhvr>
                                    </p:animEffect>
                                  </p:childTnLst>
                                </p:cTn>
                              </p:par>
                            </p:childTnLst>
                          </p:cTn>
                        </p:par>
                        <p:par>
                          <p:cTn id="140" fill="hold" nodeType="afterGroup">
                            <p:stCondLst>
                              <p:cond delay="5000"/>
                            </p:stCondLst>
                            <p:childTnLst>
                              <p:par>
                                <p:cTn id="141" presetID="9" presetClass="entr" presetSubtype="0" fill="hold" grpId="0" nodeType="afterEffect">
                                  <p:stCondLst>
                                    <p:cond delay="0"/>
                                  </p:stCondLst>
                                  <p:childTnLst>
                                    <p:set>
                                      <p:cBhvr>
                                        <p:cTn id="142" dur="1" fill="hold">
                                          <p:stCondLst>
                                            <p:cond delay="0"/>
                                          </p:stCondLst>
                                        </p:cTn>
                                        <p:tgtEl>
                                          <p:spTgt spid="652331"/>
                                        </p:tgtEl>
                                        <p:attrNameLst>
                                          <p:attrName>style.visibility</p:attrName>
                                        </p:attrNameLst>
                                      </p:cBhvr>
                                      <p:to>
                                        <p:strVal val="visible"/>
                                      </p:to>
                                    </p:set>
                                    <p:animEffect transition="in" filter="dissolve">
                                      <p:cBhvr>
                                        <p:cTn id="143" dur="500"/>
                                        <p:tgtEl>
                                          <p:spTgt spid="652331"/>
                                        </p:tgtEl>
                                      </p:cBhvr>
                                    </p:animEffect>
                                  </p:childTnLst>
                                </p:cTn>
                              </p:par>
                            </p:childTnLst>
                          </p:cTn>
                        </p:par>
                        <p:par>
                          <p:cTn id="144" fill="hold" nodeType="afterGroup">
                            <p:stCondLst>
                              <p:cond delay="5500"/>
                            </p:stCondLst>
                            <p:childTnLst>
                              <p:par>
                                <p:cTn id="145" presetID="9" presetClass="entr" presetSubtype="0" fill="hold" grpId="0" nodeType="afterEffect">
                                  <p:stCondLst>
                                    <p:cond delay="0"/>
                                  </p:stCondLst>
                                  <p:childTnLst>
                                    <p:set>
                                      <p:cBhvr>
                                        <p:cTn id="146" dur="1" fill="hold">
                                          <p:stCondLst>
                                            <p:cond delay="0"/>
                                          </p:stCondLst>
                                        </p:cTn>
                                        <p:tgtEl>
                                          <p:spTgt spid="652332"/>
                                        </p:tgtEl>
                                        <p:attrNameLst>
                                          <p:attrName>style.visibility</p:attrName>
                                        </p:attrNameLst>
                                      </p:cBhvr>
                                      <p:to>
                                        <p:strVal val="visible"/>
                                      </p:to>
                                    </p:set>
                                    <p:animEffect transition="in" filter="dissolve">
                                      <p:cBhvr>
                                        <p:cTn id="147" dur="500"/>
                                        <p:tgtEl>
                                          <p:spTgt spid="65233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9" presetClass="entr" presetSubtype="0" fill="hold" grpId="0" nodeType="clickEffect">
                                  <p:stCondLst>
                                    <p:cond delay="0"/>
                                  </p:stCondLst>
                                  <p:childTnLst>
                                    <p:set>
                                      <p:cBhvr>
                                        <p:cTn id="151" dur="1" fill="hold">
                                          <p:stCondLst>
                                            <p:cond delay="0"/>
                                          </p:stCondLst>
                                        </p:cTn>
                                        <p:tgtEl>
                                          <p:spTgt spid="652333"/>
                                        </p:tgtEl>
                                        <p:attrNameLst>
                                          <p:attrName>style.visibility</p:attrName>
                                        </p:attrNameLst>
                                      </p:cBhvr>
                                      <p:to>
                                        <p:strVal val="visible"/>
                                      </p:to>
                                    </p:set>
                                    <p:animEffect transition="in" filter="dissolve">
                                      <p:cBhvr>
                                        <p:cTn id="152" dur="500"/>
                                        <p:tgtEl>
                                          <p:spTgt spid="652333"/>
                                        </p:tgtEl>
                                      </p:cBhvr>
                                    </p:animEffect>
                                  </p:childTnLst>
                                </p:cTn>
                              </p:par>
                            </p:childTnLst>
                          </p:cTn>
                        </p:par>
                        <p:par>
                          <p:cTn id="153" fill="hold" nodeType="afterGroup">
                            <p:stCondLst>
                              <p:cond delay="500"/>
                            </p:stCondLst>
                            <p:childTnLst>
                              <p:par>
                                <p:cTn id="154" presetID="9" presetClass="entr" presetSubtype="0" fill="hold" grpId="0" nodeType="afterEffect">
                                  <p:stCondLst>
                                    <p:cond delay="2000"/>
                                  </p:stCondLst>
                                  <p:childTnLst>
                                    <p:set>
                                      <p:cBhvr>
                                        <p:cTn id="155" dur="1" fill="hold">
                                          <p:stCondLst>
                                            <p:cond delay="0"/>
                                          </p:stCondLst>
                                        </p:cTn>
                                        <p:tgtEl>
                                          <p:spTgt spid="652334"/>
                                        </p:tgtEl>
                                        <p:attrNameLst>
                                          <p:attrName>style.visibility</p:attrName>
                                        </p:attrNameLst>
                                      </p:cBhvr>
                                      <p:to>
                                        <p:strVal val="visible"/>
                                      </p:to>
                                    </p:set>
                                    <p:animEffect transition="in" filter="dissolve">
                                      <p:cBhvr>
                                        <p:cTn id="156" dur="500"/>
                                        <p:tgtEl>
                                          <p:spTgt spid="652334"/>
                                        </p:tgtEl>
                                      </p:cBhvr>
                                    </p:animEffect>
                                  </p:childTnLst>
                                </p:cTn>
                              </p:par>
                            </p:childTnLst>
                          </p:cTn>
                        </p:par>
                        <p:par>
                          <p:cTn id="157" fill="hold" nodeType="afterGroup">
                            <p:stCondLst>
                              <p:cond delay="3000"/>
                            </p:stCondLst>
                            <p:childTnLst>
                              <p:par>
                                <p:cTn id="158" presetID="9" presetClass="entr" presetSubtype="0" fill="hold" grpId="0" nodeType="afterEffect">
                                  <p:stCondLst>
                                    <p:cond delay="0"/>
                                  </p:stCondLst>
                                  <p:childTnLst>
                                    <p:set>
                                      <p:cBhvr>
                                        <p:cTn id="159" dur="1" fill="hold">
                                          <p:stCondLst>
                                            <p:cond delay="0"/>
                                          </p:stCondLst>
                                        </p:cTn>
                                        <p:tgtEl>
                                          <p:spTgt spid="652335"/>
                                        </p:tgtEl>
                                        <p:attrNameLst>
                                          <p:attrName>style.visibility</p:attrName>
                                        </p:attrNameLst>
                                      </p:cBhvr>
                                      <p:to>
                                        <p:strVal val="visible"/>
                                      </p:to>
                                    </p:set>
                                    <p:animEffect transition="in" filter="dissolve">
                                      <p:cBhvr>
                                        <p:cTn id="160" dur="500"/>
                                        <p:tgtEl>
                                          <p:spTgt spid="652335"/>
                                        </p:tgtEl>
                                      </p:cBhvr>
                                    </p:animEffect>
                                  </p:childTnLst>
                                </p:cTn>
                              </p:par>
                            </p:childTnLst>
                          </p:cTn>
                        </p:par>
                        <p:par>
                          <p:cTn id="161" fill="hold" nodeType="afterGroup">
                            <p:stCondLst>
                              <p:cond delay="3500"/>
                            </p:stCondLst>
                            <p:childTnLst>
                              <p:par>
                                <p:cTn id="162" presetID="9" presetClass="entr" presetSubtype="0" fill="hold" grpId="0" nodeType="afterEffect">
                                  <p:stCondLst>
                                    <p:cond delay="0"/>
                                  </p:stCondLst>
                                  <p:childTnLst>
                                    <p:set>
                                      <p:cBhvr>
                                        <p:cTn id="163" dur="1" fill="hold">
                                          <p:stCondLst>
                                            <p:cond delay="0"/>
                                          </p:stCondLst>
                                        </p:cTn>
                                        <p:tgtEl>
                                          <p:spTgt spid="652336"/>
                                        </p:tgtEl>
                                        <p:attrNameLst>
                                          <p:attrName>style.visibility</p:attrName>
                                        </p:attrNameLst>
                                      </p:cBhvr>
                                      <p:to>
                                        <p:strVal val="visible"/>
                                      </p:to>
                                    </p:set>
                                    <p:animEffect transition="in" filter="dissolve">
                                      <p:cBhvr>
                                        <p:cTn id="164" dur="500"/>
                                        <p:tgtEl>
                                          <p:spTgt spid="652336"/>
                                        </p:tgtEl>
                                      </p:cBhvr>
                                    </p:animEffect>
                                  </p:childTnLst>
                                </p:cTn>
                              </p:par>
                            </p:childTnLst>
                          </p:cTn>
                        </p:par>
                        <p:par>
                          <p:cTn id="165" fill="hold" nodeType="afterGroup">
                            <p:stCondLst>
                              <p:cond delay="4000"/>
                            </p:stCondLst>
                            <p:childTnLst>
                              <p:par>
                                <p:cTn id="166" presetID="9" presetClass="entr" presetSubtype="0" fill="hold" grpId="0" nodeType="afterEffect">
                                  <p:stCondLst>
                                    <p:cond delay="5000"/>
                                  </p:stCondLst>
                                  <p:childTnLst>
                                    <p:set>
                                      <p:cBhvr>
                                        <p:cTn id="167" dur="1" fill="hold">
                                          <p:stCondLst>
                                            <p:cond delay="0"/>
                                          </p:stCondLst>
                                        </p:cTn>
                                        <p:tgtEl>
                                          <p:spTgt spid="652337"/>
                                        </p:tgtEl>
                                        <p:attrNameLst>
                                          <p:attrName>style.visibility</p:attrName>
                                        </p:attrNameLst>
                                      </p:cBhvr>
                                      <p:to>
                                        <p:strVal val="visible"/>
                                      </p:to>
                                    </p:set>
                                    <p:animEffect transition="in" filter="dissolve">
                                      <p:cBhvr>
                                        <p:cTn id="168" dur="500"/>
                                        <p:tgtEl>
                                          <p:spTgt spid="652337"/>
                                        </p:tgtEl>
                                      </p:cBhvr>
                                    </p:animEffect>
                                  </p:childTnLst>
                                </p:cTn>
                              </p:par>
                            </p:childTnLst>
                          </p:cTn>
                        </p:par>
                        <p:par>
                          <p:cTn id="169" fill="hold" nodeType="afterGroup">
                            <p:stCondLst>
                              <p:cond delay="9500"/>
                            </p:stCondLst>
                            <p:childTnLst>
                              <p:par>
                                <p:cTn id="170" presetID="9" presetClass="entr" presetSubtype="0" fill="hold" grpId="0" nodeType="afterEffect">
                                  <p:stCondLst>
                                    <p:cond delay="0"/>
                                  </p:stCondLst>
                                  <p:childTnLst>
                                    <p:set>
                                      <p:cBhvr>
                                        <p:cTn id="171" dur="1" fill="hold">
                                          <p:stCondLst>
                                            <p:cond delay="0"/>
                                          </p:stCondLst>
                                        </p:cTn>
                                        <p:tgtEl>
                                          <p:spTgt spid="652338"/>
                                        </p:tgtEl>
                                        <p:attrNameLst>
                                          <p:attrName>style.visibility</p:attrName>
                                        </p:attrNameLst>
                                      </p:cBhvr>
                                      <p:to>
                                        <p:strVal val="visible"/>
                                      </p:to>
                                    </p:set>
                                    <p:animEffect transition="in" filter="dissolve">
                                      <p:cBhvr>
                                        <p:cTn id="172" dur="500"/>
                                        <p:tgtEl>
                                          <p:spTgt spid="652338"/>
                                        </p:tgtEl>
                                      </p:cBhvr>
                                    </p:animEffect>
                                  </p:childTnLst>
                                </p:cTn>
                              </p:par>
                            </p:childTnLst>
                          </p:cTn>
                        </p:par>
                        <p:par>
                          <p:cTn id="173" fill="hold" nodeType="afterGroup">
                            <p:stCondLst>
                              <p:cond delay="10000"/>
                            </p:stCondLst>
                            <p:childTnLst>
                              <p:par>
                                <p:cTn id="174" presetID="9" presetClass="entr" presetSubtype="0" fill="hold" nodeType="afterEffect">
                                  <p:stCondLst>
                                    <p:cond delay="1000"/>
                                  </p:stCondLst>
                                  <p:childTnLst>
                                    <p:set>
                                      <p:cBhvr>
                                        <p:cTn id="175" dur="1" fill="hold">
                                          <p:stCondLst>
                                            <p:cond delay="0"/>
                                          </p:stCondLst>
                                        </p:cTn>
                                        <p:tgtEl>
                                          <p:spTgt spid="4"/>
                                        </p:tgtEl>
                                        <p:attrNameLst>
                                          <p:attrName>style.visibility</p:attrName>
                                        </p:attrNameLst>
                                      </p:cBhvr>
                                      <p:to>
                                        <p:strVal val="visible"/>
                                      </p:to>
                                    </p:set>
                                    <p:animEffect transition="in" filter="dissolve">
                                      <p:cBhvr>
                                        <p:cTn id="176" dur="500"/>
                                        <p:tgtEl>
                                          <p:spTgt spid="4"/>
                                        </p:tgtEl>
                                      </p:cBhvr>
                                    </p:animEffect>
                                  </p:childTnLst>
                                </p:cTn>
                              </p:par>
                            </p:childTnLst>
                          </p:cTn>
                        </p:par>
                        <p:par>
                          <p:cTn id="177" fill="hold" nodeType="afterGroup">
                            <p:stCondLst>
                              <p:cond delay="11500"/>
                            </p:stCondLst>
                            <p:childTnLst>
                              <p:par>
                                <p:cTn id="178" presetID="9" presetClass="entr" presetSubtype="0" fill="hold" grpId="0" nodeType="afterEffect">
                                  <p:stCondLst>
                                    <p:cond delay="0"/>
                                  </p:stCondLst>
                                  <p:childTnLst>
                                    <p:set>
                                      <p:cBhvr>
                                        <p:cTn id="179" dur="1" fill="hold">
                                          <p:stCondLst>
                                            <p:cond delay="0"/>
                                          </p:stCondLst>
                                        </p:cTn>
                                        <p:tgtEl>
                                          <p:spTgt spid="652343"/>
                                        </p:tgtEl>
                                        <p:attrNameLst>
                                          <p:attrName>style.visibility</p:attrName>
                                        </p:attrNameLst>
                                      </p:cBhvr>
                                      <p:to>
                                        <p:strVal val="visible"/>
                                      </p:to>
                                    </p:set>
                                    <p:animEffect transition="in" filter="dissolve">
                                      <p:cBhvr>
                                        <p:cTn id="180" dur="500"/>
                                        <p:tgtEl>
                                          <p:spTgt spid="652343"/>
                                        </p:tgtEl>
                                      </p:cBhvr>
                                    </p:animEffect>
                                  </p:childTnLst>
                                </p:cTn>
                              </p:par>
                            </p:childTnLst>
                          </p:cTn>
                        </p:par>
                        <p:par>
                          <p:cTn id="181" fill="hold" nodeType="afterGroup">
                            <p:stCondLst>
                              <p:cond delay="12000"/>
                            </p:stCondLst>
                            <p:childTnLst>
                              <p:par>
                                <p:cTn id="182" presetID="9" presetClass="entr" presetSubtype="0" fill="hold" nodeType="afterEffect">
                                  <p:stCondLst>
                                    <p:cond delay="0"/>
                                  </p:stCondLst>
                                  <p:childTnLst>
                                    <p:set>
                                      <p:cBhvr>
                                        <p:cTn id="183" dur="1" fill="hold">
                                          <p:stCondLst>
                                            <p:cond delay="0"/>
                                          </p:stCondLst>
                                        </p:cTn>
                                        <p:tgtEl>
                                          <p:spTgt spid="5"/>
                                        </p:tgtEl>
                                        <p:attrNameLst>
                                          <p:attrName>style.visibility</p:attrName>
                                        </p:attrNameLst>
                                      </p:cBhvr>
                                      <p:to>
                                        <p:strVal val="visible"/>
                                      </p:to>
                                    </p:set>
                                    <p:animEffect transition="in" filter="dissolve">
                                      <p:cBhvr>
                                        <p:cTn id="184" dur="500"/>
                                        <p:tgtEl>
                                          <p:spTgt spid="5"/>
                                        </p:tgtEl>
                                      </p:cBhvr>
                                    </p:animEffect>
                                  </p:childTnLst>
                                </p:cTn>
                              </p:par>
                            </p:childTnLst>
                          </p:cTn>
                        </p:par>
                        <p:par>
                          <p:cTn id="185" fill="hold" nodeType="afterGroup">
                            <p:stCondLst>
                              <p:cond delay="12500"/>
                            </p:stCondLst>
                            <p:childTnLst>
                              <p:par>
                                <p:cTn id="186" presetID="9" presetClass="entr" presetSubtype="0" fill="hold" grpId="0" nodeType="afterEffect">
                                  <p:stCondLst>
                                    <p:cond delay="2000"/>
                                  </p:stCondLst>
                                  <p:childTnLst>
                                    <p:set>
                                      <p:cBhvr>
                                        <p:cTn id="187" dur="1" fill="hold">
                                          <p:stCondLst>
                                            <p:cond delay="0"/>
                                          </p:stCondLst>
                                        </p:cTn>
                                        <p:tgtEl>
                                          <p:spTgt spid="652348"/>
                                        </p:tgtEl>
                                        <p:attrNameLst>
                                          <p:attrName>style.visibility</p:attrName>
                                        </p:attrNameLst>
                                      </p:cBhvr>
                                      <p:to>
                                        <p:strVal val="visible"/>
                                      </p:to>
                                    </p:set>
                                    <p:animEffect transition="in" filter="dissolve">
                                      <p:cBhvr>
                                        <p:cTn id="188" dur="500"/>
                                        <p:tgtEl>
                                          <p:spTgt spid="652348"/>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9" presetClass="entr" presetSubtype="0" fill="hold" grpId="0" nodeType="clickEffect">
                                  <p:stCondLst>
                                    <p:cond delay="0"/>
                                  </p:stCondLst>
                                  <p:childTnLst>
                                    <p:set>
                                      <p:cBhvr>
                                        <p:cTn id="192" dur="1" fill="hold">
                                          <p:stCondLst>
                                            <p:cond delay="0"/>
                                          </p:stCondLst>
                                        </p:cTn>
                                        <p:tgtEl>
                                          <p:spTgt spid="652349"/>
                                        </p:tgtEl>
                                        <p:attrNameLst>
                                          <p:attrName>style.visibility</p:attrName>
                                        </p:attrNameLst>
                                      </p:cBhvr>
                                      <p:to>
                                        <p:strVal val="visible"/>
                                      </p:to>
                                    </p:set>
                                    <p:animEffect transition="in" filter="dissolve">
                                      <p:cBhvr>
                                        <p:cTn id="193" dur="500"/>
                                        <p:tgtEl>
                                          <p:spTgt spid="652349"/>
                                        </p:tgtEl>
                                      </p:cBhvr>
                                    </p:animEffect>
                                  </p:childTnLst>
                                </p:cTn>
                              </p:par>
                            </p:childTnLst>
                          </p:cTn>
                        </p:par>
                        <p:par>
                          <p:cTn id="194" fill="hold" nodeType="afterGroup">
                            <p:stCondLst>
                              <p:cond delay="500"/>
                            </p:stCondLst>
                            <p:childTnLst>
                              <p:par>
                                <p:cTn id="195" presetID="9" presetClass="entr" presetSubtype="0" fill="hold" nodeType="afterEffect">
                                  <p:stCondLst>
                                    <p:cond delay="0"/>
                                  </p:stCondLst>
                                  <p:childTnLst>
                                    <p:set>
                                      <p:cBhvr>
                                        <p:cTn id="196" dur="1" fill="hold">
                                          <p:stCondLst>
                                            <p:cond delay="0"/>
                                          </p:stCondLst>
                                        </p:cTn>
                                        <p:tgtEl>
                                          <p:spTgt spid="6"/>
                                        </p:tgtEl>
                                        <p:attrNameLst>
                                          <p:attrName>style.visibility</p:attrName>
                                        </p:attrNameLst>
                                      </p:cBhvr>
                                      <p:to>
                                        <p:strVal val="visible"/>
                                      </p:to>
                                    </p:set>
                                    <p:animEffect transition="in" filter="dissolve">
                                      <p:cBhvr>
                                        <p:cTn id="197" dur="500"/>
                                        <p:tgtEl>
                                          <p:spTgt spid="6"/>
                                        </p:tgtEl>
                                      </p:cBhvr>
                                    </p:animEffect>
                                  </p:childTnLst>
                                </p:cTn>
                              </p:par>
                            </p:childTnLst>
                          </p:cTn>
                        </p:par>
                        <p:par>
                          <p:cTn id="198" fill="hold" nodeType="afterGroup">
                            <p:stCondLst>
                              <p:cond delay="1000"/>
                            </p:stCondLst>
                            <p:childTnLst>
                              <p:par>
                                <p:cTn id="199" presetID="9" presetClass="entr" presetSubtype="0" fill="hold" grpId="0" nodeType="afterEffect">
                                  <p:stCondLst>
                                    <p:cond delay="3000"/>
                                  </p:stCondLst>
                                  <p:childTnLst>
                                    <p:set>
                                      <p:cBhvr>
                                        <p:cTn id="200" dur="1" fill="hold">
                                          <p:stCondLst>
                                            <p:cond delay="0"/>
                                          </p:stCondLst>
                                        </p:cTn>
                                        <p:tgtEl>
                                          <p:spTgt spid="652354"/>
                                        </p:tgtEl>
                                        <p:attrNameLst>
                                          <p:attrName>style.visibility</p:attrName>
                                        </p:attrNameLst>
                                      </p:cBhvr>
                                      <p:to>
                                        <p:strVal val="visible"/>
                                      </p:to>
                                    </p:set>
                                    <p:animEffect transition="in" filter="dissolve">
                                      <p:cBhvr>
                                        <p:cTn id="201" dur="500"/>
                                        <p:tgtEl>
                                          <p:spTgt spid="652354"/>
                                        </p:tgtEl>
                                      </p:cBhvr>
                                    </p:animEffect>
                                  </p:childTnLst>
                                </p:cTn>
                              </p:par>
                            </p:childTnLst>
                          </p:cTn>
                        </p:par>
                        <p:par>
                          <p:cTn id="202" fill="hold" nodeType="afterGroup">
                            <p:stCondLst>
                              <p:cond delay="4500"/>
                            </p:stCondLst>
                            <p:childTnLst>
                              <p:par>
                                <p:cTn id="203" presetID="9" presetClass="entr" presetSubtype="0" fill="hold" nodeType="afterEffect">
                                  <p:stCondLst>
                                    <p:cond delay="0"/>
                                  </p:stCondLst>
                                  <p:childTnLst>
                                    <p:set>
                                      <p:cBhvr>
                                        <p:cTn id="204" dur="1" fill="hold">
                                          <p:stCondLst>
                                            <p:cond delay="0"/>
                                          </p:stCondLst>
                                        </p:cTn>
                                        <p:tgtEl>
                                          <p:spTgt spid="7"/>
                                        </p:tgtEl>
                                        <p:attrNameLst>
                                          <p:attrName>style.visibility</p:attrName>
                                        </p:attrNameLst>
                                      </p:cBhvr>
                                      <p:to>
                                        <p:strVal val="visible"/>
                                      </p:to>
                                    </p:set>
                                    <p:animEffect transition="in" filter="dissolve">
                                      <p:cBhvr>
                                        <p:cTn id="205" dur="500"/>
                                        <p:tgtEl>
                                          <p:spTgt spid="7"/>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9" presetClass="entr" presetSubtype="0" fill="hold" grpId="0" nodeType="clickEffect">
                                  <p:stCondLst>
                                    <p:cond delay="0"/>
                                  </p:stCondLst>
                                  <p:childTnLst>
                                    <p:set>
                                      <p:cBhvr>
                                        <p:cTn id="209" dur="1" fill="hold">
                                          <p:stCondLst>
                                            <p:cond delay="0"/>
                                          </p:stCondLst>
                                        </p:cTn>
                                        <p:tgtEl>
                                          <p:spTgt spid="652359"/>
                                        </p:tgtEl>
                                        <p:attrNameLst>
                                          <p:attrName>style.visibility</p:attrName>
                                        </p:attrNameLst>
                                      </p:cBhvr>
                                      <p:to>
                                        <p:strVal val="visible"/>
                                      </p:to>
                                    </p:set>
                                    <p:animEffect transition="in" filter="dissolve">
                                      <p:cBhvr>
                                        <p:cTn id="210" dur="500"/>
                                        <p:tgtEl>
                                          <p:spTgt spid="652359"/>
                                        </p:tgtEl>
                                      </p:cBhvr>
                                    </p:animEffect>
                                  </p:childTnLst>
                                </p:cTn>
                              </p:par>
                            </p:childTnLst>
                          </p:cTn>
                        </p:par>
                        <p:par>
                          <p:cTn id="211" fill="hold" nodeType="afterGroup">
                            <p:stCondLst>
                              <p:cond delay="500"/>
                            </p:stCondLst>
                            <p:childTnLst>
                              <p:par>
                                <p:cTn id="212" presetID="9" presetClass="entr" presetSubtype="0" fill="hold" nodeType="afterEffect">
                                  <p:stCondLst>
                                    <p:cond delay="1000"/>
                                  </p:stCondLst>
                                  <p:childTnLst>
                                    <p:set>
                                      <p:cBhvr>
                                        <p:cTn id="213" dur="1" fill="hold">
                                          <p:stCondLst>
                                            <p:cond delay="0"/>
                                          </p:stCondLst>
                                        </p:cTn>
                                        <p:tgtEl>
                                          <p:spTgt spid="8"/>
                                        </p:tgtEl>
                                        <p:attrNameLst>
                                          <p:attrName>style.visibility</p:attrName>
                                        </p:attrNameLst>
                                      </p:cBhvr>
                                      <p:to>
                                        <p:strVal val="visible"/>
                                      </p:to>
                                    </p:set>
                                    <p:animEffect transition="in" filter="dissolve">
                                      <p:cBhvr>
                                        <p:cTn id="214" dur="500"/>
                                        <p:tgtEl>
                                          <p:spTgt spid="8"/>
                                        </p:tgtEl>
                                      </p:cBhvr>
                                    </p:animEffect>
                                  </p:childTnLst>
                                </p:cTn>
                              </p:par>
                            </p:childTnLst>
                          </p:cTn>
                        </p:par>
                        <p:par>
                          <p:cTn id="215" fill="hold" nodeType="afterGroup">
                            <p:stCondLst>
                              <p:cond delay="2000"/>
                            </p:stCondLst>
                            <p:childTnLst>
                              <p:par>
                                <p:cTn id="216" presetID="9" presetClass="entr" presetSubtype="0" fill="hold" grpId="0" nodeType="afterEffect">
                                  <p:stCondLst>
                                    <p:cond delay="1000"/>
                                  </p:stCondLst>
                                  <p:childTnLst>
                                    <p:set>
                                      <p:cBhvr>
                                        <p:cTn id="217" dur="1" fill="hold">
                                          <p:stCondLst>
                                            <p:cond delay="0"/>
                                          </p:stCondLst>
                                        </p:cTn>
                                        <p:tgtEl>
                                          <p:spTgt spid="652364"/>
                                        </p:tgtEl>
                                        <p:attrNameLst>
                                          <p:attrName>style.visibility</p:attrName>
                                        </p:attrNameLst>
                                      </p:cBhvr>
                                      <p:to>
                                        <p:strVal val="visible"/>
                                      </p:to>
                                    </p:set>
                                    <p:animEffect transition="in" filter="dissolve">
                                      <p:cBhvr>
                                        <p:cTn id="218" dur="500"/>
                                        <p:tgtEl>
                                          <p:spTgt spid="652364"/>
                                        </p:tgtEl>
                                      </p:cBhvr>
                                    </p:animEffect>
                                  </p:childTnLst>
                                </p:cTn>
                              </p:par>
                            </p:childTnLst>
                          </p:cTn>
                        </p:par>
                        <p:par>
                          <p:cTn id="219" fill="hold" nodeType="afterGroup">
                            <p:stCondLst>
                              <p:cond delay="3500"/>
                            </p:stCondLst>
                            <p:childTnLst>
                              <p:par>
                                <p:cTn id="220" presetID="9" presetClass="entr" presetSubtype="0" fill="hold" nodeType="afterEffect">
                                  <p:stCondLst>
                                    <p:cond delay="1000"/>
                                  </p:stCondLst>
                                  <p:childTnLst>
                                    <p:set>
                                      <p:cBhvr>
                                        <p:cTn id="221" dur="1" fill="hold">
                                          <p:stCondLst>
                                            <p:cond delay="0"/>
                                          </p:stCondLst>
                                        </p:cTn>
                                        <p:tgtEl>
                                          <p:spTgt spid="9"/>
                                        </p:tgtEl>
                                        <p:attrNameLst>
                                          <p:attrName>style.visibility</p:attrName>
                                        </p:attrNameLst>
                                      </p:cBhvr>
                                      <p:to>
                                        <p:strVal val="visible"/>
                                      </p:to>
                                    </p:set>
                                    <p:animEffect transition="in" filter="dissolve">
                                      <p:cBhvr>
                                        <p:cTn id="222" dur="500"/>
                                        <p:tgtEl>
                                          <p:spTgt spid="9"/>
                                        </p:tgtEl>
                                      </p:cBhvr>
                                    </p:animEffect>
                                  </p:childTnLst>
                                </p:cTn>
                              </p:par>
                            </p:childTnLst>
                          </p:cTn>
                        </p:par>
                        <p:par>
                          <p:cTn id="223" fill="hold" nodeType="afterGroup">
                            <p:stCondLst>
                              <p:cond delay="5000"/>
                            </p:stCondLst>
                            <p:childTnLst>
                              <p:par>
                                <p:cTn id="224" presetID="9" presetClass="entr" presetSubtype="0" fill="hold" grpId="0" nodeType="afterEffect">
                                  <p:stCondLst>
                                    <p:cond delay="1000"/>
                                  </p:stCondLst>
                                  <p:childTnLst>
                                    <p:set>
                                      <p:cBhvr>
                                        <p:cTn id="225" dur="1" fill="hold">
                                          <p:stCondLst>
                                            <p:cond delay="0"/>
                                          </p:stCondLst>
                                        </p:cTn>
                                        <p:tgtEl>
                                          <p:spTgt spid="652369"/>
                                        </p:tgtEl>
                                        <p:attrNameLst>
                                          <p:attrName>style.visibility</p:attrName>
                                        </p:attrNameLst>
                                      </p:cBhvr>
                                      <p:to>
                                        <p:strVal val="visible"/>
                                      </p:to>
                                    </p:set>
                                    <p:animEffect transition="in" filter="dissolve">
                                      <p:cBhvr>
                                        <p:cTn id="226" dur="500"/>
                                        <p:tgtEl>
                                          <p:spTgt spid="652369"/>
                                        </p:tgtEl>
                                      </p:cBhvr>
                                    </p:animEffect>
                                  </p:childTnLst>
                                </p:cTn>
                              </p:par>
                            </p:childTnLst>
                          </p:cTn>
                        </p:par>
                        <p:par>
                          <p:cTn id="227" fill="hold" nodeType="afterGroup">
                            <p:stCondLst>
                              <p:cond delay="6500"/>
                            </p:stCondLst>
                            <p:childTnLst>
                              <p:par>
                                <p:cTn id="228" presetID="9" presetClass="entr" presetSubtype="0" fill="hold" grpId="0" nodeType="afterEffect">
                                  <p:stCondLst>
                                    <p:cond delay="1000"/>
                                  </p:stCondLst>
                                  <p:childTnLst>
                                    <p:set>
                                      <p:cBhvr>
                                        <p:cTn id="229" dur="1" fill="hold">
                                          <p:stCondLst>
                                            <p:cond delay="0"/>
                                          </p:stCondLst>
                                        </p:cTn>
                                        <p:tgtEl>
                                          <p:spTgt spid="652370"/>
                                        </p:tgtEl>
                                        <p:attrNameLst>
                                          <p:attrName>style.visibility</p:attrName>
                                        </p:attrNameLst>
                                      </p:cBhvr>
                                      <p:to>
                                        <p:strVal val="visible"/>
                                      </p:to>
                                    </p:set>
                                    <p:animEffect transition="in" filter="dissolve">
                                      <p:cBhvr>
                                        <p:cTn id="230" dur="500"/>
                                        <p:tgtEl>
                                          <p:spTgt spid="652370"/>
                                        </p:tgtEl>
                                      </p:cBhvr>
                                    </p:animEffect>
                                  </p:childTnLst>
                                </p:cTn>
                              </p:par>
                            </p:childTnLst>
                          </p:cTn>
                        </p:par>
                        <p:par>
                          <p:cTn id="231" fill="hold" nodeType="afterGroup">
                            <p:stCondLst>
                              <p:cond delay="8000"/>
                            </p:stCondLst>
                            <p:childTnLst>
                              <p:par>
                                <p:cTn id="232" presetID="9" presetClass="entr" presetSubtype="0" fill="hold" grpId="0" nodeType="afterEffect">
                                  <p:stCondLst>
                                    <p:cond delay="3000"/>
                                  </p:stCondLst>
                                  <p:childTnLst>
                                    <p:set>
                                      <p:cBhvr>
                                        <p:cTn id="233" dur="1" fill="hold">
                                          <p:stCondLst>
                                            <p:cond delay="0"/>
                                          </p:stCondLst>
                                        </p:cTn>
                                        <p:tgtEl>
                                          <p:spTgt spid="652371"/>
                                        </p:tgtEl>
                                        <p:attrNameLst>
                                          <p:attrName>style.visibility</p:attrName>
                                        </p:attrNameLst>
                                      </p:cBhvr>
                                      <p:to>
                                        <p:strVal val="visible"/>
                                      </p:to>
                                    </p:set>
                                    <p:animEffect transition="in" filter="dissolve">
                                      <p:cBhvr>
                                        <p:cTn id="234" dur="500"/>
                                        <p:tgtEl>
                                          <p:spTgt spid="652371"/>
                                        </p:tgtEl>
                                      </p:cBhvr>
                                    </p:animEffect>
                                  </p:childTnLst>
                                </p:cTn>
                              </p:par>
                            </p:childTnLst>
                          </p:cTn>
                        </p:par>
                        <p:par>
                          <p:cTn id="235" fill="hold" nodeType="afterGroup">
                            <p:stCondLst>
                              <p:cond delay="11500"/>
                            </p:stCondLst>
                            <p:childTnLst>
                              <p:par>
                                <p:cTn id="236" presetID="9" presetClass="entr" presetSubtype="0" fill="hold" grpId="0" nodeType="afterEffect">
                                  <p:stCondLst>
                                    <p:cond delay="0"/>
                                  </p:stCondLst>
                                  <p:childTnLst>
                                    <p:set>
                                      <p:cBhvr>
                                        <p:cTn id="237" dur="1" fill="hold">
                                          <p:stCondLst>
                                            <p:cond delay="0"/>
                                          </p:stCondLst>
                                        </p:cTn>
                                        <p:tgtEl>
                                          <p:spTgt spid="652372"/>
                                        </p:tgtEl>
                                        <p:attrNameLst>
                                          <p:attrName>style.visibility</p:attrName>
                                        </p:attrNameLst>
                                      </p:cBhvr>
                                      <p:to>
                                        <p:strVal val="visible"/>
                                      </p:to>
                                    </p:set>
                                    <p:animEffect transition="in" filter="dissolve">
                                      <p:cBhvr>
                                        <p:cTn id="238" dur="500"/>
                                        <p:tgtEl>
                                          <p:spTgt spid="652372"/>
                                        </p:tgtEl>
                                      </p:cBhvr>
                                    </p:animEffect>
                                  </p:childTnLst>
                                </p:cTn>
                              </p:par>
                            </p:childTnLst>
                          </p:cTn>
                        </p:par>
                        <p:par>
                          <p:cTn id="239" fill="hold" nodeType="afterGroup">
                            <p:stCondLst>
                              <p:cond delay="12000"/>
                            </p:stCondLst>
                            <p:childTnLst>
                              <p:par>
                                <p:cTn id="240" presetID="9" presetClass="entr" presetSubtype="0" fill="hold" grpId="0" nodeType="afterEffect">
                                  <p:stCondLst>
                                    <p:cond delay="0"/>
                                  </p:stCondLst>
                                  <p:childTnLst>
                                    <p:set>
                                      <p:cBhvr>
                                        <p:cTn id="241" dur="1" fill="hold">
                                          <p:stCondLst>
                                            <p:cond delay="0"/>
                                          </p:stCondLst>
                                        </p:cTn>
                                        <p:tgtEl>
                                          <p:spTgt spid="652373"/>
                                        </p:tgtEl>
                                        <p:attrNameLst>
                                          <p:attrName>style.visibility</p:attrName>
                                        </p:attrNameLst>
                                      </p:cBhvr>
                                      <p:to>
                                        <p:strVal val="visible"/>
                                      </p:to>
                                    </p:set>
                                    <p:animEffect transition="in" filter="dissolve">
                                      <p:cBhvr>
                                        <p:cTn id="242" dur="500"/>
                                        <p:tgtEl>
                                          <p:spTgt spid="652373"/>
                                        </p:tgtEl>
                                      </p:cBhvr>
                                    </p:animEffect>
                                  </p:childTnLst>
                                </p:cTn>
                              </p:par>
                            </p:childTnLst>
                          </p:cTn>
                        </p:par>
                        <p:par>
                          <p:cTn id="243" fill="hold" nodeType="afterGroup">
                            <p:stCondLst>
                              <p:cond delay="12500"/>
                            </p:stCondLst>
                            <p:childTnLst>
                              <p:par>
                                <p:cTn id="244" presetID="9" presetClass="entr" presetSubtype="0" fill="hold" grpId="0" nodeType="afterEffect">
                                  <p:stCondLst>
                                    <p:cond delay="0"/>
                                  </p:stCondLst>
                                  <p:childTnLst>
                                    <p:set>
                                      <p:cBhvr>
                                        <p:cTn id="245" dur="1" fill="hold">
                                          <p:stCondLst>
                                            <p:cond delay="0"/>
                                          </p:stCondLst>
                                        </p:cTn>
                                        <p:tgtEl>
                                          <p:spTgt spid="652374"/>
                                        </p:tgtEl>
                                        <p:attrNameLst>
                                          <p:attrName>style.visibility</p:attrName>
                                        </p:attrNameLst>
                                      </p:cBhvr>
                                      <p:to>
                                        <p:strVal val="visible"/>
                                      </p:to>
                                    </p:set>
                                    <p:animEffect transition="in" filter="dissolve">
                                      <p:cBhvr>
                                        <p:cTn id="246" dur="500"/>
                                        <p:tgtEl>
                                          <p:spTgt spid="652374"/>
                                        </p:tgtEl>
                                      </p:cBhvr>
                                    </p:animEffect>
                                  </p:childTnLst>
                                </p:cTn>
                              </p:par>
                            </p:childTnLst>
                          </p:cTn>
                        </p:par>
                        <p:par>
                          <p:cTn id="247" fill="hold" nodeType="afterGroup">
                            <p:stCondLst>
                              <p:cond delay="13000"/>
                            </p:stCondLst>
                            <p:childTnLst>
                              <p:par>
                                <p:cTn id="248" presetID="9" presetClass="entr" presetSubtype="0" fill="hold" grpId="0" nodeType="afterEffect">
                                  <p:stCondLst>
                                    <p:cond delay="2000"/>
                                  </p:stCondLst>
                                  <p:childTnLst>
                                    <p:set>
                                      <p:cBhvr>
                                        <p:cTn id="249" dur="1" fill="hold">
                                          <p:stCondLst>
                                            <p:cond delay="0"/>
                                          </p:stCondLst>
                                        </p:cTn>
                                        <p:tgtEl>
                                          <p:spTgt spid="652375"/>
                                        </p:tgtEl>
                                        <p:attrNameLst>
                                          <p:attrName>style.visibility</p:attrName>
                                        </p:attrNameLst>
                                      </p:cBhvr>
                                      <p:to>
                                        <p:strVal val="visible"/>
                                      </p:to>
                                    </p:set>
                                    <p:animEffect transition="in" filter="dissolve">
                                      <p:cBhvr>
                                        <p:cTn id="250" dur="500"/>
                                        <p:tgtEl>
                                          <p:spTgt spid="652375"/>
                                        </p:tgtEl>
                                      </p:cBhvr>
                                    </p:animEffect>
                                  </p:childTnLst>
                                </p:cTn>
                              </p:par>
                            </p:childTnLst>
                          </p:cTn>
                        </p:par>
                        <p:par>
                          <p:cTn id="251" fill="hold" nodeType="afterGroup">
                            <p:stCondLst>
                              <p:cond delay="15500"/>
                            </p:stCondLst>
                            <p:childTnLst>
                              <p:par>
                                <p:cTn id="252" presetID="9" presetClass="entr" presetSubtype="0" fill="hold" grpId="0" nodeType="afterEffect">
                                  <p:stCondLst>
                                    <p:cond delay="0"/>
                                  </p:stCondLst>
                                  <p:childTnLst>
                                    <p:set>
                                      <p:cBhvr>
                                        <p:cTn id="253" dur="1" fill="hold">
                                          <p:stCondLst>
                                            <p:cond delay="0"/>
                                          </p:stCondLst>
                                        </p:cTn>
                                        <p:tgtEl>
                                          <p:spTgt spid="652376"/>
                                        </p:tgtEl>
                                        <p:attrNameLst>
                                          <p:attrName>style.visibility</p:attrName>
                                        </p:attrNameLst>
                                      </p:cBhvr>
                                      <p:to>
                                        <p:strVal val="visible"/>
                                      </p:to>
                                    </p:set>
                                    <p:animEffect transition="in" filter="dissolve">
                                      <p:cBhvr>
                                        <p:cTn id="254" dur="500"/>
                                        <p:tgtEl>
                                          <p:spTgt spid="652376"/>
                                        </p:tgtEl>
                                      </p:cBhvr>
                                    </p:animEffect>
                                  </p:childTnLst>
                                </p:cTn>
                              </p:par>
                            </p:childTnLst>
                          </p:cTn>
                        </p:par>
                        <p:par>
                          <p:cTn id="255" fill="hold" nodeType="afterGroup">
                            <p:stCondLst>
                              <p:cond delay="16000"/>
                            </p:stCondLst>
                            <p:childTnLst>
                              <p:par>
                                <p:cTn id="256" presetID="9" presetClass="entr" presetSubtype="0" fill="hold" grpId="0" nodeType="afterEffect">
                                  <p:stCondLst>
                                    <p:cond delay="0"/>
                                  </p:stCondLst>
                                  <p:childTnLst>
                                    <p:set>
                                      <p:cBhvr>
                                        <p:cTn id="257" dur="1" fill="hold">
                                          <p:stCondLst>
                                            <p:cond delay="0"/>
                                          </p:stCondLst>
                                        </p:cTn>
                                        <p:tgtEl>
                                          <p:spTgt spid="652377"/>
                                        </p:tgtEl>
                                        <p:attrNameLst>
                                          <p:attrName>style.visibility</p:attrName>
                                        </p:attrNameLst>
                                      </p:cBhvr>
                                      <p:to>
                                        <p:strVal val="visible"/>
                                      </p:to>
                                    </p:set>
                                    <p:animEffect transition="in" filter="dissolve">
                                      <p:cBhvr>
                                        <p:cTn id="258" dur="500"/>
                                        <p:tgtEl>
                                          <p:spTgt spid="652377"/>
                                        </p:tgtEl>
                                      </p:cBhvr>
                                    </p:animEffect>
                                  </p:childTnLst>
                                </p:cTn>
                              </p:par>
                            </p:childTnLst>
                          </p:cTn>
                        </p:par>
                        <p:par>
                          <p:cTn id="259" fill="hold" nodeType="afterGroup">
                            <p:stCondLst>
                              <p:cond delay="16500"/>
                            </p:stCondLst>
                            <p:childTnLst>
                              <p:par>
                                <p:cTn id="260" presetID="9" presetClass="entr" presetSubtype="0" fill="hold" grpId="0" nodeType="afterEffect">
                                  <p:stCondLst>
                                    <p:cond delay="0"/>
                                  </p:stCondLst>
                                  <p:childTnLst>
                                    <p:set>
                                      <p:cBhvr>
                                        <p:cTn id="261" dur="1" fill="hold">
                                          <p:stCondLst>
                                            <p:cond delay="0"/>
                                          </p:stCondLst>
                                        </p:cTn>
                                        <p:tgtEl>
                                          <p:spTgt spid="652378"/>
                                        </p:tgtEl>
                                        <p:attrNameLst>
                                          <p:attrName>style.visibility</p:attrName>
                                        </p:attrNameLst>
                                      </p:cBhvr>
                                      <p:to>
                                        <p:strVal val="visible"/>
                                      </p:to>
                                    </p:set>
                                    <p:animEffect transition="in" filter="dissolve">
                                      <p:cBhvr>
                                        <p:cTn id="262" dur="500"/>
                                        <p:tgtEl>
                                          <p:spTgt spid="652378"/>
                                        </p:tgtEl>
                                      </p:cBhvr>
                                    </p:animEffect>
                                  </p:childTnLst>
                                </p:cTn>
                              </p:par>
                            </p:childTnLst>
                          </p:cTn>
                        </p:par>
                      </p:childTnLst>
                    </p:cTn>
                  </p:par>
                  <p:par>
                    <p:cTn id="263" fill="hold" nodeType="clickPar">
                      <p:stCondLst>
                        <p:cond delay="indefinite"/>
                      </p:stCondLst>
                      <p:childTnLst>
                        <p:par>
                          <p:cTn id="264" fill="hold" nodeType="withGroup">
                            <p:stCondLst>
                              <p:cond delay="0"/>
                            </p:stCondLst>
                            <p:childTnLst>
                              <p:par>
                                <p:cTn id="265" presetID="23" presetClass="entr" presetSubtype="16" fill="hold" grpId="0" nodeType="clickEffect">
                                  <p:stCondLst>
                                    <p:cond delay="0"/>
                                  </p:stCondLst>
                                  <p:childTnLst>
                                    <p:set>
                                      <p:cBhvr>
                                        <p:cTn id="266" dur="1" fill="hold">
                                          <p:stCondLst>
                                            <p:cond delay="0"/>
                                          </p:stCondLst>
                                        </p:cTn>
                                        <p:tgtEl>
                                          <p:spTgt spid="652380"/>
                                        </p:tgtEl>
                                        <p:attrNameLst>
                                          <p:attrName>style.visibility</p:attrName>
                                        </p:attrNameLst>
                                      </p:cBhvr>
                                      <p:to>
                                        <p:strVal val="visible"/>
                                      </p:to>
                                    </p:set>
                                    <p:anim calcmode="lin" valueType="num">
                                      <p:cBhvr>
                                        <p:cTn id="267" dur="500" fill="hold"/>
                                        <p:tgtEl>
                                          <p:spTgt spid="652380"/>
                                        </p:tgtEl>
                                        <p:attrNameLst>
                                          <p:attrName>ppt_w</p:attrName>
                                        </p:attrNameLst>
                                      </p:cBhvr>
                                      <p:tavLst>
                                        <p:tav tm="0">
                                          <p:val>
                                            <p:fltVal val="0"/>
                                          </p:val>
                                        </p:tav>
                                        <p:tav tm="100000">
                                          <p:val>
                                            <p:strVal val="#ppt_w"/>
                                          </p:val>
                                        </p:tav>
                                      </p:tavLst>
                                    </p:anim>
                                    <p:anim calcmode="lin" valueType="num">
                                      <p:cBhvr>
                                        <p:cTn id="268" dur="500" fill="hold"/>
                                        <p:tgtEl>
                                          <p:spTgt spid="652380"/>
                                        </p:tgtEl>
                                        <p:attrNameLst>
                                          <p:attrName>ppt_h</p:attrName>
                                        </p:attrNameLst>
                                      </p:cBhvr>
                                      <p:tavLst>
                                        <p:tav tm="0">
                                          <p:val>
                                            <p:fltVal val="0"/>
                                          </p:val>
                                        </p:tav>
                                        <p:tav tm="100000">
                                          <p:val>
                                            <p:strVal val="#ppt_h"/>
                                          </p:val>
                                        </p:tav>
                                      </p:tavLst>
                                    </p:anim>
                                  </p:childTnLst>
                                </p:cTn>
                              </p:par>
                            </p:childTnLst>
                          </p:cTn>
                        </p:par>
                        <p:par>
                          <p:cTn id="269" fill="hold" nodeType="afterGroup">
                            <p:stCondLst>
                              <p:cond delay="500"/>
                            </p:stCondLst>
                            <p:childTnLst>
                              <p:par>
                                <p:cTn id="270" presetID="22" presetClass="entr" presetSubtype="1" fill="hold" nodeType="afterEffect">
                                  <p:stCondLst>
                                    <p:cond delay="0"/>
                                  </p:stCondLst>
                                  <p:childTnLst>
                                    <p:set>
                                      <p:cBhvr>
                                        <p:cTn id="271" dur="1" fill="hold">
                                          <p:stCondLst>
                                            <p:cond delay="0"/>
                                          </p:stCondLst>
                                        </p:cTn>
                                        <p:tgtEl>
                                          <p:spTgt spid="652381"/>
                                        </p:tgtEl>
                                        <p:attrNameLst>
                                          <p:attrName>style.visibility</p:attrName>
                                        </p:attrNameLst>
                                      </p:cBhvr>
                                      <p:to>
                                        <p:strVal val="visible"/>
                                      </p:to>
                                    </p:set>
                                    <p:animEffect transition="in" filter="wipe(up)">
                                      <p:cBhvr>
                                        <p:cTn id="272" dur="500"/>
                                        <p:tgtEl>
                                          <p:spTgt spid="652381"/>
                                        </p:tgtEl>
                                      </p:cBhvr>
                                    </p:animEffect>
                                  </p:childTnLst>
                                </p:cTn>
                              </p:par>
                            </p:childTnLst>
                          </p:cTn>
                        </p:par>
                        <p:par>
                          <p:cTn id="273" fill="hold" nodeType="afterGroup">
                            <p:stCondLst>
                              <p:cond delay="1000"/>
                            </p:stCondLst>
                            <p:childTnLst>
                              <p:par>
                                <p:cTn id="274" presetID="22" presetClass="entr" presetSubtype="1" fill="hold" grpId="0" nodeType="afterEffect">
                                  <p:stCondLst>
                                    <p:cond delay="5000"/>
                                  </p:stCondLst>
                                  <p:childTnLst>
                                    <p:set>
                                      <p:cBhvr>
                                        <p:cTn id="275" dur="1" fill="hold">
                                          <p:stCondLst>
                                            <p:cond delay="0"/>
                                          </p:stCondLst>
                                        </p:cTn>
                                        <p:tgtEl>
                                          <p:spTgt spid="652382"/>
                                        </p:tgtEl>
                                        <p:attrNameLst>
                                          <p:attrName>style.visibility</p:attrName>
                                        </p:attrNameLst>
                                      </p:cBhvr>
                                      <p:to>
                                        <p:strVal val="visible"/>
                                      </p:to>
                                    </p:set>
                                    <p:animEffect transition="in" filter="wipe(up)">
                                      <p:cBhvr>
                                        <p:cTn id="276" dur="500"/>
                                        <p:tgtEl>
                                          <p:spTgt spid="652382"/>
                                        </p:tgtEl>
                                      </p:cBhvr>
                                    </p:animEffect>
                                  </p:childTnLst>
                                </p:cTn>
                              </p:par>
                            </p:childTnLst>
                          </p:cTn>
                        </p:par>
                        <p:par>
                          <p:cTn id="277" fill="hold" nodeType="afterGroup">
                            <p:stCondLst>
                              <p:cond delay="6500"/>
                            </p:stCondLst>
                            <p:childTnLst>
                              <p:par>
                                <p:cTn id="278" presetID="22" presetClass="entr" presetSubtype="1" fill="hold" grpId="0" nodeType="afterEffect">
                                  <p:stCondLst>
                                    <p:cond delay="0"/>
                                  </p:stCondLst>
                                  <p:childTnLst>
                                    <p:set>
                                      <p:cBhvr>
                                        <p:cTn id="279" dur="1" fill="hold">
                                          <p:stCondLst>
                                            <p:cond delay="0"/>
                                          </p:stCondLst>
                                        </p:cTn>
                                        <p:tgtEl>
                                          <p:spTgt spid="652383"/>
                                        </p:tgtEl>
                                        <p:attrNameLst>
                                          <p:attrName>style.visibility</p:attrName>
                                        </p:attrNameLst>
                                      </p:cBhvr>
                                      <p:to>
                                        <p:strVal val="visible"/>
                                      </p:to>
                                    </p:set>
                                    <p:animEffect transition="in" filter="wipe(up)">
                                      <p:cBhvr>
                                        <p:cTn id="280" dur="500"/>
                                        <p:tgtEl>
                                          <p:spTgt spid="652383"/>
                                        </p:tgtEl>
                                      </p:cBhvr>
                                    </p:animEffect>
                                  </p:childTnLst>
                                </p:cTn>
                              </p:par>
                            </p:childTnLst>
                          </p:cTn>
                        </p:par>
                        <p:par>
                          <p:cTn id="281" fill="hold" nodeType="afterGroup">
                            <p:stCondLst>
                              <p:cond delay="7000"/>
                            </p:stCondLst>
                            <p:childTnLst>
                              <p:par>
                                <p:cTn id="282" presetID="22" presetClass="entr" presetSubtype="1" fill="hold" grpId="0" nodeType="afterEffect">
                                  <p:stCondLst>
                                    <p:cond delay="4000"/>
                                  </p:stCondLst>
                                  <p:childTnLst>
                                    <p:set>
                                      <p:cBhvr>
                                        <p:cTn id="283" dur="1" fill="hold">
                                          <p:stCondLst>
                                            <p:cond delay="0"/>
                                          </p:stCondLst>
                                        </p:cTn>
                                        <p:tgtEl>
                                          <p:spTgt spid="652384"/>
                                        </p:tgtEl>
                                        <p:attrNameLst>
                                          <p:attrName>style.visibility</p:attrName>
                                        </p:attrNameLst>
                                      </p:cBhvr>
                                      <p:to>
                                        <p:strVal val="visible"/>
                                      </p:to>
                                    </p:set>
                                    <p:animEffect transition="in" filter="wipe(up)">
                                      <p:cBhvr>
                                        <p:cTn id="284" dur="500"/>
                                        <p:tgtEl>
                                          <p:spTgt spid="652384"/>
                                        </p:tgtEl>
                                      </p:cBhvr>
                                    </p:animEffect>
                                  </p:childTnLst>
                                </p:cTn>
                              </p:par>
                            </p:childTnLst>
                          </p:cTn>
                        </p:par>
                      </p:childTnLst>
                    </p:cTn>
                  </p:par>
                  <p:par>
                    <p:cTn id="285" fill="hold" nodeType="clickPar">
                      <p:stCondLst>
                        <p:cond delay="indefinite"/>
                      </p:stCondLst>
                      <p:childTnLst>
                        <p:par>
                          <p:cTn id="286" fill="hold" nodeType="withGroup">
                            <p:stCondLst>
                              <p:cond delay="0"/>
                            </p:stCondLst>
                            <p:childTnLst>
                              <p:par>
                                <p:cTn id="287" presetID="22" presetClass="entr" presetSubtype="1" fill="hold" grpId="0" nodeType="clickEffect">
                                  <p:stCondLst>
                                    <p:cond delay="0"/>
                                  </p:stCondLst>
                                  <p:childTnLst>
                                    <p:set>
                                      <p:cBhvr>
                                        <p:cTn id="288" dur="1" fill="hold">
                                          <p:stCondLst>
                                            <p:cond delay="0"/>
                                          </p:stCondLst>
                                        </p:cTn>
                                        <p:tgtEl>
                                          <p:spTgt spid="652385"/>
                                        </p:tgtEl>
                                        <p:attrNameLst>
                                          <p:attrName>style.visibility</p:attrName>
                                        </p:attrNameLst>
                                      </p:cBhvr>
                                      <p:to>
                                        <p:strVal val="visible"/>
                                      </p:to>
                                    </p:set>
                                    <p:animEffect transition="in" filter="wipe(up)">
                                      <p:cBhvr>
                                        <p:cTn id="289" dur="500"/>
                                        <p:tgtEl>
                                          <p:spTgt spid="652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293" grpId="0" autoUpdateAnimBg="0"/>
      <p:bldP spid="652294" grpId="0" autoUpdateAnimBg="0"/>
      <p:bldP spid="652295" grpId="0" animBg="1"/>
      <p:bldP spid="652296" grpId="0" autoUpdateAnimBg="0"/>
      <p:bldP spid="652297" grpId="0" autoUpdateAnimBg="0"/>
      <p:bldP spid="652298" grpId="0" autoUpdateAnimBg="0"/>
      <p:bldP spid="652299" grpId="0" animBg="1"/>
      <p:bldP spid="652300" grpId="0" autoUpdateAnimBg="0"/>
      <p:bldP spid="652301" grpId="0" autoUpdateAnimBg="0"/>
      <p:bldP spid="652302" grpId="0" autoUpdateAnimBg="0"/>
      <p:bldP spid="652303" grpId="0" animBg="1"/>
      <p:bldP spid="652304" grpId="0" autoUpdateAnimBg="0"/>
      <p:bldP spid="652305" grpId="0" autoUpdateAnimBg="0"/>
      <p:bldP spid="652306" grpId="0" autoUpdateAnimBg="0"/>
      <p:bldP spid="652307" grpId="0" animBg="1"/>
      <p:bldP spid="652308" grpId="0" autoUpdateAnimBg="0"/>
      <p:bldP spid="652309" grpId="0" autoUpdateAnimBg="0"/>
      <p:bldP spid="652310" grpId="0" autoUpdateAnimBg="0"/>
      <p:bldP spid="652311" grpId="0" animBg="1"/>
      <p:bldP spid="652312" grpId="0" autoUpdateAnimBg="0"/>
      <p:bldP spid="652313" grpId="0" autoUpdateAnimBg="0"/>
      <p:bldP spid="652314" grpId="0" animBg="1"/>
      <p:bldP spid="652319" grpId="0" autoUpdateAnimBg="0"/>
      <p:bldP spid="652324" grpId="0" autoUpdateAnimBg="0"/>
      <p:bldP spid="652325" grpId="0" autoUpdateAnimBg="0"/>
      <p:bldP spid="652326" grpId="0" autoUpdateAnimBg="0"/>
      <p:bldP spid="652327" grpId="0" animBg="1"/>
      <p:bldP spid="652328" grpId="0" autoUpdateAnimBg="0"/>
      <p:bldP spid="652329" grpId="0" autoUpdateAnimBg="0"/>
      <p:bldP spid="652330" grpId="0" autoUpdateAnimBg="0"/>
      <p:bldP spid="652331" grpId="0" animBg="1"/>
      <p:bldP spid="652332" grpId="0" autoUpdateAnimBg="0"/>
      <p:bldP spid="652333" grpId="0" autoUpdateAnimBg="0"/>
      <p:bldP spid="652334" grpId="0" autoUpdateAnimBg="0"/>
      <p:bldP spid="652335" grpId="0" animBg="1"/>
      <p:bldP spid="652336" grpId="0" autoUpdateAnimBg="0"/>
      <p:bldP spid="652337" grpId="0" autoUpdateAnimBg="0"/>
      <p:bldP spid="652338" grpId="0" animBg="1"/>
      <p:bldP spid="652343" grpId="0" autoUpdateAnimBg="0"/>
      <p:bldP spid="652348" grpId="0" autoUpdateAnimBg="0"/>
      <p:bldP spid="652349" grpId="0" autoUpdateAnimBg="0"/>
      <p:bldP spid="652354" grpId="0" autoUpdateAnimBg="0"/>
      <p:bldP spid="652359" grpId="0" autoUpdateAnimBg="0"/>
      <p:bldP spid="652364" grpId="0" autoUpdateAnimBg="0"/>
      <p:bldP spid="652369" grpId="0" animBg="1"/>
      <p:bldP spid="652370" grpId="0" autoUpdateAnimBg="0"/>
      <p:bldP spid="652371" grpId="0" autoUpdateAnimBg="0"/>
      <p:bldP spid="652372" grpId="0" autoUpdateAnimBg="0"/>
      <p:bldP spid="652373" grpId="0" animBg="1"/>
      <p:bldP spid="652374" grpId="0" autoUpdateAnimBg="0"/>
      <p:bldP spid="652375" grpId="0" autoUpdateAnimBg="0"/>
      <p:bldP spid="652376" grpId="0" autoUpdateAnimBg="0"/>
      <p:bldP spid="652377" grpId="0" animBg="1"/>
      <p:bldP spid="652378" grpId="0" autoUpdateAnimBg="0"/>
      <p:bldP spid="652380" grpId="0" animBg="1" autoUpdateAnimBg="0"/>
      <p:bldP spid="652382" grpId="0" autoUpdateAnimBg="0"/>
      <p:bldP spid="652383" grpId="0" animBg="1"/>
      <p:bldP spid="652384" grpId="0" autoUpdateAnimBg="0"/>
      <p:bldP spid="652385"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4D81379-DD34-479D-A8B8-160A169652F7}" type="slidenum">
              <a:rPr lang="zh-CN" altLang="en-US" b="0" i="0" smtClean="0"/>
              <a:pPr/>
              <a:t>44</a:t>
            </a:fld>
            <a:endParaRPr lang="en-US" altLang="zh-CN" b="0" i="0" smtClean="0"/>
          </a:p>
        </p:txBody>
      </p:sp>
      <p:sp>
        <p:nvSpPr>
          <p:cNvPr id="6246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85CEE1E-9B6D-4F8D-B543-66B798323D5D}" type="datetime1">
              <a:rPr lang="zh-CN" altLang="en-US" sz="1800" i="0" smtClean="0"/>
              <a:pPr/>
              <a:t>2024/10/20</a:t>
            </a:fld>
            <a:endParaRPr lang="en-US" altLang="zh-CN" sz="1800" i="0" smtClean="0"/>
          </a:p>
        </p:txBody>
      </p:sp>
      <p:sp>
        <p:nvSpPr>
          <p:cNvPr id="677890" name="Rectangle 2"/>
          <p:cNvSpPr>
            <a:spLocks noGrp="1" noChangeArrowheads="1"/>
          </p:cNvSpPr>
          <p:nvPr>
            <p:ph type="title"/>
          </p:nvPr>
        </p:nvSpPr>
        <p:spPr>
          <a:xfrm>
            <a:off x="650875" y="255588"/>
            <a:ext cx="8820150" cy="658812"/>
          </a:xfrm>
        </p:spPr>
        <p:txBody>
          <a:bodyPr/>
          <a:lstStyle/>
          <a:p>
            <a:pPr>
              <a:defRPr/>
            </a:pPr>
            <a:r>
              <a:rPr lang="zh-CN" altLang="en-US" sz="4800" smtClean="0"/>
              <a:t>§2.1 差分</a:t>
            </a:r>
          </a:p>
        </p:txBody>
      </p:sp>
      <p:sp>
        <p:nvSpPr>
          <p:cNvPr id="62469" name="Rectangle 3"/>
          <p:cNvSpPr>
            <a:spLocks noGrp="1" noChangeArrowheads="1"/>
          </p:cNvSpPr>
          <p:nvPr>
            <p:ph type="body" idx="1"/>
          </p:nvPr>
        </p:nvSpPr>
        <p:spPr>
          <a:xfrm>
            <a:off x="650875" y="1143000"/>
            <a:ext cx="8820150" cy="768350"/>
          </a:xfrm>
        </p:spPr>
        <p:txBody>
          <a:bodyPr/>
          <a:lstStyle/>
          <a:p>
            <a:r>
              <a:rPr lang="zh-CN" altLang="en-US" smtClean="0"/>
              <a:t>例5.4：计算</a:t>
            </a:r>
            <a:r>
              <a:rPr lang="en-US" altLang="zh-CN" i="1" smtClean="0"/>
              <a:t>f</a:t>
            </a:r>
            <a:r>
              <a:rPr lang="en-US" altLang="zh-CN" smtClean="0"/>
              <a:t>(</a:t>
            </a:r>
            <a:r>
              <a:rPr lang="en-US" altLang="zh-CN" i="1" smtClean="0"/>
              <a:t>x</a:t>
            </a:r>
            <a:r>
              <a:rPr lang="en-US" altLang="zh-CN" smtClean="0"/>
              <a:t>)</a:t>
            </a:r>
            <a:r>
              <a:rPr lang="en-US" altLang="zh-CN" baseline="-25000" smtClean="0"/>
              <a:t> </a:t>
            </a:r>
            <a:r>
              <a:rPr lang="zh-CN" altLang="en-US" smtClean="0"/>
              <a:t>在等距节点0，1，2，3，4上的各阶差分值</a:t>
            </a:r>
          </a:p>
        </p:txBody>
      </p:sp>
      <p:graphicFrame>
        <p:nvGraphicFramePr>
          <p:cNvPr id="677993" name="Group 105"/>
          <p:cNvGraphicFramePr>
            <a:graphicFrameLocks noGrp="1"/>
          </p:cNvGraphicFramePr>
          <p:nvPr/>
        </p:nvGraphicFramePr>
        <p:xfrm>
          <a:off x="1676400" y="1524000"/>
          <a:ext cx="6026150" cy="5321298"/>
        </p:xfrm>
        <a:graphic>
          <a:graphicData uri="http://schemas.openxmlformats.org/drawingml/2006/table">
            <a:tbl>
              <a:tblPr/>
              <a:tblGrid>
                <a:gridCol w="742950"/>
                <a:gridCol w="1073150"/>
                <a:gridCol w="1238250"/>
                <a:gridCol w="1403350"/>
                <a:gridCol w="1568450"/>
              </a:tblGrid>
              <a:tr h="54773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en-US" altLang="zh-CN"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32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32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32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32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32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039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smtClean="0">
                          <a:ln>
                            <a:noFill/>
                          </a:ln>
                          <a:solidFill>
                            <a:schemeClr val="tx1"/>
                          </a:solidFill>
                          <a:effectLst/>
                          <a:latin typeface="Times New Roman" pitchFamily="18" charset="0"/>
                          <a:ea typeface="黑体" pitchFamily="2" charset="-122"/>
                        </a:rPr>
                        <a:t>0</a:t>
                      </a: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smtClean="0">
                          <a:ln>
                            <a:noFill/>
                          </a:ln>
                          <a:solidFill>
                            <a:schemeClr val="tx1"/>
                          </a:solidFill>
                          <a:effectLst/>
                          <a:latin typeface="Times New Roman" pitchFamily="18" charset="0"/>
                          <a:ea typeface="黑体" pitchFamily="2" charset="-122"/>
                        </a:rPr>
                        <a:t>0</a:t>
                      </a: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53039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9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9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9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smtClean="0">
                          <a:ln>
                            <a:noFill/>
                          </a:ln>
                          <a:solidFill>
                            <a:schemeClr val="tx1"/>
                          </a:solidFill>
                          <a:effectLst/>
                          <a:latin typeface="Times New Roman" pitchFamily="18" charset="0"/>
                          <a:ea typeface="黑体" pitchFamily="2" charset="-122"/>
                        </a:rPr>
                        <a:t>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3200" b="1" i="0" u="none" strike="noStrike" cap="none" normalizeH="0" baseline="0" smtClean="0">
                          <a:ln>
                            <a:noFill/>
                          </a:ln>
                          <a:solidFill>
                            <a:schemeClr val="tx1"/>
                          </a:solidFill>
                          <a:effectLst/>
                          <a:latin typeface="Times New Roman" pitchFamily="18" charset="0"/>
                          <a:ea typeface="黑体" pitchFamily="2" charset="-122"/>
                        </a:rPr>
                        <a:t>8</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9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9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smtClean="0">
                          <a:ln>
                            <a:noFill/>
                          </a:ln>
                          <a:solidFill>
                            <a:schemeClr val="tx1"/>
                          </a:solidFill>
                          <a:effectLst/>
                          <a:latin typeface="Times New Roman" pitchFamily="18" charset="0"/>
                          <a:ea typeface="黑体" pitchFamily="2" charset="-122"/>
                        </a:rPr>
                        <a:t>3</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smtClean="0">
                          <a:ln>
                            <a:noFill/>
                          </a:ln>
                          <a:solidFill>
                            <a:schemeClr val="tx1"/>
                          </a:solidFill>
                          <a:effectLst/>
                          <a:latin typeface="Times New Roman" pitchFamily="18" charset="0"/>
                          <a:ea typeface="黑体" pitchFamily="2" charset="-122"/>
                        </a:rPr>
                        <a:t>27</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9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9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smtClean="0">
                          <a:ln>
                            <a:noFill/>
                          </a:ln>
                          <a:solidFill>
                            <a:schemeClr val="tx1"/>
                          </a:solidFill>
                          <a:effectLst/>
                          <a:latin typeface="Times New Roman" pitchFamily="18" charset="0"/>
                          <a:ea typeface="黑体" pitchFamily="2" charset="-122"/>
                        </a:rPr>
                        <a:t>4</a:t>
                      </a: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smtClean="0">
                          <a:ln>
                            <a:noFill/>
                          </a:ln>
                          <a:solidFill>
                            <a:schemeClr val="tx1"/>
                          </a:solidFill>
                          <a:effectLst/>
                          <a:latin typeface="Times New Roman" pitchFamily="18" charset="0"/>
                          <a:ea typeface="黑体" pitchFamily="2" charset="-122"/>
                        </a:rPr>
                        <a:t>64</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77994" name="Group 106"/>
          <p:cNvGraphicFramePr>
            <a:graphicFrameLocks noGrp="1"/>
          </p:cNvGraphicFramePr>
          <p:nvPr/>
        </p:nvGraphicFramePr>
        <p:xfrm>
          <a:off x="7702550" y="1538288"/>
          <a:ext cx="1441450" cy="5319712"/>
        </p:xfrm>
        <a:graphic>
          <a:graphicData uri="http://schemas.openxmlformats.org/drawingml/2006/table">
            <a:tbl>
              <a:tblPr/>
              <a:tblGrid>
                <a:gridCol w="1441450"/>
              </a:tblGrid>
              <a:tr h="5334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32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32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86312">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77962" name="Line 74"/>
          <p:cNvSpPr>
            <a:spLocks noChangeShapeType="1"/>
          </p:cNvSpPr>
          <p:nvPr/>
        </p:nvSpPr>
        <p:spPr bwMode="auto">
          <a:xfrm flipV="1">
            <a:off x="2832100" y="29098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63" name="Line 75"/>
          <p:cNvSpPr>
            <a:spLocks noChangeShapeType="1"/>
          </p:cNvSpPr>
          <p:nvPr/>
        </p:nvSpPr>
        <p:spPr bwMode="auto">
          <a:xfrm>
            <a:off x="2749550" y="23764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64" name="Line 76"/>
          <p:cNvSpPr>
            <a:spLocks noChangeShapeType="1"/>
          </p:cNvSpPr>
          <p:nvPr/>
        </p:nvSpPr>
        <p:spPr bwMode="auto">
          <a:xfrm flipV="1">
            <a:off x="2832100" y="39004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65" name="Line 77"/>
          <p:cNvSpPr>
            <a:spLocks noChangeShapeType="1"/>
          </p:cNvSpPr>
          <p:nvPr/>
        </p:nvSpPr>
        <p:spPr bwMode="auto">
          <a:xfrm>
            <a:off x="2749550" y="33670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66" name="Line 78"/>
          <p:cNvSpPr>
            <a:spLocks noChangeShapeType="1"/>
          </p:cNvSpPr>
          <p:nvPr/>
        </p:nvSpPr>
        <p:spPr bwMode="auto">
          <a:xfrm flipV="1">
            <a:off x="2914650" y="50434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67" name="Line 79"/>
          <p:cNvSpPr>
            <a:spLocks noChangeShapeType="1"/>
          </p:cNvSpPr>
          <p:nvPr/>
        </p:nvSpPr>
        <p:spPr bwMode="auto">
          <a:xfrm>
            <a:off x="2832100" y="45100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68" name="Line 80"/>
          <p:cNvSpPr>
            <a:spLocks noChangeShapeType="1"/>
          </p:cNvSpPr>
          <p:nvPr/>
        </p:nvSpPr>
        <p:spPr bwMode="auto">
          <a:xfrm flipV="1">
            <a:off x="2997200" y="61102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69" name="Line 81"/>
          <p:cNvSpPr>
            <a:spLocks noChangeShapeType="1"/>
          </p:cNvSpPr>
          <p:nvPr/>
        </p:nvSpPr>
        <p:spPr bwMode="auto">
          <a:xfrm>
            <a:off x="2914650" y="55768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0" name="Line 82"/>
          <p:cNvSpPr>
            <a:spLocks noChangeShapeType="1"/>
          </p:cNvSpPr>
          <p:nvPr/>
        </p:nvSpPr>
        <p:spPr bwMode="auto">
          <a:xfrm flipV="1">
            <a:off x="4152900" y="34432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1" name="Line 83"/>
          <p:cNvSpPr>
            <a:spLocks noChangeShapeType="1"/>
          </p:cNvSpPr>
          <p:nvPr/>
        </p:nvSpPr>
        <p:spPr bwMode="auto">
          <a:xfrm>
            <a:off x="4070350" y="29098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2" name="Line 84"/>
          <p:cNvSpPr>
            <a:spLocks noChangeShapeType="1"/>
          </p:cNvSpPr>
          <p:nvPr/>
        </p:nvSpPr>
        <p:spPr bwMode="auto">
          <a:xfrm flipV="1">
            <a:off x="4152900" y="45100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3" name="Line 85"/>
          <p:cNvSpPr>
            <a:spLocks noChangeShapeType="1"/>
          </p:cNvSpPr>
          <p:nvPr/>
        </p:nvSpPr>
        <p:spPr bwMode="auto">
          <a:xfrm>
            <a:off x="4070350" y="39766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4" name="Line 86"/>
          <p:cNvSpPr>
            <a:spLocks noChangeShapeType="1"/>
          </p:cNvSpPr>
          <p:nvPr/>
        </p:nvSpPr>
        <p:spPr bwMode="auto">
          <a:xfrm flipV="1">
            <a:off x="4152900" y="56530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5" name="Line 87"/>
          <p:cNvSpPr>
            <a:spLocks noChangeShapeType="1"/>
          </p:cNvSpPr>
          <p:nvPr/>
        </p:nvSpPr>
        <p:spPr bwMode="auto">
          <a:xfrm>
            <a:off x="4070350" y="51196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6" name="Line 88"/>
          <p:cNvSpPr>
            <a:spLocks noChangeShapeType="1"/>
          </p:cNvSpPr>
          <p:nvPr/>
        </p:nvSpPr>
        <p:spPr bwMode="auto">
          <a:xfrm flipV="1">
            <a:off x="5638800" y="40528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7" name="Line 89"/>
          <p:cNvSpPr>
            <a:spLocks noChangeShapeType="1"/>
          </p:cNvSpPr>
          <p:nvPr/>
        </p:nvSpPr>
        <p:spPr bwMode="auto">
          <a:xfrm>
            <a:off x="5556250" y="35194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8" name="Line 90"/>
          <p:cNvSpPr>
            <a:spLocks noChangeShapeType="1"/>
          </p:cNvSpPr>
          <p:nvPr/>
        </p:nvSpPr>
        <p:spPr bwMode="auto">
          <a:xfrm flipV="1">
            <a:off x="5556250" y="51958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79" name="Line 91"/>
          <p:cNvSpPr>
            <a:spLocks noChangeShapeType="1"/>
          </p:cNvSpPr>
          <p:nvPr/>
        </p:nvSpPr>
        <p:spPr bwMode="auto">
          <a:xfrm>
            <a:off x="5473700" y="46624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80" name="Line 92"/>
          <p:cNvSpPr>
            <a:spLocks noChangeShapeType="1"/>
          </p:cNvSpPr>
          <p:nvPr/>
        </p:nvSpPr>
        <p:spPr bwMode="auto">
          <a:xfrm flipV="1">
            <a:off x="7042150" y="45862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81" name="Line 93"/>
          <p:cNvSpPr>
            <a:spLocks noChangeShapeType="1"/>
          </p:cNvSpPr>
          <p:nvPr/>
        </p:nvSpPr>
        <p:spPr bwMode="auto">
          <a:xfrm>
            <a:off x="6959600" y="4052888"/>
            <a:ext cx="660400" cy="4572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7982" name="Rectangle 94"/>
          <p:cNvSpPr>
            <a:spLocks noChangeArrowheads="1"/>
          </p:cNvSpPr>
          <p:nvPr/>
        </p:nvSpPr>
        <p:spPr bwMode="auto">
          <a:xfrm>
            <a:off x="3667125" y="2486025"/>
            <a:ext cx="38893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3200" i="0">
                <a:latin typeface="Times New Roman" pitchFamily="18" charset="0"/>
                <a:sym typeface="Symbol" pitchFamily="18" charset="2"/>
              </a:rPr>
              <a:t>1</a:t>
            </a:r>
            <a:endParaRPr lang="zh-CN" altLang="en-US" sz="3200" i="0" baseline="-25000">
              <a:latin typeface="Times New Roman" pitchFamily="18" charset="0"/>
            </a:endParaRPr>
          </a:p>
        </p:txBody>
      </p:sp>
      <p:sp>
        <p:nvSpPr>
          <p:cNvPr id="677983" name="Rectangle 95"/>
          <p:cNvSpPr>
            <a:spLocks noChangeArrowheads="1"/>
          </p:cNvSpPr>
          <p:nvPr/>
        </p:nvSpPr>
        <p:spPr bwMode="auto">
          <a:xfrm>
            <a:off x="3638550" y="3609975"/>
            <a:ext cx="3873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3200" i="0">
                <a:latin typeface="Times New Roman" pitchFamily="18" charset="0"/>
                <a:sym typeface="Symbol" pitchFamily="18" charset="2"/>
              </a:rPr>
              <a:t>7</a:t>
            </a:r>
            <a:endParaRPr lang="zh-CN" altLang="en-US" sz="3200" i="0" baseline="-25000">
              <a:latin typeface="Times New Roman" pitchFamily="18" charset="0"/>
            </a:endParaRPr>
          </a:p>
        </p:txBody>
      </p:sp>
      <p:sp>
        <p:nvSpPr>
          <p:cNvPr id="677984" name="Rectangle 96"/>
          <p:cNvSpPr>
            <a:spLocks noChangeArrowheads="1"/>
          </p:cNvSpPr>
          <p:nvPr/>
        </p:nvSpPr>
        <p:spPr bwMode="auto">
          <a:xfrm>
            <a:off x="3536950" y="4752975"/>
            <a:ext cx="5905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3200" i="0">
                <a:latin typeface="Times New Roman" pitchFamily="18" charset="0"/>
                <a:sym typeface="Symbol" pitchFamily="18" charset="2"/>
              </a:rPr>
              <a:t>19</a:t>
            </a:r>
            <a:endParaRPr lang="zh-CN" altLang="en-US" sz="3200" i="0" baseline="-25000">
              <a:latin typeface="Times New Roman" pitchFamily="18" charset="0"/>
            </a:endParaRPr>
          </a:p>
        </p:txBody>
      </p:sp>
      <p:sp>
        <p:nvSpPr>
          <p:cNvPr id="677985" name="Rectangle 97"/>
          <p:cNvSpPr>
            <a:spLocks noChangeArrowheads="1"/>
          </p:cNvSpPr>
          <p:nvPr/>
        </p:nvSpPr>
        <p:spPr bwMode="auto">
          <a:xfrm>
            <a:off x="3536950" y="5838825"/>
            <a:ext cx="5905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3200" i="0">
                <a:latin typeface="Times New Roman" pitchFamily="18" charset="0"/>
                <a:sym typeface="Symbol" pitchFamily="18" charset="2"/>
              </a:rPr>
              <a:t>37</a:t>
            </a:r>
            <a:endParaRPr lang="zh-CN" altLang="en-US" sz="3200" i="0" baseline="-25000">
              <a:latin typeface="Times New Roman" pitchFamily="18" charset="0"/>
            </a:endParaRPr>
          </a:p>
        </p:txBody>
      </p:sp>
      <p:sp>
        <p:nvSpPr>
          <p:cNvPr id="677986" name="Rectangle 98"/>
          <p:cNvSpPr>
            <a:spLocks noChangeArrowheads="1"/>
          </p:cNvSpPr>
          <p:nvPr/>
        </p:nvSpPr>
        <p:spPr bwMode="auto">
          <a:xfrm>
            <a:off x="4959350" y="310515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sym typeface="Symbol" pitchFamily="18" charset="2"/>
              </a:rPr>
              <a:t>6</a:t>
            </a:r>
            <a:endParaRPr lang="zh-CN" altLang="en-US" sz="3200" i="0" baseline="-25000">
              <a:latin typeface="Times New Roman" pitchFamily="18" charset="0"/>
            </a:endParaRPr>
          </a:p>
        </p:txBody>
      </p:sp>
      <p:sp>
        <p:nvSpPr>
          <p:cNvPr id="677987" name="Rectangle 99"/>
          <p:cNvSpPr>
            <a:spLocks noChangeArrowheads="1"/>
          </p:cNvSpPr>
          <p:nvPr/>
        </p:nvSpPr>
        <p:spPr bwMode="auto">
          <a:xfrm>
            <a:off x="4830763" y="4248150"/>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sym typeface="Symbol" pitchFamily="18" charset="2"/>
              </a:rPr>
              <a:t>12</a:t>
            </a:r>
            <a:endParaRPr lang="zh-CN" altLang="en-US" sz="3200" i="0" baseline="-25000">
              <a:latin typeface="Times New Roman" pitchFamily="18" charset="0"/>
            </a:endParaRPr>
          </a:p>
        </p:txBody>
      </p:sp>
      <p:sp>
        <p:nvSpPr>
          <p:cNvPr id="677988" name="Rectangle 100"/>
          <p:cNvSpPr>
            <a:spLocks noChangeArrowheads="1"/>
          </p:cNvSpPr>
          <p:nvPr/>
        </p:nvSpPr>
        <p:spPr bwMode="auto">
          <a:xfrm>
            <a:off x="4830763" y="5314950"/>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sym typeface="Symbol" pitchFamily="18" charset="2"/>
              </a:rPr>
              <a:t>18</a:t>
            </a:r>
            <a:endParaRPr lang="zh-CN" altLang="en-US" sz="3200" i="0" baseline="-25000">
              <a:latin typeface="Times New Roman" pitchFamily="18" charset="0"/>
            </a:endParaRPr>
          </a:p>
        </p:txBody>
      </p:sp>
      <p:sp>
        <p:nvSpPr>
          <p:cNvPr id="677989" name="Rectangle 101"/>
          <p:cNvSpPr>
            <a:spLocks noChangeArrowheads="1"/>
          </p:cNvSpPr>
          <p:nvPr/>
        </p:nvSpPr>
        <p:spPr bwMode="auto">
          <a:xfrm>
            <a:off x="6418263" y="356235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sym typeface="Symbol" pitchFamily="18" charset="2"/>
              </a:rPr>
              <a:t>6</a:t>
            </a:r>
            <a:endParaRPr lang="zh-CN" altLang="en-US" sz="3200" i="0" baseline="-25000">
              <a:latin typeface="Times New Roman" pitchFamily="18" charset="0"/>
            </a:endParaRPr>
          </a:p>
        </p:txBody>
      </p:sp>
      <p:sp>
        <p:nvSpPr>
          <p:cNvPr id="677990" name="Rectangle 102"/>
          <p:cNvSpPr>
            <a:spLocks noChangeArrowheads="1"/>
          </p:cNvSpPr>
          <p:nvPr/>
        </p:nvSpPr>
        <p:spPr bwMode="auto">
          <a:xfrm>
            <a:off x="6335713" y="478155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sym typeface="Symbol" pitchFamily="18" charset="2"/>
              </a:rPr>
              <a:t>6</a:t>
            </a:r>
            <a:endParaRPr lang="zh-CN" altLang="en-US" sz="3200" i="0" baseline="-25000">
              <a:latin typeface="Times New Roman" pitchFamily="18" charset="0"/>
            </a:endParaRPr>
          </a:p>
        </p:txBody>
      </p:sp>
      <p:sp>
        <p:nvSpPr>
          <p:cNvPr id="677991" name="Rectangle 103"/>
          <p:cNvSpPr>
            <a:spLocks noChangeArrowheads="1"/>
          </p:cNvSpPr>
          <p:nvPr/>
        </p:nvSpPr>
        <p:spPr bwMode="auto">
          <a:xfrm>
            <a:off x="7937500" y="43100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sym typeface="Symbol" pitchFamily="18" charset="2"/>
              </a:rPr>
              <a:t>0</a:t>
            </a:r>
            <a:endParaRPr lang="zh-CN" altLang="en-US" sz="3200" i="0" baseline="-25000">
              <a:latin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7963"/>
                                        </p:tgtEl>
                                        <p:attrNameLst>
                                          <p:attrName>style.visibility</p:attrName>
                                        </p:attrNameLst>
                                      </p:cBhvr>
                                      <p:to>
                                        <p:strVal val="visible"/>
                                      </p:to>
                                    </p:set>
                                    <p:animEffect transition="in" filter="wipe(left)">
                                      <p:cBhvr>
                                        <p:cTn id="7" dur="500"/>
                                        <p:tgtEl>
                                          <p:spTgt spid="67796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77962"/>
                                        </p:tgtEl>
                                        <p:attrNameLst>
                                          <p:attrName>style.visibility</p:attrName>
                                        </p:attrNameLst>
                                      </p:cBhvr>
                                      <p:to>
                                        <p:strVal val="visible"/>
                                      </p:to>
                                    </p:set>
                                    <p:animEffect transition="in" filter="wipe(left)">
                                      <p:cBhvr>
                                        <p:cTn id="11" dur="500"/>
                                        <p:tgtEl>
                                          <p:spTgt spid="677962"/>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677982"/>
                                        </p:tgtEl>
                                        <p:attrNameLst>
                                          <p:attrName>style.visibility</p:attrName>
                                        </p:attrNameLst>
                                      </p:cBhvr>
                                      <p:to>
                                        <p:strVal val="visible"/>
                                      </p:to>
                                    </p:set>
                                    <p:animEffect transition="in" filter="dissolve">
                                      <p:cBhvr>
                                        <p:cTn id="15" dur="500"/>
                                        <p:tgtEl>
                                          <p:spTgt spid="67798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77965"/>
                                        </p:tgtEl>
                                        <p:attrNameLst>
                                          <p:attrName>style.visibility</p:attrName>
                                        </p:attrNameLst>
                                      </p:cBhvr>
                                      <p:to>
                                        <p:strVal val="visible"/>
                                      </p:to>
                                    </p:set>
                                    <p:animEffect transition="in" filter="wipe(left)">
                                      <p:cBhvr>
                                        <p:cTn id="20" dur="500"/>
                                        <p:tgtEl>
                                          <p:spTgt spid="677965"/>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677964"/>
                                        </p:tgtEl>
                                        <p:attrNameLst>
                                          <p:attrName>style.visibility</p:attrName>
                                        </p:attrNameLst>
                                      </p:cBhvr>
                                      <p:to>
                                        <p:strVal val="visible"/>
                                      </p:to>
                                    </p:set>
                                    <p:animEffect transition="in" filter="wipe(left)">
                                      <p:cBhvr>
                                        <p:cTn id="24" dur="500"/>
                                        <p:tgtEl>
                                          <p:spTgt spid="677964"/>
                                        </p:tgtEl>
                                      </p:cBhvr>
                                    </p:animEffect>
                                  </p:childTnLst>
                                </p:cTn>
                              </p:par>
                            </p:childTnLst>
                          </p:cTn>
                        </p:par>
                        <p:par>
                          <p:cTn id="25" fill="hold" nodeType="afterGroup">
                            <p:stCondLst>
                              <p:cond delay="1000"/>
                            </p:stCondLst>
                            <p:childTnLst>
                              <p:par>
                                <p:cTn id="26" presetID="9" presetClass="entr" presetSubtype="0" fill="hold" grpId="0" nodeType="afterEffect">
                                  <p:stCondLst>
                                    <p:cond delay="0"/>
                                  </p:stCondLst>
                                  <p:childTnLst>
                                    <p:set>
                                      <p:cBhvr>
                                        <p:cTn id="27" dur="1" fill="hold">
                                          <p:stCondLst>
                                            <p:cond delay="0"/>
                                          </p:stCondLst>
                                        </p:cTn>
                                        <p:tgtEl>
                                          <p:spTgt spid="677983"/>
                                        </p:tgtEl>
                                        <p:attrNameLst>
                                          <p:attrName>style.visibility</p:attrName>
                                        </p:attrNameLst>
                                      </p:cBhvr>
                                      <p:to>
                                        <p:strVal val="visible"/>
                                      </p:to>
                                    </p:set>
                                    <p:animEffect transition="in" filter="dissolve">
                                      <p:cBhvr>
                                        <p:cTn id="28" dur="500"/>
                                        <p:tgtEl>
                                          <p:spTgt spid="67798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77967"/>
                                        </p:tgtEl>
                                        <p:attrNameLst>
                                          <p:attrName>style.visibility</p:attrName>
                                        </p:attrNameLst>
                                      </p:cBhvr>
                                      <p:to>
                                        <p:strVal val="visible"/>
                                      </p:to>
                                    </p:set>
                                    <p:animEffect transition="in" filter="wipe(left)">
                                      <p:cBhvr>
                                        <p:cTn id="33" dur="500"/>
                                        <p:tgtEl>
                                          <p:spTgt spid="677967"/>
                                        </p:tgtEl>
                                      </p:cBhvr>
                                    </p:animEffect>
                                  </p:childTnLst>
                                </p:cTn>
                              </p:par>
                            </p:childTnLst>
                          </p:cTn>
                        </p:par>
                        <p:par>
                          <p:cTn id="34" fill="hold" nodeType="afterGroup">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677966"/>
                                        </p:tgtEl>
                                        <p:attrNameLst>
                                          <p:attrName>style.visibility</p:attrName>
                                        </p:attrNameLst>
                                      </p:cBhvr>
                                      <p:to>
                                        <p:strVal val="visible"/>
                                      </p:to>
                                    </p:set>
                                    <p:animEffect transition="in" filter="wipe(left)">
                                      <p:cBhvr>
                                        <p:cTn id="37" dur="500"/>
                                        <p:tgtEl>
                                          <p:spTgt spid="677966"/>
                                        </p:tgtEl>
                                      </p:cBhvr>
                                    </p:animEffect>
                                  </p:childTnLst>
                                </p:cTn>
                              </p:par>
                            </p:childTnLst>
                          </p:cTn>
                        </p:par>
                        <p:par>
                          <p:cTn id="38" fill="hold" nodeType="afterGroup">
                            <p:stCondLst>
                              <p:cond delay="1000"/>
                            </p:stCondLst>
                            <p:childTnLst>
                              <p:par>
                                <p:cTn id="39" presetID="9" presetClass="entr" presetSubtype="0" fill="hold" grpId="0" nodeType="afterEffect">
                                  <p:stCondLst>
                                    <p:cond delay="0"/>
                                  </p:stCondLst>
                                  <p:childTnLst>
                                    <p:set>
                                      <p:cBhvr>
                                        <p:cTn id="40" dur="1" fill="hold">
                                          <p:stCondLst>
                                            <p:cond delay="0"/>
                                          </p:stCondLst>
                                        </p:cTn>
                                        <p:tgtEl>
                                          <p:spTgt spid="677984"/>
                                        </p:tgtEl>
                                        <p:attrNameLst>
                                          <p:attrName>style.visibility</p:attrName>
                                        </p:attrNameLst>
                                      </p:cBhvr>
                                      <p:to>
                                        <p:strVal val="visible"/>
                                      </p:to>
                                    </p:set>
                                    <p:animEffect transition="in" filter="dissolve">
                                      <p:cBhvr>
                                        <p:cTn id="41" dur="500"/>
                                        <p:tgtEl>
                                          <p:spTgt spid="67798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77969"/>
                                        </p:tgtEl>
                                        <p:attrNameLst>
                                          <p:attrName>style.visibility</p:attrName>
                                        </p:attrNameLst>
                                      </p:cBhvr>
                                      <p:to>
                                        <p:strVal val="visible"/>
                                      </p:to>
                                    </p:set>
                                    <p:animEffect transition="in" filter="wipe(left)">
                                      <p:cBhvr>
                                        <p:cTn id="46" dur="500"/>
                                        <p:tgtEl>
                                          <p:spTgt spid="677969"/>
                                        </p:tgtEl>
                                      </p:cBhvr>
                                    </p:animEffect>
                                  </p:childTnLst>
                                </p:cTn>
                              </p:par>
                            </p:childTnLst>
                          </p:cTn>
                        </p:par>
                        <p:par>
                          <p:cTn id="47" fill="hold" nodeType="afterGroup">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677968"/>
                                        </p:tgtEl>
                                        <p:attrNameLst>
                                          <p:attrName>style.visibility</p:attrName>
                                        </p:attrNameLst>
                                      </p:cBhvr>
                                      <p:to>
                                        <p:strVal val="visible"/>
                                      </p:to>
                                    </p:set>
                                    <p:animEffect transition="in" filter="wipe(left)">
                                      <p:cBhvr>
                                        <p:cTn id="50" dur="500"/>
                                        <p:tgtEl>
                                          <p:spTgt spid="677968"/>
                                        </p:tgtEl>
                                      </p:cBhvr>
                                    </p:animEffect>
                                  </p:childTnLst>
                                </p:cTn>
                              </p:par>
                            </p:childTnLst>
                          </p:cTn>
                        </p:par>
                        <p:par>
                          <p:cTn id="51" fill="hold" nodeType="afterGroup">
                            <p:stCondLst>
                              <p:cond delay="1000"/>
                            </p:stCondLst>
                            <p:childTnLst>
                              <p:par>
                                <p:cTn id="52" presetID="9" presetClass="entr" presetSubtype="0" fill="hold" grpId="0" nodeType="afterEffect">
                                  <p:stCondLst>
                                    <p:cond delay="0"/>
                                  </p:stCondLst>
                                  <p:childTnLst>
                                    <p:set>
                                      <p:cBhvr>
                                        <p:cTn id="53" dur="1" fill="hold">
                                          <p:stCondLst>
                                            <p:cond delay="0"/>
                                          </p:stCondLst>
                                        </p:cTn>
                                        <p:tgtEl>
                                          <p:spTgt spid="677985"/>
                                        </p:tgtEl>
                                        <p:attrNameLst>
                                          <p:attrName>style.visibility</p:attrName>
                                        </p:attrNameLst>
                                      </p:cBhvr>
                                      <p:to>
                                        <p:strVal val="visible"/>
                                      </p:to>
                                    </p:set>
                                    <p:animEffect transition="in" filter="dissolve">
                                      <p:cBhvr>
                                        <p:cTn id="54" dur="500"/>
                                        <p:tgtEl>
                                          <p:spTgt spid="67798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677971"/>
                                        </p:tgtEl>
                                        <p:attrNameLst>
                                          <p:attrName>style.visibility</p:attrName>
                                        </p:attrNameLst>
                                      </p:cBhvr>
                                      <p:to>
                                        <p:strVal val="visible"/>
                                      </p:to>
                                    </p:set>
                                    <p:animEffect transition="in" filter="wipe(left)">
                                      <p:cBhvr>
                                        <p:cTn id="59" dur="500"/>
                                        <p:tgtEl>
                                          <p:spTgt spid="677971"/>
                                        </p:tgtEl>
                                      </p:cBhvr>
                                    </p:animEffect>
                                  </p:childTnLst>
                                </p:cTn>
                              </p:par>
                            </p:childTnLst>
                          </p:cTn>
                        </p:par>
                        <p:par>
                          <p:cTn id="60" fill="hold" nodeType="afterGroup">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677970"/>
                                        </p:tgtEl>
                                        <p:attrNameLst>
                                          <p:attrName>style.visibility</p:attrName>
                                        </p:attrNameLst>
                                      </p:cBhvr>
                                      <p:to>
                                        <p:strVal val="visible"/>
                                      </p:to>
                                    </p:set>
                                    <p:animEffect transition="in" filter="wipe(left)">
                                      <p:cBhvr>
                                        <p:cTn id="63" dur="500"/>
                                        <p:tgtEl>
                                          <p:spTgt spid="677970"/>
                                        </p:tgtEl>
                                      </p:cBhvr>
                                    </p:animEffect>
                                  </p:childTnLst>
                                </p:cTn>
                              </p:par>
                            </p:childTnLst>
                          </p:cTn>
                        </p:par>
                        <p:par>
                          <p:cTn id="64" fill="hold" nodeType="afterGroup">
                            <p:stCondLst>
                              <p:cond delay="1000"/>
                            </p:stCondLst>
                            <p:childTnLst>
                              <p:par>
                                <p:cTn id="65" presetID="9" presetClass="entr" presetSubtype="0" fill="hold" grpId="0" nodeType="afterEffect">
                                  <p:stCondLst>
                                    <p:cond delay="0"/>
                                  </p:stCondLst>
                                  <p:childTnLst>
                                    <p:set>
                                      <p:cBhvr>
                                        <p:cTn id="66" dur="1" fill="hold">
                                          <p:stCondLst>
                                            <p:cond delay="0"/>
                                          </p:stCondLst>
                                        </p:cTn>
                                        <p:tgtEl>
                                          <p:spTgt spid="677986"/>
                                        </p:tgtEl>
                                        <p:attrNameLst>
                                          <p:attrName>style.visibility</p:attrName>
                                        </p:attrNameLst>
                                      </p:cBhvr>
                                      <p:to>
                                        <p:strVal val="visible"/>
                                      </p:to>
                                    </p:set>
                                    <p:animEffect transition="in" filter="dissolve">
                                      <p:cBhvr>
                                        <p:cTn id="67" dur="500"/>
                                        <p:tgtEl>
                                          <p:spTgt spid="67798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77973"/>
                                        </p:tgtEl>
                                        <p:attrNameLst>
                                          <p:attrName>style.visibility</p:attrName>
                                        </p:attrNameLst>
                                      </p:cBhvr>
                                      <p:to>
                                        <p:strVal val="visible"/>
                                      </p:to>
                                    </p:set>
                                    <p:animEffect transition="in" filter="wipe(left)">
                                      <p:cBhvr>
                                        <p:cTn id="72" dur="500"/>
                                        <p:tgtEl>
                                          <p:spTgt spid="677973"/>
                                        </p:tgtEl>
                                      </p:cBhvr>
                                    </p:animEffect>
                                  </p:childTnLst>
                                </p:cTn>
                              </p:par>
                            </p:childTnLst>
                          </p:cTn>
                        </p:par>
                        <p:par>
                          <p:cTn id="73" fill="hold" nodeType="afterGroup">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677972"/>
                                        </p:tgtEl>
                                        <p:attrNameLst>
                                          <p:attrName>style.visibility</p:attrName>
                                        </p:attrNameLst>
                                      </p:cBhvr>
                                      <p:to>
                                        <p:strVal val="visible"/>
                                      </p:to>
                                    </p:set>
                                    <p:animEffect transition="in" filter="wipe(left)">
                                      <p:cBhvr>
                                        <p:cTn id="76" dur="500"/>
                                        <p:tgtEl>
                                          <p:spTgt spid="677972"/>
                                        </p:tgtEl>
                                      </p:cBhvr>
                                    </p:animEffect>
                                  </p:childTnLst>
                                </p:cTn>
                              </p:par>
                            </p:childTnLst>
                          </p:cTn>
                        </p:par>
                        <p:par>
                          <p:cTn id="77" fill="hold" nodeType="afterGroup">
                            <p:stCondLst>
                              <p:cond delay="1000"/>
                            </p:stCondLst>
                            <p:childTnLst>
                              <p:par>
                                <p:cTn id="78" presetID="9" presetClass="entr" presetSubtype="0" fill="hold" grpId="0" nodeType="afterEffect">
                                  <p:stCondLst>
                                    <p:cond delay="0"/>
                                  </p:stCondLst>
                                  <p:childTnLst>
                                    <p:set>
                                      <p:cBhvr>
                                        <p:cTn id="79" dur="1" fill="hold">
                                          <p:stCondLst>
                                            <p:cond delay="0"/>
                                          </p:stCondLst>
                                        </p:cTn>
                                        <p:tgtEl>
                                          <p:spTgt spid="677987"/>
                                        </p:tgtEl>
                                        <p:attrNameLst>
                                          <p:attrName>style.visibility</p:attrName>
                                        </p:attrNameLst>
                                      </p:cBhvr>
                                      <p:to>
                                        <p:strVal val="visible"/>
                                      </p:to>
                                    </p:set>
                                    <p:animEffect transition="in" filter="dissolve">
                                      <p:cBhvr>
                                        <p:cTn id="80" dur="500"/>
                                        <p:tgtEl>
                                          <p:spTgt spid="67798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677975"/>
                                        </p:tgtEl>
                                        <p:attrNameLst>
                                          <p:attrName>style.visibility</p:attrName>
                                        </p:attrNameLst>
                                      </p:cBhvr>
                                      <p:to>
                                        <p:strVal val="visible"/>
                                      </p:to>
                                    </p:set>
                                    <p:animEffect transition="in" filter="wipe(left)">
                                      <p:cBhvr>
                                        <p:cTn id="85" dur="500"/>
                                        <p:tgtEl>
                                          <p:spTgt spid="677975"/>
                                        </p:tgtEl>
                                      </p:cBhvr>
                                    </p:animEffect>
                                  </p:childTnLst>
                                </p:cTn>
                              </p:par>
                            </p:childTnLst>
                          </p:cTn>
                        </p:par>
                        <p:par>
                          <p:cTn id="86" fill="hold" nodeType="afterGroup">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677974"/>
                                        </p:tgtEl>
                                        <p:attrNameLst>
                                          <p:attrName>style.visibility</p:attrName>
                                        </p:attrNameLst>
                                      </p:cBhvr>
                                      <p:to>
                                        <p:strVal val="visible"/>
                                      </p:to>
                                    </p:set>
                                    <p:animEffect transition="in" filter="wipe(left)">
                                      <p:cBhvr>
                                        <p:cTn id="89" dur="500"/>
                                        <p:tgtEl>
                                          <p:spTgt spid="677974"/>
                                        </p:tgtEl>
                                      </p:cBhvr>
                                    </p:animEffect>
                                  </p:childTnLst>
                                </p:cTn>
                              </p:par>
                            </p:childTnLst>
                          </p:cTn>
                        </p:par>
                        <p:par>
                          <p:cTn id="90" fill="hold" nodeType="afterGroup">
                            <p:stCondLst>
                              <p:cond delay="1000"/>
                            </p:stCondLst>
                            <p:childTnLst>
                              <p:par>
                                <p:cTn id="91" presetID="9" presetClass="entr" presetSubtype="0" fill="hold" grpId="0" nodeType="afterEffect">
                                  <p:stCondLst>
                                    <p:cond delay="0"/>
                                  </p:stCondLst>
                                  <p:childTnLst>
                                    <p:set>
                                      <p:cBhvr>
                                        <p:cTn id="92" dur="1" fill="hold">
                                          <p:stCondLst>
                                            <p:cond delay="0"/>
                                          </p:stCondLst>
                                        </p:cTn>
                                        <p:tgtEl>
                                          <p:spTgt spid="677988"/>
                                        </p:tgtEl>
                                        <p:attrNameLst>
                                          <p:attrName>style.visibility</p:attrName>
                                        </p:attrNameLst>
                                      </p:cBhvr>
                                      <p:to>
                                        <p:strVal val="visible"/>
                                      </p:to>
                                    </p:set>
                                    <p:animEffect transition="in" filter="dissolve">
                                      <p:cBhvr>
                                        <p:cTn id="93" dur="500"/>
                                        <p:tgtEl>
                                          <p:spTgt spid="67798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677977"/>
                                        </p:tgtEl>
                                        <p:attrNameLst>
                                          <p:attrName>style.visibility</p:attrName>
                                        </p:attrNameLst>
                                      </p:cBhvr>
                                      <p:to>
                                        <p:strVal val="visible"/>
                                      </p:to>
                                    </p:set>
                                    <p:animEffect transition="in" filter="wipe(left)">
                                      <p:cBhvr>
                                        <p:cTn id="98" dur="500"/>
                                        <p:tgtEl>
                                          <p:spTgt spid="677977"/>
                                        </p:tgtEl>
                                      </p:cBhvr>
                                    </p:animEffect>
                                  </p:childTnLst>
                                </p:cTn>
                              </p:par>
                            </p:childTnLst>
                          </p:cTn>
                        </p:par>
                        <p:par>
                          <p:cTn id="99" fill="hold" nodeType="afterGroup">
                            <p:stCondLst>
                              <p:cond delay="500"/>
                            </p:stCondLst>
                            <p:childTnLst>
                              <p:par>
                                <p:cTn id="100" presetID="22" presetClass="entr" presetSubtype="8" fill="hold" grpId="0" nodeType="afterEffect">
                                  <p:stCondLst>
                                    <p:cond delay="0"/>
                                  </p:stCondLst>
                                  <p:childTnLst>
                                    <p:set>
                                      <p:cBhvr>
                                        <p:cTn id="101" dur="1" fill="hold">
                                          <p:stCondLst>
                                            <p:cond delay="0"/>
                                          </p:stCondLst>
                                        </p:cTn>
                                        <p:tgtEl>
                                          <p:spTgt spid="677976"/>
                                        </p:tgtEl>
                                        <p:attrNameLst>
                                          <p:attrName>style.visibility</p:attrName>
                                        </p:attrNameLst>
                                      </p:cBhvr>
                                      <p:to>
                                        <p:strVal val="visible"/>
                                      </p:to>
                                    </p:set>
                                    <p:animEffect transition="in" filter="wipe(left)">
                                      <p:cBhvr>
                                        <p:cTn id="102" dur="500"/>
                                        <p:tgtEl>
                                          <p:spTgt spid="677976"/>
                                        </p:tgtEl>
                                      </p:cBhvr>
                                    </p:animEffect>
                                  </p:childTnLst>
                                </p:cTn>
                              </p:par>
                            </p:childTnLst>
                          </p:cTn>
                        </p:par>
                        <p:par>
                          <p:cTn id="103" fill="hold" nodeType="afterGroup">
                            <p:stCondLst>
                              <p:cond delay="1000"/>
                            </p:stCondLst>
                            <p:childTnLst>
                              <p:par>
                                <p:cTn id="104" presetID="9" presetClass="entr" presetSubtype="0" fill="hold" grpId="0" nodeType="afterEffect">
                                  <p:stCondLst>
                                    <p:cond delay="0"/>
                                  </p:stCondLst>
                                  <p:childTnLst>
                                    <p:set>
                                      <p:cBhvr>
                                        <p:cTn id="105" dur="1" fill="hold">
                                          <p:stCondLst>
                                            <p:cond delay="0"/>
                                          </p:stCondLst>
                                        </p:cTn>
                                        <p:tgtEl>
                                          <p:spTgt spid="677989"/>
                                        </p:tgtEl>
                                        <p:attrNameLst>
                                          <p:attrName>style.visibility</p:attrName>
                                        </p:attrNameLst>
                                      </p:cBhvr>
                                      <p:to>
                                        <p:strVal val="visible"/>
                                      </p:to>
                                    </p:set>
                                    <p:animEffect transition="in" filter="dissolve">
                                      <p:cBhvr>
                                        <p:cTn id="106" dur="500"/>
                                        <p:tgtEl>
                                          <p:spTgt spid="677989"/>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677979"/>
                                        </p:tgtEl>
                                        <p:attrNameLst>
                                          <p:attrName>style.visibility</p:attrName>
                                        </p:attrNameLst>
                                      </p:cBhvr>
                                      <p:to>
                                        <p:strVal val="visible"/>
                                      </p:to>
                                    </p:set>
                                    <p:animEffect transition="in" filter="wipe(left)">
                                      <p:cBhvr>
                                        <p:cTn id="111" dur="500"/>
                                        <p:tgtEl>
                                          <p:spTgt spid="677979"/>
                                        </p:tgtEl>
                                      </p:cBhvr>
                                    </p:animEffect>
                                  </p:childTnLst>
                                </p:cTn>
                              </p:par>
                            </p:childTnLst>
                          </p:cTn>
                        </p:par>
                        <p:par>
                          <p:cTn id="112" fill="hold" nodeType="afterGroup">
                            <p:stCondLst>
                              <p:cond delay="500"/>
                            </p:stCondLst>
                            <p:childTnLst>
                              <p:par>
                                <p:cTn id="113" presetID="22" presetClass="entr" presetSubtype="8" fill="hold" grpId="0" nodeType="afterEffect">
                                  <p:stCondLst>
                                    <p:cond delay="0"/>
                                  </p:stCondLst>
                                  <p:childTnLst>
                                    <p:set>
                                      <p:cBhvr>
                                        <p:cTn id="114" dur="1" fill="hold">
                                          <p:stCondLst>
                                            <p:cond delay="0"/>
                                          </p:stCondLst>
                                        </p:cTn>
                                        <p:tgtEl>
                                          <p:spTgt spid="677978"/>
                                        </p:tgtEl>
                                        <p:attrNameLst>
                                          <p:attrName>style.visibility</p:attrName>
                                        </p:attrNameLst>
                                      </p:cBhvr>
                                      <p:to>
                                        <p:strVal val="visible"/>
                                      </p:to>
                                    </p:set>
                                    <p:animEffect transition="in" filter="wipe(left)">
                                      <p:cBhvr>
                                        <p:cTn id="115" dur="500"/>
                                        <p:tgtEl>
                                          <p:spTgt spid="677978"/>
                                        </p:tgtEl>
                                      </p:cBhvr>
                                    </p:animEffect>
                                  </p:childTnLst>
                                </p:cTn>
                              </p:par>
                            </p:childTnLst>
                          </p:cTn>
                        </p:par>
                        <p:par>
                          <p:cTn id="116" fill="hold" nodeType="afterGroup">
                            <p:stCondLst>
                              <p:cond delay="1000"/>
                            </p:stCondLst>
                            <p:childTnLst>
                              <p:par>
                                <p:cTn id="117" presetID="9" presetClass="entr" presetSubtype="0" fill="hold" grpId="0" nodeType="afterEffect">
                                  <p:stCondLst>
                                    <p:cond delay="0"/>
                                  </p:stCondLst>
                                  <p:childTnLst>
                                    <p:set>
                                      <p:cBhvr>
                                        <p:cTn id="118" dur="1" fill="hold">
                                          <p:stCondLst>
                                            <p:cond delay="0"/>
                                          </p:stCondLst>
                                        </p:cTn>
                                        <p:tgtEl>
                                          <p:spTgt spid="677990"/>
                                        </p:tgtEl>
                                        <p:attrNameLst>
                                          <p:attrName>style.visibility</p:attrName>
                                        </p:attrNameLst>
                                      </p:cBhvr>
                                      <p:to>
                                        <p:strVal val="visible"/>
                                      </p:to>
                                    </p:set>
                                    <p:animEffect transition="in" filter="dissolve">
                                      <p:cBhvr>
                                        <p:cTn id="119" dur="500"/>
                                        <p:tgtEl>
                                          <p:spTgt spid="677990"/>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677981"/>
                                        </p:tgtEl>
                                        <p:attrNameLst>
                                          <p:attrName>style.visibility</p:attrName>
                                        </p:attrNameLst>
                                      </p:cBhvr>
                                      <p:to>
                                        <p:strVal val="visible"/>
                                      </p:to>
                                    </p:set>
                                    <p:animEffect transition="in" filter="wipe(left)">
                                      <p:cBhvr>
                                        <p:cTn id="124" dur="500"/>
                                        <p:tgtEl>
                                          <p:spTgt spid="677981"/>
                                        </p:tgtEl>
                                      </p:cBhvr>
                                    </p:animEffect>
                                  </p:childTnLst>
                                </p:cTn>
                              </p:par>
                            </p:childTnLst>
                          </p:cTn>
                        </p:par>
                        <p:par>
                          <p:cTn id="125" fill="hold" nodeType="afterGroup">
                            <p:stCondLst>
                              <p:cond delay="500"/>
                            </p:stCondLst>
                            <p:childTnLst>
                              <p:par>
                                <p:cTn id="126" presetID="22" presetClass="entr" presetSubtype="8" fill="hold" grpId="0" nodeType="afterEffect">
                                  <p:stCondLst>
                                    <p:cond delay="0"/>
                                  </p:stCondLst>
                                  <p:childTnLst>
                                    <p:set>
                                      <p:cBhvr>
                                        <p:cTn id="127" dur="1" fill="hold">
                                          <p:stCondLst>
                                            <p:cond delay="0"/>
                                          </p:stCondLst>
                                        </p:cTn>
                                        <p:tgtEl>
                                          <p:spTgt spid="677980"/>
                                        </p:tgtEl>
                                        <p:attrNameLst>
                                          <p:attrName>style.visibility</p:attrName>
                                        </p:attrNameLst>
                                      </p:cBhvr>
                                      <p:to>
                                        <p:strVal val="visible"/>
                                      </p:to>
                                    </p:set>
                                    <p:animEffect transition="in" filter="wipe(left)">
                                      <p:cBhvr>
                                        <p:cTn id="128" dur="500"/>
                                        <p:tgtEl>
                                          <p:spTgt spid="677980"/>
                                        </p:tgtEl>
                                      </p:cBhvr>
                                    </p:animEffect>
                                  </p:childTnLst>
                                </p:cTn>
                              </p:par>
                            </p:childTnLst>
                          </p:cTn>
                        </p:par>
                        <p:par>
                          <p:cTn id="129" fill="hold" nodeType="afterGroup">
                            <p:stCondLst>
                              <p:cond delay="1000"/>
                            </p:stCondLst>
                            <p:childTnLst>
                              <p:par>
                                <p:cTn id="130" presetID="9" presetClass="entr" presetSubtype="0" fill="hold" grpId="0" nodeType="afterEffect">
                                  <p:stCondLst>
                                    <p:cond delay="0"/>
                                  </p:stCondLst>
                                  <p:childTnLst>
                                    <p:set>
                                      <p:cBhvr>
                                        <p:cTn id="131" dur="1" fill="hold">
                                          <p:stCondLst>
                                            <p:cond delay="0"/>
                                          </p:stCondLst>
                                        </p:cTn>
                                        <p:tgtEl>
                                          <p:spTgt spid="677991"/>
                                        </p:tgtEl>
                                        <p:attrNameLst>
                                          <p:attrName>style.visibility</p:attrName>
                                        </p:attrNameLst>
                                      </p:cBhvr>
                                      <p:to>
                                        <p:strVal val="visible"/>
                                      </p:to>
                                    </p:set>
                                    <p:animEffect transition="in" filter="dissolve">
                                      <p:cBhvr>
                                        <p:cTn id="132" dur="500"/>
                                        <p:tgtEl>
                                          <p:spTgt spid="677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962" grpId="0" animBg="1"/>
      <p:bldP spid="677963" grpId="0" animBg="1"/>
      <p:bldP spid="677964" grpId="0" animBg="1"/>
      <p:bldP spid="677965" grpId="0" animBg="1"/>
      <p:bldP spid="677966" grpId="0" animBg="1"/>
      <p:bldP spid="677967" grpId="0" animBg="1"/>
      <p:bldP spid="677968" grpId="0" animBg="1"/>
      <p:bldP spid="677969" grpId="0" animBg="1"/>
      <p:bldP spid="677970" grpId="0" animBg="1"/>
      <p:bldP spid="677971" grpId="0" animBg="1"/>
      <p:bldP spid="677972" grpId="0" animBg="1"/>
      <p:bldP spid="677973" grpId="0" animBg="1"/>
      <p:bldP spid="677974" grpId="0" animBg="1"/>
      <p:bldP spid="677975" grpId="0" animBg="1"/>
      <p:bldP spid="677976" grpId="0" animBg="1"/>
      <p:bldP spid="677977" grpId="0" animBg="1"/>
      <p:bldP spid="677978" grpId="0" animBg="1"/>
      <p:bldP spid="677979" grpId="0" animBg="1"/>
      <p:bldP spid="677980" grpId="0" animBg="1"/>
      <p:bldP spid="677981" grpId="0" animBg="1"/>
      <p:bldP spid="677982" grpId="0" autoUpdateAnimBg="0"/>
      <p:bldP spid="677983" grpId="0" autoUpdateAnimBg="0"/>
      <p:bldP spid="677984" grpId="0" autoUpdateAnimBg="0"/>
      <p:bldP spid="677985" grpId="0" autoUpdateAnimBg="0"/>
      <p:bldP spid="677986" grpId="0" autoUpdateAnimBg="0"/>
      <p:bldP spid="677987" grpId="0" autoUpdateAnimBg="0"/>
      <p:bldP spid="677988" grpId="0" autoUpdateAnimBg="0"/>
      <p:bldP spid="677989" grpId="0" autoUpdateAnimBg="0"/>
      <p:bldP spid="677990" grpId="0" autoUpdateAnimBg="0"/>
      <p:bldP spid="677991"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8A4E2F5-D00C-4D8C-9708-C03FA7B7E770}" type="slidenum">
              <a:rPr lang="zh-CN" altLang="en-US" b="0" i="0" smtClean="0"/>
              <a:pPr/>
              <a:t>45</a:t>
            </a:fld>
            <a:endParaRPr lang="en-US" altLang="zh-CN" b="0" i="0" smtClean="0"/>
          </a:p>
        </p:txBody>
      </p:sp>
      <p:sp>
        <p:nvSpPr>
          <p:cNvPr id="6349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8662DB0-A8DE-4D31-8C17-D43B9CBC43B9}" type="datetime1">
              <a:rPr lang="zh-CN" altLang="en-US" sz="1800" i="0" smtClean="0"/>
              <a:pPr/>
              <a:t>2024/10/20</a:t>
            </a:fld>
            <a:endParaRPr lang="en-US" altLang="zh-CN" sz="1800" i="0" smtClean="0"/>
          </a:p>
        </p:txBody>
      </p:sp>
      <p:sp>
        <p:nvSpPr>
          <p:cNvPr id="63492" name="Oval 83"/>
          <p:cNvSpPr>
            <a:spLocks noChangeArrowheads="1"/>
          </p:cNvSpPr>
          <p:nvPr/>
        </p:nvSpPr>
        <p:spPr bwMode="auto">
          <a:xfrm>
            <a:off x="457200" y="3200400"/>
            <a:ext cx="1066800" cy="685800"/>
          </a:xfrm>
          <a:prstGeom prst="ellipse">
            <a:avLst/>
          </a:prstGeom>
          <a:solidFill>
            <a:srgbClr val="FFFF00"/>
          </a:solidFill>
          <a:ln w="38100">
            <a:solidFill>
              <a:srgbClr val="FFFF00"/>
            </a:solidFill>
            <a:round/>
            <a:headEnd/>
            <a:tailEnd/>
          </a:ln>
        </p:spPr>
        <p:txBody>
          <a:bodyPr wrap="none" anchor="ctr"/>
          <a:lstStyle/>
          <a:p>
            <a:endParaRPr lang="zh-CN" altLang="en-US"/>
          </a:p>
        </p:txBody>
      </p:sp>
      <p:sp>
        <p:nvSpPr>
          <p:cNvPr id="678914" name="Rectangle 2"/>
          <p:cNvSpPr>
            <a:spLocks noGrp="1" noChangeArrowheads="1"/>
          </p:cNvSpPr>
          <p:nvPr>
            <p:ph type="title"/>
          </p:nvPr>
        </p:nvSpPr>
        <p:spPr>
          <a:xfrm>
            <a:off x="650875" y="255588"/>
            <a:ext cx="8820150" cy="658812"/>
          </a:xfrm>
        </p:spPr>
        <p:txBody>
          <a:bodyPr/>
          <a:lstStyle/>
          <a:p>
            <a:pPr>
              <a:defRPr/>
            </a:pPr>
            <a:r>
              <a:rPr lang="zh-CN" altLang="en-US" sz="4800" smtClean="0"/>
              <a:t>§2.1 差分</a:t>
            </a:r>
          </a:p>
        </p:txBody>
      </p:sp>
      <p:graphicFrame>
        <p:nvGraphicFramePr>
          <p:cNvPr id="678996" name="Group 84"/>
          <p:cNvGraphicFramePr>
            <a:graphicFrameLocks noGrp="1"/>
          </p:cNvGraphicFramePr>
          <p:nvPr/>
        </p:nvGraphicFramePr>
        <p:xfrm>
          <a:off x="596900" y="914400"/>
          <a:ext cx="7480300" cy="4962526"/>
        </p:xfrm>
        <a:graphic>
          <a:graphicData uri="http://schemas.openxmlformats.org/drawingml/2006/table">
            <a:tbl>
              <a:tblPr/>
              <a:tblGrid>
                <a:gridCol w="1073150"/>
                <a:gridCol w="1454150"/>
                <a:gridCol w="1524000"/>
                <a:gridCol w="1677988"/>
                <a:gridCol w="1751012"/>
              </a:tblGrid>
              <a:tr h="8382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i-3</a:t>
                      </a: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r>
              <a:tr h="6858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i-2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7620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i-1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690563">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i</a:t>
                      </a:r>
                      <a:endParaRPr kumimoji="0" lang="zh-CN" altLang="en-US" sz="3200" b="1" i="0" u="none" strike="noStrike" cap="none" normalizeH="0" baseline="0" smtClean="0">
                        <a:ln>
                          <a:noFill/>
                        </a:ln>
                        <a:solidFill>
                          <a:srgbClr val="0000FF"/>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6858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i+1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7620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i+2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8163">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i+3</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3538" name="Rectangle 47"/>
          <p:cNvSpPr>
            <a:spLocks noChangeArrowheads="1"/>
          </p:cNvSpPr>
          <p:nvPr/>
        </p:nvSpPr>
        <p:spPr bwMode="auto">
          <a:xfrm>
            <a:off x="1900238" y="1522413"/>
            <a:ext cx="8270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800" i="0">
                <a:latin typeface="Times New Roman" pitchFamily="18" charset="0"/>
                <a:sym typeface="Symbol" pitchFamily="18" charset="2"/>
              </a:rPr>
              <a:t></a:t>
            </a:r>
            <a:r>
              <a:rPr lang="en-US" altLang="zh-CN" sz="2800">
                <a:latin typeface="Times New Roman" pitchFamily="18" charset="0"/>
              </a:rPr>
              <a:t>y</a:t>
            </a:r>
            <a:r>
              <a:rPr lang="en-US" altLang="zh-CN" sz="2800" i="0" baseline="-25000">
                <a:latin typeface="Times New Roman" pitchFamily="18" charset="0"/>
              </a:rPr>
              <a:t>i-3</a:t>
            </a:r>
            <a:endParaRPr lang="zh-CN" altLang="en-US" sz="2800" i="0" baseline="-25000">
              <a:latin typeface="Times New Roman" pitchFamily="18" charset="0"/>
            </a:endParaRPr>
          </a:p>
        </p:txBody>
      </p:sp>
      <p:sp>
        <p:nvSpPr>
          <p:cNvPr id="63539" name="Rectangle 48"/>
          <p:cNvSpPr>
            <a:spLocks noChangeArrowheads="1"/>
          </p:cNvSpPr>
          <p:nvPr/>
        </p:nvSpPr>
        <p:spPr bwMode="auto">
          <a:xfrm>
            <a:off x="1900238" y="2208213"/>
            <a:ext cx="8270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800" i="0">
                <a:latin typeface="Times New Roman" pitchFamily="18" charset="0"/>
                <a:sym typeface="Symbol" pitchFamily="18" charset="2"/>
              </a:rPr>
              <a:t></a:t>
            </a:r>
            <a:r>
              <a:rPr lang="en-US" altLang="zh-CN" sz="2800">
                <a:latin typeface="Times New Roman" pitchFamily="18" charset="0"/>
              </a:rPr>
              <a:t>y</a:t>
            </a:r>
            <a:r>
              <a:rPr lang="en-US" altLang="zh-CN" sz="2800" i="0" baseline="-25000">
                <a:latin typeface="Times New Roman" pitchFamily="18" charset="0"/>
              </a:rPr>
              <a:t>i-2</a:t>
            </a:r>
            <a:endParaRPr lang="zh-CN" altLang="en-US" sz="2800" i="0" baseline="-25000">
              <a:latin typeface="Times New Roman" pitchFamily="18" charset="0"/>
            </a:endParaRPr>
          </a:p>
        </p:txBody>
      </p:sp>
      <p:sp>
        <p:nvSpPr>
          <p:cNvPr id="63540" name="Rectangle 49"/>
          <p:cNvSpPr>
            <a:spLocks noChangeArrowheads="1"/>
          </p:cNvSpPr>
          <p:nvPr/>
        </p:nvSpPr>
        <p:spPr bwMode="auto">
          <a:xfrm>
            <a:off x="1874838" y="2894013"/>
            <a:ext cx="8270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800" i="0">
                <a:latin typeface="Times New Roman" pitchFamily="18" charset="0"/>
                <a:sym typeface="Symbol" pitchFamily="18" charset="2"/>
              </a:rPr>
              <a:t></a:t>
            </a:r>
            <a:r>
              <a:rPr lang="en-US" altLang="zh-CN" sz="2800">
                <a:latin typeface="Times New Roman" pitchFamily="18" charset="0"/>
              </a:rPr>
              <a:t>y</a:t>
            </a:r>
            <a:r>
              <a:rPr lang="en-US" altLang="zh-CN" sz="2800" i="0" baseline="-25000">
                <a:latin typeface="Times New Roman" pitchFamily="18" charset="0"/>
              </a:rPr>
              <a:t>i-1</a:t>
            </a:r>
            <a:endParaRPr lang="zh-CN" altLang="en-US" sz="3200" i="0">
              <a:solidFill>
                <a:srgbClr val="0000FF"/>
              </a:solidFill>
              <a:latin typeface="Times New Roman" pitchFamily="18" charset="0"/>
              <a:sym typeface="Symbol" pitchFamily="18" charset="2"/>
            </a:endParaRPr>
          </a:p>
        </p:txBody>
      </p:sp>
      <p:sp>
        <p:nvSpPr>
          <p:cNvPr id="63541" name="Rectangle 50"/>
          <p:cNvSpPr>
            <a:spLocks noChangeArrowheads="1"/>
          </p:cNvSpPr>
          <p:nvPr/>
        </p:nvSpPr>
        <p:spPr bwMode="auto">
          <a:xfrm>
            <a:off x="1998663" y="3579813"/>
            <a:ext cx="6254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800" i="0">
                <a:latin typeface="Times New Roman" pitchFamily="18" charset="0"/>
                <a:sym typeface="Symbol" pitchFamily="18" charset="2"/>
              </a:rPr>
              <a:t></a:t>
            </a:r>
            <a:r>
              <a:rPr lang="en-US" altLang="zh-CN" sz="2800">
                <a:latin typeface="Times New Roman" pitchFamily="18" charset="0"/>
              </a:rPr>
              <a:t>y</a:t>
            </a:r>
            <a:r>
              <a:rPr lang="en-US" altLang="zh-CN" sz="2800" i="0" baseline="-25000">
                <a:latin typeface="Times New Roman" pitchFamily="18" charset="0"/>
              </a:rPr>
              <a:t>i</a:t>
            </a:r>
            <a:endParaRPr lang="zh-CN" altLang="en-US" sz="3200" i="0">
              <a:solidFill>
                <a:srgbClr val="0000FF"/>
              </a:solidFill>
              <a:latin typeface="Times New Roman" pitchFamily="18" charset="0"/>
              <a:sym typeface="Symbol" pitchFamily="18" charset="2"/>
            </a:endParaRPr>
          </a:p>
        </p:txBody>
      </p:sp>
      <p:sp>
        <p:nvSpPr>
          <p:cNvPr id="63542" name="Rectangle 51"/>
          <p:cNvSpPr>
            <a:spLocks noChangeArrowheads="1"/>
          </p:cNvSpPr>
          <p:nvPr/>
        </p:nvSpPr>
        <p:spPr bwMode="auto">
          <a:xfrm>
            <a:off x="3300413" y="1909763"/>
            <a:ext cx="9001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i-3</a:t>
            </a:r>
            <a:endParaRPr lang="zh-CN" altLang="en-US" sz="2800" i="0" baseline="-25000">
              <a:latin typeface="Times New Roman" pitchFamily="18" charset="0"/>
            </a:endParaRPr>
          </a:p>
        </p:txBody>
      </p:sp>
      <p:sp>
        <p:nvSpPr>
          <p:cNvPr id="63543" name="Rectangle 52"/>
          <p:cNvSpPr>
            <a:spLocks noChangeArrowheads="1"/>
          </p:cNvSpPr>
          <p:nvPr/>
        </p:nvSpPr>
        <p:spPr bwMode="auto">
          <a:xfrm>
            <a:off x="3300413" y="2595563"/>
            <a:ext cx="9001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i-2</a:t>
            </a:r>
            <a:endParaRPr lang="zh-CN" altLang="en-US" sz="3200" i="0">
              <a:solidFill>
                <a:srgbClr val="0000FF"/>
              </a:solidFill>
              <a:latin typeface="Times New Roman" pitchFamily="18" charset="0"/>
              <a:sym typeface="Symbol" pitchFamily="18" charset="2"/>
            </a:endParaRPr>
          </a:p>
        </p:txBody>
      </p:sp>
      <p:sp>
        <p:nvSpPr>
          <p:cNvPr id="63544" name="Rectangle 53"/>
          <p:cNvSpPr>
            <a:spLocks noChangeArrowheads="1"/>
          </p:cNvSpPr>
          <p:nvPr/>
        </p:nvSpPr>
        <p:spPr bwMode="auto">
          <a:xfrm>
            <a:off x="3400425" y="3967163"/>
            <a:ext cx="696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i</a:t>
            </a:r>
            <a:endParaRPr lang="zh-CN" altLang="en-US" sz="2800" i="0" baseline="-25000">
              <a:latin typeface="Times New Roman" pitchFamily="18" charset="0"/>
            </a:endParaRPr>
          </a:p>
        </p:txBody>
      </p:sp>
      <p:sp>
        <p:nvSpPr>
          <p:cNvPr id="63545" name="Rectangle 54"/>
          <p:cNvSpPr>
            <a:spLocks noChangeArrowheads="1"/>
          </p:cNvSpPr>
          <p:nvPr/>
        </p:nvSpPr>
        <p:spPr bwMode="auto">
          <a:xfrm>
            <a:off x="4751388" y="2214563"/>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3</a:t>
            </a:r>
            <a:r>
              <a:rPr lang="en-US" altLang="zh-CN" sz="2800">
                <a:latin typeface="Times New Roman" pitchFamily="18" charset="0"/>
              </a:rPr>
              <a:t>y</a:t>
            </a:r>
            <a:r>
              <a:rPr lang="en-US" altLang="zh-CN" sz="2800" i="0" baseline="-25000">
                <a:latin typeface="Times New Roman" pitchFamily="18" charset="0"/>
              </a:rPr>
              <a:t>i-3</a:t>
            </a:r>
            <a:endParaRPr lang="zh-CN" altLang="en-US" sz="2800" i="0" baseline="-25000">
              <a:latin typeface="Times New Roman" pitchFamily="18" charset="0"/>
            </a:endParaRPr>
          </a:p>
        </p:txBody>
      </p:sp>
      <p:sp>
        <p:nvSpPr>
          <p:cNvPr id="63546" name="Rectangle 55"/>
          <p:cNvSpPr>
            <a:spLocks noChangeArrowheads="1"/>
          </p:cNvSpPr>
          <p:nvPr/>
        </p:nvSpPr>
        <p:spPr bwMode="auto">
          <a:xfrm>
            <a:off x="4751388" y="2990850"/>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3</a:t>
            </a:r>
            <a:r>
              <a:rPr lang="en-US" altLang="zh-CN" sz="2800">
                <a:latin typeface="Times New Roman" pitchFamily="18" charset="0"/>
              </a:rPr>
              <a:t>y</a:t>
            </a:r>
            <a:r>
              <a:rPr lang="en-US" altLang="zh-CN" sz="2800" i="0" baseline="-25000">
                <a:latin typeface="Times New Roman" pitchFamily="18" charset="0"/>
              </a:rPr>
              <a:t>i-2</a:t>
            </a:r>
            <a:endParaRPr lang="zh-CN" altLang="en-US" sz="2800" i="0" baseline="-25000">
              <a:latin typeface="Times New Roman" pitchFamily="18" charset="0"/>
            </a:endParaRPr>
          </a:p>
        </p:txBody>
      </p:sp>
      <p:sp>
        <p:nvSpPr>
          <p:cNvPr id="63547" name="Rectangle 56"/>
          <p:cNvSpPr>
            <a:spLocks noChangeArrowheads="1"/>
          </p:cNvSpPr>
          <p:nvPr/>
        </p:nvSpPr>
        <p:spPr bwMode="auto">
          <a:xfrm>
            <a:off x="6416675" y="2686050"/>
            <a:ext cx="900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4</a:t>
            </a:r>
            <a:r>
              <a:rPr lang="en-US" altLang="zh-CN" sz="2800">
                <a:latin typeface="Times New Roman" pitchFamily="18" charset="0"/>
              </a:rPr>
              <a:t>y</a:t>
            </a:r>
            <a:r>
              <a:rPr lang="en-US" altLang="zh-CN" sz="2800" i="0" baseline="-25000">
                <a:latin typeface="Times New Roman" pitchFamily="18" charset="0"/>
              </a:rPr>
              <a:t>i-3</a:t>
            </a:r>
            <a:endParaRPr lang="zh-CN" altLang="en-US" sz="2800" i="0" baseline="-25000">
              <a:latin typeface="Times New Roman" pitchFamily="18" charset="0"/>
            </a:endParaRPr>
          </a:p>
        </p:txBody>
      </p:sp>
      <p:sp>
        <p:nvSpPr>
          <p:cNvPr id="63548" name="Rectangle 57"/>
          <p:cNvSpPr>
            <a:spLocks noChangeArrowheads="1"/>
          </p:cNvSpPr>
          <p:nvPr/>
        </p:nvSpPr>
        <p:spPr bwMode="auto">
          <a:xfrm>
            <a:off x="1828800" y="4246563"/>
            <a:ext cx="919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800" i="0">
                <a:latin typeface="Times New Roman" pitchFamily="18" charset="0"/>
                <a:sym typeface="Symbol" pitchFamily="18" charset="2"/>
              </a:rPr>
              <a:t></a:t>
            </a:r>
            <a:r>
              <a:rPr lang="en-US" altLang="zh-CN" sz="2800">
                <a:latin typeface="Times New Roman" pitchFamily="18" charset="0"/>
              </a:rPr>
              <a:t>y</a:t>
            </a:r>
            <a:r>
              <a:rPr lang="en-US" altLang="zh-CN" sz="3200" i="0" baseline="-25000">
                <a:latin typeface="Times New Roman" pitchFamily="18" charset="0"/>
              </a:rPr>
              <a:t>i+1</a:t>
            </a:r>
            <a:endParaRPr lang="zh-CN" altLang="en-US" sz="3200" i="0" baseline="-25000">
              <a:latin typeface="Times New Roman" pitchFamily="18" charset="0"/>
            </a:endParaRPr>
          </a:p>
        </p:txBody>
      </p:sp>
      <p:sp>
        <p:nvSpPr>
          <p:cNvPr id="63549" name="Rectangle 58"/>
          <p:cNvSpPr>
            <a:spLocks noChangeArrowheads="1"/>
          </p:cNvSpPr>
          <p:nvPr/>
        </p:nvSpPr>
        <p:spPr bwMode="auto">
          <a:xfrm>
            <a:off x="1843088" y="5033963"/>
            <a:ext cx="889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sz="2400" i="0">
                <a:latin typeface="Times New Roman" pitchFamily="18" charset="0"/>
                <a:sym typeface="Symbol" pitchFamily="18" charset="2"/>
              </a:rPr>
              <a:t></a:t>
            </a:r>
            <a:r>
              <a:rPr lang="en-US" altLang="zh-CN" sz="2800">
                <a:latin typeface="Times New Roman" pitchFamily="18" charset="0"/>
              </a:rPr>
              <a:t>y</a:t>
            </a:r>
            <a:r>
              <a:rPr lang="en-US" altLang="zh-CN" sz="3200" i="0" baseline="-25000">
                <a:latin typeface="Times New Roman" pitchFamily="18" charset="0"/>
              </a:rPr>
              <a:t>i+2</a:t>
            </a:r>
            <a:endParaRPr lang="zh-CN" altLang="en-US" sz="3200" i="0" baseline="-25000">
              <a:latin typeface="Times New Roman" pitchFamily="18" charset="0"/>
            </a:endParaRPr>
          </a:p>
        </p:txBody>
      </p:sp>
      <p:sp>
        <p:nvSpPr>
          <p:cNvPr id="63550" name="Rectangle 59"/>
          <p:cNvSpPr>
            <a:spLocks noChangeArrowheads="1"/>
          </p:cNvSpPr>
          <p:nvPr/>
        </p:nvSpPr>
        <p:spPr bwMode="auto">
          <a:xfrm>
            <a:off x="3271838" y="3295650"/>
            <a:ext cx="8969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i-1</a:t>
            </a:r>
            <a:endParaRPr lang="zh-CN" altLang="en-US" sz="2800" i="0" baseline="-25000">
              <a:latin typeface="Times New Roman" pitchFamily="18" charset="0"/>
            </a:endParaRPr>
          </a:p>
        </p:txBody>
      </p:sp>
      <p:sp>
        <p:nvSpPr>
          <p:cNvPr id="63551" name="Rectangle 60"/>
          <p:cNvSpPr>
            <a:spLocks noChangeArrowheads="1"/>
          </p:cNvSpPr>
          <p:nvPr/>
        </p:nvSpPr>
        <p:spPr bwMode="auto">
          <a:xfrm>
            <a:off x="3224213" y="4667250"/>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2</a:t>
            </a:r>
            <a:r>
              <a:rPr lang="en-US" altLang="zh-CN" sz="2800">
                <a:latin typeface="Times New Roman" pitchFamily="18" charset="0"/>
              </a:rPr>
              <a:t>y</a:t>
            </a:r>
            <a:r>
              <a:rPr lang="en-US" altLang="zh-CN" sz="3200" i="0" baseline="-25000">
                <a:latin typeface="Times New Roman" pitchFamily="18" charset="0"/>
              </a:rPr>
              <a:t>i+1</a:t>
            </a:r>
            <a:endParaRPr lang="zh-CN" altLang="en-US" sz="3200" i="0" baseline="-25000">
              <a:latin typeface="Times New Roman" pitchFamily="18" charset="0"/>
            </a:endParaRPr>
          </a:p>
        </p:txBody>
      </p:sp>
      <p:sp>
        <p:nvSpPr>
          <p:cNvPr id="63552" name="Rectangle 61"/>
          <p:cNvSpPr>
            <a:spLocks noChangeArrowheads="1"/>
          </p:cNvSpPr>
          <p:nvPr/>
        </p:nvSpPr>
        <p:spPr bwMode="auto">
          <a:xfrm>
            <a:off x="4751388" y="3662363"/>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i-1</a:t>
            </a:r>
            <a:endParaRPr lang="zh-CN" altLang="en-US" sz="2800" i="0" baseline="-25000">
              <a:latin typeface="Times New Roman" pitchFamily="18" charset="0"/>
            </a:endParaRPr>
          </a:p>
        </p:txBody>
      </p:sp>
      <p:sp>
        <p:nvSpPr>
          <p:cNvPr id="63553" name="Rectangle 62"/>
          <p:cNvSpPr>
            <a:spLocks noChangeArrowheads="1"/>
          </p:cNvSpPr>
          <p:nvPr/>
        </p:nvSpPr>
        <p:spPr bwMode="auto">
          <a:xfrm>
            <a:off x="4775200" y="4362450"/>
            <a:ext cx="696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2</a:t>
            </a:r>
            <a:r>
              <a:rPr lang="en-US" altLang="zh-CN" sz="2800">
                <a:latin typeface="Times New Roman" pitchFamily="18" charset="0"/>
              </a:rPr>
              <a:t>y</a:t>
            </a:r>
            <a:r>
              <a:rPr lang="en-US" altLang="zh-CN" sz="2800" i="0" baseline="-25000">
                <a:latin typeface="Times New Roman" pitchFamily="18" charset="0"/>
              </a:rPr>
              <a:t>i</a:t>
            </a:r>
            <a:endParaRPr lang="zh-CN" altLang="en-US" sz="2800" i="0" baseline="-25000">
              <a:latin typeface="Times New Roman" pitchFamily="18" charset="0"/>
            </a:endParaRPr>
          </a:p>
        </p:txBody>
      </p:sp>
      <p:sp>
        <p:nvSpPr>
          <p:cNvPr id="63554" name="Rectangle 63"/>
          <p:cNvSpPr>
            <a:spLocks noChangeArrowheads="1"/>
          </p:cNvSpPr>
          <p:nvPr/>
        </p:nvSpPr>
        <p:spPr bwMode="auto">
          <a:xfrm>
            <a:off x="6416675" y="3281363"/>
            <a:ext cx="900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4</a:t>
            </a:r>
            <a:r>
              <a:rPr lang="en-US" altLang="zh-CN" sz="2800">
                <a:latin typeface="Times New Roman" pitchFamily="18" charset="0"/>
              </a:rPr>
              <a:t>y</a:t>
            </a:r>
            <a:r>
              <a:rPr lang="en-US" altLang="zh-CN" sz="2800" i="0" baseline="-25000">
                <a:latin typeface="Times New Roman" pitchFamily="18" charset="0"/>
              </a:rPr>
              <a:t>i-2</a:t>
            </a:r>
            <a:endParaRPr lang="zh-CN" altLang="en-US" sz="2800" i="0" baseline="-25000">
              <a:latin typeface="Times New Roman" pitchFamily="18" charset="0"/>
            </a:endParaRPr>
          </a:p>
        </p:txBody>
      </p:sp>
      <p:sp>
        <p:nvSpPr>
          <p:cNvPr id="63555" name="Rectangle 64"/>
          <p:cNvSpPr>
            <a:spLocks noChangeArrowheads="1"/>
          </p:cNvSpPr>
          <p:nvPr/>
        </p:nvSpPr>
        <p:spPr bwMode="auto">
          <a:xfrm>
            <a:off x="6416675" y="4057650"/>
            <a:ext cx="900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400" i="0">
                <a:latin typeface="Times New Roman" pitchFamily="18" charset="0"/>
                <a:sym typeface="Symbol" pitchFamily="18" charset="2"/>
              </a:rPr>
              <a:t></a:t>
            </a:r>
            <a:r>
              <a:rPr lang="zh-CN" altLang="en-US" sz="2400" i="0" baseline="30000">
                <a:latin typeface="Times New Roman" pitchFamily="18" charset="0"/>
                <a:sym typeface="Symbol" pitchFamily="18" charset="2"/>
              </a:rPr>
              <a:t>4</a:t>
            </a:r>
            <a:r>
              <a:rPr lang="en-US" altLang="zh-CN" sz="2800">
                <a:latin typeface="Times New Roman" pitchFamily="18" charset="0"/>
              </a:rPr>
              <a:t>y</a:t>
            </a:r>
            <a:r>
              <a:rPr lang="en-US" altLang="zh-CN" sz="2800" i="0" baseline="-25000">
                <a:latin typeface="Times New Roman" pitchFamily="18" charset="0"/>
              </a:rPr>
              <a:t>i-1</a:t>
            </a:r>
            <a:endParaRPr lang="zh-CN" altLang="en-US" sz="2800" i="0" baseline="-25000">
              <a:latin typeface="Times New Roman" pitchFamily="18" charset="0"/>
            </a:endParaRPr>
          </a:p>
        </p:txBody>
      </p:sp>
      <p:sp>
        <p:nvSpPr>
          <p:cNvPr id="678977" name="Rectangle 65"/>
          <p:cNvSpPr>
            <a:spLocks noChangeArrowheads="1"/>
          </p:cNvSpPr>
          <p:nvPr/>
        </p:nvSpPr>
        <p:spPr bwMode="auto">
          <a:xfrm>
            <a:off x="852488" y="3205163"/>
            <a:ext cx="5953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78" name="Rectangle 66"/>
          <p:cNvSpPr>
            <a:spLocks noChangeArrowheads="1"/>
          </p:cNvSpPr>
          <p:nvPr/>
        </p:nvSpPr>
        <p:spPr bwMode="auto">
          <a:xfrm>
            <a:off x="2514600" y="2840038"/>
            <a:ext cx="5953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79" name="Rectangle 67"/>
          <p:cNvSpPr>
            <a:spLocks noChangeArrowheads="1"/>
          </p:cNvSpPr>
          <p:nvPr/>
        </p:nvSpPr>
        <p:spPr bwMode="auto">
          <a:xfrm>
            <a:off x="2549525" y="3540125"/>
            <a:ext cx="498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0" name="Rectangle 68"/>
          <p:cNvSpPr>
            <a:spLocks noChangeArrowheads="1"/>
          </p:cNvSpPr>
          <p:nvPr/>
        </p:nvSpPr>
        <p:spPr bwMode="auto">
          <a:xfrm>
            <a:off x="4052888" y="2519363"/>
            <a:ext cx="5953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1" name="Rectangle 69"/>
          <p:cNvSpPr>
            <a:spLocks noChangeArrowheads="1"/>
          </p:cNvSpPr>
          <p:nvPr/>
        </p:nvSpPr>
        <p:spPr bwMode="auto">
          <a:xfrm>
            <a:off x="3946525" y="3159125"/>
            <a:ext cx="701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-2</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2" name="Rectangle 70"/>
          <p:cNvSpPr>
            <a:spLocks noChangeArrowheads="1"/>
          </p:cNvSpPr>
          <p:nvPr/>
        </p:nvSpPr>
        <p:spPr bwMode="auto">
          <a:xfrm>
            <a:off x="3976688" y="3890963"/>
            <a:ext cx="5953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3" name="Rectangle 71"/>
          <p:cNvSpPr>
            <a:spLocks noChangeArrowheads="1"/>
          </p:cNvSpPr>
          <p:nvPr/>
        </p:nvSpPr>
        <p:spPr bwMode="auto">
          <a:xfrm>
            <a:off x="5421313" y="2138363"/>
            <a:ext cx="5953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4" name="Rectangle 72"/>
          <p:cNvSpPr>
            <a:spLocks noChangeArrowheads="1"/>
          </p:cNvSpPr>
          <p:nvPr/>
        </p:nvSpPr>
        <p:spPr bwMode="auto">
          <a:xfrm>
            <a:off x="5497513" y="2930525"/>
            <a:ext cx="701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-3</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5" name="Rectangle 73"/>
          <p:cNvSpPr>
            <a:spLocks noChangeArrowheads="1"/>
          </p:cNvSpPr>
          <p:nvPr/>
        </p:nvSpPr>
        <p:spPr bwMode="auto">
          <a:xfrm>
            <a:off x="5449888" y="3616325"/>
            <a:ext cx="7985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+3</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6" name="Rectangle 74"/>
          <p:cNvSpPr>
            <a:spLocks noChangeArrowheads="1"/>
          </p:cNvSpPr>
          <p:nvPr/>
        </p:nvSpPr>
        <p:spPr bwMode="auto">
          <a:xfrm>
            <a:off x="5368925" y="427196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7" name="Rectangle 75"/>
          <p:cNvSpPr>
            <a:spLocks noChangeArrowheads="1"/>
          </p:cNvSpPr>
          <p:nvPr/>
        </p:nvSpPr>
        <p:spPr bwMode="auto">
          <a:xfrm>
            <a:off x="6643688" y="1833563"/>
            <a:ext cx="5953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8" name="Rectangle 76"/>
          <p:cNvSpPr>
            <a:spLocks noChangeArrowheads="1"/>
          </p:cNvSpPr>
          <p:nvPr/>
        </p:nvSpPr>
        <p:spPr bwMode="auto">
          <a:xfrm>
            <a:off x="7223125" y="2595563"/>
            <a:ext cx="7016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-4</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89" name="Rectangle 77"/>
          <p:cNvSpPr>
            <a:spLocks noChangeArrowheads="1"/>
          </p:cNvSpPr>
          <p:nvPr/>
        </p:nvSpPr>
        <p:spPr bwMode="auto">
          <a:xfrm>
            <a:off x="7162800" y="3281363"/>
            <a:ext cx="7985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+6</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90" name="Rectangle 78"/>
          <p:cNvSpPr>
            <a:spLocks noChangeArrowheads="1"/>
          </p:cNvSpPr>
          <p:nvPr/>
        </p:nvSpPr>
        <p:spPr bwMode="auto">
          <a:xfrm>
            <a:off x="7239000" y="3997325"/>
            <a:ext cx="701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-4</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91" name="Rectangle 79"/>
          <p:cNvSpPr>
            <a:spLocks noChangeArrowheads="1"/>
          </p:cNvSpPr>
          <p:nvPr/>
        </p:nvSpPr>
        <p:spPr bwMode="auto">
          <a:xfrm>
            <a:off x="6705600" y="4683125"/>
            <a:ext cx="5953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a:t>
            </a:r>
            <a:r>
              <a:rPr lang="en-US" altLang="zh-CN" sz="3200" i="0">
                <a:solidFill>
                  <a:srgbClr val="0000FF"/>
                </a:solidFill>
                <a:latin typeface="Times New Roman" pitchFamily="18" charset="0"/>
                <a:sym typeface="Symbol" pitchFamily="18" charset="2"/>
              </a:rPr>
              <a:t></a:t>
            </a:r>
            <a:endParaRPr lang="zh-CN" altLang="en-US" sz="3200" i="0">
              <a:solidFill>
                <a:srgbClr val="0000FF"/>
              </a:solidFill>
              <a:latin typeface="Times New Roman" pitchFamily="18" charset="0"/>
              <a:sym typeface="Symbol" pitchFamily="18" charset="2"/>
            </a:endParaRPr>
          </a:p>
        </p:txBody>
      </p:sp>
      <p:sp>
        <p:nvSpPr>
          <p:cNvPr id="678992" name="Rectangle 80"/>
          <p:cNvSpPr>
            <a:spLocks noChangeArrowheads="1"/>
          </p:cNvSpPr>
          <p:nvPr/>
        </p:nvSpPr>
        <p:spPr bwMode="auto">
          <a:xfrm>
            <a:off x="214313" y="5821363"/>
            <a:ext cx="15382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i="0">
                <a:solidFill>
                  <a:srgbClr val="FF3300"/>
                </a:solidFill>
                <a:latin typeface="Times New Roman" pitchFamily="18" charset="0"/>
              </a:rPr>
              <a:t>0.5*10</a:t>
            </a:r>
            <a:r>
              <a:rPr lang="en-US" altLang="zh-CN" sz="3200" i="0" baseline="30000">
                <a:solidFill>
                  <a:srgbClr val="FF3300"/>
                </a:solidFill>
                <a:latin typeface="Times New Roman" pitchFamily="18" charset="0"/>
              </a:rPr>
              <a:t>-n</a:t>
            </a:r>
            <a:endParaRPr lang="zh-CN" altLang="en-US" sz="3200" i="0">
              <a:solidFill>
                <a:srgbClr val="FF3300"/>
              </a:solidFill>
              <a:latin typeface="Times New Roman" pitchFamily="18" charset="0"/>
              <a:sym typeface="Symbol" pitchFamily="18" charset="2"/>
            </a:endParaRPr>
          </a:p>
        </p:txBody>
      </p:sp>
      <p:sp>
        <p:nvSpPr>
          <p:cNvPr id="678993" name="Rectangle 81"/>
          <p:cNvSpPr>
            <a:spLocks noChangeArrowheads="1"/>
          </p:cNvSpPr>
          <p:nvPr/>
        </p:nvSpPr>
        <p:spPr bwMode="auto">
          <a:xfrm>
            <a:off x="1676400" y="5791200"/>
            <a:ext cx="1946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i="0">
                <a:solidFill>
                  <a:srgbClr val="FF3300"/>
                </a:solidFill>
                <a:latin typeface="Times New Roman" pitchFamily="18" charset="0"/>
              </a:rPr>
              <a:t>2*0.5*10</a:t>
            </a:r>
            <a:r>
              <a:rPr lang="en-US" altLang="zh-CN" sz="3200" i="0" baseline="30000">
                <a:solidFill>
                  <a:srgbClr val="FF3300"/>
                </a:solidFill>
                <a:latin typeface="Times New Roman" pitchFamily="18" charset="0"/>
              </a:rPr>
              <a:t>-n</a:t>
            </a:r>
            <a:endParaRPr lang="zh-CN" altLang="en-US" sz="3200" i="0">
              <a:solidFill>
                <a:srgbClr val="FF3300"/>
              </a:solidFill>
              <a:latin typeface="Times New Roman" pitchFamily="18" charset="0"/>
              <a:sym typeface="Symbol" pitchFamily="18" charset="2"/>
            </a:endParaRPr>
          </a:p>
        </p:txBody>
      </p:sp>
      <p:sp>
        <p:nvSpPr>
          <p:cNvPr id="678994" name="Rectangle 82"/>
          <p:cNvSpPr>
            <a:spLocks noChangeArrowheads="1"/>
          </p:cNvSpPr>
          <p:nvPr/>
        </p:nvSpPr>
        <p:spPr bwMode="auto">
          <a:xfrm>
            <a:off x="6326188" y="5745163"/>
            <a:ext cx="20907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i="0">
                <a:solidFill>
                  <a:srgbClr val="FF3300"/>
                </a:solidFill>
                <a:latin typeface="Times New Roman" pitchFamily="18" charset="0"/>
              </a:rPr>
              <a:t>2</a:t>
            </a:r>
            <a:r>
              <a:rPr lang="en-US" altLang="zh-CN" sz="3200" i="0" baseline="30000">
                <a:solidFill>
                  <a:srgbClr val="FF3300"/>
                </a:solidFill>
                <a:latin typeface="Times New Roman" pitchFamily="18" charset="0"/>
              </a:rPr>
              <a:t>k</a:t>
            </a:r>
            <a:r>
              <a:rPr lang="en-US" altLang="zh-CN" sz="3200" i="0">
                <a:solidFill>
                  <a:srgbClr val="FF3300"/>
                </a:solidFill>
                <a:latin typeface="Times New Roman" pitchFamily="18" charset="0"/>
              </a:rPr>
              <a:t>*0.5*10</a:t>
            </a:r>
            <a:r>
              <a:rPr lang="en-US" altLang="zh-CN" sz="3200" i="0" baseline="30000">
                <a:solidFill>
                  <a:srgbClr val="FF3300"/>
                </a:solidFill>
                <a:latin typeface="Times New Roman" pitchFamily="18" charset="0"/>
              </a:rPr>
              <a:t>-n</a:t>
            </a:r>
            <a:endParaRPr lang="zh-CN" altLang="en-US" sz="3200" i="0">
              <a:solidFill>
                <a:srgbClr val="FF3300"/>
              </a:solidFill>
              <a:latin typeface="Times New Roman" pitchFamily="18" charset="0"/>
              <a:sym typeface="Symbol"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78977"/>
                                        </p:tgtEl>
                                        <p:attrNameLst>
                                          <p:attrName>style.visibility</p:attrName>
                                        </p:attrNameLst>
                                      </p:cBhvr>
                                      <p:to>
                                        <p:strVal val="visible"/>
                                      </p:to>
                                    </p:set>
                                    <p:animEffect transition="in" filter="dissolve">
                                      <p:cBhvr>
                                        <p:cTn id="7" dur="500"/>
                                        <p:tgtEl>
                                          <p:spTgt spid="6789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78978"/>
                                        </p:tgtEl>
                                        <p:attrNameLst>
                                          <p:attrName>style.visibility</p:attrName>
                                        </p:attrNameLst>
                                      </p:cBhvr>
                                      <p:to>
                                        <p:strVal val="visible"/>
                                      </p:to>
                                    </p:set>
                                    <p:animEffect transition="in" filter="dissolve">
                                      <p:cBhvr>
                                        <p:cTn id="12" dur="500"/>
                                        <p:tgtEl>
                                          <p:spTgt spid="6789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78979"/>
                                        </p:tgtEl>
                                        <p:attrNameLst>
                                          <p:attrName>style.visibility</p:attrName>
                                        </p:attrNameLst>
                                      </p:cBhvr>
                                      <p:to>
                                        <p:strVal val="visible"/>
                                      </p:to>
                                    </p:set>
                                    <p:animEffect transition="in" filter="dissolve">
                                      <p:cBhvr>
                                        <p:cTn id="17" dur="500"/>
                                        <p:tgtEl>
                                          <p:spTgt spid="6789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78980"/>
                                        </p:tgtEl>
                                        <p:attrNameLst>
                                          <p:attrName>style.visibility</p:attrName>
                                        </p:attrNameLst>
                                      </p:cBhvr>
                                      <p:to>
                                        <p:strVal val="visible"/>
                                      </p:to>
                                    </p:set>
                                    <p:animEffect transition="in" filter="dissolve">
                                      <p:cBhvr>
                                        <p:cTn id="22" dur="500"/>
                                        <p:tgtEl>
                                          <p:spTgt spid="6789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78981"/>
                                        </p:tgtEl>
                                        <p:attrNameLst>
                                          <p:attrName>style.visibility</p:attrName>
                                        </p:attrNameLst>
                                      </p:cBhvr>
                                      <p:to>
                                        <p:strVal val="visible"/>
                                      </p:to>
                                    </p:set>
                                    <p:animEffect transition="in" filter="dissolve">
                                      <p:cBhvr>
                                        <p:cTn id="27" dur="500"/>
                                        <p:tgtEl>
                                          <p:spTgt spid="6789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78982"/>
                                        </p:tgtEl>
                                        <p:attrNameLst>
                                          <p:attrName>style.visibility</p:attrName>
                                        </p:attrNameLst>
                                      </p:cBhvr>
                                      <p:to>
                                        <p:strVal val="visible"/>
                                      </p:to>
                                    </p:set>
                                    <p:animEffect transition="in" filter="dissolve">
                                      <p:cBhvr>
                                        <p:cTn id="32" dur="500"/>
                                        <p:tgtEl>
                                          <p:spTgt spid="6789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78983"/>
                                        </p:tgtEl>
                                        <p:attrNameLst>
                                          <p:attrName>style.visibility</p:attrName>
                                        </p:attrNameLst>
                                      </p:cBhvr>
                                      <p:to>
                                        <p:strVal val="visible"/>
                                      </p:to>
                                    </p:set>
                                    <p:animEffect transition="in" filter="dissolve">
                                      <p:cBhvr>
                                        <p:cTn id="37" dur="500"/>
                                        <p:tgtEl>
                                          <p:spTgt spid="67898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678984"/>
                                        </p:tgtEl>
                                        <p:attrNameLst>
                                          <p:attrName>style.visibility</p:attrName>
                                        </p:attrNameLst>
                                      </p:cBhvr>
                                      <p:to>
                                        <p:strVal val="visible"/>
                                      </p:to>
                                    </p:set>
                                    <p:animEffect transition="in" filter="dissolve">
                                      <p:cBhvr>
                                        <p:cTn id="42" dur="500"/>
                                        <p:tgtEl>
                                          <p:spTgt spid="67898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678985"/>
                                        </p:tgtEl>
                                        <p:attrNameLst>
                                          <p:attrName>style.visibility</p:attrName>
                                        </p:attrNameLst>
                                      </p:cBhvr>
                                      <p:to>
                                        <p:strVal val="visible"/>
                                      </p:to>
                                    </p:set>
                                    <p:animEffect transition="in" filter="dissolve">
                                      <p:cBhvr>
                                        <p:cTn id="47" dur="500"/>
                                        <p:tgtEl>
                                          <p:spTgt spid="67898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678986"/>
                                        </p:tgtEl>
                                        <p:attrNameLst>
                                          <p:attrName>style.visibility</p:attrName>
                                        </p:attrNameLst>
                                      </p:cBhvr>
                                      <p:to>
                                        <p:strVal val="visible"/>
                                      </p:to>
                                    </p:set>
                                    <p:animEffect transition="in" filter="dissolve">
                                      <p:cBhvr>
                                        <p:cTn id="52" dur="500"/>
                                        <p:tgtEl>
                                          <p:spTgt spid="67898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678987"/>
                                        </p:tgtEl>
                                        <p:attrNameLst>
                                          <p:attrName>style.visibility</p:attrName>
                                        </p:attrNameLst>
                                      </p:cBhvr>
                                      <p:to>
                                        <p:strVal val="visible"/>
                                      </p:to>
                                    </p:set>
                                    <p:animEffect transition="in" filter="dissolve">
                                      <p:cBhvr>
                                        <p:cTn id="57" dur="500"/>
                                        <p:tgtEl>
                                          <p:spTgt spid="67898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678988"/>
                                        </p:tgtEl>
                                        <p:attrNameLst>
                                          <p:attrName>style.visibility</p:attrName>
                                        </p:attrNameLst>
                                      </p:cBhvr>
                                      <p:to>
                                        <p:strVal val="visible"/>
                                      </p:to>
                                    </p:set>
                                    <p:animEffect transition="in" filter="dissolve">
                                      <p:cBhvr>
                                        <p:cTn id="62" dur="500"/>
                                        <p:tgtEl>
                                          <p:spTgt spid="67898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678989"/>
                                        </p:tgtEl>
                                        <p:attrNameLst>
                                          <p:attrName>style.visibility</p:attrName>
                                        </p:attrNameLst>
                                      </p:cBhvr>
                                      <p:to>
                                        <p:strVal val="visible"/>
                                      </p:to>
                                    </p:set>
                                    <p:animEffect transition="in" filter="dissolve">
                                      <p:cBhvr>
                                        <p:cTn id="67" dur="500"/>
                                        <p:tgtEl>
                                          <p:spTgt spid="67898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678990"/>
                                        </p:tgtEl>
                                        <p:attrNameLst>
                                          <p:attrName>style.visibility</p:attrName>
                                        </p:attrNameLst>
                                      </p:cBhvr>
                                      <p:to>
                                        <p:strVal val="visible"/>
                                      </p:to>
                                    </p:set>
                                    <p:animEffect transition="in" filter="dissolve">
                                      <p:cBhvr>
                                        <p:cTn id="72" dur="500"/>
                                        <p:tgtEl>
                                          <p:spTgt spid="67899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678991"/>
                                        </p:tgtEl>
                                        <p:attrNameLst>
                                          <p:attrName>style.visibility</p:attrName>
                                        </p:attrNameLst>
                                      </p:cBhvr>
                                      <p:to>
                                        <p:strVal val="visible"/>
                                      </p:to>
                                    </p:set>
                                    <p:animEffect transition="in" filter="dissolve">
                                      <p:cBhvr>
                                        <p:cTn id="77" dur="500"/>
                                        <p:tgtEl>
                                          <p:spTgt spid="67899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8" fill="hold" grpId="0" nodeType="clickEffect">
                                  <p:stCondLst>
                                    <p:cond delay="0"/>
                                  </p:stCondLst>
                                  <p:childTnLst>
                                    <p:set>
                                      <p:cBhvr>
                                        <p:cTn id="81" dur="1" fill="hold">
                                          <p:stCondLst>
                                            <p:cond delay="0"/>
                                          </p:stCondLst>
                                        </p:cTn>
                                        <p:tgtEl>
                                          <p:spTgt spid="678992"/>
                                        </p:tgtEl>
                                        <p:attrNameLst>
                                          <p:attrName>style.visibility</p:attrName>
                                        </p:attrNameLst>
                                      </p:cBhvr>
                                      <p:to>
                                        <p:strVal val="visible"/>
                                      </p:to>
                                    </p:set>
                                    <p:anim calcmode="lin" valueType="num">
                                      <p:cBhvr additive="base">
                                        <p:cTn id="82" dur="500" fill="hold"/>
                                        <p:tgtEl>
                                          <p:spTgt spid="678992"/>
                                        </p:tgtEl>
                                        <p:attrNameLst>
                                          <p:attrName>ppt_x</p:attrName>
                                        </p:attrNameLst>
                                      </p:cBhvr>
                                      <p:tavLst>
                                        <p:tav tm="0">
                                          <p:val>
                                            <p:strVal val="0-#ppt_w/2"/>
                                          </p:val>
                                        </p:tav>
                                        <p:tav tm="100000">
                                          <p:val>
                                            <p:strVal val="#ppt_x"/>
                                          </p:val>
                                        </p:tav>
                                      </p:tavLst>
                                    </p:anim>
                                    <p:anim calcmode="lin" valueType="num">
                                      <p:cBhvr additive="base">
                                        <p:cTn id="83" dur="500" fill="hold"/>
                                        <p:tgtEl>
                                          <p:spTgt spid="678992"/>
                                        </p:tgtEl>
                                        <p:attrNameLst>
                                          <p:attrName>ppt_y</p:attrName>
                                        </p:attrNameLst>
                                      </p:cBhvr>
                                      <p:tavLst>
                                        <p:tav tm="0">
                                          <p:val>
                                            <p:strVal val="#ppt_y"/>
                                          </p:val>
                                        </p:tav>
                                        <p:tav tm="100000">
                                          <p:val>
                                            <p:strVal val="#ppt_y"/>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2" presetClass="entr" presetSubtype="8" fill="hold" grpId="0" nodeType="clickEffect">
                                  <p:stCondLst>
                                    <p:cond delay="0"/>
                                  </p:stCondLst>
                                  <p:childTnLst>
                                    <p:set>
                                      <p:cBhvr>
                                        <p:cTn id="87" dur="1" fill="hold">
                                          <p:stCondLst>
                                            <p:cond delay="0"/>
                                          </p:stCondLst>
                                        </p:cTn>
                                        <p:tgtEl>
                                          <p:spTgt spid="678993"/>
                                        </p:tgtEl>
                                        <p:attrNameLst>
                                          <p:attrName>style.visibility</p:attrName>
                                        </p:attrNameLst>
                                      </p:cBhvr>
                                      <p:to>
                                        <p:strVal val="visible"/>
                                      </p:to>
                                    </p:set>
                                    <p:anim calcmode="lin" valueType="num">
                                      <p:cBhvr additive="base">
                                        <p:cTn id="88" dur="500" fill="hold"/>
                                        <p:tgtEl>
                                          <p:spTgt spid="678993"/>
                                        </p:tgtEl>
                                        <p:attrNameLst>
                                          <p:attrName>ppt_x</p:attrName>
                                        </p:attrNameLst>
                                      </p:cBhvr>
                                      <p:tavLst>
                                        <p:tav tm="0">
                                          <p:val>
                                            <p:strVal val="0-#ppt_w/2"/>
                                          </p:val>
                                        </p:tav>
                                        <p:tav tm="100000">
                                          <p:val>
                                            <p:strVal val="#ppt_x"/>
                                          </p:val>
                                        </p:tav>
                                      </p:tavLst>
                                    </p:anim>
                                    <p:anim calcmode="lin" valueType="num">
                                      <p:cBhvr additive="base">
                                        <p:cTn id="89" dur="500" fill="hold"/>
                                        <p:tgtEl>
                                          <p:spTgt spid="678993"/>
                                        </p:tgtEl>
                                        <p:attrNameLst>
                                          <p:attrName>ppt_y</p:attrName>
                                        </p:attrNameLst>
                                      </p:cBhvr>
                                      <p:tavLst>
                                        <p:tav tm="0">
                                          <p:val>
                                            <p:strVal val="#ppt_y"/>
                                          </p:val>
                                        </p:tav>
                                        <p:tav tm="100000">
                                          <p:val>
                                            <p:strVal val="#ppt_y"/>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2" presetClass="entr" presetSubtype="8" fill="hold" grpId="0" nodeType="clickEffect">
                                  <p:stCondLst>
                                    <p:cond delay="0"/>
                                  </p:stCondLst>
                                  <p:childTnLst>
                                    <p:set>
                                      <p:cBhvr>
                                        <p:cTn id="93" dur="1" fill="hold">
                                          <p:stCondLst>
                                            <p:cond delay="0"/>
                                          </p:stCondLst>
                                        </p:cTn>
                                        <p:tgtEl>
                                          <p:spTgt spid="678994"/>
                                        </p:tgtEl>
                                        <p:attrNameLst>
                                          <p:attrName>style.visibility</p:attrName>
                                        </p:attrNameLst>
                                      </p:cBhvr>
                                      <p:to>
                                        <p:strVal val="visible"/>
                                      </p:to>
                                    </p:set>
                                    <p:anim calcmode="lin" valueType="num">
                                      <p:cBhvr additive="base">
                                        <p:cTn id="94" dur="500" fill="hold"/>
                                        <p:tgtEl>
                                          <p:spTgt spid="678994"/>
                                        </p:tgtEl>
                                        <p:attrNameLst>
                                          <p:attrName>ppt_x</p:attrName>
                                        </p:attrNameLst>
                                      </p:cBhvr>
                                      <p:tavLst>
                                        <p:tav tm="0">
                                          <p:val>
                                            <p:strVal val="0-#ppt_w/2"/>
                                          </p:val>
                                        </p:tav>
                                        <p:tav tm="100000">
                                          <p:val>
                                            <p:strVal val="#ppt_x"/>
                                          </p:val>
                                        </p:tav>
                                      </p:tavLst>
                                    </p:anim>
                                    <p:anim calcmode="lin" valueType="num">
                                      <p:cBhvr additive="base">
                                        <p:cTn id="95" dur="500" fill="hold"/>
                                        <p:tgtEl>
                                          <p:spTgt spid="6789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77" grpId="0" autoUpdateAnimBg="0"/>
      <p:bldP spid="678978" grpId="0" autoUpdateAnimBg="0"/>
      <p:bldP spid="678979" grpId="0" autoUpdateAnimBg="0"/>
      <p:bldP spid="678980" grpId="0" autoUpdateAnimBg="0"/>
      <p:bldP spid="678981" grpId="0" autoUpdateAnimBg="0"/>
      <p:bldP spid="678982" grpId="0" autoUpdateAnimBg="0"/>
      <p:bldP spid="678983" grpId="0" autoUpdateAnimBg="0"/>
      <p:bldP spid="678984" grpId="0" autoUpdateAnimBg="0"/>
      <p:bldP spid="678985" grpId="0" autoUpdateAnimBg="0"/>
      <p:bldP spid="678986" grpId="0" autoUpdateAnimBg="0"/>
      <p:bldP spid="678987" grpId="0" autoUpdateAnimBg="0"/>
      <p:bldP spid="678988" grpId="0" autoUpdateAnimBg="0"/>
      <p:bldP spid="678989" grpId="0" autoUpdateAnimBg="0"/>
      <p:bldP spid="678990" grpId="0" autoUpdateAnimBg="0"/>
      <p:bldP spid="678991" grpId="0" autoUpdateAnimBg="0"/>
      <p:bldP spid="678992" grpId="0" autoUpdateAnimBg="0"/>
      <p:bldP spid="678993" grpId="0" autoUpdateAnimBg="0"/>
      <p:bldP spid="678994"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ABBACD3-B2D3-4182-9240-A7285A5D9422}" type="slidenum">
              <a:rPr lang="zh-CN" altLang="en-US" b="0" i="0" smtClean="0"/>
              <a:pPr/>
              <a:t>46</a:t>
            </a:fld>
            <a:endParaRPr lang="en-US" altLang="zh-CN" b="0" i="0" smtClean="0"/>
          </a:p>
        </p:txBody>
      </p:sp>
      <p:sp>
        <p:nvSpPr>
          <p:cNvPr id="64515"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74245CF-64C7-4F69-B291-0BCD3F3F2F25}" type="datetime1">
              <a:rPr lang="zh-CN" altLang="en-US" sz="1800" i="0" smtClean="0"/>
              <a:pPr/>
              <a:t>2024/10/20</a:t>
            </a:fld>
            <a:endParaRPr lang="en-US" altLang="zh-CN" sz="1800" i="0" smtClean="0"/>
          </a:p>
        </p:txBody>
      </p:sp>
      <p:sp>
        <p:nvSpPr>
          <p:cNvPr id="679938" name="Rectangle 2"/>
          <p:cNvSpPr>
            <a:spLocks noGrp="1" noChangeArrowheads="1"/>
          </p:cNvSpPr>
          <p:nvPr>
            <p:ph type="title"/>
          </p:nvPr>
        </p:nvSpPr>
        <p:spPr>
          <a:xfrm>
            <a:off x="650875" y="255588"/>
            <a:ext cx="8820150" cy="658812"/>
          </a:xfrm>
        </p:spPr>
        <p:txBody>
          <a:bodyPr/>
          <a:lstStyle/>
          <a:p>
            <a:pPr>
              <a:defRPr/>
            </a:pPr>
            <a:r>
              <a:rPr lang="zh-CN" altLang="en-US" sz="4800" smtClean="0"/>
              <a:t>§2.1 差分</a:t>
            </a:r>
          </a:p>
        </p:txBody>
      </p:sp>
      <p:graphicFrame>
        <p:nvGraphicFramePr>
          <p:cNvPr id="680115" name="Group 179"/>
          <p:cNvGraphicFramePr>
            <a:graphicFrameLocks noGrp="1"/>
          </p:cNvGraphicFramePr>
          <p:nvPr/>
        </p:nvGraphicFramePr>
        <p:xfrm>
          <a:off x="457200" y="1066800"/>
          <a:ext cx="8840788" cy="5078415"/>
        </p:xfrm>
        <a:graphic>
          <a:graphicData uri="http://schemas.openxmlformats.org/drawingml/2006/table">
            <a:tbl>
              <a:tblPr/>
              <a:tblGrid>
                <a:gridCol w="862013"/>
                <a:gridCol w="1195387"/>
                <a:gridCol w="1020763"/>
                <a:gridCol w="1304925"/>
                <a:gridCol w="1497012"/>
                <a:gridCol w="1479550"/>
                <a:gridCol w="1481138"/>
              </a:tblGrid>
              <a:tr h="530298">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en-US" altLang="zh-CN"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1"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1"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5</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3.70</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40.447</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377877">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2.074</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3.75</a:t>
                      </a: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42.521</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0.106</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2.180</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0.006</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3.80</a:t>
                      </a: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44.701</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0.112</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-0.001</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2.262</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0.005</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0.003</a:t>
                      </a: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3.85</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46.993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0.117</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0.002</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2.409</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0.007</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-0.003</a:t>
                      </a: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3.90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49.402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0.124</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-0.001</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2.533</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0.006</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3.95</a:t>
                      </a: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51.935</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0.130</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2.663</a:t>
                      </a: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7520">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4.00 </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54.598</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80099" name="Rectangle 163"/>
          <p:cNvSpPr>
            <a:spLocks noChangeArrowheads="1"/>
          </p:cNvSpPr>
          <p:nvPr/>
        </p:nvSpPr>
        <p:spPr bwMode="auto">
          <a:xfrm>
            <a:off x="1219200" y="6049963"/>
            <a:ext cx="1301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i="0">
                <a:solidFill>
                  <a:srgbClr val="FF3300"/>
                </a:solidFill>
                <a:latin typeface="Times New Roman" pitchFamily="18" charset="0"/>
              </a:rPr>
              <a:t>0.0005</a:t>
            </a:r>
            <a:endParaRPr lang="zh-CN" altLang="en-US" sz="3200" i="0">
              <a:solidFill>
                <a:srgbClr val="FF3300"/>
              </a:solidFill>
              <a:latin typeface="Times New Roman" pitchFamily="18" charset="0"/>
              <a:sym typeface="Symbol" pitchFamily="18" charset="2"/>
            </a:endParaRPr>
          </a:p>
        </p:txBody>
      </p:sp>
      <p:sp>
        <p:nvSpPr>
          <p:cNvPr id="680100" name="Rectangle 164"/>
          <p:cNvSpPr>
            <a:spLocks noChangeArrowheads="1"/>
          </p:cNvSpPr>
          <p:nvPr/>
        </p:nvSpPr>
        <p:spPr bwMode="auto">
          <a:xfrm>
            <a:off x="2482850" y="6049963"/>
            <a:ext cx="1098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i="0">
                <a:solidFill>
                  <a:srgbClr val="FF3300"/>
                </a:solidFill>
                <a:latin typeface="Times New Roman" pitchFamily="18" charset="0"/>
              </a:rPr>
              <a:t>0.001</a:t>
            </a:r>
            <a:endParaRPr lang="zh-CN" altLang="en-US" sz="3200" i="0">
              <a:solidFill>
                <a:srgbClr val="FF3300"/>
              </a:solidFill>
              <a:latin typeface="Times New Roman" pitchFamily="18" charset="0"/>
              <a:sym typeface="Symbol" pitchFamily="18" charset="2"/>
            </a:endParaRPr>
          </a:p>
        </p:txBody>
      </p:sp>
      <p:sp>
        <p:nvSpPr>
          <p:cNvPr id="680101" name="Rectangle 165"/>
          <p:cNvSpPr>
            <a:spLocks noChangeArrowheads="1"/>
          </p:cNvSpPr>
          <p:nvPr/>
        </p:nvSpPr>
        <p:spPr bwMode="auto">
          <a:xfrm>
            <a:off x="3625850" y="6049963"/>
            <a:ext cx="1098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i="0">
                <a:solidFill>
                  <a:srgbClr val="FF3300"/>
                </a:solidFill>
                <a:latin typeface="Times New Roman" pitchFamily="18" charset="0"/>
              </a:rPr>
              <a:t>0.002</a:t>
            </a:r>
            <a:endParaRPr lang="zh-CN" altLang="en-US" sz="3200" i="0">
              <a:solidFill>
                <a:srgbClr val="FF3300"/>
              </a:solidFill>
              <a:latin typeface="Times New Roman" pitchFamily="18" charset="0"/>
              <a:sym typeface="Symbol" pitchFamily="18" charset="2"/>
            </a:endParaRPr>
          </a:p>
        </p:txBody>
      </p:sp>
      <p:sp>
        <p:nvSpPr>
          <p:cNvPr id="680102" name="Rectangle 166"/>
          <p:cNvSpPr>
            <a:spLocks noChangeArrowheads="1"/>
          </p:cNvSpPr>
          <p:nvPr/>
        </p:nvSpPr>
        <p:spPr bwMode="auto">
          <a:xfrm>
            <a:off x="4997450" y="6049963"/>
            <a:ext cx="1098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i="0">
                <a:solidFill>
                  <a:srgbClr val="FF3300"/>
                </a:solidFill>
                <a:latin typeface="Times New Roman" pitchFamily="18" charset="0"/>
              </a:rPr>
              <a:t>0.004</a:t>
            </a:r>
            <a:endParaRPr lang="zh-CN" altLang="en-US" sz="3200" i="0">
              <a:solidFill>
                <a:srgbClr val="FF3300"/>
              </a:solidFill>
              <a:latin typeface="Times New Roman" pitchFamily="18" charset="0"/>
              <a:sym typeface="Symbol" pitchFamily="18" charset="2"/>
            </a:endParaRPr>
          </a:p>
        </p:txBody>
      </p:sp>
      <p:sp>
        <p:nvSpPr>
          <p:cNvPr id="680103" name="Rectangle 167"/>
          <p:cNvSpPr>
            <a:spLocks noChangeArrowheads="1"/>
          </p:cNvSpPr>
          <p:nvPr/>
        </p:nvSpPr>
        <p:spPr bwMode="auto">
          <a:xfrm>
            <a:off x="6521450" y="6049963"/>
            <a:ext cx="1098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i="0">
                <a:solidFill>
                  <a:srgbClr val="FF3300"/>
                </a:solidFill>
                <a:latin typeface="Times New Roman" pitchFamily="18" charset="0"/>
              </a:rPr>
              <a:t>0.008</a:t>
            </a:r>
            <a:endParaRPr lang="zh-CN" altLang="en-US" sz="3200" i="0">
              <a:solidFill>
                <a:srgbClr val="FF3300"/>
              </a:solidFill>
              <a:latin typeface="Times New Roman" pitchFamily="18" charset="0"/>
              <a:sym typeface="Symbol"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80099"/>
                                        </p:tgtEl>
                                        <p:attrNameLst>
                                          <p:attrName>style.visibility</p:attrName>
                                        </p:attrNameLst>
                                      </p:cBhvr>
                                      <p:to>
                                        <p:strVal val="visible"/>
                                      </p:to>
                                    </p:set>
                                    <p:anim calcmode="lin" valueType="num">
                                      <p:cBhvr additive="base">
                                        <p:cTn id="7" dur="500" fill="hold"/>
                                        <p:tgtEl>
                                          <p:spTgt spid="680099"/>
                                        </p:tgtEl>
                                        <p:attrNameLst>
                                          <p:attrName>ppt_x</p:attrName>
                                        </p:attrNameLst>
                                      </p:cBhvr>
                                      <p:tavLst>
                                        <p:tav tm="0">
                                          <p:val>
                                            <p:strVal val="0-#ppt_w/2"/>
                                          </p:val>
                                        </p:tav>
                                        <p:tav tm="100000">
                                          <p:val>
                                            <p:strVal val="#ppt_x"/>
                                          </p:val>
                                        </p:tav>
                                      </p:tavLst>
                                    </p:anim>
                                    <p:anim calcmode="lin" valueType="num">
                                      <p:cBhvr additive="base">
                                        <p:cTn id="8" dur="500" fill="hold"/>
                                        <p:tgtEl>
                                          <p:spTgt spid="6800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80100"/>
                                        </p:tgtEl>
                                        <p:attrNameLst>
                                          <p:attrName>style.visibility</p:attrName>
                                        </p:attrNameLst>
                                      </p:cBhvr>
                                      <p:to>
                                        <p:strVal val="visible"/>
                                      </p:to>
                                    </p:set>
                                    <p:anim calcmode="lin" valueType="num">
                                      <p:cBhvr additive="base">
                                        <p:cTn id="13" dur="500" fill="hold"/>
                                        <p:tgtEl>
                                          <p:spTgt spid="680100"/>
                                        </p:tgtEl>
                                        <p:attrNameLst>
                                          <p:attrName>ppt_x</p:attrName>
                                        </p:attrNameLst>
                                      </p:cBhvr>
                                      <p:tavLst>
                                        <p:tav tm="0">
                                          <p:val>
                                            <p:strVal val="0-#ppt_w/2"/>
                                          </p:val>
                                        </p:tav>
                                        <p:tav tm="100000">
                                          <p:val>
                                            <p:strVal val="#ppt_x"/>
                                          </p:val>
                                        </p:tav>
                                      </p:tavLst>
                                    </p:anim>
                                    <p:anim calcmode="lin" valueType="num">
                                      <p:cBhvr additive="base">
                                        <p:cTn id="14" dur="500" fill="hold"/>
                                        <p:tgtEl>
                                          <p:spTgt spid="68010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80101"/>
                                        </p:tgtEl>
                                        <p:attrNameLst>
                                          <p:attrName>style.visibility</p:attrName>
                                        </p:attrNameLst>
                                      </p:cBhvr>
                                      <p:to>
                                        <p:strVal val="visible"/>
                                      </p:to>
                                    </p:set>
                                    <p:anim calcmode="lin" valueType="num">
                                      <p:cBhvr additive="base">
                                        <p:cTn id="19" dur="500" fill="hold"/>
                                        <p:tgtEl>
                                          <p:spTgt spid="680101"/>
                                        </p:tgtEl>
                                        <p:attrNameLst>
                                          <p:attrName>ppt_x</p:attrName>
                                        </p:attrNameLst>
                                      </p:cBhvr>
                                      <p:tavLst>
                                        <p:tav tm="0">
                                          <p:val>
                                            <p:strVal val="0-#ppt_w/2"/>
                                          </p:val>
                                        </p:tav>
                                        <p:tav tm="100000">
                                          <p:val>
                                            <p:strVal val="#ppt_x"/>
                                          </p:val>
                                        </p:tav>
                                      </p:tavLst>
                                    </p:anim>
                                    <p:anim calcmode="lin" valueType="num">
                                      <p:cBhvr additive="base">
                                        <p:cTn id="20" dur="500" fill="hold"/>
                                        <p:tgtEl>
                                          <p:spTgt spid="68010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80102"/>
                                        </p:tgtEl>
                                        <p:attrNameLst>
                                          <p:attrName>style.visibility</p:attrName>
                                        </p:attrNameLst>
                                      </p:cBhvr>
                                      <p:to>
                                        <p:strVal val="visible"/>
                                      </p:to>
                                    </p:set>
                                    <p:anim calcmode="lin" valueType="num">
                                      <p:cBhvr additive="base">
                                        <p:cTn id="25" dur="500" fill="hold"/>
                                        <p:tgtEl>
                                          <p:spTgt spid="680102"/>
                                        </p:tgtEl>
                                        <p:attrNameLst>
                                          <p:attrName>ppt_x</p:attrName>
                                        </p:attrNameLst>
                                      </p:cBhvr>
                                      <p:tavLst>
                                        <p:tav tm="0">
                                          <p:val>
                                            <p:strVal val="0-#ppt_w/2"/>
                                          </p:val>
                                        </p:tav>
                                        <p:tav tm="100000">
                                          <p:val>
                                            <p:strVal val="#ppt_x"/>
                                          </p:val>
                                        </p:tav>
                                      </p:tavLst>
                                    </p:anim>
                                    <p:anim calcmode="lin" valueType="num">
                                      <p:cBhvr additive="base">
                                        <p:cTn id="26" dur="500" fill="hold"/>
                                        <p:tgtEl>
                                          <p:spTgt spid="68010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80103"/>
                                        </p:tgtEl>
                                        <p:attrNameLst>
                                          <p:attrName>style.visibility</p:attrName>
                                        </p:attrNameLst>
                                      </p:cBhvr>
                                      <p:to>
                                        <p:strVal val="visible"/>
                                      </p:to>
                                    </p:set>
                                    <p:anim calcmode="lin" valueType="num">
                                      <p:cBhvr additive="base">
                                        <p:cTn id="31" dur="500" fill="hold"/>
                                        <p:tgtEl>
                                          <p:spTgt spid="680103"/>
                                        </p:tgtEl>
                                        <p:attrNameLst>
                                          <p:attrName>ppt_x</p:attrName>
                                        </p:attrNameLst>
                                      </p:cBhvr>
                                      <p:tavLst>
                                        <p:tav tm="0">
                                          <p:val>
                                            <p:strVal val="0-#ppt_w/2"/>
                                          </p:val>
                                        </p:tav>
                                        <p:tav tm="100000">
                                          <p:val>
                                            <p:strVal val="#ppt_x"/>
                                          </p:val>
                                        </p:tav>
                                      </p:tavLst>
                                    </p:anim>
                                    <p:anim calcmode="lin" valueType="num">
                                      <p:cBhvr additive="base">
                                        <p:cTn id="32" dur="500" fill="hold"/>
                                        <p:tgtEl>
                                          <p:spTgt spid="6801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0099" grpId="0" autoUpdateAnimBg="0"/>
      <p:bldP spid="680100" grpId="0" autoUpdateAnimBg="0"/>
      <p:bldP spid="680101" grpId="0" autoUpdateAnimBg="0"/>
      <p:bldP spid="680102" grpId="0" autoUpdateAnimBg="0"/>
      <p:bldP spid="680103"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058666E-3FCF-4517-A815-DD249FC4B4CC}" type="slidenum">
              <a:rPr lang="zh-CN" altLang="en-US" b="0" i="0" smtClean="0"/>
              <a:pPr/>
              <a:t>47</a:t>
            </a:fld>
            <a:endParaRPr lang="en-US" altLang="zh-CN" b="0" i="0" smtClean="0"/>
          </a:p>
        </p:txBody>
      </p:sp>
      <p:sp>
        <p:nvSpPr>
          <p:cNvPr id="6553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15D4118-78B1-4930-87BB-D50EFCAFF306}" type="datetime1">
              <a:rPr lang="zh-CN" altLang="en-US" sz="1800" i="0" smtClean="0"/>
              <a:pPr/>
              <a:t>2024/10/20</a:t>
            </a:fld>
            <a:endParaRPr lang="en-US" altLang="zh-CN" sz="1800" i="0" smtClean="0"/>
          </a:p>
        </p:txBody>
      </p:sp>
      <p:sp>
        <p:nvSpPr>
          <p:cNvPr id="655362" name="Rectangle 2"/>
          <p:cNvSpPr>
            <a:spLocks noGrp="1" noChangeArrowheads="1"/>
          </p:cNvSpPr>
          <p:nvPr>
            <p:ph type="title"/>
          </p:nvPr>
        </p:nvSpPr>
        <p:spPr>
          <a:xfrm>
            <a:off x="650875" y="255588"/>
            <a:ext cx="8820150" cy="658812"/>
          </a:xfrm>
        </p:spPr>
        <p:txBody>
          <a:bodyPr/>
          <a:lstStyle/>
          <a:p>
            <a:pPr>
              <a:defRPr/>
            </a:pPr>
            <a:r>
              <a:rPr lang="zh-CN" altLang="en-US" smtClean="0"/>
              <a:t>§2.2 </a:t>
            </a:r>
            <a:r>
              <a:rPr lang="zh-CN" altLang="en-US" sz="4800" smtClean="0"/>
              <a:t>牛顿前插公式</a:t>
            </a:r>
          </a:p>
        </p:txBody>
      </p:sp>
      <p:sp>
        <p:nvSpPr>
          <p:cNvPr id="65541" name="Rectangle 3"/>
          <p:cNvSpPr>
            <a:spLocks noGrp="1" noChangeArrowheads="1"/>
          </p:cNvSpPr>
          <p:nvPr>
            <p:ph type="body" idx="1"/>
          </p:nvPr>
        </p:nvSpPr>
        <p:spPr>
          <a:xfrm>
            <a:off x="650875" y="1066800"/>
            <a:ext cx="8820150" cy="768350"/>
          </a:xfrm>
        </p:spPr>
        <p:txBody>
          <a:bodyPr/>
          <a:lstStyle/>
          <a:p>
            <a:r>
              <a:rPr lang="zh-CN" altLang="en-US" smtClean="0"/>
              <a:t>取间距为</a:t>
            </a:r>
            <a:r>
              <a:rPr lang="en-US" altLang="zh-CN" i="1" smtClean="0">
                <a:sym typeface="Symbol" pitchFamily="18" charset="2"/>
              </a:rPr>
              <a:t>h,</a:t>
            </a:r>
            <a:r>
              <a:rPr lang="zh-CN" altLang="en-US" smtClean="0"/>
              <a:t>等距节点  </a:t>
            </a:r>
            <a:r>
              <a:rPr lang="en-US" altLang="zh-CN" i="1" smtClean="0">
                <a:solidFill>
                  <a:srgbClr val="FF3300"/>
                </a:solidFill>
              </a:rPr>
              <a:t>x</a:t>
            </a:r>
            <a:r>
              <a:rPr lang="en-US" altLang="zh-CN" baseline="-25000" smtClean="0">
                <a:solidFill>
                  <a:srgbClr val="FF3300"/>
                </a:solidFill>
              </a:rPr>
              <a:t>0 </a:t>
            </a:r>
            <a:r>
              <a:rPr lang="en-US" altLang="zh-CN" i="1" smtClean="0">
                <a:solidFill>
                  <a:srgbClr val="FF3300"/>
                </a:solidFill>
              </a:rPr>
              <a:t>x</a:t>
            </a:r>
            <a:r>
              <a:rPr lang="en-US" altLang="zh-CN" baseline="-25000" smtClean="0">
                <a:solidFill>
                  <a:srgbClr val="FF3300"/>
                </a:solidFill>
              </a:rPr>
              <a:t>1</a:t>
            </a:r>
            <a:r>
              <a:rPr lang="en-US" altLang="zh-CN" smtClean="0">
                <a:solidFill>
                  <a:srgbClr val="FF3300"/>
                </a:solidFill>
              </a:rPr>
              <a:t>…</a:t>
            </a:r>
            <a:r>
              <a:rPr lang="en-US" altLang="zh-CN" baseline="-25000" smtClean="0">
                <a:solidFill>
                  <a:srgbClr val="FF3300"/>
                </a:solidFill>
              </a:rPr>
              <a:t> </a:t>
            </a:r>
            <a:r>
              <a:rPr lang="en-US" altLang="zh-CN" i="1" smtClean="0">
                <a:solidFill>
                  <a:srgbClr val="FF3300"/>
                </a:solidFill>
              </a:rPr>
              <a:t>x</a:t>
            </a:r>
            <a:r>
              <a:rPr lang="en-US" altLang="zh-CN" baseline="-25000" smtClean="0">
                <a:solidFill>
                  <a:srgbClr val="FF3300"/>
                </a:solidFill>
              </a:rPr>
              <a:t>n</a:t>
            </a:r>
            <a:r>
              <a:rPr lang="en-US" altLang="zh-CN" baseline="-25000" smtClean="0"/>
              <a:t> </a:t>
            </a:r>
            <a:r>
              <a:rPr lang="zh-CN" altLang="en-US" smtClean="0"/>
              <a:t>顺序建立牛顿基本差商公式</a:t>
            </a:r>
          </a:p>
        </p:txBody>
      </p:sp>
      <p:graphicFrame>
        <p:nvGraphicFramePr>
          <p:cNvPr id="655364" name="Object 4"/>
          <p:cNvGraphicFramePr>
            <a:graphicFrameLocks noChangeAspect="1"/>
          </p:cNvGraphicFramePr>
          <p:nvPr>
            <p:extLst>
              <p:ext uri="{D42A27DB-BD31-4B8C-83A1-F6EECF244321}">
                <p14:modId xmlns:p14="http://schemas.microsoft.com/office/powerpoint/2010/main" val="3226424751"/>
              </p:ext>
            </p:extLst>
          </p:nvPr>
        </p:nvGraphicFramePr>
        <p:xfrm>
          <a:off x="1200150" y="1504950"/>
          <a:ext cx="9050338" cy="2211388"/>
        </p:xfrm>
        <a:graphic>
          <a:graphicData uri="http://schemas.openxmlformats.org/presentationml/2006/ole">
            <mc:AlternateContent xmlns:mc="http://schemas.openxmlformats.org/markup-compatibility/2006">
              <mc:Choice xmlns:v="urn:schemas-microsoft-com:vml" Requires="v">
                <p:oleObj spid="_x0000_s65599" name="公式" r:id="rId3" imgW="3949560" imgH="965160" progId="Equation.3">
                  <p:embed/>
                </p:oleObj>
              </mc:Choice>
              <mc:Fallback>
                <p:oleObj name="公式" r:id="rId3" imgW="3949560" imgH="965160" progId="Equation.3">
                  <p:embed/>
                  <p:pic>
                    <p:nvPicPr>
                      <p:cNvPr id="0" name="Object 4"/>
                      <p:cNvPicPr>
                        <a:picLocks noChangeAspect="1" noChangeArrowheads="1"/>
                      </p:cNvPicPr>
                      <p:nvPr/>
                    </p:nvPicPr>
                    <p:blipFill>
                      <a:blip r:embed="rId4"/>
                      <a:srcRect/>
                      <a:stretch>
                        <a:fillRect/>
                      </a:stretch>
                    </p:blipFill>
                    <p:spPr bwMode="auto">
                      <a:xfrm>
                        <a:off x="1200150" y="1504950"/>
                        <a:ext cx="9050338" cy="2211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365" name="Rectangle 5"/>
          <p:cNvSpPr>
            <a:spLocks noChangeArrowheads="1"/>
          </p:cNvSpPr>
          <p:nvPr/>
        </p:nvSpPr>
        <p:spPr bwMode="auto">
          <a:xfrm>
            <a:off x="655638" y="3794125"/>
            <a:ext cx="1579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655366" name="Rectangle 6"/>
          <p:cNvSpPr>
            <a:spLocks noChangeArrowheads="1"/>
          </p:cNvSpPr>
          <p:nvPr/>
        </p:nvSpPr>
        <p:spPr bwMode="auto">
          <a:xfrm>
            <a:off x="2271713" y="3519488"/>
            <a:ext cx="7159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5367" name="Line 7"/>
          <p:cNvSpPr>
            <a:spLocks noChangeShapeType="1"/>
          </p:cNvSpPr>
          <p:nvPr/>
        </p:nvSpPr>
        <p:spPr bwMode="auto">
          <a:xfrm>
            <a:off x="2273300" y="4067175"/>
            <a:ext cx="908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368" name="Rectangle 8"/>
          <p:cNvSpPr>
            <a:spLocks noChangeArrowheads="1"/>
          </p:cNvSpPr>
          <p:nvPr/>
        </p:nvSpPr>
        <p:spPr bwMode="auto">
          <a:xfrm>
            <a:off x="2303463" y="3990975"/>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sp>
        <p:nvSpPr>
          <p:cNvPr id="655369" name="Rectangle 9"/>
          <p:cNvSpPr>
            <a:spLocks noChangeArrowheads="1"/>
          </p:cNvSpPr>
          <p:nvPr/>
        </p:nvSpPr>
        <p:spPr bwMode="auto">
          <a:xfrm>
            <a:off x="4027488" y="3824288"/>
            <a:ext cx="1817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endParaRPr lang="zh-CN" altLang="en-US" sz="2800" i="0">
              <a:latin typeface="Times New Roman" pitchFamily="18" charset="0"/>
            </a:endParaRPr>
          </a:p>
        </p:txBody>
      </p:sp>
      <p:sp>
        <p:nvSpPr>
          <p:cNvPr id="655370" name="Rectangle 10"/>
          <p:cNvSpPr>
            <a:spLocks noChangeArrowheads="1"/>
          </p:cNvSpPr>
          <p:nvPr/>
        </p:nvSpPr>
        <p:spPr bwMode="auto">
          <a:xfrm>
            <a:off x="5873750" y="3505200"/>
            <a:ext cx="836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5371" name="Line 11"/>
          <p:cNvSpPr>
            <a:spLocks noChangeShapeType="1"/>
          </p:cNvSpPr>
          <p:nvPr/>
        </p:nvSpPr>
        <p:spPr bwMode="auto">
          <a:xfrm>
            <a:off x="5905500" y="4114800"/>
            <a:ext cx="908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372" name="Rectangle 12"/>
          <p:cNvSpPr>
            <a:spLocks noChangeArrowheads="1"/>
          </p:cNvSpPr>
          <p:nvPr/>
        </p:nvSpPr>
        <p:spPr bwMode="auto">
          <a:xfrm>
            <a:off x="5907088" y="4038600"/>
            <a:ext cx="800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sp>
        <p:nvSpPr>
          <p:cNvPr id="655373" name="Rectangle 13"/>
          <p:cNvSpPr>
            <a:spLocks noChangeArrowheads="1"/>
          </p:cNvSpPr>
          <p:nvPr/>
        </p:nvSpPr>
        <p:spPr bwMode="auto">
          <a:xfrm>
            <a:off x="706438" y="4495800"/>
            <a:ext cx="22653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 </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3</a:t>
            </a:r>
            <a:r>
              <a:rPr lang="en-US" altLang="zh-CN" sz="2800" i="0">
                <a:latin typeface="Times New Roman" pitchFamily="18" charset="0"/>
              </a:rPr>
              <a:t>]=</a:t>
            </a:r>
            <a:endParaRPr lang="zh-CN" altLang="en-US" sz="2800" i="0">
              <a:latin typeface="Times New Roman" pitchFamily="18" charset="0"/>
            </a:endParaRPr>
          </a:p>
        </p:txBody>
      </p:sp>
      <p:sp>
        <p:nvSpPr>
          <p:cNvPr id="655374" name="Rectangle 14"/>
          <p:cNvSpPr>
            <a:spLocks noChangeArrowheads="1"/>
          </p:cNvSpPr>
          <p:nvPr/>
        </p:nvSpPr>
        <p:spPr bwMode="auto">
          <a:xfrm>
            <a:off x="3101975" y="4191000"/>
            <a:ext cx="836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3</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5375" name="Line 15"/>
          <p:cNvSpPr>
            <a:spLocks noChangeShapeType="1"/>
          </p:cNvSpPr>
          <p:nvPr/>
        </p:nvSpPr>
        <p:spPr bwMode="auto">
          <a:xfrm>
            <a:off x="3132138" y="4800600"/>
            <a:ext cx="908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376" name="Rectangle 16"/>
          <p:cNvSpPr>
            <a:spLocks noChangeArrowheads="1"/>
          </p:cNvSpPr>
          <p:nvPr/>
        </p:nvSpPr>
        <p:spPr bwMode="auto">
          <a:xfrm>
            <a:off x="3135313" y="4724400"/>
            <a:ext cx="800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3!</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3</a:t>
            </a:r>
            <a:endParaRPr lang="zh-CN" altLang="en-US" sz="2800" i="0" baseline="30000">
              <a:latin typeface="Times New Roman" pitchFamily="18" charset="0"/>
              <a:sym typeface="Symbol" pitchFamily="18" charset="2"/>
            </a:endParaRPr>
          </a:p>
        </p:txBody>
      </p:sp>
      <p:sp>
        <p:nvSpPr>
          <p:cNvPr id="655378" name="Rectangle 18"/>
          <p:cNvSpPr>
            <a:spLocks noChangeArrowheads="1"/>
          </p:cNvSpPr>
          <p:nvPr/>
        </p:nvSpPr>
        <p:spPr bwMode="auto">
          <a:xfrm>
            <a:off x="712788" y="5105400"/>
            <a:ext cx="10525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P</a:t>
            </a:r>
            <a:r>
              <a:rPr lang="en-US" altLang="zh-CN" sz="3200" i="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
        <p:nvSpPr>
          <p:cNvPr id="655379" name="Rectangle 19"/>
          <p:cNvSpPr>
            <a:spLocks noChangeArrowheads="1"/>
          </p:cNvSpPr>
          <p:nvPr/>
        </p:nvSpPr>
        <p:spPr bwMode="auto">
          <a:xfrm>
            <a:off x="1646238" y="5135563"/>
            <a:ext cx="7302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5380" name="Rectangle 20"/>
          <p:cNvSpPr>
            <a:spLocks noChangeArrowheads="1"/>
          </p:cNvSpPr>
          <p:nvPr/>
        </p:nvSpPr>
        <p:spPr bwMode="auto">
          <a:xfrm>
            <a:off x="2227263" y="5135563"/>
            <a:ext cx="13604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endParaRPr lang="zh-CN" altLang="en-US" sz="3200" i="0">
              <a:latin typeface="Times New Roman" pitchFamily="18" charset="0"/>
            </a:endParaRPr>
          </a:p>
        </p:txBody>
      </p:sp>
      <p:grpSp>
        <p:nvGrpSpPr>
          <p:cNvPr id="2" name="Group 21"/>
          <p:cNvGrpSpPr>
            <a:grpSpLocks/>
          </p:cNvGrpSpPr>
          <p:nvPr/>
        </p:nvGrpSpPr>
        <p:grpSpPr bwMode="auto">
          <a:xfrm>
            <a:off x="3560763" y="4953000"/>
            <a:ext cx="909637" cy="990600"/>
            <a:chOff x="2015" y="3120"/>
            <a:chExt cx="529" cy="624"/>
          </a:xfrm>
        </p:grpSpPr>
        <p:sp>
          <p:nvSpPr>
            <p:cNvPr id="65572" name="Rectangle 22"/>
            <p:cNvSpPr>
              <a:spLocks noChangeArrowheads="1"/>
            </p:cNvSpPr>
            <p:nvPr/>
          </p:nvSpPr>
          <p:spPr bwMode="auto">
            <a:xfrm>
              <a:off x="2015" y="3120"/>
              <a:ext cx="4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573" name="Line 23"/>
            <p:cNvSpPr>
              <a:spLocks noChangeShapeType="1"/>
            </p:cNvSpPr>
            <p:nvPr/>
          </p:nvSpPr>
          <p:spPr bwMode="auto">
            <a:xfrm>
              <a:off x="2016" y="3465"/>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74" name="Rectangle 24"/>
            <p:cNvSpPr>
              <a:spLocks noChangeArrowheads="1"/>
            </p:cNvSpPr>
            <p:nvPr/>
          </p:nvSpPr>
          <p:spPr bwMode="auto">
            <a:xfrm>
              <a:off x="2034" y="3417"/>
              <a:ext cx="3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grpSp>
      <p:sp>
        <p:nvSpPr>
          <p:cNvPr id="655385" name="Rectangle 25"/>
          <p:cNvSpPr>
            <a:spLocks noChangeArrowheads="1"/>
          </p:cNvSpPr>
          <p:nvPr/>
        </p:nvSpPr>
        <p:spPr bwMode="auto">
          <a:xfrm>
            <a:off x="4489450" y="5135563"/>
            <a:ext cx="23050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endParaRPr lang="zh-CN" altLang="en-US" sz="3200" i="0">
              <a:latin typeface="Times New Roman" pitchFamily="18" charset="0"/>
            </a:endParaRPr>
          </a:p>
        </p:txBody>
      </p:sp>
      <p:grpSp>
        <p:nvGrpSpPr>
          <p:cNvPr id="3" name="Group 26"/>
          <p:cNvGrpSpPr>
            <a:grpSpLocks/>
          </p:cNvGrpSpPr>
          <p:nvPr/>
        </p:nvGrpSpPr>
        <p:grpSpPr bwMode="auto">
          <a:xfrm>
            <a:off x="6751638" y="4814888"/>
            <a:ext cx="938212" cy="1052512"/>
            <a:chOff x="3870" y="3033"/>
            <a:chExt cx="546" cy="663"/>
          </a:xfrm>
        </p:grpSpPr>
        <p:sp>
          <p:nvSpPr>
            <p:cNvPr id="65569" name="Rectangle 27"/>
            <p:cNvSpPr>
              <a:spLocks noChangeArrowheads="1"/>
            </p:cNvSpPr>
            <p:nvPr/>
          </p:nvSpPr>
          <p:spPr bwMode="auto">
            <a:xfrm>
              <a:off x="3870" y="3033"/>
              <a:ext cx="4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570" name="Line 28"/>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71" name="Rectangle 29"/>
            <p:cNvSpPr>
              <a:spLocks noChangeArrowheads="1"/>
            </p:cNvSpPr>
            <p:nvPr/>
          </p:nvSpPr>
          <p:spPr bwMode="auto">
            <a:xfrm>
              <a:off x="3890" y="3369"/>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sp>
        <p:nvSpPr>
          <p:cNvPr id="655390" name="Rectangle 30"/>
          <p:cNvSpPr>
            <a:spLocks noChangeArrowheads="1"/>
          </p:cNvSpPr>
          <p:nvPr/>
        </p:nvSpPr>
        <p:spPr bwMode="auto">
          <a:xfrm>
            <a:off x="1114425" y="5859463"/>
            <a:ext cx="1054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endParaRPr lang="zh-CN" altLang="en-US" sz="3200">
              <a:latin typeface="Times New Roman" pitchFamily="18" charset="0"/>
            </a:endParaRPr>
          </a:p>
        </p:txBody>
      </p:sp>
      <p:sp>
        <p:nvSpPr>
          <p:cNvPr id="655391" name="Rectangle 31"/>
          <p:cNvSpPr>
            <a:spLocks noChangeArrowheads="1"/>
          </p:cNvSpPr>
          <p:nvPr/>
        </p:nvSpPr>
        <p:spPr bwMode="auto">
          <a:xfrm>
            <a:off x="2187575" y="5859463"/>
            <a:ext cx="37623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 (</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n-1</a:t>
            </a:r>
            <a:r>
              <a:rPr lang="en-US" altLang="zh-CN" sz="3200" i="0">
                <a:latin typeface="Times New Roman" pitchFamily="18" charset="0"/>
              </a:rPr>
              <a:t>)</a:t>
            </a:r>
            <a:endParaRPr lang="zh-CN" altLang="en-US" sz="3200" i="0">
              <a:latin typeface="Times New Roman" pitchFamily="18" charset="0"/>
            </a:endParaRPr>
          </a:p>
        </p:txBody>
      </p:sp>
      <p:grpSp>
        <p:nvGrpSpPr>
          <p:cNvPr id="4" name="Group 32"/>
          <p:cNvGrpSpPr>
            <a:grpSpLocks/>
          </p:cNvGrpSpPr>
          <p:nvPr/>
        </p:nvGrpSpPr>
        <p:grpSpPr bwMode="auto">
          <a:xfrm>
            <a:off x="5889625" y="5614988"/>
            <a:ext cx="944563" cy="1052512"/>
            <a:chOff x="3866" y="3033"/>
            <a:chExt cx="550" cy="663"/>
          </a:xfrm>
        </p:grpSpPr>
        <p:sp>
          <p:nvSpPr>
            <p:cNvPr id="65566" name="Rectangle 33"/>
            <p:cNvSpPr>
              <a:spLocks noChangeArrowheads="1"/>
            </p:cNvSpPr>
            <p:nvPr/>
          </p:nvSpPr>
          <p:spPr bwMode="auto">
            <a:xfrm>
              <a:off x="3866" y="3033"/>
              <a:ext cx="49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2800" i="0" baseline="30000">
                  <a:latin typeface="Times New Roman" pitchFamily="18" charset="0"/>
                  <a:sym typeface="Symbol" pitchFamily="18" charset="2"/>
                </a:rPr>
                <a:t>n</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567" name="Line 34"/>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68" name="Rectangle 35"/>
            <p:cNvSpPr>
              <a:spLocks noChangeArrowheads="1"/>
            </p:cNvSpPr>
            <p:nvPr/>
          </p:nvSpPr>
          <p:spPr bwMode="auto">
            <a:xfrm>
              <a:off x="3880" y="3369"/>
              <a:ext cx="48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n!</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n</a:t>
              </a:r>
              <a:endParaRPr lang="zh-CN" altLang="en-US" sz="2800" i="0" baseline="30000">
                <a:latin typeface="Times New Roman" pitchFamily="18" charset="0"/>
                <a:sym typeface="Symbol" pitchFamily="18" charset="2"/>
              </a:endParaRPr>
            </a:p>
          </p:txBody>
        </p:sp>
      </p:grpSp>
      <p:sp>
        <p:nvSpPr>
          <p:cNvPr id="655396" name="Rectangle 36"/>
          <p:cNvSpPr>
            <a:spLocks noChangeArrowheads="1"/>
          </p:cNvSpPr>
          <p:nvPr/>
        </p:nvSpPr>
        <p:spPr bwMode="auto">
          <a:xfrm>
            <a:off x="7270750" y="5805488"/>
            <a:ext cx="2327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solidFill>
                  <a:srgbClr val="FF3300"/>
                </a:solidFill>
                <a:latin typeface="Times New Roman" pitchFamily="18" charset="0"/>
              </a:rPr>
              <a:t>牛顿前插公式</a:t>
            </a:r>
          </a:p>
        </p:txBody>
      </p:sp>
      <p:sp>
        <p:nvSpPr>
          <p:cNvPr id="655397" name="Rectangle 37"/>
          <p:cNvSpPr>
            <a:spLocks noChangeArrowheads="1"/>
          </p:cNvSpPr>
          <p:nvPr/>
        </p:nvSpPr>
        <p:spPr bwMode="auto">
          <a:xfrm>
            <a:off x="660400" y="1600200"/>
            <a:ext cx="9245600" cy="1600200"/>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5364"/>
                                        </p:tgtEl>
                                        <p:attrNameLst>
                                          <p:attrName>style.visibility</p:attrName>
                                        </p:attrNameLst>
                                      </p:cBhvr>
                                      <p:to>
                                        <p:strVal val="visible"/>
                                      </p:to>
                                    </p:set>
                                    <p:animEffect transition="in" filter="dissolve">
                                      <p:cBhvr>
                                        <p:cTn id="7" dur="500"/>
                                        <p:tgtEl>
                                          <p:spTgt spid="655364"/>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55397"/>
                                        </p:tgtEl>
                                        <p:attrNameLst>
                                          <p:attrName>style.visibility</p:attrName>
                                        </p:attrNameLst>
                                      </p:cBhvr>
                                      <p:to>
                                        <p:strVal val="visible"/>
                                      </p:to>
                                    </p:set>
                                    <p:animEffect transition="in" filter="dissolve">
                                      <p:cBhvr>
                                        <p:cTn id="11" dur="500"/>
                                        <p:tgtEl>
                                          <p:spTgt spid="65539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55365"/>
                                        </p:tgtEl>
                                        <p:attrNameLst>
                                          <p:attrName>style.visibility</p:attrName>
                                        </p:attrNameLst>
                                      </p:cBhvr>
                                      <p:to>
                                        <p:strVal val="visible"/>
                                      </p:to>
                                    </p:set>
                                    <p:animEffect transition="in" filter="dissolve">
                                      <p:cBhvr>
                                        <p:cTn id="16" dur="500"/>
                                        <p:tgtEl>
                                          <p:spTgt spid="65536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55366"/>
                                        </p:tgtEl>
                                        <p:attrNameLst>
                                          <p:attrName>style.visibility</p:attrName>
                                        </p:attrNameLst>
                                      </p:cBhvr>
                                      <p:to>
                                        <p:strVal val="visible"/>
                                      </p:to>
                                    </p:set>
                                    <p:animEffect transition="in" filter="dissolve">
                                      <p:cBhvr>
                                        <p:cTn id="21" dur="500"/>
                                        <p:tgtEl>
                                          <p:spTgt spid="655366"/>
                                        </p:tgtEl>
                                      </p:cBhvr>
                                    </p:animEffect>
                                  </p:childTnLst>
                                </p:cTn>
                              </p:par>
                            </p:childTnLst>
                          </p:cTn>
                        </p:par>
                        <p:par>
                          <p:cTn id="22" fill="hold" nodeType="afterGroup">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655367"/>
                                        </p:tgtEl>
                                        <p:attrNameLst>
                                          <p:attrName>style.visibility</p:attrName>
                                        </p:attrNameLst>
                                      </p:cBhvr>
                                      <p:to>
                                        <p:strVal val="visible"/>
                                      </p:to>
                                    </p:set>
                                    <p:animEffect transition="in" filter="dissolve">
                                      <p:cBhvr>
                                        <p:cTn id="25" dur="500"/>
                                        <p:tgtEl>
                                          <p:spTgt spid="655367"/>
                                        </p:tgtEl>
                                      </p:cBhvr>
                                    </p:animEffect>
                                  </p:childTnLst>
                                </p:cTn>
                              </p:par>
                            </p:childTnLst>
                          </p:cTn>
                        </p:par>
                        <p:par>
                          <p:cTn id="26" fill="hold" nodeType="afterGroup">
                            <p:stCondLst>
                              <p:cond delay="1000"/>
                            </p:stCondLst>
                            <p:childTnLst>
                              <p:par>
                                <p:cTn id="27" presetID="9" presetClass="entr" presetSubtype="0" fill="hold" grpId="0" nodeType="afterEffect">
                                  <p:stCondLst>
                                    <p:cond delay="0"/>
                                  </p:stCondLst>
                                  <p:childTnLst>
                                    <p:set>
                                      <p:cBhvr>
                                        <p:cTn id="28" dur="1" fill="hold">
                                          <p:stCondLst>
                                            <p:cond delay="0"/>
                                          </p:stCondLst>
                                        </p:cTn>
                                        <p:tgtEl>
                                          <p:spTgt spid="655368"/>
                                        </p:tgtEl>
                                        <p:attrNameLst>
                                          <p:attrName>style.visibility</p:attrName>
                                        </p:attrNameLst>
                                      </p:cBhvr>
                                      <p:to>
                                        <p:strVal val="visible"/>
                                      </p:to>
                                    </p:set>
                                    <p:animEffect transition="in" filter="dissolve">
                                      <p:cBhvr>
                                        <p:cTn id="29" dur="500"/>
                                        <p:tgtEl>
                                          <p:spTgt spid="65536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655369"/>
                                        </p:tgtEl>
                                        <p:attrNameLst>
                                          <p:attrName>style.visibility</p:attrName>
                                        </p:attrNameLst>
                                      </p:cBhvr>
                                      <p:to>
                                        <p:strVal val="visible"/>
                                      </p:to>
                                    </p:set>
                                    <p:animEffect transition="in" filter="dissolve">
                                      <p:cBhvr>
                                        <p:cTn id="34" dur="500"/>
                                        <p:tgtEl>
                                          <p:spTgt spid="655369"/>
                                        </p:tgtEl>
                                      </p:cBhvr>
                                    </p:animEffect>
                                  </p:childTnLst>
                                </p:cTn>
                              </p:par>
                            </p:childTnLst>
                          </p:cTn>
                        </p:par>
                        <p:par>
                          <p:cTn id="35" fill="hold" nodeType="afterGroup">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655370"/>
                                        </p:tgtEl>
                                        <p:attrNameLst>
                                          <p:attrName>style.visibility</p:attrName>
                                        </p:attrNameLst>
                                      </p:cBhvr>
                                      <p:to>
                                        <p:strVal val="visible"/>
                                      </p:to>
                                    </p:set>
                                    <p:animEffect transition="in" filter="dissolve">
                                      <p:cBhvr>
                                        <p:cTn id="38" dur="500"/>
                                        <p:tgtEl>
                                          <p:spTgt spid="655370"/>
                                        </p:tgtEl>
                                      </p:cBhvr>
                                    </p:animEffect>
                                  </p:childTnLst>
                                </p:cTn>
                              </p:par>
                            </p:childTnLst>
                          </p:cTn>
                        </p:par>
                        <p:par>
                          <p:cTn id="39" fill="hold" nodeType="afterGroup">
                            <p:stCondLst>
                              <p:cond delay="1000"/>
                            </p:stCondLst>
                            <p:childTnLst>
                              <p:par>
                                <p:cTn id="40" presetID="9" presetClass="entr" presetSubtype="0" fill="hold" grpId="0" nodeType="afterEffect">
                                  <p:stCondLst>
                                    <p:cond delay="0"/>
                                  </p:stCondLst>
                                  <p:childTnLst>
                                    <p:set>
                                      <p:cBhvr>
                                        <p:cTn id="41" dur="1" fill="hold">
                                          <p:stCondLst>
                                            <p:cond delay="0"/>
                                          </p:stCondLst>
                                        </p:cTn>
                                        <p:tgtEl>
                                          <p:spTgt spid="655371"/>
                                        </p:tgtEl>
                                        <p:attrNameLst>
                                          <p:attrName>style.visibility</p:attrName>
                                        </p:attrNameLst>
                                      </p:cBhvr>
                                      <p:to>
                                        <p:strVal val="visible"/>
                                      </p:to>
                                    </p:set>
                                    <p:animEffect transition="in" filter="dissolve">
                                      <p:cBhvr>
                                        <p:cTn id="42" dur="500"/>
                                        <p:tgtEl>
                                          <p:spTgt spid="655371"/>
                                        </p:tgtEl>
                                      </p:cBhvr>
                                    </p:animEffect>
                                  </p:childTnLst>
                                </p:cTn>
                              </p:par>
                            </p:childTnLst>
                          </p:cTn>
                        </p:par>
                        <p:par>
                          <p:cTn id="43" fill="hold" nodeType="afterGroup">
                            <p:stCondLst>
                              <p:cond delay="1500"/>
                            </p:stCondLst>
                            <p:childTnLst>
                              <p:par>
                                <p:cTn id="44" presetID="9" presetClass="entr" presetSubtype="0" fill="hold" grpId="0" nodeType="afterEffect">
                                  <p:stCondLst>
                                    <p:cond delay="0"/>
                                  </p:stCondLst>
                                  <p:childTnLst>
                                    <p:set>
                                      <p:cBhvr>
                                        <p:cTn id="45" dur="1" fill="hold">
                                          <p:stCondLst>
                                            <p:cond delay="0"/>
                                          </p:stCondLst>
                                        </p:cTn>
                                        <p:tgtEl>
                                          <p:spTgt spid="655372"/>
                                        </p:tgtEl>
                                        <p:attrNameLst>
                                          <p:attrName>style.visibility</p:attrName>
                                        </p:attrNameLst>
                                      </p:cBhvr>
                                      <p:to>
                                        <p:strVal val="visible"/>
                                      </p:to>
                                    </p:set>
                                    <p:animEffect transition="in" filter="dissolve">
                                      <p:cBhvr>
                                        <p:cTn id="46" dur="500"/>
                                        <p:tgtEl>
                                          <p:spTgt spid="65537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655373"/>
                                        </p:tgtEl>
                                        <p:attrNameLst>
                                          <p:attrName>style.visibility</p:attrName>
                                        </p:attrNameLst>
                                      </p:cBhvr>
                                      <p:to>
                                        <p:strVal val="visible"/>
                                      </p:to>
                                    </p:set>
                                    <p:animEffect transition="in" filter="dissolve">
                                      <p:cBhvr>
                                        <p:cTn id="51" dur="500"/>
                                        <p:tgtEl>
                                          <p:spTgt spid="655373"/>
                                        </p:tgtEl>
                                      </p:cBhvr>
                                    </p:animEffect>
                                  </p:childTnLst>
                                </p:cTn>
                              </p:par>
                            </p:childTnLst>
                          </p:cTn>
                        </p:par>
                        <p:par>
                          <p:cTn id="52" fill="hold" nodeType="afterGroup">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655374"/>
                                        </p:tgtEl>
                                        <p:attrNameLst>
                                          <p:attrName>style.visibility</p:attrName>
                                        </p:attrNameLst>
                                      </p:cBhvr>
                                      <p:to>
                                        <p:strVal val="visible"/>
                                      </p:to>
                                    </p:set>
                                    <p:animEffect transition="in" filter="dissolve">
                                      <p:cBhvr>
                                        <p:cTn id="55" dur="500"/>
                                        <p:tgtEl>
                                          <p:spTgt spid="655374"/>
                                        </p:tgtEl>
                                      </p:cBhvr>
                                    </p:animEffect>
                                  </p:childTnLst>
                                </p:cTn>
                              </p:par>
                            </p:childTnLst>
                          </p:cTn>
                        </p:par>
                        <p:par>
                          <p:cTn id="56" fill="hold" nodeType="afterGroup">
                            <p:stCondLst>
                              <p:cond delay="1000"/>
                            </p:stCondLst>
                            <p:childTnLst>
                              <p:par>
                                <p:cTn id="57" presetID="9" presetClass="entr" presetSubtype="0" fill="hold" grpId="0" nodeType="afterEffect">
                                  <p:stCondLst>
                                    <p:cond delay="0"/>
                                  </p:stCondLst>
                                  <p:childTnLst>
                                    <p:set>
                                      <p:cBhvr>
                                        <p:cTn id="58" dur="1" fill="hold">
                                          <p:stCondLst>
                                            <p:cond delay="0"/>
                                          </p:stCondLst>
                                        </p:cTn>
                                        <p:tgtEl>
                                          <p:spTgt spid="655375"/>
                                        </p:tgtEl>
                                        <p:attrNameLst>
                                          <p:attrName>style.visibility</p:attrName>
                                        </p:attrNameLst>
                                      </p:cBhvr>
                                      <p:to>
                                        <p:strVal val="visible"/>
                                      </p:to>
                                    </p:set>
                                    <p:animEffect transition="in" filter="dissolve">
                                      <p:cBhvr>
                                        <p:cTn id="59" dur="500"/>
                                        <p:tgtEl>
                                          <p:spTgt spid="655375"/>
                                        </p:tgtEl>
                                      </p:cBhvr>
                                    </p:animEffect>
                                  </p:childTnLst>
                                </p:cTn>
                              </p:par>
                            </p:childTnLst>
                          </p:cTn>
                        </p:par>
                        <p:par>
                          <p:cTn id="60" fill="hold" nodeType="afterGroup">
                            <p:stCondLst>
                              <p:cond delay="1500"/>
                            </p:stCondLst>
                            <p:childTnLst>
                              <p:par>
                                <p:cTn id="61" presetID="9" presetClass="entr" presetSubtype="0" fill="hold" grpId="0" nodeType="afterEffect">
                                  <p:stCondLst>
                                    <p:cond delay="0"/>
                                  </p:stCondLst>
                                  <p:childTnLst>
                                    <p:set>
                                      <p:cBhvr>
                                        <p:cTn id="62" dur="1" fill="hold">
                                          <p:stCondLst>
                                            <p:cond delay="0"/>
                                          </p:stCondLst>
                                        </p:cTn>
                                        <p:tgtEl>
                                          <p:spTgt spid="655376"/>
                                        </p:tgtEl>
                                        <p:attrNameLst>
                                          <p:attrName>style.visibility</p:attrName>
                                        </p:attrNameLst>
                                      </p:cBhvr>
                                      <p:to>
                                        <p:strVal val="visible"/>
                                      </p:to>
                                    </p:set>
                                    <p:animEffect transition="in" filter="dissolve">
                                      <p:cBhvr>
                                        <p:cTn id="63" dur="500"/>
                                        <p:tgtEl>
                                          <p:spTgt spid="65537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655378"/>
                                        </p:tgtEl>
                                        <p:attrNameLst>
                                          <p:attrName>style.visibility</p:attrName>
                                        </p:attrNameLst>
                                      </p:cBhvr>
                                      <p:to>
                                        <p:strVal val="visible"/>
                                      </p:to>
                                    </p:set>
                                    <p:animEffect transition="in" filter="dissolve">
                                      <p:cBhvr>
                                        <p:cTn id="68" dur="500"/>
                                        <p:tgtEl>
                                          <p:spTgt spid="655378"/>
                                        </p:tgtEl>
                                      </p:cBhvr>
                                    </p:animEffect>
                                  </p:childTnLst>
                                </p:cTn>
                              </p:par>
                            </p:childTnLst>
                          </p:cTn>
                        </p:par>
                        <p:par>
                          <p:cTn id="69" fill="hold" nodeType="afterGroup">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655379"/>
                                        </p:tgtEl>
                                        <p:attrNameLst>
                                          <p:attrName>style.visibility</p:attrName>
                                        </p:attrNameLst>
                                      </p:cBhvr>
                                      <p:to>
                                        <p:strVal val="visible"/>
                                      </p:to>
                                    </p:set>
                                    <p:animEffect transition="in" filter="dissolve">
                                      <p:cBhvr>
                                        <p:cTn id="72" dur="500"/>
                                        <p:tgtEl>
                                          <p:spTgt spid="655379"/>
                                        </p:tgtEl>
                                      </p:cBhvr>
                                    </p:animEffect>
                                  </p:childTnLst>
                                </p:cTn>
                              </p:par>
                            </p:childTnLst>
                          </p:cTn>
                        </p:par>
                        <p:par>
                          <p:cTn id="73" fill="hold" nodeType="afterGroup">
                            <p:stCondLst>
                              <p:cond delay="1000"/>
                            </p:stCondLst>
                            <p:childTnLst>
                              <p:par>
                                <p:cTn id="74" presetID="9" presetClass="entr" presetSubtype="0" fill="hold" grpId="0" nodeType="afterEffect">
                                  <p:stCondLst>
                                    <p:cond delay="2000"/>
                                  </p:stCondLst>
                                  <p:childTnLst>
                                    <p:set>
                                      <p:cBhvr>
                                        <p:cTn id="75" dur="1" fill="hold">
                                          <p:stCondLst>
                                            <p:cond delay="0"/>
                                          </p:stCondLst>
                                        </p:cTn>
                                        <p:tgtEl>
                                          <p:spTgt spid="655380"/>
                                        </p:tgtEl>
                                        <p:attrNameLst>
                                          <p:attrName>style.visibility</p:attrName>
                                        </p:attrNameLst>
                                      </p:cBhvr>
                                      <p:to>
                                        <p:strVal val="visible"/>
                                      </p:to>
                                    </p:set>
                                    <p:animEffect transition="in" filter="dissolve">
                                      <p:cBhvr>
                                        <p:cTn id="76" dur="500"/>
                                        <p:tgtEl>
                                          <p:spTgt spid="655380"/>
                                        </p:tgtEl>
                                      </p:cBhvr>
                                    </p:animEffect>
                                  </p:childTnLst>
                                </p:cTn>
                              </p:par>
                            </p:childTnLst>
                          </p:cTn>
                        </p:par>
                        <p:par>
                          <p:cTn id="77" fill="hold" nodeType="afterGroup">
                            <p:stCondLst>
                              <p:cond delay="3500"/>
                            </p:stCondLst>
                            <p:childTnLst>
                              <p:par>
                                <p:cTn id="78" presetID="9" presetClass="entr" presetSubtype="0" fill="hold" nodeType="afterEffect">
                                  <p:stCondLst>
                                    <p:cond delay="2000"/>
                                  </p:stCondLst>
                                  <p:childTnLst>
                                    <p:set>
                                      <p:cBhvr>
                                        <p:cTn id="79" dur="1" fill="hold">
                                          <p:stCondLst>
                                            <p:cond delay="0"/>
                                          </p:stCondLst>
                                        </p:cTn>
                                        <p:tgtEl>
                                          <p:spTgt spid="2"/>
                                        </p:tgtEl>
                                        <p:attrNameLst>
                                          <p:attrName>style.visibility</p:attrName>
                                        </p:attrNameLst>
                                      </p:cBhvr>
                                      <p:to>
                                        <p:strVal val="visible"/>
                                      </p:to>
                                    </p:set>
                                    <p:animEffect transition="in" filter="dissolve">
                                      <p:cBhvr>
                                        <p:cTn id="80" dur="500"/>
                                        <p:tgtEl>
                                          <p:spTgt spid="2"/>
                                        </p:tgtEl>
                                      </p:cBhvr>
                                    </p:animEffect>
                                  </p:childTnLst>
                                </p:cTn>
                              </p:par>
                            </p:childTnLst>
                          </p:cTn>
                        </p:par>
                        <p:par>
                          <p:cTn id="81" fill="hold" nodeType="afterGroup">
                            <p:stCondLst>
                              <p:cond delay="6000"/>
                            </p:stCondLst>
                            <p:childTnLst>
                              <p:par>
                                <p:cTn id="82" presetID="9" presetClass="entr" presetSubtype="0" fill="hold" grpId="0" nodeType="afterEffect">
                                  <p:stCondLst>
                                    <p:cond delay="3000"/>
                                  </p:stCondLst>
                                  <p:childTnLst>
                                    <p:set>
                                      <p:cBhvr>
                                        <p:cTn id="83" dur="1" fill="hold">
                                          <p:stCondLst>
                                            <p:cond delay="0"/>
                                          </p:stCondLst>
                                        </p:cTn>
                                        <p:tgtEl>
                                          <p:spTgt spid="655385"/>
                                        </p:tgtEl>
                                        <p:attrNameLst>
                                          <p:attrName>style.visibility</p:attrName>
                                        </p:attrNameLst>
                                      </p:cBhvr>
                                      <p:to>
                                        <p:strVal val="visible"/>
                                      </p:to>
                                    </p:set>
                                    <p:animEffect transition="in" filter="dissolve">
                                      <p:cBhvr>
                                        <p:cTn id="84" dur="500"/>
                                        <p:tgtEl>
                                          <p:spTgt spid="655385"/>
                                        </p:tgtEl>
                                      </p:cBhvr>
                                    </p:animEffect>
                                  </p:childTnLst>
                                </p:cTn>
                              </p:par>
                            </p:childTnLst>
                          </p:cTn>
                        </p:par>
                        <p:par>
                          <p:cTn id="85" fill="hold" nodeType="afterGroup">
                            <p:stCondLst>
                              <p:cond delay="9500"/>
                            </p:stCondLst>
                            <p:childTnLst>
                              <p:par>
                                <p:cTn id="86" presetID="9" presetClass="entr" presetSubtype="0" fill="hold" nodeType="after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dissolve">
                                      <p:cBhvr>
                                        <p:cTn id="88" dur="500"/>
                                        <p:tgtEl>
                                          <p:spTgt spid="3"/>
                                        </p:tgtEl>
                                      </p:cBhvr>
                                    </p:animEffect>
                                  </p:childTnLst>
                                </p:cTn>
                              </p:par>
                            </p:childTnLst>
                          </p:cTn>
                        </p:par>
                        <p:par>
                          <p:cTn id="89" fill="hold" nodeType="afterGroup">
                            <p:stCondLst>
                              <p:cond delay="10000"/>
                            </p:stCondLst>
                            <p:childTnLst>
                              <p:par>
                                <p:cTn id="90" presetID="9" presetClass="entr" presetSubtype="0" fill="hold" grpId="0" nodeType="afterEffect">
                                  <p:stCondLst>
                                    <p:cond delay="0"/>
                                  </p:stCondLst>
                                  <p:childTnLst>
                                    <p:set>
                                      <p:cBhvr>
                                        <p:cTn id="91" dur="1" fill="hold">
                                          <p:stCondLst>
                                            <p:cond delay="0"/>
                                          </p:stCondLst>
                                        </p:cTn>
                                        <p:tgtEl>
                                          <p:spTgt spid="655390"/>
                                        </p:tgtEl>
                                        <p:attrNameLst>
                                          <p:attrName>style.visibility</p:attrName>
                                        </p:attrNameLst>
                                      </p:cBhvr>
                                      <p:to>
                                        <p:strVal val="visible"/>
                                      </p:to>
                                    </p:set>
                                    <p:animEffect transition="in" filter="dissolve">
                                      <p:cBhvr>
                                        <p:cTn id="92" dur="500"/>
                                        <p:tgtEl>
                                          <p:spTgt spid="655390"/>
                                        </p:tgtEl>
                                      </p:cBhvr>
                                    </p:animEffect>
                                  </p:childTnLst>
                                </p:cTn>
                              </p:par>
                            </p:childTnLst>
                          </p:cTn>
                        </p:par>
                        <p:par>
                          <p:cTn id="93" fill="hold" nodeType="afterGroup">
                            <p:stCondLst>
                              <p:cond delay="10500"/>
                            </p:stCondLst>
                            <p:childTnLst>
                              <p:par>
                                <p:cTn id="94" presetID="9" presetClass="entr" presetSubtype="0" fill="hold" grpId="0" nodeType="afterEffect">
                                  <p:stCondLst>
                                    <p:cond delay="0"/>
                                  </p:stCondLst>
                                  <p:childTnLst>
                                    <p:set>
                                      <p:cBhvr>
                                        <p:cTn id="95" dur="1" fill="hold">
                                          <p:stCondLst>
                                            <p:cond delay="0"/>
                                          </p:stCondLst>
                                        </p:cTn>
                                        <p:tgtEl>
                                          <p:spTgt spid="655391"/>
                                        </p:tgtEl>
                                        <p:attrNameLst>
                                          <p:attrName>style.visibility</p:attrName>
                                        </p:attrNameLst>
                                      </p:cBhvr>
                                      <p:to>
                                        <p:strVal val="visible"/>
                                      </p:to>
                                    </p:set>
                                    <p:animEffect transition="in" filter="dissolve">
                                      <p:cBhvr>
                                        <p:cTn id="96" dur="500"/>
                                        <p:tgtEl>
                                          <p:spTgt spid="655391"/>
                                        </p:tgtEl>
                                      </p:cBhvr>
                                    </p:animEffect>
                                  </p:childTnLst>
                                </p:cTn>
                              </p:par>
                            </p:childTnLst>
                          </p:cTn>
                        </p:par>
                        <p:par>
                          <p:cTn id="97" fill="hold" nodeType="afterGroup">
                            <p:stCondLst>
                              <p:cond delay="11000"/>
                            </p:stCondLst>
                            <p:childTnLst>
                              <p:par>
                                <p:cTn id="98" presetID="9" presetClass="entr" presetSubtype="0" fill="hold" nodeType="afterEffect">
                                  <p:stCondLst>
                                    <p:cond delay="0"/>
                                  </p:stCondLst>
                                  <p:childTnLst>
                                    <p:set>
                                      <p:cBhvr>
                                        <p:cTn id="99" dur="1" fill="hold">
                                          <p:stCondLst>
                                            <p:cond delay="0"/>
                                          </p:stCondLst>
                                        </p:cTn>
                                        <p:tgtEl>
                                          <p:spTgt spid="4"/>
                                        </p:tgtEl>
                                        <p:attrNameLst>
                                          <p:attrName>style.visibility</p:attrName>
                                        </p:attrNameLst>
                                      </p:cBhvr>
                                      <p:to>
                                        <p:strVal val="visible"/>
                                      </p:to>
                                    </p:set>
                                    <p:animEffect transition="in" filter="dissolve">
                                      <p:cBhvr>
                                        <p:cTn id="100" dur="500"/>
                                        <p:tgtEl>
                                          <p:spTgt spid="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 presetClass="entr" presetSubtype="8" fill="hold" grpId="0" nodeType="clickEffect">
                                  <p:stCondLst>
                                    <p:cond delay="0"/>
                                  </p:stCondLst>
                                  <p:childTnLst>
                                    <p:set>
                                      <p:cBhvr>
                                        <p:cTn id="104" dur="1" fill="hold">
                                          <p:stCondLst>
                                            <p:cond delay="0"/>
                                          </p:stCondLst>
                                        </p:cTn>
                                        <p:tgtEl>
                                          <p:spTgt spid="655396"/>
                                        </p:tgtEl>
                                        <p:attrNameLst>
                                          <p:attrName>style.visibility</p:attrName>
                                        </p:attrNameLst>
                                      </p:cBhvr>
                                      <p:to>
                                        <p:strVal val="visible"/>
                                      </p:to>
                                    </p:set>
                                    <p:anim calcmode="lin" valueType="num">
                                      <p:cBhvr additive="base">
                                        <p:cTn id="105" dur="500" fill="hold"/>
                                        <p:tgtEl>
                                          <p:spTgt spid="655396"/>
                                        </p:tgtEl>
                                        <p:attrNameLst>
                                          <p:attrName>ppt_x</p:attrName>
                                        </p:attrNameLst>
                                      </p:cBhvr>
                                      <p:tavLst>
                                        <p:tav tm="0">
                                          <p:val>
                                            <p:strVal val="0-#ppt_w/2"/>
                                          </p:val>
                                        </p:tav>
                                        <p:tav tm="100000">
                                          <p:val>
                                            <p:strVal val="#ppt_x"/>
                                          </p:val>
                                        </p:tav>
                                      </p:tavLst>
                                    </p:anim>
                                    <p:anim calcmode="lin" valueType="num">
                                      <p:cBhvr additive="base">
                                        <p:cTn id="106" dur="500" fill="hold"/>
                                        <p:tgtEl>
                                          <p:spTgt spid="6553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5" grpId="0" autoUpdateAnimBg="0"/>
      <p:bldP spid="655366" grpId="0" autoUpdateAnimBg="0"/>
      <p:bldP spid="655367" grpId="0" animBg="1"/>
      <p:bldP spid="655368" grpId="0" autoUpdateAnimBg="0"/>
      <p:bldP spid="655369" grpId="0" autoUpdateAnimBg="0"/>
      <p:bldP spid="655370" grpId="0" autoUpdateAnimBg="0"/>
      <p:bldP spid="655371" grpId="0" animBg="1"/>
      <p:bldP spid="655372" grpId="0" autoUpdateAnimBg="0"/>
      <p:bldP spid="655373" grpId="0" autoUpdateAnimBg="0"/>
      <p:bldP spid="655374" grpId="0" autoUpdateAnimBg="0"/>
      <p:bldP spid="655375" grpId="0" animBg="1"/>
      <p:bldP spid="655376" grpId="0" autoUpdateAnimBg="0"/>
      <p:bldP spid="655378" grpId="0" autoUpdateAnimBg="0"/>
      <p:bldP spid="655379" grpId="0" autoUpdateAnimBg="0"/>
      <p:bldP spid="655380" grpId="0" autoUpdateAnimBg="0"/>
      <p:bldP spid="655385" grpId="0" autoUpdateAnimBg="0"/>
      <p:bldP spid="655390" grpId="0" autoUpdateAnimBg="0"/>
      <p:bldP spid="655391" grpId="0" autoUpdateAnimBg="0"/>
      <p:bldP spid="655396" grpId="0" autoUpdateAnimBg="0"/>
      <p:bldP spid="65539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BCFC362-004A-4831-8B80-8A29155C85EE}" type="slidenum">
              <a:rPr lang="zh-CN" altLang="en-US" b="0" i="0" smtClean="0"/>
              <a:pPr/>
              <a:t>48</a:t>
            </a:fld>
            <a:endParaRPr lang="en-US" altLang="zh-CN" b="0" i="0" smtClean="0"/>
          </a:p>
        </p:txBody>
      </p:sp>
      <p:sp>
        <p:nvSpPr>
          <p:cNvPr id="6656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BCC3DE3-E4A3-44BB-9215-62E9DBA5F667}" type="datetime1">
              <a:rPr lang="zh-CN" altLang="en-US" sz="1800" i="0" smtClean="0"/>
              <a:pPr/>
              <a:t>2024/10/20</a:t>
            </a:fld>
            <a:endParaRPr lang="en-US" altLang="zh-CN" sz="1800" i="0" smtClean="0"/>
          </a:p>
        </p:txBody>
      </p:sp>
      <p:sp>
        <p:nvSpPr>
          <p:cNvPr id="656386" name="Rectangle 2"/>
          <p:cNvSpPr>
            <a:spLocks noGrp="1" noChangeArrowheads="1"/>
          </p:cNvSpPr>
          <p:nvPr>
            <p:ph type="title"/>
          </p:nvPr>
        </p:nvSpPr>
        <p:spPr>
          <a:xfrm>
            <a:off x="650875" y="255588"/>
            <a:ext cx="8820150" cy="658812"/>
          </a:xfrm>
        </p:spPr>
        <p:txBody>
          <a:bodyPr/>
          <a:lstStyle/>
          <a:p>
            <a:pPr>
              <a:defRPr/>
            </a:pPr>
            <a:r>
              <a:rPr lang="zh-CN" altLang="en-US" sz="4800" smtClean="0"/>
              <a:t>§2.2 牛顿前插公式</a:t>
            </a:r>
          </a:p>
        </p:txBody>
      </p:sp>
      <p:graphicFrame>
        <p:nvGraphicFramePr>
          <p:cNvPr id="656387" name="Object 3"/>
          <p:cNvGraphicFramePr>
            <a:graphicFrameLocks noChangeAspect="1"/>
          </p:cNvGraphicFramePr>
          <p:nvPr/>
        </p:nvGraphicFramePr>
        <p:xfrm>
          <a:off x="609600" y="914400"/>
          <a:ext cx="1524000" cy="1017588"/>
        </p:xfrm>
        <a:graphic>
          <a:graphicData uri="http://schemas.openxmlformats.org/presentationml/2006/ole">
            <mc:AlternateContent xmlns:mc="http://schemas.openxmlformats.org/markup-compatibility/2006">
              <mc:Choice xmlns:v="urn:schemas-microsoft-com:vml" Requires="v">
                <p:oleObj spid="_x0000_s66730" name="Equation" r:id="rId3" imgW="609636" imgH="343008" progId="Equation.3">
                  <p:embed/>
                </p:oleObj>
              </mc:Choice>
              <mc:Fallback>
                <p:oleObj name="Equation" r:id="rId3" imgW="609636" imgH="343008"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914400"/>
                        <a:ext cx="1524000" cy="1017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6388" name="Rectangle 4"/>
          <p:cNvSpPr>
            <a:spLocks noChangeArrowheads="1"/>
          </p:cNvSpPr>
          <p:nvPr/>
        </p:nvSpPr>
        <p:spPr bwMode="auto">
          <a:xfrm>
            <a:off x="2689225" y="1011238"/>
            <a:ext cx="34004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i </a:t>
            </a:r>
            <a:r>
              <a:rPr lang="en-US" altLang="zh-CN" sz="3200" i="0">
                <a:latin typeface="Times New Roman" pitchFamily="18" charset="0"/>
              </a:rPr>
              <a:t>= (</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i</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endParaRPr lang="zh-CN" altLang="en-US" sz="3200" i="0">
              <a:latin typeface="Times New Roman" pitchFamily="18" charset="0"/>
            </a:endParaRPr>
          </a:p>
        </p:txBody>
      </p:sp>
      <p:sp>
        <p:nvSpPr>
          <p:cNvPr id="656389" name="Rectangle 5"/>
          <p:cNvSpPr>
            <a:spLocks noChangeArrowheads="1"/>
          </p:cNvSpPr>
          <p:nvPr/>
        </p:nvSpPr>
        <p:spPr bwMode="auto">
          <a:xfrm>
            <a:off x="5970588" y="1012825"/>
            <a:ext cx="13731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 (</a:t>
            </a:r>
            <a:r>
              <a:rPr lang="en-US" altLang="zh-CN" sz="3200">
                <a:latin typeface="Times New Roman" pitchFamily="18" charset="0"/>
              </a:rPr>
              <a:t>t</a:t>
            </a:r>
            <a:r>
              <a:rPr lang="en-US" altLang="zh-CN" sz="3200" i="0">
                <a:latin typeface="Times New Roman" pitchFamily="18" charset="0"/>
              </a:rPr>
              <a:t>-</a:t>
            </a:r>
            <a:r>
              <a:rPr lang="en-US" altLang="zh-CN" sz="3200">
                <a:latin typeface="Times New Roman" pitchFamily="18" charset="0"/>
              </a:rPr>
              <a:t>i</a:t>
            </a:r>
            <a:r>
              <a:rPr lang="en-US" altLang="zh-CN" sz="3200" i="0">
                <a:latin typeface="Times New Roman" pitchFamily="18" charset="0"/>
              </a:rPr>
              <a:t>)</a:t>
            </a:r>
            <a:r>
              <a:rPr lang="en-US" altLang="zh-CN" sz="3200">
                <a:latin typeface="Times New Roman" pitchFamily="18" charset="0"/>
              </a:rPr>
              <a:t>h</a:t>
            </a:r>
            <a:endParaRPr lang="zh-CN" altLang="en-US" sz="3200">
              <a:latin typeface="Times New Roman" pitchFamily="18" charset="0"/>
            </a:endParaRPr>
          </a:p>
        </p:txBody>
      </p:sp>
      <p:sp>
        <p:nvSpPr>
          <p:cNvPr id="656390" name="AutoShape 6"/>
          <p:cNvSpPr>
            <a:spLocks noChangeArrowheads="1"/>
          </p:cNvSpPr>
          <p:nvPr/>
        </p:nvSpPr>
        <p:spPr bwMode="auto">
          <a:xfrm>
            <a:off x="330200" y="2957513"/>
            <a:ext cx="660400" cy="609600"/>
          </a:xfrm>
          <a:prstGeom prst="rightArrow">
            <a:avLst>
              <a:gd name="adj1" fmla="val 50000"/>
              <a:gd name="adj2" fmla="val 27083"/>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6391" name="Rectangle 7"/>
          <p:cNvSpPr>
            <a:spLocks noChangeArrowheads="1"/>
          </p:cNvSpPr>
          <p:nvPr/>
        </p:nvSpPr>
        <p:spPr bwMode="auto">
          <a:xfrm>
            <a:off x="1073150" y="2895600"/>
            <a:ext cx="1139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P</a:t>
            </a:r>
            <a:r>
              <a:rPr lang="en-US" altLang="zh-CN" sz="3200" i="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
        <p:nvSpPr>
          <p:cNvPr id="656392" name="Rectangle 8"/>
          <p:cNvSpPr>
            <a:spLocks noChangeArrowheads="1"/>
          </p:cNvSpPr>
          <p:nvPr/>
        </p:nvSpPr>
        <p:spPr bwMode="auto">
          <a:xfrm>
            <a:off x="2019300" y="2925763"/>
            <a:ext cx="790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56393" name="Rectangle 9"/>
          <p:cNvSpPr>
            <a:spLocks noChangeArrowheads="1"/>
          </p:cNvSpPr>
          <p:nvPr/>
        </p:nvSpPr>
        <p:spPr bwMode="auto">
          <a:xfrm>
            <a:off x="2632075" y="2925763"/>
            <a:ext cx="8556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 th</a:t>
            </a:r>
            <a:endParaRPr lang="zh-CN" altLang="en-US" sz="3200" i="0">
              <a:latin typeface="Times New Roman" pitchFamily="18" charset="0"/>
            </a:endParaRPr>
          </a:p>
        </p:txBody>
      </p:sp>
      <p:grpSp>
        <p:nvGrpSpPr>
          <p:cNvPr id="2" name="Group 10"/>
          <p:cNvGrpSpPr>
            <a:grpSpLocks/>
          </p:cNvGrpSpPr>
          <p:nvPr/>
        </p:nvGrpSpPr>
        <p:grpSpPr bwMode="auto">
          <a:xfrm>
            <a:off x="3519488" y="2728913"/>
            <a:ext cx="938212" cy="990600"/>
            <a:chOff x="1998" y="3120"/>
            <a:chExt cx="546" cy="624"/>
          </a:xfrm>
        </p:grpSpPr>
        <p:sp>
          <p:nvSpPr>
            <p:cNvPr id="66631" name="Rectangle 11"/>
            <p:cNvSpPr>
              <a:spLocks noChangeArrowheads="1"/>
            </p:cNvSpPr>
            <p:nvPr/>
          </p:nvSpPr>
          <p:spPr bwMode="auto">
            <a:xfrm>
              <a:off x="1998" y="3120"/>
              <a:ext cx="45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632" name="Line 12"/>
            <p:cNvSpPr>
              <a:spLocks noChangeShapeType="1"/>
            </p:cNvSpPr>
            <p:nvPr/>
          </p:nvSpPr>
          <p:spPr bwMode="auto">
            <a:xfrm>
              <a:off x="2016" y="3465"/>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33" name="Rectangle 13"/>
            <p:cNvSpPr>
              <a:spLocks noChangeArrowheads="1"/>
            </p:cNvSpPr>
            <p:nvPr/>
          </p:nvSpPr>
          <p:spPr bwMode="auto">
            <a:xfrm>
              <a:off x="2018" y="3417"/>
              <a:ext cx="4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grpSp>
      <p:sp>
        <p:nvSpPr>
          <p:cNvPr id="656398" name="Rectangle 14"/>
          <p:cNvSpPr>
            <a:spLocks noChangeArrowheads="1"/>
          </p:cNvSpPr>
          <p:nvPr/>
        </p:nvSpPr>
        <p:spPr bwMode="auto">
          <a:xfrm>
            <a:off x="4464050" y="2925763"/>
            <a:ext cx="19526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r>
              <a:rPr lang="en-US" altLang="zh-CN" sz="3200" i="0">
                <a:latin typeface="Times New Roman" pitchFamily="18" charset="0"/>
              </a:rPr>
              <a:t> </a:t>
            </a:r>
            <a:r>
              <a:rPr lang="en-US" altLang="zh-CN" sz="3200">
                <a:latin typeface="Times New Roman" pitchFamily="18" charset="0"/>
              </a:rPr>
              <a:t>th</a:t>
            </a:r>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-1)</a:t>
            </a:r>
            <a:r>
              <a:rPr lang="en-US" altLang="zh-CN" sz="3200">
                <a:latin typeface="Times New Roman" pitchFamily="18" charset="0"/>
              </a:rPr>
              <a:t>h</a:t>
            </a:r>
            <a:endParaRPr lang="zh-CN" altLang="en-US" sz="3200">
              <a:latin typeface="Times New Roman" pitchFamily="18" charset="0"/>
            </a:endParaRPr>
          </a:p>
        </p:txBody>
      </p:sp>
      <p:grpSp>
        <p:nvGrpSpPr>
          <p:cNvPr id="3" name="Group 15"/>
          <p:cNvGrpSpPr>
            <a:grpSpLocks/>
          </p:cNvGrpSpPr>
          <p:nvPr/>
        </p:nvGrpSpPr>
        <p:grpSpPr bwMode="auto">
          <a:xfrm>
            <a:off x="6373813" y="2605088"/>
            <a:ext cx="973137" cy="1052512"/>
            <a:chOff x="3850" y="3033"/>
            <a:chExt cx="566" cy="663"/>
          </a:xfrm>
        </p:grpSpPr>
        <p:sp>
          <p:nvSpPr>
            <p:cNvPr id="66628" name="Rectangle 16"/>
            <p:cNvSpPr>
              <a:spLocks noChangeArrowheads="1"/>
            </p:cNvSpPr>
            <p:nvPr/>
          </p:nvSpPr>
          <p:spPr bwMode="auto">
            <a:xfrm>
              <a:off x="3850" y="3033"/>
              <a:ext cx="52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629" name="Line 17"/>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30" name="Rectangle 18"/>
            <p:cNvSpPr>
              <a:spLocks noChangeArrowheads="1"/>
            </p:cNvSpPr>
            <p:nvPr/>
          </p:nvSpPr>
          <p:spPr bwMode="auto">
            <a:xfrm>
              <a:off x="3870" y="3369"/>
              <a:ext cx="5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sp>
        <p:nvSpPr>
          <p:cNvPr id="656403" name="Rectangle 19"/>
          <p:cNvSpPr>
            <a:spLocks noChangeArrowheads="1"/>
          </p:cNvSpPr>
          <p:nvPr/>
        </p:nvSpPr>
        <p:spPr bwMode="auto">
          <a:xfrm>
            <a:off x="2586038" y="3567113"/>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endParaRPr lang="zh-CN" altLang="en-US" sz="3200">
              <a:latin typeface="Times New Roman" pitchFamily="18" charset="0"/>
            </a:endParaRPr>
          </a:p>
        </p:txBody>
      </p:sp>
      <p:grpSp>
        <p:nvGrpSpPr>
          <p:cNvPr id="4" name="Group 20"/>
          <p:cNvGrpSpPr>
            <a:grpSpLocks/>
          </p:cNvGrpSpPr>
          <p:nvPr/>
        </p:nvGrpSpPr>
        <p:grpSpPr bwMode="auto">
          <a:xfrm>
            <a:off x="7275513" y="3276600"/>
            <a:ext cx="979487" cy="1052513"/>
            <a:chOff x="3846" y="3033"/>
            <a:chExt cx="570" cy="663"/>
          </a:xfrm>
        </p:grpSpPr>
        <p:sp>
          <p:nvSpPr>
            <p:cNvPr id="66625" name="Rectangle 21"/>
            <p:cNvSpPr>
              <a:spLocks noChangeArrowheads="1"/>
            </p:cNvSpPr>
            <p:nvPr/>
          </p:nvSpPr>
          <p:spPr bwMode="auto">
            <a:xfrm>
              <a:off x="3846" y="3033"/>
              <a:ext cx="5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2800" i="0" baseline="30000">
                  <a:latin typeface="Times New Roman" pitchFamily="18" charset="0"/>
                  <a:sym typeface="Symbol" pitchFamily="18" charset="2"/>
                </a:rPr>
                <a:t>n</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626" name="Line 22"/>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27" name="Rectangle 23"/>
            <p:cNvSpPr>
              <a:spLocks noChangeArrowheads="1"/>
            </p:cNvSpPr>
            <p:nvPr/>
          </p:nvSpPr>
          <p:spPr bwMode="auto">
            <a:xfrm>
              <a:off x="3880" y="3369"/>
              <a:ext cx="48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n!</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n</a:t>
              </a:r>
              <a:endParaRPr lang="zh-CN" altLang="en-US" sz="2800" i="0" baseline="30000">
                <a:latin typeface="Times New Roman" pitchFamily="18" charset="0"/>
                <a:sym typeface="Symbol" pitchFamily="18" charset="2"/>
              </a:endParaRPr>
            </a:p>
          </p:txBody>
        </p:sp>
      </p:grpSp>
      <p:grpSp>
        <p:nvGrpSpPr>
          <p:cNvPr id="5" name="Group 24"/>
          <p:cNvGrpSpPr>
            <a:grpSpLocks/>
          </p:cNvGrpSpPr>
          <p:nvPr/>
        </p:nvGrpSpPr>
        <p:grpSpPr bwMode="auto">
          <a:xfrm>
            <a:off x="3687763" y="3581400"/>
            <a:ext cx="3587750" cy="579438"/>
            <a:chOff x="1558" y="2553"/>
            <a:chExt cx="2086" cy="365"/>
          </a:xfrm>
        </p:grpSpPr>
        <p:sp>
          <p:nvSpPr>
            <p:cNvPr id="66623" name="Rectangle 25"/>
            <p:cNvSpPr>
              <a:spLocks noChangeArrowheads="1"/>
            </p:cNvSpPr>
            <p:nvPr/>
          </p:nvSpPr>
          <p:spPr bwMode="auto">
            <a:xfrm>
              <a:off x="1558" y="2553"/>
              <a:ext cx="208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th</a:t>
              </a:r>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-1)</a:t>
              </a:r>
              <a:r>
                <a:rPr lang="en-US" altLang="zh-CN" sz="3200">
                  <a:latin typeface="Times New Roman" pitchFamily="18" charset="0"/>
                </a:rPr>
                <a:t>h</a:t>
              </a:r>
              <a:r>
                <a:rPr lang="en-US" altLang="zh-CN" sz="3200" i="0">
                  <a:latin typeface="Times New Roman" pitchFamily="18" charset="0"/>
                </a:rPr>
                <a:t> … (</a:t>
              </a:r>
              <a:r>
                <a:rPr lang="en-US" altLang="zh-CN" sz="3200">
                  <a:latin typeface="Times New Roman" pitchFamily="18" charset="0"/>
                </a:rPr>
                <a:t>t </a:t>
              </a:r>
              <a:r>
                <a:rPr lang="en-US" altLang="zh-CN" sz="3200" i="0">
                  <a:latin typeface="Times New Roman" pitchFamily="18" charset="0"/>
                </a:rPr>
                <a:t>- </a:t>
              </a:r>
              <a:r>
                <a:rPr lang="en-US" altLang="zh-CN" sz="3200">
                  <a:latin typeface="Times New Roman" pitchFamily="18" charset="0"/>
                </a:rPr>
                <a:t>n</a:t>
              </a:r>
              <a:r>
                <a:rPr lang="en-US" altLang="zh-CN" sz="3200" i="0">
                  <a:latin typeface="Times New Roman" pitchFamily="18" charset="0"/>
                </a:rPr>
                <a:t>-1)</a:t>
              </a:r>
              <a:r>
                <a:rPr lang="en-US" altLang="zh-CN" sz="3200">
                  <a:latin typeface="Times New Roman" pitchFamily="18" charset="0"/>
                </a:rPr>
                <a:t>h</a:t>
              </a:r>
              <a:endParaRPr lang="zh-CN" altLang="en-US" sz="3200">
                <a:latin typeface="Times New Roman" pitchFamily="18" charset="0"/>
              </a:endParaRPr>
            </a:p>
          </p:txBody>
        </p:sp>
        <p:sp>
          <p:nvSpPr>
            <p:cNvPr id="66624" name="Line 26"/>
            <p:cNvSpPr>
              <a:spLocks noChangeShapeType="1"/>
            </p:cNvSpPr>
            <p:nvPr/>
          </p:nvSpPr>
          <p:spPr bwMode="auto">
            <a:xfrm>
              <a:off x="3072" y="2592"/>
              <a:ext cx="2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27"/>
          <p:cNvGrpSpPr>
            <a:grpSpLocks/>
          </p:cNvGrpSpPr>
          <p:nvPr/>
        </p:nvGrpSpPr>
        <p:grpSpPr bwMode="auto">
          <a:xfrm>
            <a:off x="42863" y="3886200"/>
            <a:ext cx="9863137" cy="1143000"/>
            <a:chOff x="25" y="2487"/>
            <a:chExt cx="5735" cy="720"/>
          </a:xfrm>
        </p:grpSpPr>
        <p:grpSp>
          <p:nvGrpSpPr>
            <p:cNvPr id="66602" name="Group 28"/>
            <p:cNvGrpSpPr>
              <a:grpSpLocks/>
            </p:cNvGrpSpPr>
            <p:nvPr/>
          </p:nvGrpSpPr>
          <p:grpSpPr bwMode="auto">
            <a:xfrm>
              <a:off x="5210" y="2487"/>
              <a:ext cx="550" cy="663"/>
              <a:chOff x="3866" y="3033"/>
              <a:chExt cx="550" cy="663"/>
            </a:xfrm>
          </p:grpSpPr>
          <p:sp>
            <p:nvSpPr>
              <p:cNvPr id="66620" name="Rectangle 29"/>
              <p:cNvSpPr>
                <a:spLocks noChangeArrowheads="1"/>
              </p:cNvSpPr>
              <p:nvPr/>
            </p:nvSpPr>
            <p:spPr bwMode="auto">
              <a:xfrm>
                <a:off x="3866" y="3033"/>
                <a:ext cx="49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2800" i="0" baseline="30000">
                    <a:latin typeface="Times New Roman" pitchFamily="18" charset="0"/>
                    <a:sym typeface="Symbol" pitchFamily="18" charset="2"/>
                  </a:rPr>
                  <a:t>n</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621" name="Line 30"/>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22" name="Rectangle 31"/>
              <p:cNvSpPr>
                <a:spLocks noChangeArrowheads="1"/>
              </p:cNvSpPr>
              <p:nvPr/>
            </p:nvSpPr>
            <p:spPr bwMode="auto">
              <a:xfrm>
                <a:off x="3977" y="3369"/>
                <a:ext cx="2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n!</a:t>
                </a:r>
                <a:endParaRPr lang="zh-CN" altLang="en-US" sz="2800" i="0" baseline="30000">
                  <a:latin typeface="Times New Roman" pitchFamily="18" charset="0"/>
                  <a:sym typeface="Symbol" pitchFamily="18" charset="2"/>
                </a:endParaRPr>
              </a:p>
            </p:txBody>
          </p:sp>
        </p:grpSp>
        <p:grpSp>
          <p:nvGrpSpPr>
            <p:cNvPr id="66603" name="Group 32"/>
            <p:cNvGrpSpPr>
              <a:grpSpLocks/>
            </p:cNvGrpSpPr>
            <p:nvPr/>
          </p:nvGrpSpPr>
          <p:grpSpPr bwMode="auto">
            <a:xfrm>
              <a:off x="25" y="2535"/>
              <a:ext cx="5232" cy="672"/>
              <a:chOff x="25" y="2535"/>
              <a:chExt cx="5232" cy="672"/>
            </a:xfrm>
          </p:grpSpPr>
          <p:sp>
            <p:nvSpPr>
              <p:cNvPr id="66604" name="Rectangle 33"/>
              <p:cNvSpPr>
                <a:spLocks noChangeArrowheads="1"/>
              </p:cNvSpPr>
              <p:nvPr/>
            </p:nvSpPr>
            <p:spPr bwMode="auto">
              <a:xfrm>
                <a:off x="25" y="2688"/>
                <a:ext cx="6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P</a:t>
                </a:r>
                <a:r>
                  <a:rPr lang="en-US" altLang="zh-CN" sz="3200" i="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
            <p:nvSpPr>
              <p:cNvPr id="66605" name="Rectangle 34"/>
              <p:cNvSpPr>
                <a:spLocks noChangeArrowheads="1"/>
              </p:cNvSpPr>
              <p:nvPr/>
            </p:nvSpPr>
            <p:spPr bwMode="auto">
              <a:xfrm>
                <a:off x="568" y="2707"/>
                <a:ext cx="42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606" name="Rectangle 35"/>
              <p:cNvSpPr>
                <a:spLocks noChangeArrowheads="1"/>
              </p:cNvSpPr>
              <p:nvPr/>
            </p:nvSpPr>
            <p:spPr bwMode="auto">
              <a:xfrm>
                <a:off x="879" y="2707"/>
                <a:ext cx="36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 t</a:t>
                </a:r>
                <a:endParaRPr lang="zh-CN" altLang="en-US" sz="3200" i="0">
                  <a:latin typeface="Times New Roman" pitchFamily="18" charset="0"/>
                </a:endParaRPr>
              </a:p>
            </p:txBody>
          </p:sp>
          <p:grpSp>
            <p:nvGrpSpPr>
              <p:cNvPr id="66607" name="Group 36"/>
              <p:cNvGrpSpPr>
                <a:grpSpLocks/>
              </p:cNvGrpSpPr>
              <p:nvPr/>
            </p:nvGrpSpPr>
            <p:grpSpPr bwMode="auto">
              <a:xfrm>
                <a:off x="1247" y="2583"/>
                <a:ext cx="529" cy="624"/>
                <a:chOff x="2015" y="3120"/>
                <a:chExt cx="529" cy="624"/>
              </a:xfrm>
            </p:grpSpPr>
            <p:sp>
              <p:nvSpPr>
                <p:cNvPr id="66617" name="Rectangle 37"/>
                <p:cNvSpPr>
                  <a:spLocks noChangeArrowheads="1"/>
                </p:cNvSpPr>
                <p:nvPr/>
              </p:nvSpPr>
              <p:spPr bwMode="auto">
                <a:xfrm>
                  <a:off x="2015" y="3120"/>
                  <a:ext cx="4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618" name="Line 38"/>
                <p:cNvSpPr>
                  <a:spLocks noChangeShapeType="1"/>
                </p:cNvSpPr>
                <p:nvPr/>
              </p:nvSpPr>
              <p:spPr bwMode="auto">
                <a:xfrm>
                  <a:off x="2016" y="3465"/>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9" name="Rectangle 39"/>
                <p:cNvSpPr>
                  <a:spLocks noChangeArrowheads="1"/>
                </p:cNvSpPr>
                <p:nvPr/>
              </p:nvSpPr>
              <p:spPr bwMode="auto">
                <a:xfrm>
                  <a:off x="2092" y="3417"/>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endParaRPr lang="zh-CN" altLang="en-US" sz="2800">
                    <a:latin typeface="Times New Roman" pitchFamily="18" charset="0"/>
                    <a:sym typeface="Symbol" pitchFamily="18" charset="2"/>
                  </a:endParaRPr>
                </a:p>
              </p:txBody>
            </p:sp>
          </p:grpSp>
          <p:sp>
            <p:nvSpPr>
              <p:cNvPr id="66608" name="Rectangle 40"/>
              <p:cNvSpPr>
                <a:spLocks noChangeArrowheads="1"/>
              </p:cNvSpPr>
              <p:nvPr/>
            </p:nvSpPr>
            <p:spPr bwMode="auto">
              <a:xfrm>
                <a:off x="1608" y="2707"/>
                <a:ext cx="96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  +</a:t>
                </a:r>
                <a:r>
                  <a:rPr lang="en-US" altLang="zh-CN" sz="3200" i="0">
                    <a:latin typeface="Times New Roman" pitchFamily="18" charset="0"/>
                  </a:rPr>
                  <a:t> </a:t>
                </a:r>
                <a:r>
                  <a:rPr lang="en-US" altLang="zh-CN" sz="3200">
                    <a:latin typeface="Times New Roman" pitchFamily="18" charset="0"/>
                  </a:rPr>
                  <a:t>t </a:t>
                </a:r>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-1)</a:t>
                </a:r>
                <a:endParaRPr lang="zh-CN" altLang="en-US" sz="3200">
                  <a:latin typeface="Times New Roman" pitchFamily="18" charset="0"/>
                </a:endParaRPr>
              </a:p>
            </p:txBody>
          </p:sp>
          <p:grpSp>
            <p:nvGrpSpPr>
              <p:cNvPr id="66609" name="Group 41"/>
              <p:cNvGrpSpPr>
                <a:grpSpLocks/>
              </p:cNvGrpSpPr>
              <p:nvPr/>
            </p:nvGrpSpPr>
            <p:grpSpPr bwMode="auto">
              <a:xfrm>
                <a:off x="2468" y="2535"/>
                <a:ext cx="546" cy="663"/>
                <a:chOff x="3870" y="3033"/>
                <a:chExt cx="546" cy="663"/>
              </a:xfrm>
            </p:grpSpPr>
            <p:sp>
              <p:nvSpPr>
                <p:cNvPr id="66614" name="Rectangle 42"/>
                <p:cNvSpPr>
                  <a:spLocks noChangeArrowheads="1"/>
                </p:cNvSpPr>
                <p:nvPr/>
              </p:nvSpPr>
              <p:spPr bwMode="auto">
                <a:xfrm>
                  <a:off x="3870" y="3033"/>
                  <a:ext cx="4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615" name="Line 43"/>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6" name="Rectangle 44"/>
                <p:cNvSpPr>
                  <a:spLocks noChangeArrowheads="1"/>
                </p:cNvSpPr>
                <p:nvPr/>
              </p:nvSpPr>
              <p:spPr bwMode="auto">
                <a:xfrm>
                  <a:off x="3981" y="3369"/>
                  <a:ext cx="2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sp>
            <p:nvSpPr>
              <p:cNvPr id="66610" name="Rectangle 45"/>
              <p:cNvSpPr>
                <a:spLocks noChangeArrowheads="1"/>
              </p:cNvSpPr>
              <p:nvPr/>
            </p:nvSpPr>
            <p:spPr bwMode="auto">
              <a:xfrm>
                <a:off x="2847" y="2746"/>
                <a:ext cx="73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  +…+</a:t>
                </a:r>
                <a:endParaRPr lang="zh-CN" altLang="en-US" sz="3200">
                  <a:latin typeface="Times New Roman" pitchFamily="18" charset="0"/>
                </a:endParaRPr>
              </a:p>
            </p:txBody>
          </p:sp>
          <p:grpSp>
            <p:nvGrpSpPr>
              <p:cNvPr id="66611" name="Group 46"/>
              <p:cNvGrpSpPr>
                <a:grpSpLocks/>
              </p:cNvGrpSpPr>
              <p:nvPr/>
            </p:nvGrpSpPr>
            <p:grpSpPr bwMode="auto">
              <a:xfrm>
                <a:off x="3446" y="2736"/>
                <a:ext cx="1811" cy="365"/>
                <a:chOff x="1695" y="2553"/>
                <a:chExt cx="1811" cy="365"/>
              </a:xfrm>
            </p:grpSpPr>
            <p:sp>
              <p:nvSpPr>
                <p:cNvPr id="66612" name="Rectangle 47"/>
                <p:cNvSpPr>
                  <a:spLocks noChangeArrowheads="1"/>
                </p:cNvSpPr>
                <p:nvPr/>
              </p:nvSpPr>
              <p:spPr bwMode="auto">
                <a:xfrm>
                  <a:off x="1695" y="2553"/>
                  <a:ext cx="181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  t </a:t>
                  </a:r>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-1) … (</a:t>
                  </a:r>
                  <a:r>
                    <a:rPr lang="en-US" altLang="zh-CN" sz="3200">
                      <a:latin typeface="Times New Roman" pitchFamily="18" charset="0"/>
                    </a:rPr>
                    <a:t>t</a:t>
                  </a:r>
                  <a:r>
                    <a:rPr lang="en-US" altLang="zh-CN" sz="3200" i="0">
                      <a:latin typeface="Times New Roman" pitchFamily="18" charset="0"/>
                    </a:rPr>
                    <a:t>- </a:t>
                  </a:r>
                  <a:r>
                    <a:rPr lang="en-US" altLang="zh-CN" sz="3200">
                      <a:latin typeface="Times New Roman" pitchFamily="18" charset="0"/>
                    </a:rPr>
                    <a:t>n</a:t>
                  </a:r>
                  <a:r>
                    <a:rPr lang="en-US" altLang="zh-CN" sz="3200" i="0">
                      <a:latin typeface="Times New Roman" pitchFamily="18" charset="0"/>
                    </a:rPr>
                    <a:t>-1)</a:t>
                  </a:r>
                  <a:endParaRPr lang="zh-CN" altLang="en-US" sz="3200">
                    <a:latin typeface="Times New Roman" pitchFamily="18" charset="0"/>
                  </a:endParaRPr>
                </a:p>
              </p:txBody>
            </p:sp>
            <p:sp>
              <p:nvSpPr>
                <p:cNvPr id="66613" name="Line 48"/>
                <p:cNvSpPr>
                  <a:spLocks noChangeShapeType="1"/>
                </p:cNvSpPr>
                <p:nvPr/>
              </p:nvSpPr>
              <p:spPr bwMode="auto">
                <a:xfrm>
                  <a:off x="3072" y="2592"/>
                  <a:ext cx="2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graphicFrame>
        <p:nvGraphicFramePr>
          <p:cNvPr id="656433" name="Object 49"/>
          <p:cNvGraphicFramePr>
            <a:graphicFrameLocks noChangeAspect="1"/>
          </p:cNvGraphicFramePr>
          <p:nvPr/>
        </p:nvGraphicFramePr>
        <p:xfrm>
          <a:off x="990600" y="4873625"/>
          <a:ext cx="6934200" cy="688975"/>
        </p:xfrm>
        <a:graphic>
          <a:graphicData uri="http://schemas.openxmlformats.org/presentationml/2006/ole">
            <mc:AlternateContent xmlns:mc="http://schemas.openxmlformats.org/markup-compatibility/2006">
              <mc:Choice xmlns:v="urn:schemas-microsoft-com:vml" Requires="v">
                <p:oleObj spid="_x0000_s66731" name="Equation" r:id="rId5" imgW="2159000" imgH="241300" progId="Equation.3">
                  <p:embed/>
                </p:oleObj>
              </mc:Choice>
              <mc:Fallback>
                <p:oleObj name="Equation" r:id="rId5" imgW="2159000" imgH="241300" progId="Equation.3">
                  <p:embed/>
                  <p:pic>
                    <p:nvPicPr>
                      <p:cNvPr id="0" name="Object 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4873625"/>
                        <a:ext cx="6934200"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6434" name="Object 50"/>
          <p:cNvGraphicFramePr>
            <a:graphicFrameLocks noChangeAspect="1"/>
          </p:cNvGraphicFramePr>
          <p:nvPr/>
        </p:nvGraphicFramePr>
        <p:xfrm>
          <a:off x="1600200" y="5521325"/>
          <a:ext cx="5372100" cy="1143000"/>
        </p:xfrm>
        <a:graphic>
          <a:graphicData uri="http://schemas.openxmlformats.org/presentationml/2006/ole">
            <mc:AlternateContent xmlns:mc="http://schemas.openxmlformats.org/markup-compatibility/2006">
              <mc:Choice xmlns:v="urn:schemas-microsoft-com:vml" Requires="v">
                <p:oleObj spid="_x0000_s66732" name="Equation" r:id="rId7" imgW="1803400" imgH="431800" progId="Equation.3">
                  <p:embed/>
                </p:oleObj>
              </mc:Choice>
              <mc:Fallback>
                <p:oleObj name="Equation" r:id="rId7" imgW="1803400" imgH="431800" progId="Equation.3">
                  <p:embed/>
                  <p:pic>
                    <p:nvPicPr>
                      <p:cNvPr id="0"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5521325"/>
                        <a:ext cx="53721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6435" name="Object 51"/>
          <p:cNvGraphicFramePr>
            <a:graphicFrameLocks noChangeAspect="1"/>
          </p:cNvGraphicFramePr>
          <p:nvPr/>
        </p:nvGraphicFramePr>
        <p:xfrm>
          <a:off x="6858000" y="5597525"/>
          <a:ext cx="1238250" cy="1108075"/>
        </p:xfrm>
        <a:graphic>
          <a:graphicData uri="http://schemas.openxmlformats.org/presentationml/2006/ole">
            <mc:AlternateContent xmlns:mc="http://schemas.openxmlformats.org/markup-compatibility/2006">
              <mc:Choice xmlns:v="urn:schemas-microsoft-com:vml" Requires="v">
                <p:oleObj spid="_x0000_s66733" name="Equation" r:id="rId9" imgW="368300" imgH="419100" progId="Equation.3">
                  <p:embed/>
                </p:oleObj>
              </mc:Choice>
              <mc:Fallback>
                <p:oleObj name="Equation" r:id="rId9" imgW="368300" imgH="419100" progId="Equation.3">
                  <p:embed/>
                  <p:pic>
                    <p:nvPicPr>
                      <p:cNvPr id="0" name="Object 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8000" y="5597525"/>
                        <a:ext cx="1238250" cy="1108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 name="Group 52"/>
          <p:cNvGrpSpPr>
            <a:grpSpLocks/>
          </p:cNvGrpSpPr>
          <p:nvPr/>
        </p:nvGrpSpPr>
        <p:grpSpPr bwMode="auto">
          <a:xfrm>
            <a:off x="165100" y="1371600"/>
            <a:ext cx="8007350" cy="1571625"/>
            <a:chOff x="104" y="864"/>
            <a:chExt cx="5044" cy="990"/>
          </a:xfrm>
        </p:grpSpPr>
        <p:grpSp>
          <p:nvGrpSpPr>
            <p:cNvPr id="66583" name="Group 53"/>
            <p:cNvGrpSpPr>
              <a:grpSpLocks/>
            </p:cNvGrpSpPr>
            <p:nvPr/>
          </p:nvGrpSpPr>
          <p:grpSpPr bwMode="auto">
            <a:xfrm>
              <a:off x="1907" y="912"/>
              <a:ext cx="591" cy="624"/>
              <a:chOff x="1998" y="3120"/>
              <a:chExt cx="546" cy="624"/>
            </a:xfrm>
          </p:grpSpPr>
          <p:sp>
            <p:nvSpPr>
              <p:cNvPr id="66599" name="Rectangle 54"/>
              <p:cNvSpPr>
                <a:spLocks noChangeArrowheads="1"/>
              </p:cNvSpPr>
              <p:nvPr/>
            </p:nvSpPr>
            <p:spPr bwMode="auto">
              <a:xfrm>
                <a:off x="1998" y="3120"/>
                <a:ext cx="45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600" name="Line 55"/>
              <p:cNvSpPr>
                <a:spLocks noChangeShapeType="1"/>
              </p:cNvSpPr>
              <p:nvPr/>
            </p:nvSpPr>
            <p:spPr bwMode="auto">
              <a:xfrm>
                <a:off x="2016" y="3465"/>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01" name="Rectangle 56"/>
              <p:cNvSpPr>
                <a:spLocks noChangeArrowheads="1"/>
              </p:cNvSpPr>
              <p:nvPr/>
            </p:nvSpPr>
            <p:spPr bwMode="auto">
              <a:xfrm>
                <a:off x="2018" y="3417"/>
                <a:ext cx="4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grpSp>
        <p:grpSp>
          <p:nvGrpSpPr>
            <p:cNvPr id="66584" name="Group 57"/>
            <p:cNvGrpSpPr>
              <a:grpSpLocks/>
            </p:cNvGrpSpPr>
            <p:nvPr/>
          </p:nvGrpSpPr>
          <p:grpSpPr bwMode="auto">
            <a:xfrm>
              <a:off x="104" y="1008"/>
              <a:ext cx="5044" cy="846"/>
              <a:chOff x="96" y="1008"/>
              <a:chExt cx="4656" cy="846"/>
            </a:xfrm>
          </p:grpSpPr>
          <p:sp>
            <p:nvSpPr>
              <p:cNvPr id="66589" name="Rectangle 58"/>
              <p:cNvSpPr>
                <a:spLocks noChangeArrowheads="1"/>
              </p:cNvSpPr>
              <p:nvPr/>
            </p:nvSpPr>
            <p:spPr bwMode="auto">
              <a:xfrm>
                <a:off x="96" y="1008"/>
                <a:ext cx="66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P</a:t>
                </a:r>
                <a:r>
                  <a:rPr lang="en-US" altLang="zh-CN" sz="3200" i="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
            <p:nvSpPr>
              <p:cNvPr id="66590" name="Rectangle 59"/>
              <p:cNvSpPr>
                <a:spLocks noChangeArrowheads="1"/>
              </p:cNvSpPr>
              <p:nvPr/>
            </p:nvSpPr>
            <p:spPr bwMode="auto">
              <a:xfrm>
                <a:off x="646" y="1027"/>
                <a:ext cx="4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591" name="Rectangle 60"/>
              <p:cNvSpPr>
                <a:spLocks noChangeArrowheads="1"/>
              </p:cNvSpPr>
              <p:nvPr/>
            </p:nvSpPr>
            <p:spPr bwMode="auto">
              <a:xfrm>
                <a:off x="969" y="1027"/>
                <a:ext cx="85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0</a:t>
                </a:r>
                <a:r>
                  <a:rPr lang="en-US" altLang="zh-CN" sz="3200" i="0">
                    <a:latin typeface="Times New Roman" pitchFamily="18" charset="0"/>
                  </a:rPr>
                  <a:t>)</a:t>
                </a:r>
                <a:endParaRPr lang="zh-CN" altLang="en-US" sz="3200" i="0">
                  <a:latin typeface="Times New Roman" pitchFamily="18" charset="0"/>
                </a:endParaRPr>
              </a:p>
            </p:txBody>
          </p:sp>
          <p:sp>
            <p:nvSpPr>
              <p:cNvPr id="66592" name="Rectangle 61"/>
              <p:cNvSpPr>
                <a:spLocks noChangeArrowheads="1"/>
              </p:cNvSpPr>
              <p:nvPr/>
            </p:nvSpPr>
            <p:spPr bwMode="auto">
              <a:xfrm>
                <a:off x="2262" y="1027"/>
                <a:ext cx="14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1</a:t>
                </a:r>
                <a:r>
                  <a:rPr lang="en-US" altLang="zh-CN" sz="3200" i="0">
                    <a:latin typeface="Times New Roman" pitchFamily="18" charset="0"/>
                  </a:rPr>
                  <a:t>)</a:t>
                </a:r>
                <a:endParaRPr lang="zh-CN" altLang="en-US" sz="3200" i="0">
                  <a:latin typeface="Times New Roman" pitchFamily="18" charset="0"/>
                </a:endParaRPr>
              </a:p>
            </p:txBody>
          </p:sp>
          <p:sp>
            <p:nvSpPr>
              <p:cNvPr id="66593" name="Rectangle 62"/>
              <p:cNvSpPr>
                <a:spLocks noChangeArrowheads="1"/>
              </p:cNvSpPr>
              <p:nvPr/>
            </p:nvSpPr>
            <p:spPr bwMode="auto">
              <a:xfrm>
                <a:off x="1345" y="1450"/>
                <a:ext cx="66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endParaRPr lang="zh-CN" altLang="en-US" sz="3200">
                  <a:latin typeface="Times New Roman" pitchFamily="18" charset="0"/>
                </a:endParaRPr>
              </a:p>
            </p:txBody>
          </p:sp>
          <p:sp>
            <p:nvSpPr>
              <p:cNvPr id="66594" name="Rectangle 63"/>
              <p:cNvSpPr>
                <a:spLocks noChangeArrowheads="1"/>
              </p:cNvSpPr>
              <p:nvPr/>
            </p:nvSpPr>
            <p:spPr bwMode="auto">
              <a:xfrm>
                <a:off x="1904" y="1383"/>
                <a:ext cx="237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dirty="0">
                    <a:latin typeface="Times New Roman" pitchFamily="18" charset="0"/>
                  </a:rPr>
                  <a:t>(</a:t>
                </a:r>
                <a:r>
                  <a:rPr lang="en-US" altLang="zh-CN" sz="3200" dirty="0">
                    <a:latin typeface="Times New Roman" pitchFamily="18" charset="0"/>
                  </a:rPr>
                  <a:t>x</a:t>
                </a:r>
                <a:r>
                  <a:rPr lang="en-US" altLang="zh-CN" sz="3200" i="0" dirty="0">
                    <a:latin typeface="Times New Roman" pitchFamily="18" charset="0"/>
                  </a:rPr>
                  <a:t>-</a:t>
                </a:r>
                <a:r>
                  <a:rPr lang="en-US" altLang="zh-CN" sz="3200" dirty="0">
                    <a:latin typeface="Times New Roman" pitchFamily="18" charset="0"/>
                  </a:rPr>
                  <a:t>x</a:t>
                </a:r>
                <a:r>
                  <a:rPr lang="en-US" altLang="zh-CN" sz="3200" baseline="-25000" dirty="0">
                    <a:latin typeface="Times New Roman" pitchFamily="18" charset="0"/>
                  </a:rPr>
                  <a:t>0</a:t>
                </a:r>
                <a:r>
                  <a:rPr lang="en-US" altLang="zh-CN" sz="3200" i="0" dirty="0">
                    <a:latin typeface="Times New Roman" pitchFamily="18" charset="0"/>
                  </a:rPr>
                  <a:t>)(</a:t>
                </a:r>
                <a:r>
                  <a:rPr lang="en-US" altLang="zh-CN" sz="3200" dirty="0">
                    <a:latin typeface="Times New Roman" pitchFamily="18" charset="0"/>
                  </a:rPr>
                  <a:t>x</a:t>
                </a:r>
                <a:r>
                  <a:rPr lang="en-US" altLang="zh-CN" sz="3200" i="0" dirty="0">
                    <a:latin typeface="Times New Roman" pitchFamily="18" charset="0"/>
                  </a:rPr>
                  <a:t>-</a:t>
                </a:r>
                <a:r>
                  <a:rPr lang="en-US" altLang="zh-CN" sz="3200" dirty="0">
                    <a:latin typeface="Times New Roman" pitchFamily="18" charset="0"/>
                  </a:rPr>
                  <a:t>x</a:t>
                </a:r>
                <a:r>
                  <a:rPr lang="en-US" altLang="zh-CN" sz="3200" baseline="-25000" dirty="0">
                    <a:latin typeface="Times New Roman" pitchFamily="18" charset="0"/>
                  </a:rPr>
                  <a:t>1</a:t>
                </a:r>
                <a:r>
                  <a:rPr lang="en-US" altLang="zh-CN" sz="3200" i="0" dirty="0">
                    <a:latin typeface="Times New Roman" pitchFamily="18" charset="0"/>
                  </a:rPr>
                  <a:t>)… (</a:t>
                </a:r>
                <a:r>
                  <a:rPr lang="en-US" altLang="zh-CN" sz="3200" dirty="0">
                    <a:latin typeface="Times New Roman" pitchFamily="18" charset="0"/>
                  </a:rPr>
                  <a:t>x</a:t>
                </a:r>
                <a:r>
                  <a:rPr lang="en-US" altLang="zh-CN" sz="3200" i="0" dirty="0">
                    <a:latin typeface="Times New Roman" pitchFamily="18" charset="0"/>
                  </a:rPr>
                  <a:t>-</a:t>
                </a:r>
                <a:r>
                  <a:rPr lang="en-US" altLang="zh-CN" sz="3200" dirty="0">
                    <a:latin typeface="Times New Roman" pitchFamily="18" charset="0"/>
                  </a:rPr>
                  <a:t>x</a:t>
                </a:r>
                <a:r>
                  <a:rPr lang="en-US" altLang="zh-CN" sz="3200" baseline="-25000" dirty="0">
                    <a:latin typeface="Times New Roman" pitchFamily="18" charset="0"/>
                  </a:rPr>
                  <a:t>n-1</a:t>
                </a:r>
                <a:r>
                  <a:rPr lang="en-US" altLang="zh-CN" sz="3200" i="0" dirty="0">
                    <a:latin typeface="Times New Roman" pitchFamily="18" charset="0"/>
                  </a:rPr>
                  <a:t>)</a:t>
                </a:r>
                <a:endParaRPr lang="zh-CN" altLang="en-US" sz="3200" i="0" dirty="0">
                  <a:latin typeface="Times New Roman" pitchFamily="18" charset="0"/>
                </a:endParaRPr>
              </a:p>
            </p:txBody>
          </p:sp>
          <p:grpSp>
            <p:nvGrpSpPr>
              <p:cNvPr id="66595" name="Group 64"/>
              <p:cNvGrpSpPr>
                <a:grpSpLocks/>
              </p:cNvGrpSpPr>
              <p:nvPr/>
            </p:nvGrpSpPr>
            <p:grpSpPr bwMode="auto">
              <a:xfrm>
                <a:off x="4182" y="1191"/>
                <a:ext cx="570" cy="663"/>
                <a:chOff x="3846" y="3033"/>
                <a:chExt cx="570" cy="663"/>
              </a:xfrm>
            </p:grpSpPr>
            <p:sp>
              <p:nvSpPr>
                <p:cNvPr id="66596" name="Rectangle 65"/>
                <p:cNvSpPr>
                  <a:spLocks noChangeArrowheads="1"/>
                </p:cNvSpPr>
                <p:nvPr/>
              </p:nvSpPr>
              <p:spPr bwMode="auto">
                <a:xfrm>
                  <a:off x="3846" y="3033"/>
                  <a:ext cx="5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2800" i="0" baseline="30000">
                      <a:latin typeface="Times New Roman" pitchFamily="18" charset="0"/>
                      <a:sym typeface="Symbol" pitchFamily="18" charset="2"/>
                    </a:rPr>
                    <a:t>n</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597" name="Line 66"/>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8" name="Rectangle 67"/>
                <p:cNvSpPr>
                  <a:spLocks noChangeArrowheads="1"/>
                </p:cNvSpPr>
                <p:nvPr/>
              </p:nvSpPr>
              <p:spPr bwMode="auto">
                <a:xfrm>
                  <a:off x="3881" y="3369"/>
                  <a:ext cx="4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n!</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n</a:t>
                  </a:r>
                  <a:endParaRPr lang="zh-CN" altLang="en-US" sz="2800" i="0" baseline="30000">
                    <a:latin typeface="Times New Roman" pitchFamily="18" charset="0"/>
                    <a:sym typeface="Symbol" pitchFamily="18" charset="2"/>
                  </a:endParaRPr>
                </a:p>
              </p:txBody>
            </p:sp>
          </p:grpSp>
        </p:grpSp>
        <p:grpSp>
          <p:nvGrpSpPr>
            <p:cNvPr id="66585" name="Group 68"/>
            <p:cNvGrpSpPr>
              <a:grpSpLocks/>
            </p:cNvGrpSpPr>
            <p:nvPr/>
          </p:nvGrpSpPr>
          <p:grpSpPr bwMode="auto">
            <a:xfrm>
              <a:off x="3952" y="864"/>
              <a:ext cx="613" cy="663"/>
              <a:chOff x="3850" y="3033"/>
              <a:chExt cx="566" cy="663"/>
            </a:xfrm>
          </p:grpSpPr>
          <p:sp>
            <p:nvSpPr>
              <p:cNvPr id="66586" name="Rectangle 69"/>
              <p:cNvSpPr>
                <a:spLocks noChangeArrowheads="1"/>
              </p:cNvSpPr>
              <p:nvPr/>
            </p:nvSpPr>
            <p:spPr bwMode="auto">
              <a:xfrm>
                <a:off x="3850" y="3033"/>
                <a:ext cx="52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66587" name="Line 70"/>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8" name="Rectangle 71"/>
              <p:cNvSpPr>
                <a:spLocks noChangeArrowheads="1"/>
              </p:cNvSpPr>
              <p:nvPr/>
            </p:nvSpPr>
            <p:spPr bwMode="auto">
              <a:xfrm>
                <a:off x="3870" y="3369"/>
                <a:ext cx="5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6387"/>
                                        </p:tgtEl>
                                        <p:attrNameLst>
                                          <p:attrName>style.visibility</p:attrName>
                                        </p:attrNameLst>
                                      </p:cBhvr>
                                      <p:to>
                                        <p:strVal val="visible"/>
                                      </p:to>
                                    </p:set>
                                    <p:animEffect transition="in" filter="dissolve">
                                      <p:cBhvr>
                                        <p:cTn id="7" dur="500"/>
                                        <p:tgtEl>
                                          <p:spTgt spid="6563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6388"/>
                                        </p:tgtEl>
                                        <p:attrNameLst>
                                          <p:attrName>style.visibility</p:attrName>
                                        </p:attrNameLst>
                                      </p:cBhvr>
                                      <p:to>
                                        <p:strVal val="visible"/>
                                      </p:to>
                                    </p:set>
                                    <p:animEffect transition="in" filter="dissolve">
                                      <p:cBhvr>
                                        <p:cTn id="12" dur="500"/>
                                        <p:tgtEl>
                                          <p:spTgt spid="6563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6389"/>
                                        </p:tgtEl>
                                        <p:attrNameLst>
                                          <p:attrName>style.visibility</p:attrName>
                                        </p:attrNameLst>
                                      </p:cBhvr>
                                      <p:to>
                                        <p:strVal val="visible"/>
                                      </p:to>
                                    </p:set>
                                    <p:animEffect transition="in" filter="dissolve">
                                      <p:cBhvr>
                                        <p:cTn id="17" dur="500"/>
                                        <p:tgtEl>
                                          <p:spTgt spid="6563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56390"/>
                                        </p:tgtEl>
                                        <p:attrNameLst>
                                          <p:attrName>style.visibility</p:attrName>
                                        </p:attrNameLst>
                                      </p:cBhvr>
                                      <p:to>
                                        <p:strVal val="visible"/>
                                      </p:to>
                                    </p:set>
                                    <p:animEffect transition="in" filter="dissolve">
                                      <p:cBhvr>
                                        <p:cTn id="27" dur="500"/>
                                        <p:tgtEl>
                                          <p:spTgt spid="6563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56391"/>
                                        </p:tgtEl>
                                        <p:attrNameLst>
                                          <p:attrName>style.visibility</p:attrName>
                                        </p:attrNameLst>
                                      </p:cBhvr>
                                      <p:to>
                                        <p:strVal val="visible"/>
                                      </p:to>
                                    </p:set>
                                    <p:animEffect transition="in" filter="dissolve">
                                      <p:cBhvr>
                                        <p:cTn id="32" dur="500"/>
                                        <p:tgtEl>
                                          <p:spTgt spid="656391"/>
                                        </p:tgtEl>
                                      </p:cBhvr>
                                    </p:animEffect>
                                  </p:childTnLst>
                                </p:cTn>
                              </p:par>
                            </p:childTnLst>
                          </p:cTn>
                        </p:par>
                        <p:par>
                          <p:cTn id="33" fill="hold" nodeType="afterGroup">
                            <p:stCondLst>
                              <p:cond delay="500"/>
                            </p:stCondLst>
                            <p:childTnLst>
                              <p:par>
                                <p:cTn id="34" presetID="9" presetClass="entr" presetSubtype="0" fill="hold" grpId="0" nodeType="afterEffect">
                                  <p:stCondLst>
                                    <p:cond delay="2000"/>
                                  </p:stCondLst>
                                  <p:childTnLst>
                                    <p:set>
                                      <p:cBhvr>
                                        <p:cTn id="35" dur="1" fill="hold">
                                          <p:stCondLst>
                                            <p:cond delay="0"/>
                                          </p:stCondLst>
                                        </p:cTn>
                                        <p:tgtEl>
                                          <p:spTgt spid="656392"/>
                                        </p:tgtEl>
                                        <p:attrNameLst>
                                          <p:attrName>style.visibility</p:attrName>
                                        </p:attrNameLst>
                                      </p:cBhvr>
                                      <p:to>
                                        <p:strVal val="visible"/>
                                      </p:to>
                                    </p:set>
                                    <p:animEffect transition="in" filter="dissolve">
                                      <p:cBhvr>
                                        <p:cTn id="36" dur="500"/>
                                        <p:tgtEl>
                                          <p:spTgt spid="656392"/>
                                        </p:tgtEl>
                                      </p:cBhvr>
                                    </p:animEffect>
                                  </p:childTnLst>
                                </p:cTn>
                              </p:par>
                            </p:childTnLst>
                          </p:cTn>
                        </p:par>
                        <p:par>
                          <p:cTn id="37" fill="hold" nodeType="afterGroup">
                            <p:stCondLst>
                              <p:cond delay="3000"/>
                            </p:stCondLst>
                            <p:childTnLst>
                              <p:par>
                                <p:cTn id="38" presetID="9" presetClass="entr" presetSubtype="0" fill="hold" grpId="0" nodeType="afterEffect">
                                  <p:stCondLst>
                                    <p:cond delay="3000"/>
                                  </p:stCondLst>
                                  <p:childTnLst>
                                    <p:set>
                                      <p:cBhvr>
                                        <p:cTn id="39" dur="1" fill="hold">
                                          <p:stCondLst>
                                            <p:cond delay="0"/>
                                          </p:stCondLst>
                                        </p:cTn>
                                        <p:tgtEl>
                                          <p:spTgt spid="656393"/>
                                        </p:tgtEl>
                                        <p:attrNameLst>
                                          <p:attrName>style.visibility</p:attrName>
                                        </p:attrNameLst>
                                      </p:cBhvr>
                                      <p:to>
                                        <p:strVal val="visible"/>
                                      </p:to>
                                    </p:set>
                                    <p:animEffect transition="in" filter="dissolve">
                                      <p:cBhvr>
                                        <p:cTn id="40" dur="500"/>
                                        <p:tgtEl>
                                          <p:spTgt spid="656393"/>
                                        </p:tgtEl>
                                      </p:cBhvr>
                                    </p:animEffect>
                                  </p:childTnLst>
                                </p:cTn>
                              </p:par>
                            </p:childTnLst>
                          </p:cTn>
                        </p:par>
                        <p:par>
                          <p:cTn id="41" fill="hold" nodeType="afterGroup">
                            <p:stCondLst>
                              <p:cond delay="6500"/>
                            </p:stCondLst>
                            <p:childTnLst>
                              <p:par>
                                <p:cTn id="42" presetID="9" presetClass="entr" presetSubtype="0" fill="hold" nodeType="afterEffect">
                                  <p:stCondLst>
                                    <p:cond delay="3000"/>
                                  </p:stCondLst>
                                  <p:childTnLst>
                                    <p:set>
                                      <p:cBhvr>
                                        <p:cTn id="43" dur="1" fill="hold">
                                          <p:stCondLst>
                                            <p:cond delay="0"/>
                                          </p:stCondLst>
                                        </p:cTn>
                                        <p:tgtEl>
                                          <p:spTgt spid="2"/>
                                        </p:tgtEl>
                                        <p:attrNameLst>
                                          <p:attrName>style.visibility</p:attrName>
                                        </p:attrNameLst>
                                      </p:cBhvr>
                                      <p:to>
                                        <p:strVal val="visible"/>
                                      </p:to>
                                    </p:set>
                                    <p:animEffect transition="in" filter="dissolve">
                                      <p:cBhvr>
                                        <p:cTn id="44" dur="500"/>
                                        <p:tgtEl>
                                          <p:spTgt spid="2"/>
                                        </p:tgtEl>
                                      </p:cBhvr>
                                    </p:animEffect>
                                  </p:childTnLst>
                                </p:cTn>
                              </p:par>
                            </p:childTnLst>
                          </p:cTn>
                        </p:par>
                        <p:par>
                          <p:cTn id="45" fill="hold" nodeType="afterGroup">
                            <p:stCondLst>
                              <p:cond delay="10000"/>
                            </p:stCondLst>
                            <p:childTnLst>
                              <p:par>
                                <p:cTn id="46" presetID="9" presetClass="entr" presetSubtype="0" fill="hold" grpId="0" nodeType="afterEffect">
                                  <p:stCondLst>
                                    <p:cond delay="3000"/>
                                  </p:stCondLst>
                                  <p:childTnLst>
                                    <p:set>
                                      <p:cBhvr>
                                        <p:cTn id="47" dur="1" fill="hold">
                                          <p:stCondLst>
                                            <p:cond delay="0"/>
                                          </p:stCondLst>
                                        </p:cTn>
                                        <p:tgtEl>
                                          <p:spTgt spid="656398"/>
                                        </p:tgtEl>
                                        <p:attrNameLst>
                                          <p:attrName>style.visibility</p:attrName>
                                        </p:attrNameLst>
                                      </p:cBhvr>
                                      <p:to>
                                        <p:strVal val="visible"/>
                                      </p:to>
                                    </p:set>
                                    <p:animEffect transition="in" filter="dissolve">
                                      <p:cBhvr>
                                        <p:cTn id="48" dur="500"/>
                                        <p:tgtEl>
                                          <p:spTgt spid="656398"/>
                                        </p:tgtEl>
                                      </p:cBhvr>
                                    </p:animEffect>
                                  </p:childTnLst>
                                </p:cTn>
                              </p:par>
                            </p:childTnLst>
                          </p:cTn>
                        </p:par>
                        <p:par>
                          <p:cTn id="49" fill="hold" nodeType="afterGroup">
                            <p:stCondLst>
                              <p:cond delay="13500"/>
                            </p:stCondLst>
                            <p:childTnLst>
                              <p:par>
                                <p:cTn id="50" presetID="9" presetClass="entr" presetSubtype="0" fill="hold" nodeType="afterEffect">
                                  <p:stCondLst>
                                    <p:cond delay="1000"/>
                                  </p:stCondLst>
                                  <p:childTnLst>
                                    <p:set>
                                      <p:cBhvr>
                                        <p:cTn id="51" dur="1" fill="hold">
                                          <p:stCondLst>
                                            <p:cond delay="0"/>
                                          </p:stCondLst>
                                        </p:cTn>
                                        <p:tgtEl>
                                          <p:spTgt spid="3"/>
                                        </p:tgtEl>
                                        <p:attrNameLst>
                                          <p:attrName>style.visibility</p:attrName>
                                        </p:attrNameLst>
                                      </p:cBhvr>
                                      <p:to>
                                        <p:strVal val="visible"/>
                                      </p:to>
                                    </p:set>
                                    <p:animEffect transition="in" filter="dissolve">
                                      <p:cBhvr>
                                        <p:cTn id="52" dur="500"/>
                                        <p:tgtEl>
                                          <p:spTgt spid="3"/>
                                        </p:tgtEl>
                                      </p:cBhvr>
                                    </p:animEffect>
                                  </p:childTnLst>
                                </p:cTn>
                              </p:par>
                            </p:childTnLst>
                          </p:cTn>
                        </p:par>
                        <p:par>
                          <p:cTn id="53" fill="hold" nodeType="afterGroup">
                            <p:stCondLst>
                              <p:cond delay="15000"/>
                            </p:stCondLst>
                            <p:childTnLst>
                              <p:par>
                                <p:cTn id="54" presetID="9" presetClass="entr" presetSubtype="0" fill="hold" grpId="0" nodeType="afterEffect">
                                  <p:stCondLst>
                                    <p:cond delay="1000"/>
                                  </p:stCondLst>
                                  <p:childTnLst>
                                    <p:set>
                                      <p:cBhvr>
                                        <p:cTn id="55" dur="1" fill="hold">
                                          <p:stCondLst>
                                            <p:cond delay="0"/>
                                          </p:stCondLst>
                                        </p:cTn>
                                        <p:tgtEl>
                                          <p:spTgt spid="656403"/>
                                        </p:tgtEl>
                                        <p:attrNameLst>
                                          <p:attrName>style.visibility</p:attrName>
                                        </p:attrNameLst>
                                      </p:cBhvr>
                                      <p:to>
                                        <p:strVal val="visible"/>
                                      </p:to>
                                    </p:set>
                                    <p:animEffect transition="in" filter="dissolve">
                                      <p:cBhvr>
                                        <p:cTn id="56" dur="500"/>
                                        <p:tgtEl>
                                          <p:spTgt spid="65640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dissolve">
                                      <p:cBhvr>
                                        <p:cTn id="61" dur="500"/>
                                        <p:tgtEl>
                                          <p:spTgt spid="5"/>
                                        </p:tgtEl>
                                      </p:cBhvr>
                                    </p:animEffect>
                                  </p:childTnLst>
                                </p:cTn>
                              </p:par>
                            </p:childTnLst>
                          </p:cTn>
                        </p:par>
                        <p:par>
                          <p:cTn id="62" fill="hold" nodeType="afterGroup">
                            <p:stCondLst>
                              <p:cond delay="500"/>
                            </p:stCondLst>
                            <p:childTnLst>
                              <p:par>
                                <p:cTn id="63" presetID="9" presetClass="entr" presetSubtype="0" fill="hold" nodeType="after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dissolve">
                                      <p:cBhvr>
                                        <p:cTn id="65" dur="500"/>
                                        <p:tgtEl>
                                          <p:spTgt spid="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dissolve">
                                      <p:cBhvr>
                                        <p:cTn id="70" dur="500"/>
                                        <p:tgtEl>
                                          <p:spTgt spid="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9" presetClass="entr" presetSubtype="0" fill="hold" nodeType="clickEffect">
                                  <p:stCondLst>
                                    <p:cond delay="0"/>
                                  </p:stCondLst>
                                  <p:childTnLst>
                                    <p:set>
                                      <p:cBhvr>
                                        <p:cTn id="74" dur="1" fill="hold">
                                          <p:stCondLst>
                                            <p:cond delay="0"/>
                                          </p:stCondLst>
                                        </p:cTn>
                                        <p:tgtEl>
                                          <p:spTgt spid="656433"/>
                                        </p:tgtEl>
                                        <p:attrNameLst>
                                          <p:attrName>style.visibility</p:attrName>
                                        </p:attrNameLst>
                                      </p:cBhvr>
                                      <p:to>
                                        <p:strVal val="visible"/>
                                      </p:to>
                                    </p:set>
                                    <p:animEffect transition="in" filter="dissolve">
                                      <p:cBhvr>
                                        <p:cTn id="75" dur="500"/>
                                        <p:tgtEl>
                                          <p:spTgt spid="65643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9" presetClass="entr" presetSubtype="0" fill="hold" nodeType="clickEffect">
                                  <p:stCondLst>
                                    <p:cond delay="0"/>
                                  </p:stCondLst>
                                  <p:childTnLst>
                                    <p:set>
                                      <p:cBhvr>
                                        <p:cTn id="79" dur="1" fill="hold">
                                          <p:stCondLst>
                                            <p:cond delay="0"/>
                                          </p:stCondLst>
                                        </p:cTn>
                                        <p:tgtEl>
                                          <p:spTgt spid="656434"/>
                                        </p:tgtEl>
                                        <p:attrNameLst>
                                          <p:attrName>style.visibility</p:attrName>
                                        </p:attrNameLst>
                                      </p:cBhvr>
                                      <p:to>
                                        <p:strVal val="visible"/>
                                      </p:to>
                                    </p:set>
                                    <p:animEffect transition="in" filter="dissolve">
                                      <p:cBhvr>
                                        <p:cTn id="80" dur="500"/>
                                        <p:tgtEl>
                                          <p:spTgt spid="656434"/>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9" presetClass="entr" presetSubtype="0" fill="hold" nodeType="clickEffect">
                                  <p:stCondLst>
                                    <p:cond delay="0"/>
                                  </p:stCondLst>
                                  <p:childTnLst>
                                    <p:set>
                                      <p:cBhvr>
                                        <p:cTn id="84" dur="1" fill="hold">
                                          <p:stCondLst>
                                            <p:cond delay="0"/>
                                          </p:stCondLst>
                                        </p:cTn>
                                        <p:tgtEl>
                                          <p:spTgt spid="656435"/>
                                        </p:tgtEl>
                                        <p:attrNameLst>
                                          <p:attrName>style.visibility</p:attrName>
                                        </p:attrNameLst>
                                      </p:cBhvr>
                                      <p:to>
                                        <p:strVal val="visible"/>
                                      </p:to>
                                    </p:set>
                                    <p:animEffect transition="in" filter="dissolve">
                                      <p:cBhvr>
                                        <p:cTn id="85" dur="500"/>
                                        <p:tgtEl>
                                          <p:spTgt spid="656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388" grpId="0" autoUpdateAnimBg="0"/>
      <p:bldP spid="656389" grpId="0" autoUpdateAnimBg="0"/>
      <p:bldP spid="656390" grpId="0" animBg="1"/>
      <p:bldP spid="656391" grpId="0" autoUpdateAnimBg="0"/>
      <p:bldP spid="656392" grpId="0" autoUpdateAnimBg="0"/>
      <p:bldP spid="656393" grpId="0" autoUpdateAnimBg="0"/>
      <p:bldP spid="656398" grpId="0" autoUpdateAnimBg="0"/>
      <p:bldP spid="656403"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36E493A-72DE-4507-B9CB-F2FEDE90F4AC}" type="slidenum">
              <a:rPr lang="zh-CN" altLang="en-US" b="0" i="0" smtClean="0"/>
              <a:pPr/>
              <a:t>49</a:t>
            </a:fld>
            <a:endParaRPr lang="en-US" altLang="zh-CN" b="0" i="0" smtClean="0"/>
          </a:p>
        </p:txBody>
      </p:sp>
      <p:sp>
        <p:nvSpPr>
          <p:cNvPr id="6758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FDE8C2B-17AA-41A3-B5FD-8285603906A9}" type="datetime1">
              <a:rPr lang="zh-CN" altLang="en-US" sz="1800" i="0" smtClean="0"/>
              <a:pPr/>
              <a:t>2024/10/20</a:t>
            </a:fld>
            <a:endParaRPr lang="en-US" altLang="zh-CN" sz="1800" i="0" smtClean="0"/>
          </a:p>
        </p:txBody>
      </p:sp>
      <p:sp>
        <p:nvSpPr>
          <p:cNvPr id="683010" name="Rectangle 2"/>
          <p:cNvSpPr>
            <a:spLocks noGrp="1" noChangeArrowheads="1"/>
          </p:cNvSpPr>
          <p:nvPr>
            <p:ph type="title"/>
          </p:nvPr>
        </p:nvSpPr>
        <p:spPr>
          <a:xfrm>
            <a:off x="650875" y="255588"/>
            <a:ext cx="8820150" cy="658812"/>
          </a:xfrm>
        </p:spPr>
        <p:txBody>
          <a:bodyPr/>
          <a:lstStyle/>
          <a:p>
            <a:pPr>
              <a:defRPr/>
            </a:pPr>
            <a:r>
              <a:rPr lang="zh-CN" altLang="en-US" sz="4800" smtClean="0"/>
              <a:t>§2.2 牛顿前插公式</a:t>
            </a:r>
          </a:p>
        </p:txBody>
      </p:sp>
      <p:graphicFrame>
        <p:nvGraphicFramePr>
          <p:cNvPr id="67589" name="Object 6"/>
          <p:cNvGraphicFramePr>
            <a:graphicFrameLocks noChangeAspect="1"/>
          </p:cNvGraphicFramePr>
          <p:nvPr/>
        </p:nvGraphicFramePr>
        <p:xfrm>
          <a:off x="228600" y="1143000"/>
          <a:ext cx="9351963" cy="2171700"/>
        </p:xfrm>
        <a:graphic>
          <a:graphicData uri="http://schemas.openxmlformats.org/presentationml/2006/ole">
            <mc:AlternateContent xmlns:mc="http://schemas.openxmlformats.org/markup-compatibility/2006">
              <mc:Choice xmlns:v="urn:schemas-microsoft-com:vml" Requires="v">
                <p:oleObj spid="_x0000_s67668" name="Equation" r:id="rId3" imgW="3759200" imgH="914400" progId="Equation.3">
                  <p:embed/>
                </p:oleObj>
              </mc:Choice>
              <mc:Fallback>
                <p:oleObj name="Equation" r:id="rId3" imgW="3759200" imgH="9144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143000"/>
                        <a:ext cx="9351963" cy="217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0" name="Rectangle 7"/>
          <p:cNvSpPr>
            <a:spLocks noChangeArrowheads="1"/>
          </p:cNvSpPr>
          <p:nvPr/>
        </p:nvSpPr>
        <p:spPr bwMode="auto">
          <a:xfrm>
            <a:off x="754063" y="1676400"/>
            <a:ext cx="8915400" cy="10668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591" name="AutoShape 8"/>
          <p:cNvSpPr>
            <a:spLocks noChangeArrowheads="1"/>
          </p:cNvSpPr>
          <p:nvPr/>
        </p:nvSpPr>
        <p:spPr bwMode="auto">
          <a:xfrm>
            <a:off x="6710363" y="838200"/>
            <a:ext cx="1555750" cy="609600"/>
          </a:xfrm>
          <a:prstGeom prst="wedgeRoundRectCallout">
            <a:avLst>
              <a:gd name="adj1" fmla="val -71532"/>
              <a:gd name="adj2" fmla="val 89843"/>
              <a:gd name="adj3" fmla="val 16667"/>
            </a:avLst>
          </a:prstGeom>
          <a:solidFill>
            <a:schemeClr val="accent2"/>
          </a:solidFill>
          <a:ln w="25400">
            <a:solidFill>
              <a:srgbClr val="FF3300"/>
            </a:solidFill>
            <a:miter lim="800000"/>
            <a:headEnd/>
            <a:tailEnd/>
          </a:ln>
        </p:spPr>
        <p:txBody>
          <a:bodyPr anchor="ctr"/>
          <a:lstStyle/>
          <a:p>
            <a:r>
              <a:rPr lang="en-US" altLang="zh-CN" sz="3200" i="0"/>
              <a:t>P</a:t>
            </a:r>
            <a:r>
              <a:rPr lang="en-US" altLang="zh-CN" sz="3200" i="0" baseline="-25000"/>
              <a:t>n</a:t>
            </a:r>
            <a:r>
              <a:rPr lang="en-US" altLang="zh-CN" sz="3200" i="0"/>
              <a:t>(x)</a:t>
            </a:r>
          </a:p>
        </p:txBody>
      </p:sp>
      <p:sp>
        <p:nvSpPr>
          <p:cNvPr id="67592" name="AutoShape 9"/>
          <p:cNvSpPr>
            <a:spLocks noChangeArrowheads="1"/>
          </p:cNvSpPr>
          <p:nvPr/>
        </p:nvSpPr>
        <p:spPr bwMode="auto">
          <a:xfrm>
            <a:off x="7924800" y="3429000"/>
            <a:ext cx="1504950" cy="609600"/>
          </a:xfrm>
          <a:prstGeom prst="wedgeRoundRectCallout">
            <a:avLst>
              <a:gd name="adj1" fmla="val -59704"/>
              <a:gd name="adj2" fmla="val -74481"/>
              <a:gd name="adj3" fmla="val 16667"/>
            </a:avLst>
          </a:prstGeom>
          <a:solidFill>
            <a:schemeClr val="accent2"/>
          </a:solidFill>
          <a:ln w="25400">
            <a:solidFill>
              <a:srgbClr val="0000FF"/>
            </a:solidFill>
            <a:miter lim="800000"/>
            <a:headEnd/>
            <a:tailEnd/>
          </a:ln>
        </p:spPr>
        <p:txBody>
          <a:bodyPr anchor="ctr"/>
          <a:lstStyle/>
          <a:p>
            <a:r>
              <a:rPr lang="en-US" altLang="zh-CN" sz="3200" i="0"/>
              <a:t>R</a:t>
            </a:r>
            <a:r>
              <a:rPr lang="en-US" altLang="zh-CN" sz="3200" i="0" baseline="-25000"/>
              <a:t>n</a:t>
            </a:r>
            <a:r>
              <a:rPr lang="en-US" altLang="zh-CN" sz="3200" i="0"/>
              <a:t>(x)</a:t>
            </a:r>
          </a:p>
        </p:txBody>
      </p:sp>
      <p:sp>
        <p:nvSpPr>
          <p:cNvPr id="67593" name="Rectangle 10"/>
          <p:cNvSpPr>
            <a:spLocks noChangeArrowheads="1"/>
          </p:cNvSpPr>
          <p:nvPr/>
        </p:nvSpPr>
        <p:spPr bwMode="auto">
          <a:xfrm>
            <a:off x="588963" y="2819400"/>
            <a:ext cx="7346950" cy="5334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83019" name="Object 11"/>
          <p:cNvGraphicFramePr>
            <a:graphicFrameLocks noChangeAspect="1"/>
          </p:cNvGraphicFramePr>
          <p:nvPr/>
        </p:nvGraphicFramePr>
        <p:xfrm>
          <a:off x="455613" y="4343400"/>
          <a:ext cx="8843962" cy="2130425"/>
        </p:xfrm>
        <a:graphic>
          <a:graphicData uri="http://schemas.openxmlformats.org/presentationml/2006/ole">
            <mc:AlternateContent xmlns:mc="http://schemas.openxmlformats.org/markup-compatibility/2006">
              <mc:Choice xmlns:v="urn:schemas-microsoft-com:vml" Requires="v">
                <p:oleObj spid="_x0000_s67669" name="Equation" r:id="rId5" imgW="3479800" imgH="838200" progId="Equation.3">
                  <p:embed/>
                </p:oleObj>
              </mc:Choice>
              <mc:Fallback>
                <p:oleObj name="Equation" r:id="rId5" imgW="3479800" imgH="8382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613" y="4343400"/>
                        <a:ext cx="8843962" cy="213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3020" name="Object 12"/>
          <p:cNvGraphicFramePr>
            <a:graphicFrameLocks noChangeAspect="1"/>
          </p:cNvGraphicFramePr>
          <p:nvPr/>
        </p:nvGraphicFramePr>
        <p:xfrm>
          <a:off x="838200" y="3352800"/>
          <a:ext cx="2057400" cy="1087438"/>
        </p:xfrm>
        <a:graphic>
          <a:graphicData uri="http://schemas.openxmlformats.org/presentationml/2006/ole">
            <mc:AlternateContent xmlns:mc="http://schemas.openxmlformats.org/markup-compatibility/2006">
              <mc:Choice xmlns:v="urn:schemas-microsoft-com:vml" Requires="v">
                <p:oleObj spid="_x0000_s67670" name="Equation" r:id="rId7" imgW="609636" imgH="343008" progId="Equation.3">
                  <p:embed/>
                </p:oleObj>
              </mc:Choice>
              <mc:Fallback>
                <p:oleObj name="Equation" r:id="rId7" imgW="609636" imgH="343008"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3352800"/>
                        <a:ext cx="2057400" cy="1087438"/>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83019"/>
                                        </p:tgtEl>
                                        <p:attrNameLst>
                                          <p:attrName>style.visibility</p:attrName>
                                        </p:attrNameLst>
                                      </p:cBhvr>
                                      <p:to>
                                        <p:strVal val="visible"/>
                                      </p:to>
                                    </p:set>
                                    <p:animEffect transition="in" filter="dissolve">
                                      <p:cBhvr>
                                        <p:cTn id="7" dur="500"/>
                                        <p:tgtEl>
                                          <p:spTgt spid="683019"/>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683020"/>
                                        </p:tgtEl>
                                        <p:attrNameLst>
                                          <p:attrName>style.visibility</p:attrName>
                                        </p:attrNameLst>
                                      </p:cBhvr>
                                      <p:to>
                                        <p:strVal val="visible"/>
                                      </p:to>
                                    </p:set>
                                    <p:animEffect transition="in" filter="dissolve">
                                      <p:cBhvr>
                                        <p:cTn id="11" dur="500"/>
                                        <p:tgtEl>
                                          <p:spTgt spid="683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08A0A52-D1C0-46FC-B116-F478FA0668B6}" type="slidenum">
              <a:rPr lang="zh-CN" altLang="en-US" b="0" i="0" smtClean="0"/>
              <a:pPr/>
              <a:t>50</a:t>
            </a:fld>
            <a:endParaRPr lang="en-US" altLang="zh-CN" b="0" i="0" smtClean="0"/>
          </a:p>
        </p:txBody>
      </p:sp>
      <p:sp>
        <p:nvSpPr>
          <p:cNvPr id="6861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FFA19D1-CF3A-4614-8163-5B4A050F88F6}" type="datetime1">
              <a:rPr lang="zh-CN" altLang="en-US" sz="1800" i="0" smtClean="0"/>
              <a:pPr/>
              <a:t>2024/10/20</a:t>
            </a:fld>
            <a:endParaRPr lang="en-US" altLang="zh-CN" sz="1800" i="0" smtClean="0"/>
          </a:p>
        </p:txBody>
      </p:sp>
      <p:sp>
        <p:nvSpPr>
          <p:cNvPr id="697346" name="Rectangle 2"/>
          <p:cNvSpPr>
            <a:spLocks noGrp="1" noChangeArrowheads="1"/>
          </p:cNvSpPr>
          <p:nvPr>
            <p:ph type="title"/>
          </p:nvPr>
        </p:nvSpPr>
        <p:spPr>
          <a:xfrm>
            <a:off x="650875" y="255588"/>
            <a:ext cx="8820150" cy="658812"/>
          </a:xfrm>
        </p:spPr>
        <p:txBody>
          <a:bodyPr/>
          <a:lstStyle/>
          <a:p>
            <a:pPr>
              <a:defRPr/>
            </a:pPr>
            <a:r>
              <a:rPr lang="zh-CN" altLang="en-US" sz="4800" smtClean="0"/>
              <a:t>§2.2 牛顿前插公式</a:t>
            </a:r>
          </a:p>
        </p:txBody>
      </p:sp>
      <p:graphicFrame>
        <p:nvGraphicFramePr>
          <p:cNvPr id="68613" name="Object 3"/>
          <p:cNvGraphicFramePr>
            <a:graphicFrameLocks noChangeAspect="1"/>
          </p:cNvGraphicFramePr>
          <p:nvPr/>
        </p:nvGraphicFramePr>
        <p:xfrm>
          <a:off x="228600" y="990600"/>
          <a:ext cx="9351963" cy="2171700"/>
        </p:xfrm>
        <a:graphic>
          <a:graphicData uri="http://schemas.openxmlformats.org/presentationml/2006/ole">
            <mc:AlternateContent xmlns:mc="http://schemas.openxmlformats.org/markup-compatibility/2006">
              <mc:Choice xmlns:v="urn:schemas-microsoft-com:vml" Requires="v">
                <p:oleObj spid="_x0000_s68743" name="Equation" r:id="rId3" imgW="3759200" imgH="914400" progId="Equation.3">
                  <p:embed/>
                </p:oleObj>
              </mc:Choice>
              <mc:Fallback>
                <p:oleObj name="Equation" r:id="rId3" imgW="3759200" imgH="914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990600"/>
                        <a:ext cx="9351963" cy="217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4" name="Rectangle 4"/>
          <p:cNvSpPr>
            <a:spLocks noChangeArrowheads="1"/>
          </p:cNvSpPr>
          <p:nvPr/>
        </p:nvSpPr>
        <p:spPr bwMode="auto">
          <a:xfrm>
            <a:off x="754063" y="1524000"/>
            <a:ext cx="8915400" cy="10668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8615" name="AutoShape 5"/>
          <p:cNvSpPr>
            <a:spLocks noChangeArrowheads="1"/>
          </p:cNvSpPr>
          <p:nvPr/>
        </p:nvSpPr>
        <p:spPr bwMode="auto">
          <a:xfrm>
            <a:off x="6710363" y="685800"/>
            <a:ext cx="1555750" cy="609600"/>
          </a:xfrm>
          <a:prstGeom prst="wedgeRoundRectCallout">
            <a:avLst>
              <a:gd name="adj1" fmla="val -71532"/>
              <a:gd name="adj2" fmla="val 102343"/>
              <a:gd name="adj3" fmla="val 16667"/>
            </a:avLst>
          </a:prstGeom>
          <a:solidFill>
            <a:schemeClr val="accent2"/>
          </a:solidFill>
          <a:ln w="25400">
            <a:solidFill>
              <a:srgbClr val="FF3300"/>
            </a:solidFill>
            <a:miter lim="800000"/>
            <a:headEnd/>
            <a:tailEnd/>
          </a:ln>
        </p:spPr>
        <p:txBody>
          <a:bodyPr anchor="ctr"/>
          <a:lstStyle/>
          <a:p>
            <a:r>
              <a:rPr lang="en-US" altLang="zh-CN" sz="3200" i="0"/>
              <a:t>P</a:t>
            </a:r>
            <a:r>
              <a:rPr lang="en-US" altLang="zh-CN" sz="3200" i="0" baseline="-25000"/>
              <a:t>n</a:t>
            </a:r>
            <a:r>
              <a:rPr lang="en-US" altLang="zh-CN" sz="3200" i="0"/>
              <a:t>(x)</a:t>
            </a:r>
          </a:p>
        </p:txBody>
      </p:sp>
      <p:sp>
        <p:nvSpPr>
          <p:cNvPr id="68616" name="AutoShape 6"/>
          <p:cNvSpPr>
            <a:spLocks noChangeArrowheads="1"/>
          </p:cNvSpPr>
          <p:nvPr/>
        </p:nvSpPr>
        <p:spPr bwMode="auto">
          <a:xfrm>
            <a:off x="8081963" y="3048000"/>
            <a:ext cx="1504950" cy="609600"/>
          </a:xfrm>
          <a:prstGeom prst="wedgeRoundRectCallout">
            <a:avLst>
              <a:gd name="adj1" fmla="val -59704"/>
              <a:gd name="adj2" fmla="val -61981"/>
              <a:gd name="adj3" fmla="val 16667"/>
            </a:avLst>
          </a:prstGeom>
          <a:solidFill>
            <a:schemeClr val="accent2"/>
          </a:solidFill>
          <a:ln w="25400">
            <a:solidFill>
              <a:srgbClr val="0000FF"/>
            </a:solidFill>
            <a:miter lim="800000"/>
            <a:headEnd/>
            <a:tailEnd/>
          </a:ln>
        </p:spPr>
        <p:txBody>
          <a:bodyPr anchor="ctr"/>
          <a:lstStyle/>
          <a:p>
            <a:r>
              <a:rPr lang="en-US" altLang="zh-CN" sz="3200" i="0"/>
              <a:t>R</a:t>
            </a:r>
            <a:r>
              <a:rPr lang="en-US" altLang="zh-CN" sz="3200" i="0" baseline="-25000"/>
              <a:t>n</a:t>
            </a:r>
            <a:r>
              <a:rPr lang="en-US" altLang="zh-CN" sz="3200" i="0"/>
              <a:t>(x)</a:t>
            </a:r>
          </a:p>
        </p:txBody>
      </p:sp>
      <p:sp>
        <p:nvSpPr>
          <p:cNvPr id="68617" name="Rectangle 7"/>
          <p:cNvSpPr>
            <a:spLocks noChangeArrowheads="1"/>
          </p:cNvSpPr>
          <p:nvPr/>
        </p:nvSpPr>
        <p:spPr bwMode="auto">
          <a:xfrm>
            <a:off x="588963" y="2667000"/>
            <a:ext cx="7346950" cy="5334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97353" name="Object 9"/>
          <p:cNvGraphicFramePr>
            <a:graphicFrameLocks noChangeAspect="1"/>
          </p:cNvGraphicFramePr>
          <p:nvPr/>
        </p:nvGraphicFramePr>
        <p:xfrm>
          <a:off x="914400" y="3276600"/>
          <a:ext cx="1828800" cy="966788"/>
        </p:xfrm>
        <a:graphic>
          <a:graphicData uri="http://schemas.openxmlformats.org/presentationml/2006/ole">
            <mc:AlternateContent xmlns:mc="http://schemas.openxmlformats.org/markup-compatibility/2006">
              <mc:Choice xmlns:v="urn:schemas-microsoft-com:vml" Requires="v">
                <p:oleObj spid="_x0000_s68744" name="Equation" r:id="rId5" imgW="609636" imgH="343008" progId="Equation.3">
                  <p:embed/>
                </p:oleObj>
              </mc:Choice>
              <mc:Fallback>
                <p:oleObj name="Equation" r:id="rId5" imgW="609636" imgH="343008"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3276600"/>
                        <a:ext cx="1828800" cy="966788"/>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7354" name="Object 10"/>
          <p:cNvGraphicFramePr>
            <a:graphicFrameLocks noChangeAspect="1"/>
          </p:cNvGraphicFramePr>
          <p:nvPr/>
        </p:nvGraphicFramePr>
        <p:xfrm>
          <a:off x="1600200" y="3962400"/>
          <a:ext cx="6781800" cy="1098550"/>
        </p:xfrm>
        <a:graphic>
          <a:graphicData uri="http://schemas.openxmlformats.org/presentationml/2006/ole">
            <mc:AlternateContent xmlns:mc="http://schemas.openxmlformats.org/markup-compatibility/2006">
              <mc:Choice xmlns:v="urn:schemas-microsoft-com:vml" Requires="v">
                <p:oleObj spid="_x0000_s68745" name="Equation" r:id="rId7" imgW="2844800" imgH="444500" progId="Equation.3">
                  <p:embed/>
                </p:oleObj>
              </mc:Choice>
              <mc:Fallback>
                <p:oleObj name="Equation" r:id="rId7" imgW="2844800" imgH="4445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3962400"/>
                        <a:ext cx="6781800"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7355" name="Object 11"/>
          <p:cNvGraphicFramePr>
            <a:graphicFrameLocks noChangeAspect="1"/>
          </p:cNvGraphicFramePr>
          <p:nvPr/>
        </p:nvGraphicFramePr>
        <p:xfrm>
          <a:off x="2438400" y="4800600"/>
          <a:ext cx="4724400" cy="1019175"/>
        </p:xfrm>
        <a:graphic>
          <a:graphicData uri="http://schemas.openxmlformats.org/presentationml/2006/ole">
            <mc:AlternateContent xmlns:mc="http://schemas.openxmlformats.org/markup-compatibility/2006">
              <mc:Choice xmlns:v="urn:schemas-microsoft-com:vml" Requires="v">
                <p:oleObj spid="_x0000_s68746" name="Equation" r:id="rId9" imgW="2032000" imgH="444500" progId="Equation.3">
                  <p:embed/>
                </p:oleObj>
              </mc:Choice>
              <mc:Fallback>
                <p:oleObj name="Equation" r:id="rId9" imgW="2032000" imgH="4445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38400" y="4800600"/>
                        <a:ext cx="4724400" cy="1019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7356" name="Object 12"/>
          <p:cNvGraphicFramePr>
            <a:graphicFrameLocks noChangeAspect="1"/>
          </p:cNvGraphicFramePr>
          <p:nvPr/>
        </p:nvGraphicFramePr>
        <p:xfrm>
          <a:off x="2438400" y="5768975"/>
          <a:ext cx="4572000" cy="1012825"/>
        </p:xfrm>
        <a:graphic>
          <a:graphicData uri="http://schemas.openxmlformats.org/presentationml/2006/ole">
            <mc:AlternateContent xmlns:mc="http://schemas.openxmlformats.org/markup-compatibility/2006">
              <mc:Choice xmlns:v="urn:schemas-microsoft-com:vml" Requires="v">
                <p:oleObj spid="_x0000_s68747" name="Equation" r:id="rId11" imgW="1981200" imgH="444500" progId="Equation.3">
                  <p:embed/>
                </p:oleObj>
              </mc:Choice>
              <mc:Fallback>
                <p:oleObj name="Equation" r:id="rId11" imgW="1981200" imgH="4445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38400" y="5768975"/>
                        <a:ext cx="4572000"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7357" name="Rectangle 13"/>
          <p:cNvSpPr>
            <a:spLocks noChangeArrowheads="1"/>
          </p:cNvSpPr>
          <p:nvPr/>
        </p:nvSpPr>
        <p:spPr bwMode="auto">
          <a:xfrm>
            <a:off x="3100388" y="3457575"/>
            <a:ext cx="4422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solidFill>
                  <a:srgbClr val="0000FF"/>
                </a:solidFill>
                <a:latin typeface="Times New Roman" pitchFamily="18" charset="0"/>
              </a:rPr>
              <a:t>x</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x</a:t>
            </a:r>
            <a:r>
              <a:rPr lang="en-US" altLang="zh-CN" sz="3200" i="0" baseline="-25000">
                <a:solidFill>
                  <a:srgbClr val="0000FF"/>
                </a:solidFill>
                <a:latin typeface="Times New Roman" pitchFamily="18" charset="0"/>
              </a:rPr>
              <a:t>i</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x</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x</a:t>
            </a:r>
            <a:r>
              <a:rPr lang="en-US" altLang="zh-CN" sz="3200" i="0" baseline="-25000">
                <a:solidFill>
                  <a:srgbClr val="0000FF"/>
                </a:solidFill>
                <a:latin typeface="Times New Roman" pitchFamily="18" charset="0"/>
              </a:rPr>
              <a:t>0</a:t>
            </a:r>
            <a:r>
              <a:rPr lang="en-US" altLang="zh-CN" sz="3200" i="0">
                <a:solidFill>
                  <a:srgbClr val="0000FF"/>
                </a:solidFill>
                <a:latin typeface="Times New Roman" pitchFamily="18" charset="0"/>
              </a:rPr>
              <a:t>)- (</a:t>
            </a:r>
            <a:r>
              <a:rPr lang="en-US" altLang="zh-CN" sz="3200">
                <a:solidFill>
                  <a:srgbClr val="0000FF"/>
                </a:solidFill>
                <a:latin typeface="Times New Roman" pitchFamily="18" charset="0"/>
              </a:rPr>
              <a:t>x</a:t>
            </a:r>
            <a:r>
              <a:rPr lang="en-US" altLang="zh-CN" sz="3200" i="0" baseline="-25000">
                <a:solidFill>
                  <a:srgbClr val="0000FF"/>
                </a:solidFill>
                <a:latin typeface="Times New Roman" pitchFamily="18" charset="0"/>
              </a:rPr>
              <a:t>i</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x</a:t>
            </a:r>
            <a:r>
              <a:rPr lang="en-US" altLang="zh-CN" sz="3200" i="0" baseline="-25000">
                <a:solidFill>
                  <a:srgbClr val="0000FF"/>
                </a:solidFill>
                <a:latin typeface="Times New Roman" pitchFamily="18" charset="0"/>
              </a:rPr>
              <a:t>0</a:t>
            </a:r>
            <a:r>
              <a:rPr lang="en-US" altLang="zh-CN" sz="3200" i="0">
                <a:solidFill>
                  <a:srgbClr val="0000FF"/>
                </a:solidFill>
                <a:latin typeface="Times New Roman" pitchFamily="18" charset="0"/>
              </a:rPr>
              <a:t>) =(</a:t>
            </a:r>
            <a:r>
              <a:rPr lang="en-US" altLang="zh-CN" sz="3200">
                <a:solidFill>
                  <a:srgbClr val="0000FF"/>
                </a:solidFill>
                <a:latin typeface="Times New Roman" pitchFamily="18" charset="0"/>
              </a:rPr>
              <a:t>t</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i</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h</a:t>
            </a:r>
            <a:endParaRPr lang="zh-CN" altLang="en-US" sz="3200">
              <a:solidFill>
                <a:srgbClr val="0000FF"/>
              </a:solidFill>
              <a:latin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697353"/>
                                        </p:tgtEl>
                                        <p:attrNameLst>
                                          <p:attrName>style.visibility</p:attrName>
                                        </p:attrNameLst>
                                      </p:cBhvr>
                                      <p:to>
                                        <p:strVal val="visible"/>
                                      </p:to>
                                    </p:set>
                                    <p:animEffect transition="in" filter="dissolve">
                                      <p:cBhvr>
                                        <p:cTn id="7" dur="500"/>
                                        <p:tgtEl>
                                          <p:spTgt spid="6973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97357"/>
                                        </p:tgtEl>
                                        <p:attrNameLst>
                                          <p:attrName>style.visibility</p:attrName>
                                        </p:attrNameLst>
                                      </p:cBhvr>
                                      <p:to>
                                        <p:strVal val="visible"/>
                                      </p:to>
                                    </p:set>
                                    <p:animEffect transition="in" filter="dissolve">
                                      <p:cBhvr>
                                        <p:cTn id="12" dur="500"/>
                                        <p:tgtEl>
                                          <p:spTgt spid="6973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97354"/>
                                        </p:tgtEl>
                                        <p:attrNameLst>
                                          <p:attrName>style.visibility</p:attrName>
                                        </p:attrNameLst>
                                      </p:cBhvr>
                                      <p:to>
                                        <p:strVal val="visible"/>
                                      </p:to>
                                    </p:set>
                                    <p:animEffect transition="in" filter="wipe(left)">
                                      <p:cBhvr>
                                        <p:cTn id="17" dur="500"/>
                                        <p:tgtEl>
                                          <p:spTgt spid="6973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97355"/>
                                        </p:tgtEl>
                                        <p:attrNameLst>
                                          <p:attrName>style.visibility</p:attrName>
                                        </p:attrNameLst>
                                      </p:cBhvr>
                                      <p:to>
                                        <p:strVal val="visible"/>
                                      </p:to>
                                    </p:set>
                                    <p:animEffect transition="in" filter="wipe(left)">
                                      <p:cBhvr>
                                        <p:cTn id="22" dur="500"/>
                                        <p:tgtEl>
                                          <p:spTgt spid="6973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97356"/>
                                        </p:tgtEl>
                                        <p:attrNameLst>
                                          <p:attrName>style.visibility</p:attrName>
                                        </p:attrNameLst>
                                      </p:cBhvr>
                                      <p:to>
                                        <p:strVal val="visible"/>
                                      </p:to>
                                    </p:set>
                                    <p:animEffect transition="in" filter="wipe(left)">
                                      <p:cBhvr>
                                        <p:cTn id="27" dur="500"/>
                                        <p:tgtEl>
                                          <p:spTgt spid="697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57"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2F0B74D-5E0F-4A7A-A89B-0882954B16E6}" type="slidenum">
              <a:rPr lang="zh-CN" altLang="en-US" b="0" i="0" smtClean="0"/>
              <a:pPr/>
              <a:t>51</a:t>
            </a:fld>
            <a:endParaRPr lang="en-US" altLang="zh-CN" b="0" i="0" smtClean="0"/>
          </a:p>
        </p:txBody>
      </p:sp>
      <p:sp>
        <p:nvSpPr>
          <p:cNvPr id="69635"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3057BCB-1847-4036-B1CE-88AECB17C43D}" type="datetime1">
              <a:rPr lang="zh-CN" altLang="en-US" sz="1800" i="0" smtClean="0"/>
              <a:pPr/>
              <a:t>2024/10/20</a:t>
            </a:fld>
            <a:endParaRPr lang="en-US" altLang="zh-CN" sz="1800" i="0" smtClean="0"/>
          </a:p>
        </p:txBody>
      </p:sp>
      <p:sp>
        <p:nvSpPr>
          <p:cNvPr id="686082" name="Rectangle 2"/>
          <p:cNvSpPr>
            <a:spLocks noGrp="1" noChangeArrowheads="1"/>
          </p:cNvSpPr>
          <p:nvPr>
            <p:ph type="title"/>
          </p:nvPr>
        </p:nvSpPr>
        <p:spPr>
          <a:xfrm>
            <a:off x="650875" y="255588"/>
            <a:ext cx="8820150" cy="658812"/>
          </a:xfrm>
        </p:spPr>
        <p:txBody>
          <a:bodyPr/>
          <a:lstStyle/>
          <a:p>
            <a:pPr>
              <a:defRPr/>
            </a:pPr>
            <a:r>
              <a:rPr lang="zh-CN" altLang="en-US" sz="4800" smtClean="0"/>
              <a:t>§2.2 牛顿前插公式</a:t>
            </a:r>
          </a:p>
        </p:txBody>
      </p:sp>
      <p:graphicFrame>
        <p:nvGraphicFramePr>
          <p:cNvPr id="686203" name="Group 123"/>
          <p:cNvGraphicFramePr>
            <a:graphicFrameLocks noGrp="1"/>
          </p:cNvGraphicFramePr>
          <p:nvPr/>
        </p:nvGraphicFramePr>
        <p:xfrm>
          <a:off x="1905000" y="1143000"/>
          <a:ext cx="5411788" cy="3200403"/>
        </p:xfrm>
        <a:graphic>
          <a:graphicData uri="http://schemas.openxmlformats.org/drawingml/2006/table">
            <a:tbl>
              <a:tblPr/>
              <a:tblGrid>
                <a:gridCol w="685800"/>
                <a:gridCol w="685800"/>
                <a:gridCol w="914400"/>
                <a:gridCol w="990600"/>
                <a:gridCol w="990600"/>
                <a:gridCol w="1144588"/>
              </a:tblGrid>
              <a:tr h="3508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en-US" altLang="zh-CN"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1"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00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9210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54013">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296863">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2984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254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619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238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296863">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4</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4</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9708" name="Object 100"/>
          <p:cNvGraphicFramePr>
            <a:graphicFrameLocks noChangeAspect="1"/>
          </p:cNvGraphicFramePr>
          <p:nvPr/>
        </p:nvGraphicFramePr>
        <p:xfrm>
          <a:off x="0" y="5570538"/>
          <a:ext cx="9906000" cy="906462"/>
        </p:xfrm>
        <a:graphic>
          <a:graphicData uri="http://schemas.openxmlformats.org/presentationml/2006/ole">
            <mc:AlternateContent xmlns:mc="http://schemas.openxmlformats.org/markup-compatibility/2006">
              <mc:Choice xmlns:v="urn:schemas-microsoft-com:vml" Requires="v">
                <p:oleObj spid="_x0000_s69754" name="Equation" r:id="rId3" imgW="5194300" imgH="431800" progId="Equation.3">
                  <p:embed/>
                </p:oleObj>
              </mc:Choice>
              <mc:Fallback>
                <p:oleObj name="Equation" r:id="rId3" imgW="5194300" imgH="431800" progId="Equation.3">
                  <p:embed/>
                  <p:pic>
                    <p:nvPicPr>
                      <p:cNvPr id="0" name="Object 1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70538"/>
                        <a:ext cx="9906000" cy="90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81" name="Line 101"/>
          <p:cNvSpPr>
            <a:spLocks noChangeShapeType="1"/>
          </p:cNvSpPr>
          <p:nvPr/>
        </p:nvSpPr>
        <p:spPr bwMode="auto">
          <a:xfrm>
            <a:off x="2895600" y="1295400"/>
            <a:ext cx="4421188" cy="15240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102"/>
          <p:cNvGrpSpPr>
            <a:grpSpLocks/>
          </p:cNvGrpSpPr>
          <p:nvPr/>
        </p:nvGrpSpPr>
        <p:grpSpPr bwMode="auto">
          <a:xfrm>
            <a:off x="709613" y="4191000"/>
            <a:ext cx="7391400" cy="1571625"/>
            <a:chOff x="104" y="864"/>
            <a:chExt cx="5044" cy="990"/>
          </a:xfrm>
        </p:grpSpPr>
        <p:grpSp>
          <p:nvGrpSpPr>
            <p:cNvPr id="69711" name="Group 103"/>
            <p:cNvGrpSpPr>
              <a:grpSpLocks/>
            </p:cNvGrpSpPr>
            <p:nvPr/>
          </p:nvGrpSpPr>
          <p:grpSpPr bwMode="auto">
            <a:xfrm>
              <a:off x="1907" y="912"/>
              <a:ext cx="591" cy="624"/>
              <a:chOff x="1998" y="3120"/>
              <a:chExt cx="546" cy="624"/>
            </a:xfrm>
          </p:grpSpPr>
          <p:sp>
            <p:nvSpPr>
              <p:cNvPr id="69727" name="Rectangle 104"/>
              <p:cNvSpPr>
                <a:spLocks noChangeArrowheads="1"/>
              </p:cNvSpPr>
              <p:nvPr/>
            </p:nvSpPr>
            <p:spPr bwMode="auto">
              <a:xfrm>
                <a:off x="1998" y="3120"/>
                <a:ext cx="45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p>
            </p:txBody>
          </p:sp>
          <p:sp>
            <p:nvSpPr>
              <p:cNvPr id="69728" name="Line 105"/>
              <p:cNvSpPr>
                <a:spLocks noChangeShapeType="1"/>
              </p:cNvSpPr>
              <p:nvPr/>
            </p:nvSpPr>
            <p:spPr bwMode="auto">
              <a:xfrm>
                <a:off x="2016" y="3465"/>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729" name="Rectangle 106"/>
              <p:cNvSpPr>
                <a:spLocks noChangeArrowheads="1"/>
              </p:cNvSpPr>
              <p:nvPr/>
            </p:nvSpPr>
            <p:spPr bwMode="auto">
              <a:xfrm>
                <a:off x="2018" y="3417"/>
                <a:ext cx="4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1!</a:t>
                </a:r>
                <a:r>
                  <a:rPr lang="en-US" altLang="zh-CN" sz="2800">
                    <a:latin typeface="Times New Roman" pitchFamily="18" charset="0"/>
                    <a:sym typeface="Symbol" pitchFamily="18" charset="2"/>
                  </a:rPr>
                  <a:t>h</a:t>
                </a:r>
              </a:p>
            </p:txBody>
          </p:sp>
        </p:grpSp>
        <p:grpSp>
          <p:nvGrpSpPr>
            <p:cNvPr id="69712" name="Group 107"/>
            <p:cNvGrpSpPr>
              <a:grpSpLocks/>
            </p:cNvGrpSpPr>
            <p:nvPr/>
          </p:nvGrpSpPr>
          <p:grpSpPr bwMode="auto">
            <a:xfrm>
              <a:off x="104" y="1008"/>
              <a:ext cx="5044" cy="846"/>
              <a:chOff x="96" y="1008"/>
              <a:chExt cx="4656" cy="846"/>
            </a:xfrm>
          </p:grpSpPr>
          <p:sp>
            <p:nvSpPr>
              <p:cNvPr id="69717" name="Rectangle 108"/>
              <p:cNvSpPr>
                <a:spLocks noChangeArrowheads="1"/>
              </p:cNvSpPr>
              <p:nvPr/>
            </p:nvSpPr>
            <p:spPr bwMode="auto">
              <a:xfrm>
                <a:off x="96" y="1008"/>
                <a:ext cx="66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P</a:t>
                </a:r>
                <a:r>
                  <a:rPr lang="en-US" altLang="zh-CN" sz="320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p>
            </p:txBody>
          </p:sp>
          <p:sp>
            <p:nvSpPr>
              <p:cNvPr id="69718" name="Rectangle 109"/>
              <p:cNvSpPr>
                <a:spLocks noChangeArrowheads="1"/>
              </p:cNvSpPr>
              <p:nvPr/>
            </p:nvSpPr>
            <p:spPr bwMode="auto">
              <a:xfrm>
                <a:off x="646" y="1027"/>
                <a:ext cx="4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a:latin typeface="Times New Roman" pitchFamily="18" charset="0"/>
                  </a:rPr>
                  <a:t>=</a:t>
                </a:r>
                <a:r>
                  <a:rPr lang="en-US" altLang="zh-CN" sz="3200">
                    <a:latin typeface="Times New Roman" pitchFamily="18" charset="0"/>
                  </a:rPr>
                  <a:t>y</a:t>
                </a:r>
                <a:r>
                  <a:rPr lang="en-US" altLang="zh-CN" sz="3200" i="0" baseline="-25000">
                    <a:latin typeface="Times New Roman" pitchFamily="18" charset="0"/>
                  </a:rPr>
                  <a:t>0</a:t>
                </a:r>
              </a:p>
            </p:txBody>
          </p:sp>
          <p:sp>
            <p:nvSpPr>
              <p:cNvPr id="69719" name="Rectangle 110"/>
              <p:cNvSpPr>
                <a:spLocks noChangeArrowheads="1"/>
              </p:cNvSpPr>
              <p:nvPr/>
            </p:nvSpPr>
            <p:spPr bwMode="auto">
              <a:xfrm>
                <a:off x="969" y="1027"/>
                <a:ext cx="85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a:latin typeface="Times New Roman" pitchFamily="18" charset="0"/>
                  </a:rPr>
                  <a:t>+</a:t>
                </a:r>
                <a:r>
                  <a:rPr lang="zh-CN" altLang="en-US"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0</a:t>
                </a:r>
                <a:r>
                  <a:rPr lang="en-US" altLang="zh-CN" sz="3200" i="0">
                    <a:latin typeface="Times New Roman" pitchFamily="18" charset="0"/>
                  </a:rPr>
                  <a:t>)</a:t>
                </a:r>
              </a:p>
            </p:txBody>
          </p:sp>
          <p:sp>
            <p:nvSpPr>
              <p:cNvPr id="69720" name="Rectangle 111"/>
              <p:cNvSpPr>
                <a:spLocks noChangeArrowheads="1"/>
              </p:cNvSpPr>
              <p:nvPr/>
            </p:nvSpPr>
            <p:spPr bwMode="auto">
              <a:xfrm>
                <a:off x="2262" y="1027"/>
                <a:ext cx="14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a:latin typeface="Times New Roman" pitchFamily="18" charset="0"/>
                  </a:rPr>
                  <a:t>+</a:t>
                </a:r>
                <a:r>
                  <a:rPr lang="zh-CN" altLang="en-US"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1</a:t>
                </a:r>
                <a:r>
                  <a:rPr lang="en-US" altLang="zh-CN" sz="3200" i="0">
                    <a:latin typeface="Times New Roman" pitchFamily="18" charset="0"/>
                  </a:rPr>
                  <a:t>)</a:t>
                </a:r>
              </a:p>
            </p:txBody>
          </p:sp>
          <p:sp>
            <p:nvSpPr>
              <p:cNvPr id="69721" name="Rectangle 112"/>
              <p:cNvSpPr>
                <a:spLocks noChangeArrowheads="1"/>
              </p:cNvSpPr>
              <p:nvPr/>
            </p:nvSpPr>
            <p:spPr bwMode="auto">
              <a:xfrm>
                <a:off x="1345" y="1450"/>
                <a:ext cx="66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a:latin typeface="Times New Roman" pitchFamily="18" charset="0"/>
                  </a:rPr>
                  <a:t>+…+</a:t>
                </a:r>
              </a:p>
            </p:txBody>
          </p:sp>
          <p:sp>
            <p:nvSpPr>
              <p:cNvPr id="69722" name="Rectangle 113"/>
              <p:cNvSpPr>
                <a:spLocks noChangeArrowheads="1"/>
              </p:cNvSpPr>
              <p:nvPr/>
            </p:nvSpPr>
            <p:spPr bwMode="auto">
              <a:xfrm>
                <a:off x="1904" y="1383"/>
                <a:ext cx="237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1</a:t>
                </a:r>
                <a:r>
                  <a:rPr lang="en-US" altLang="zh-CN" sz="3200" i="0">
                    <a:latin typeface="Times New Roman" pitchFamily="18" charset="0"/>
                  </a:rPr>
                  <a:t>)… (</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n-1</a:t>
                </a:r>
                <a:r>
                  <a:rPr lang="en-US" altLang="zh-CN" sz="3200" i="0">
                    <a:latin typeface="Times New Roman" pitchFamily="18" charset="0"/>
                  </a:rPr>
                  <a:t>)</a:t>
                </a:r>
              </a:p>
            </p:txBody>
          </p:sp>
          <p:grpSp>
            <p:nvGrpSpPr>
              <p:cNvPr id="69723" name="Group 114"/>
              <p:cNvGrpSpPr>
                <a:grpSpLocks/>
              </p:cNvGrpSpPr>
              <p:nvPr/>
            </p:nvGrpSpPr>
            <p:grpSpPr bwMode="auto">
              <a:xfrm>
                <a:off x="4182" y="1191"/>
                <a:ext cx="570" cy="663"/>
                <a:chOff x="3846" y="3033"/>
                <a:chExt cx="570" cy="663"/>
              </a:xfrm>
            </p:grpSpPr>
            <p:sp>
              <p:nvSpPr>
                <p:cNvPr id="69724" name="Rectangle 115"/>
                <p:cNvSpPr>
                  <a:spLocks noChangeArrowheads="1"/>
                </p:cNvSpPr>
                <p:nvPr/>
              </p:nvSpPr>
              <p:spPr bwMode="auto">
                <a:xfrm>
                  <a:off x="3846" y="3033"/>
                  <a:ext cx="5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2800" i="0" baseline="30000">
                      <a:latin typeface="Times New Roman" pitchFamily="18" charset="0"/>
                      <a:sym typeface="Symbol" pitchFamily="18" charset="2"/>
                    </a:rPr>
                    <a:t>n</a:t>
                  </a:r>
                  <a:r>
                    <a:rPr lang="en-US" altLang="zh-CN" sz="3200">
                      <a:latin typeface="Times New Roman" pitchFamily="18" charset="0"/>
                    </a:rPr>
                    <a:t>y</a:t>
                  </a:r>
                  <a:r>
                    <a:rPr lang="en-US" altLang="zh-CN" sz="3200" i="0" baseline="-25000">
                      <a:latin typeface="Times New Roman" pitchFamily="18" charset="0"/>
                    </a:rPr>
                    <a:t>0</a:t>
                  </a:r>
                </a:p>
              </p:txBody>
            </p:sp>
            <p:sp>
              <p:nvSpPr>
                <p:cNvPr id="69725" name="Line 116"/>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726" name="Rectangle 117"/>
                <p:cNvSpPr>
                  <a:spLocks noChangeArrowheads="1"/>
                </p:cNvSpPr>
                <p:nvPr/>
              </p:nvSpPr>
              <p:spPr bwMode="auto">
                <a:xfrm>
                  <a:off x="3861" y="3369"/>
                  <a:ext cx="5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n!</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n</a:t>
                  </a:r>
                </a:p>
              </p:txBody>
            </p:sp>
          </p:grpSp>
        </p:grpSp>
        <p:grpSp>
          <p:nvGrpSpPr>
            <p:cNvPr id="69713" name="Group 118"/>
            <p:cNvGrpSpPr>
              <a:grpSpLocks/>
            </p:cNvGrpSpPr>
            <p:nvPr/>
          </p:nvGrpSpPr>
          <p:grpSpPr bwMode="auto">
            <a:xfrm>
              <a:off x="3952" y="864"/>
              <a:ext cx="613" cy="663"/>
              <a:chOff x="3850" y="3033"/>
              <a:chExt cx="566" cy="663"/>
            </a:xfrm>
          </p:grpSpPr>
          <p:sp>
            <p:nvSpPr>
              <p:cNvPr id="69714" name="Rectangle 119"/>
              <p:cNvSpPr>
                <a:spLocks noChangeArrowheads="1"/>
              </p:cNvSpPr>
              <p:nvPr/>
            </p:nvSpPr>
            <p:spPr bwMode="auto">
              <a:xfrm>
                <a:off x="3850" y="3033"/>
                <a:ext cx="52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p>
            </p:txBody>
          </p:sp>
          <p:sp>
            <p:nvSpPr>
              <p:cNvPr id="69715" name="Line 120"/>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716" name="Rectangle 121"/>
              <p:cNvSpPr>
                <a:spLocks noChangeArrowheads="1"/>
              </p:cNvSpPr>
              <p:nvPr/>
            </p:nvSpPr>
            <p:spPr bwMode="auto">
              <a:xfrm>
                <a:off x="3870" y="3369"/>
                <a:ext cx="5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686181"/>
                                        </p:tgtEl>
                                        <p:attrNameLst>
                                          <p:attrName>style.visibility</p:attrName>
                                        </p:attrNameLst>
                                      </p:cBhvr>
                                      <p:to>
                                        <p:strVal val="visible"/>
                                      </p:to>
                                    </p:set>
                                    <p:anim calcmode="lin" valueType="num">
                                      <p:cBhvr>
                                        <p:cTn id="7" dur="500" fill="hold"/>
                                        <p:tgtEl>
                                          <p:spTgt spid="686181"/>
                                        </p:tgtEl>
                                        <p:attrNameLst>
                                          <p:attrName>ppt_x</p:attrName>
                                        </p:attrNameLst>
                                      </p:cBhvr>
                                      <p:tavLst>
                                        <p:tav tm="0">
                                          <p:val>
                                            <p:strVal val="#ppt_x-#ppt_w/2"/>
                                          </p:val>
                                        </p:tav>
                                        <p:tav tm="100000">
                                          <p:val>
                                            <p:strVal val="#ppt_x"/>
                                          </p:val>
                                        </p:tav>
                                      </p:tavLst>
                                    </p:anim>
                                    <p:anim calcmode="lin" valueType="num">
                                      <p:cBhvr>
                                        <p:cTn id="8" dur="500" fill="hold"/>
                                        <p:tgtEl>
                                          <p:spTgt spid="686181"/>
                                        </p:tgtEl>
                                        <p:attrNameLst>
                                          <p:attrName>ppt_y</p:attrName>
                                        </p:attrNameLst>
                                      </p:cBhvr>
                                      <p:tavLst>
                                        <p:tav tm="0">
                                          <p:val>
                                            <p:strVal val="#ppt_y"/>
                                          </p:val>
                                        </p:tav>
                                        <p:tav tm="100000">
                                          <p:val>
                                            <p:strVal val="#ppt_y"/>
                                          </p:val>
                                        </p:tav>
                                      </p:tavLst>
                                    </p:anim>
                                    <p:anim calcmode="lin" valueType="num">
                                      <p:cBhvr>
                                        <p:cTn id="9" dur="500" fill="hold"/>
                                        <p:tgtEl>
                                          <p:spTgt spid="686181"/>
                                        </p:tgtEl>
                                        <p:attrNameLst>
                                          <p:attrName>ppt_w</p:attrName>
                                        </p:attrNameLst>
                                      </p:cBhvr>
                                      <p:tavLst>
                                        <p:tav tm="0">
                                          <p:val>
                                            <p:fltVal val="0"/>
                                          </p:val>
                                        </p:tav>
                                        <p:tav tm="100000">
                                          <p:val>
                                            <p:strVal val="#ppt_w"/>
                                          </p:val>
                                        </p:tav>
                                      </p:tavLst>
                                    </p:anim>
                                    <p:anim calcmode="lin" valueType="num">
                                      <p:cBhvr>
                                        <p:cTn id="10" dur="500" fill="hold"/>
                                        <p:tgtEl>
                                          <p:spTgt spid="686181"/>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8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9288930-4F47-427E-AC76-2AE0B0856B9B}" type="slidenum">
              <a:rPr lang="zh-CN" altLang="en-US" b="0" i="0" smtClean="0"/>
              <a:pPr/>
              <a:t>52</a:t>
            </a:fld>
            <a:endParaRPr lang="en-US" altLang="zh-CN" b="0" i="0" smtClean="0"/>
          </a:p>
        </p:txBody>
      </p:sp>
      <p:sp>
        <p:nvSpPr>
          <p:cNvPr id="7065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44B8EB9-5221-413D-8829-318FD82DD84A}" type="datetime1">
              <a:rPr lang="zh-CN" altLang="en-US" sz="1800" i="0" smtClean="0"/>
              <a:pPr/>
              <a:t>2024/10/20</a:t>
            </a:fld>
            <a:endParaRPr lang="en-US" altLang="zh-CN" sz="1800" i="0" smtClean="0"/>
          </a:p>
        </p:txBody>
      </p:sp>
      <p:sp>
        <p:nvSpPr>
          <p:cNvPr id="657410" name="Rectangle 2"/>
          <p:cNvSpPr>
            <a:spLocks noGrp="1" noChangeArrowheads="1"/>
          </p:cNvSpPr>
          <p:nvPr>
            <p:ph type="title"/>
          </p:nvPr>
        </p:nvSpPr>
        <p:spPr>
          <a:xfrm>
            <a:off x="650875" y="255588"/>
            <a:ext cx="8820150" cy="658812"/>
          </a:xfrm>
        </p:spPr>
        <p:txBody>
          <a:bodyPr/>
          <a:lstStyle/>
          <a:p>
            <a:pPr>
              <a:defRPr/>
            </a:pPr>
            <a:r>
              <a:rPr lang="zh-CN" altLang="en-US" sz="4800" smtClean="0"/>
              <a:t>§2.3 牛顿后插公式</a:t>
            </a:r>
          </a:p>
        </p:txBody>
      </p:sp>
      <p:sp>
        <p:nvSpPr>
          <p:cNvPr id="70661" name="Rectangle 3"/>
          <p:cNvSpPr>
            <a:spLocks noGrp="1" noChangeArrowheads="1"/>
          </p:cNvSpPr>
          <p:nvPr>
            <p:ph type="body" idx="1"/>
          </p:nvPr>
        </p:nvSpPr>
        <p:spPr>
          <a:xfrm>
            <a:off x="650875" y="1143000"/>
            <a:ext cx="8820150" cy="822325"/>
          </a:xfrm>
        </p:spPr>
        <p:txBody>
          <a:bodyPr/>
          <a:lstStyle/>
          <a:p>
            <a:r>
              <a:rPr lang="zh-CN" altLang="en-US" smtClean="0"/>
              <a:t>在节点等距情况下，以</a:t>
            </a:r>
            <a:r>
              <a:rPr lang="en-US" altLang="zh-CN" sz="3200" i="1" smtClean="0">
                <a:solidFill>
                  <a:srgbClr val="FF3300"/>
                </a:solidFill>
              </a:rPr>
              <a:t>x</a:t>
            </a:r>
            <a:r>
              <a:rPr lang="en-US" altLang="zh-CN" sz="3200" baseline="-25000" smtClean="0">
                <a:solidFill>
                  <a:srgbClr val="FF3300"/>
                </a:solidFill>
              </a:rPr>
              <a:t>n </a:t>
            </a:r>
            <a:r>
              <a:rPr lang="en-US" altLang="zh-CN" sz="3200" i="1" smtClean="0">
                <a:solidFill>
                  <a:srgbClr val="FF3300"/>
                </a:solidFill>
              </a:rPr>
              <a:t>x</a:t>
            </a:r>
            <a:r>
              <a:rPr lang="en-US" altLang="zh-CN" sz="3200" i="1" baseline="-25000" smtClean="0">
                <a:solidFill>
                  <a:srgbClr val="FF3300"/>
                </a:solidFill>
              </a:rPr>
              <a:t>n-</a:t>
            </a:r>
            <a:r>
              <a:rPr lang="en-US" altLang="zh-CN" sz="3200" baseline="-25000" smtClean="0">
                <a:solidFill>
                  <a:srgbClr val="FF3300"/>
                </a:solidFill>
              </a:rPr>
              <a:t>1… </a:t>
            </a:r>
            <a:r>
              <a:rPr lang="en-US" altLang="zh-CN" sz="3200" i="1" smtClean="0">
                <a:solidFill>
                  <a:srgbClr val="FF3300"/>
                </a:solidFill>
              </a:rPr>
              <a:t>x</a:t>
            </a:r>
            <a:r>
              <a:rPr lang="en-US" altLang="zh-CN" sz="3200" baseline="-25000" smtClean="0">
                <a:solidFill>
                  <a:srgbClr val="FF3300"/>
                </a:solidFill>
              </a:rPr>
              <a:t>0</a:t>
            </a:r>
            <a:r>
              <a:rPr lang="zh-CN" altLang="en-US" smtClean="0"/>
              <a:t>顺序建立牛顿基本差商公式</a:t>
            </a:r>
          </a:p>
        </p:txBody>
      </p:sp>
      <p:graphicFrame>
        <p:nvGraphicFramePr>
          <p:cNvPr id="657412" name="Object 4"/>
          <p:cNvGraphicFramePr>
            <a:graphicFrameLocks noChangeAspect="1"/>
          </p:cNvGraphicFramePr>
          <p:nvPr/>
        </p:nvGraphicFramePr>
        <p:xfrm>
          <a:off x="0" y="1981200"/>
          <a:ext cx="9906000" cy="1100138"/>
        </p:xfrm>
        <a:graphic>
          <a:graphicData uri="http://schemas.openxmlformats.org/presentationml/2006/ole">
            <mc:AlternateContent xmlns:mc="http://schemas.openxmlformats.org/markup-compatibility/2006">
              <mc:Choice xmlns:v="urn:schemas-microsoft-com:vml" Requires="v">
                <p:oleObj spid="_x0000_s70755" name="Equation" r:id="rId3" imgW="4495800" imgH="457200" progId="Equation.3">
                  <p:embed/>
                </p:oleObj>
              </mc:Choice>
              <mc:Fallback>
                <p:oleObj name="Equation" r:id="rId3" imgW="449580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981200"/>
                        <a:ext cx="9906000" cy="110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7413" name="Rectangle 5"/>
          <p:cNvSpPr>
            <a:spLocks noChangeArrowheads="1"/>
          </p:cNvSpPr>
          <p:nvPr/>
        </p:nvSpPr>
        <p:spPr bwMode="auto">
          <a:xfrm>
            <a:off x="447675" y="3048000"/>
            <a:ext cx="180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n-1</a:t>
            </a:r>
            <a:r>
              <a:rPr lang="en-US" altLang="zh-CN" sz="2800" i="0">
                <a:latin typeface="Times New Roman" pitchFamily="18" charset="0"/>
              </a:rPr>
              <a:t>]=</a:t>
            </a:r>
            <a:endParaRPr lang="zh-CN" altLang="en-US" sz="2800" i="0">
              <a:latin typeface="Times New Roman" pitchFamily="18" charset="0"/>
            </a:endParaRPr>
          </a:p>
        </p:txBody>
      </p:sp>
      <p:sp>
        <p:nvSpPr>
          <p:cNvPr id="657414" name="Rectangle 6"/>
          <p:cNvSpPr>
            <a:spLocks noChangeArrowheads="1"/>
          </p:cNvSpPr>
          <p:nvPr/>
        </p:nvSpPr>
        <p:spPr bwMode="auto">
          <a:xfrm>
            <a:off x="2324100" y="3062288"/>
            <a:ext cx="180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n-1 </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657415" name="Rectangle 7"/>
          <p:cNvSpPr>
            <a:spLocks noChangeArrowheads="1"/>
          </p:cNvSpPr>
          <p:nvPr/>
        </p:nvSpPr>
        <p:spPr bwMode="auto">
          <a:xfrm>
            <a:off x="4090988" y="2819400"/>
            <a:ext cx="952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n-1</a:t>
            </a:r>
            <a:endParaRPr lang="zh-CN" altLang="en-US" sz="3200" i="0" baseline="-25000">
              <a:latin typeface="Times New Roman" pitchFamily="18" charset="0"/>
            </a:endParaRPr>
          </a:p>
        </p:txBody>
      </p:sp>
      <p:sp>
        <p:nvSpPr>
          <p:cNvPr id="657416" name="Line 8"/>
          <p:cNvSpPr>
            <a:spLocks noChangeShapeType="1"/>
          </p:cNvSpPr>
          <p:nvPr/>
        </p:nvSpPr>
        <p:spPr bwMode="auto">
          <a:xfrm>
            <a:off x="4210050" y="3367088"/>
            <a:ext cx="908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7417" name="Rectangle 9"/>
          <p:cNvSpPr>
            <a:spLocks noChangeArrowheads="1"/>
          </p:cNvSpPr>
          <p:nvPr/>
        </p:nvSpPr>
        <p:spPr bwMode="auto">
          <a:xfrm>
            <a:off x="4241800" y="3290888"/>
            <a:ext cx="681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sp>
        <p:nvSpPr>
          <p:cNvPr id="657418" name="Rectangle 10"/>
          <p:cNvSpPr>
            <a:spLocks noChangeArrowheads="1"/>
          </p:cNvSpPr>
          <p:nvPr/>
        </p:nvSpPr>
        <p:spPr bwMode="auto">
          <a:xfrm>
            <a:off x="423863" y="3733800"/>
            <a:ext cx="2263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n-2</a:t>
            </a:r>
            <a:r>
              <a:rPr lang="en-US" altLang="zh-CN" sz="2800" i="0">
                <a:latin typeface="Times New Roman" pitchFamily="18" charset="0"/>
              </a:rPr>
              <a:t>]=</a:t>
            </a:r>
            <a:endParaRPr lang="zh-CN" altLang="en-US" sz="2800" i="0">
              <a:latin typeface="Times New Roman" pitchFamily="18" charset="0"/>
            </a:endParaRPr>
          </a:p>
        </p:txBody>
      </p:sp>
      <p:sp>
        <p:nvSpPr>
          <p:cNvPr id="657419" name="Rectangle 11"/>
          <p:cNvSpPr>
            <a:spLocks noChangeArrowheads="1"/>
          </p:cNvSpPr>
          <p:nvPr/>
        </p:nvSpPr>
        <p:spPr bwMode="auto">
          <a:xfrm>
            <a:off x="2676525" y="3733800"/>
            <a:ext cx="2263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657420" name="Rectangle 12"/>
          <p:cNvSpPr>
            <a:spLocks noChangeArrowheads="1"/>
          </p:cNvSpPr>
          <p:nvPr/>
        </p:nvSpPr>
        <p:spPr bwMode="auto">
          <a:xfrm>
            <a:off x="4856163" y="3505200"/>
            <a:ext cx="1073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n-2</a:t>
            </a:r>
            <a:endParaRPr lang="zh-CN" altLang="en-US" sz="3200" i="0" baseline="-25000">
              <a:latin typeface="Times New Roman" pitchFamily="18" charset="0"/>
            </a:endParaRPr>
          </a:p>
        </p:txBody>
      </p:sp>
      <p:sp>
        <p:nvSpPr>
          <p:cNvPr id="657421" name="Line 13"/>
          <p:cNvSpPr>
            <a:spLocks noChangeShapeType="1"/>
          </p:cNvSpPr>
          <p:nvPr/>
        </p:nvSpPr>
        <p:spPr bwMode="auto">
          <a:xfrm>
            <a:off x="5035550" y="4038600"/>
            <a:ext cx="908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7422" name="Rectangle 14"/>
          <p:cNvSpPr>
            <a:spLocks noChangeArrowheads="1"/>
          </p:cNvSpPr>
          <p:nvPr/>
        </p:nvSpPr>
        <p:spPr bwMode="auto">
          <a:xfrm>
            <a:off x="5006975" y="3962400"/>
            <a:ext cx="800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nvGrpSpPr>
          <p:cNvPr id="2" name="Group 15"/>
          <p:cNvGrpSpPr>
            <a:grpSpLocks/>
          </p:cNvGrpSpPr>
          <p:nvPr/>
        </p:nvGrpSpPr>
        <p:grpSpPr bwMode="auto">
          <a:xfrm>
            <a:off x="417513" y="4114800"/>
            <a:ext cx="7115175" cy="990600"/>
            <a:chOff x="243" y="2448"/>
            <a:chExt cx="4137" cy="624"/>
          </a:xfrm>
        </p:grpSpPr>
        <p:sp>
          <p:nvSpPr>
            <p:cNvPr id="70677" name="Rectangle 16"/>
            <p:cNvSpPr>
              <a:spLocks noChangeArrowheads="1"/>
            </p:cNvSpPr>
            <p:nvPr/>
          </p:nvSpPr>
          <p:spPr bwMode="auto">
            <a:xfrm>
              <a:off x="3748" y="2448"/>
              <a:ext cx="62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3</a:t>
              </a:r>
              <a:r>
                <a:rPr lang="en-US" altLang="zh-CN" sz="3200">
                  <a:latin typeface="Times New Roman" pitchFamily="18" charset="0"/>
                </a:rPr>
                <a:t>y</a:t>
              </a:r>
              <a:r>
                <a:rPr lang="en-US" altLang="zh-CN" sz="3200" i="0" baseline="-25000">
                  <a:latin typeface="Times New Roman" pitchFamily="18" charset="0"/>
                </a:rPr>
                <a:t>n-3</a:t>
              </a:r>
              <a:endParaRPr lang="zh-CN" altLang="en-US" sz="3200" i="0" baseline="-25000">
                <a:latin typeface="Times New Roman" pitchFamily="18" charset="0"/>
              </a:endParaRPr>
            </a:p>
          </p:txBody>
        </p:sp>
        <p:grpSp>
          <p:nvGrpSpPr>
            <p:cNvPr id="70678" name="Group 17"/>
            <p:cNvGrpSpPr>
              <a:grpSpLocks/>
            </p:cNvGrpSpPr>
            <p:nvPr/>
          </p:nvGrpSpPr>
          <p:grpSpPr bwMode="auto">
            <a:xfrm>
              <a:off x="243" y="2601"/>
              <a:ext cx="4137" cy="471"/>
              <a:chOff x="243" y="2745"/>
              <a:chExt cx="4137" cy="471"/>
            </a:xfrm>
          </p:grpSpPr>
          <p:sp>
            <p:nvSpPr>
              <p:cNvPr id="70679" name="Rectangle 18"/>
              <p:cNvSpPr>
                <a:spLocks noChangeArrowheads="1"/>
              </p:cNvSpPr>
              <p:nvPr/>
            </p:nvSpPr>
            <p:spPr bwMode="auto">
              <a:xfrm>
                <a:off x="243" y="2745"/>
                <a:ext cx="17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n-2 </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n-3</a:t>
                </a:r>
                <a:r>
                  <a:rPr lang="en-US" altLang="zh-CN" sz="2800" i="0">
                    <a:latin typeface="Times New Roman" pitchFamily="18" charset="0"/>
                  </a:rPr>
                  <a:t>]=</a:t>
                </a:r>
                <a:endParaRPr lang="zh-CN" altLang="en-US" sz="2800" i="0">
                  <a:latin typeface="Times New Roman" pitchFamily="18" charset="0"/>
                </a:endParaRPr>
              </a:p>
            </p:txBody>
          </p:sp>
          <p:sp>
            <p:nvSpPr>
              <p:cNvPr id="70680" name="Rectangle 19"/>
              <p:cNvSpPr>
                <a:spLocks noChangeArrowheads="1"/>
              </p:cNvSpPr>
              <p:nvPr/>
            </p:nvSpPr>
            <p:spPr bwMode="auto">
              <a:xfrm>
                <a:off x="2001" y="2745"/>
                <a:ext cx="171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n-3</a:t>
                </a:r>
                <a:r>
                  <a:rPr lang="en-US" altLang="zh-CN" sz="2800" i="0">
                    <a:latin typeface="Times New Roman" pitchFamily="18" charset="0"/>
                  </a:rPr>
                  <a:t>, </a:t>
                </a:r>
                <a:r>
                  <a:rPr lang="en-US" altLang="zh-CN" sz="2800">
                    <a:latin typeface="Times New Roman" pitchFamily="18" charset="0"/>
                  </a:rPr>
                  <a:t>x</a:t>
                </a:r>
                <a:r>
                  <a:rPr lang="en-US" altLang="zh-CN" sz="2800" i="0" baseline="-25000">
                    <a:latin typeface="Times New Roman" pitchFamily="18" charset="0"/>
                  </a:rPr>
                  <a:t>n-2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70681" name="Line 20"/>
              <p:cNvSpPr>
                <a:spLocks noChangeShapeType="1"/>
              </p:cNvSpPr>
              <p:nvPr/>
            </p:nvSpPr>
            <p:spPr bwMode="auto">
              <a:xfrm>
                <a:off x="3852" y="293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2" name="Rectangle 21"/>
              <p:cNvSpPr>
                <a:spLocks noChangeArrowheads="1"/>
              </p:cNvSpPr>
              <p:nvPr/>
            </p:nvSpPr>
            <p:spPr bwMode="auto">
              <a:xfrm>
                <a:off x="3835" y="2889"/>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3!</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3</a:t>
                </a:r>
                <a:endParaRPr lang="zh-CN" altLang="en-US" sz="2800" i="0" baseline="30000">
                  <a:latin typeface="Times New Roman" pitchFamily="18" charset="0"/>
                  <a:sym typeface="Symbol" pitchFamily="18" charset="2"/>
                </a:endParaRPr>
              </a:p>
            </p:txBody>
          </p:sp>
        </p:grpSp>
      </p:grpSp>
      <p:graphicFrame>
        <p:nvGraphicFramePr>
          <p:cNvPr id="657430" name="Object 22"/>
          <p:cNvGraphicFramePr>
            <a:graphicFrameLocks noChangeAspect="1"/>
          </p:cNvGraphicFramePr>
          <p:nvPr/>
        </p:nvGraphicFramePr>
        <p:xfrm>
          <a:off x="476250" y="4800600"/>
          <a:ext cx="7778750" cy="998538"/>
        </p:xfrm>
        <a:graphic>
          <a:graphicData uri="http://schemas.openxmlformats.org/presentationml/2006/ole">
            <mc:AlternateContent xmlns:mc="http://schemas.openxmlformats.org/markup-compatibility/2006">
              <mc:Choice xmlns:v="urn:schemas-microsoft-com:vml" Requires="v">
                <p:oleObj spid="_x0000_s70756" name="Equation" r:id="rId5" imgW="3474774" imgH="365688" progId="Equation.3">
                  <p:embed/>
                </p:oleObj>
              </mc:Choice>
              <mc:Fallback>
                <p:oleObj name="Equation" r:id="rId5" imgW="3474774" imgH="365688"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250" y="4800600"/>
                        <a:ext cx="7778750" cy="998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7431" name="Rectangle 23"/>
          <p:cNvSpPr>
            <a:spLocks noChangeArrowheads="1"/>
          </p:cNvSpPr>
          <p:nvPr/>
        </p:nvSpPr>
        <p:spPr bwMode="auto">
          <a:xfrm>
            <a:off x="7173913" y="5881688"/>
            <a:ext cx="2327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solidFill>
                  <a:srgbClr val="FF3300"/>
                </a:solidFill>
                <a:latin typeface="Times New Roman" pitchFamily="18" charset="0"/>
              </a:rPr>
              <a:t>牛顿后插公式</a:t>
            </a:r>
          </a:p>
        </p:txBody>
      </p:sp>
      <p:graphicFrame>
        <p:nvGraphicFramePr>
          <p:cNvPr id="657432" name="Object 24"/>
          <p:cNvGraphicFramePr>
            <a:graphicFrameLocks noChangeAspect="1"/>
          </p:cNvGraphicFramePr>
          <p:nvPr/>
        </p:nvGraphicFramePr>
        <p:xfrm>
          <a:off x="1568450" y="5554663"/>
          <a:ext cx="5568950" cy="998537"/>
        </p:xfrm>
        <a:graphic>
          <a:graphicData uri="http://schemas.openxmlformats.org/presentationml/2006/ole">
            <mc:AlternateContent xmlns:mc="http://schemas.openxmlformats.org/markup-compatibility/2006">
              <mc:Choice xmlns:v="urn:schemas-microsoft-com:vml" Requires="v">
                <p:oleObj spid="_x0000_s70757" name="Equation" r:id="rId7" imgW="2476579" imgH="365688" progId="Equation.3">
                  <p:embed/>
                </p:oleObj>
              </mc:Choice>
              <mc:Fallback>
                <p:oleObj name="Equation" r:id="rId7" imgW="2476579" imgH="365688" progId="Equation.3">
                  <p:embed/>
                  <p:pic>
                    <p:nvPicPr>
                      <p:cNvPr id="0"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8450" y="5554663"/>
                        <a:ext cx="5568950" cy="998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7412"/>
                                        </p:tgtEl>
                                        <p:attrNameLst>
                                          <p:attrName>style.visibility</p:attrName>
                                        </p:attrNameLst>
                                      </p:cBhvr>
                                      <p:to>
                                        <p:strVal val="visible"/>
                                      </p:to>
                                    </p:set>
                                    <p:animEffect transition="in" filter="dissolve">
                                      <p:cBhvr>
                                        <p:cTn id="7" dur="500"/>
                                        <p:tgtEl>
                                          <p:spTgt spid="6574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7413"/>
                                        </p:tgtEl>
                                        <p:attrNameLst>
                                          <p:attrName>style.visibility</p:attrName>
                                        </p:attrNameLst>
                                      </p:cBhvr>
                                      <p:to>
                                        <p:strVal val="visible"/>
                                      </p:to>
                                    </p:set>
                                    <p:animEffect transition="in" filter="dissolve">
                                      <p:cBhvr>
                                        <p:cTn id="12" dur="500"/>
                                        <p:tgtEl>
                                          <p:spTgt spid="657413"/>
                                        </p:tgtEl>
                                      </p:cBhvr>
                                    </p:animEffect>
                                  </p:childTnLst>
                                </p:cTn>
                              </p:par>
                            </p:childTnLst>
                          </p:cTn>
                        </p:par>
                        <p:par>
                          <p:cTn id="13" fill="hold" nodeType="afterGroup">
                            <p:stCondLst>
                              <p:cond delay="500"/>
                            </p:stCondLst>
                            <p:childTnLst>
                              <p:par>
                                <p:cTn id="14" presetID="9" presetClass="entr" presetSubtype="0" fill="hold" grpId="0" nodeType="afterEffect">
                                  <p:stCondLst>
                                    <p:cond delay="2000"/>
                                  </p:stCondLst>
                                  <p:childTnLst>
                                    <p:set>
                                      <p:cBhvr>
                                        <p:cTn id="15" dur="1" fill="hold">
                                          <p:stCondLst>
                                            <p:cond delay="0"/>
                                          </p:stCondLst>
                                        </p:cTn>
                                        <p:tgtEl>
                                          <p:spTgt spid="657414"/>
                                        </p:tgtEl>
                                        <p:attrNameLst>
                                          <p:attrName>style.visibility</p:attrName>
                                        </p:attrNameLst>
                                      </p:cBhvr>
                                      <p:to>
                                        <p:strVal val="visible"/>
                                      </p:to>
                                    </p:set>
                                    <p:animEffect transition="in" filter="dissolve">
                                      <p:cBhvr>
                                        <p:cTn id="16" dur="500"/>
                                        <p:tgtEl>
                                          <p:spTgt spid="657414"/>
                                        </p:tgtEl>
                                      </p:cBhvr>
                                    </p:animEffect>
                                  </p:childTnLst>
                                </p:cTn>
                              </p:par>
                            </p:childTnLst>
                          </p:cTn>
                        </p:par>
                        <p:par>
                          <p:cTn id="17" fill="hold" nodeType="afterGroup">
                            <p:stCondLst>
                              <p:cond delay="3000"/>
                            </p:stCondLst>
                            <p:childTnLst>
                              <p:par>
                                <p:cTn id="18" presetID="9" presetClass="entr" presetSubtype="0" fill="hold" grpId="0" nodeType="afterEffect">
                                  <p:stCondLst>
                                    <p:cond delay="2000"/>
                                  </p:stCondLst>
                                  <p:childTnLst>
                                    <p:set>
                                      <p:cBhvr>
                                        <p:cTn id="19" dur="1" fill="hold">
                                          <p:stCondLst>
                                            <p:cond delay="0"/>
                                          </p:stCondLst>
                                        </p:cTn>
                                        <p:tgtEl>
                                          <p:spTgt spid="657415"/>
                                        </p:tgtEl>
                                        <p:attrNameLst>
                                          <p:attrName>style.visibility</p:attrName>
                                        </p:attrNameLst>
                                      </p:cBhvr>
                                      <p:to>
                                        <p:strVal val="visible"/>
                                      </p:to>
                                    </p:set>
                                    <p:animEffect transition="in" filter="dissolve">
                                      <p:cBhvr>
                                        <p:cTn id="20" dur="500"/>
                                        <p:tgtEl>
                                          <p:spTgt spid="657415"/>
                                        </p:tgtEl>
                                      </p:cBhvr>
                                    </p:animEffect>
                                  </p:childTnLst>
                                </p:cTn>
                              </p:par>
                            </p:childTnLst>
                          </p:cTn>
                        </p:par>
                        <p:par>
                          <p:cTn id="21" fill="hold" nodeType="afterGroup">
                            <p:stCondLst>
                              <p:cond delay="5500"/>
                            </p:stCondLst>
                            <p:childTnLst>
                              <p:par>
                                <p:cTn id="22" presetID="9" presetClass="entr" presetSubtype="0" fill="hold" grpId="0" nodeType="afterEffect">
                                  <p:stCondLst>
                                    <p:cond delay="0"/>
                                  </p:stCondLst>
                                  <p:childTnLst>
                                    <p:set>
                                      <p:cBhvr>
                                        <p:cTn id="23" dur="1" fill="hold">
                                          <p:stCondLst>
                                            <p:cond delay="0"/>
                                          </p:stCondLst>
                                        </p:cTn>
                                        <p:tgtEl>
                                          <p:spTgt spid="657416"/>
                                        </p:tgtEl>
                                        <p:attrNameLst>
                                          <p:attrName>style.visibility</p:attrName>
                                        </p:attrNameLst>
                                      </p:cBhvr>
                                      <p:to>
                                        <p:strVal val="visible"/>
                                      </p:to>
                                    </p:set>
                                    <p:animEffect transition="in" filter="dissolve">
                                      <p:cBhvr>
                                        <p:cTn id="24" dur="500"/>
                                        <p:tgtEl>
                                          <p:spTgt spid="657416"/>
                                        </p:tgtEl>
                                      </p:cBhvr>
                                    </p:animEffect>
                                  </p:childTnLst>
                                </p:cTn>
                              </p:par>
                            </p:childTnLst>
                          </p:cTn>
                        </p:par>
                        <p:par>
                          <p:cTn id="25" fill="hold" nodeType="afterGroup">
                            <p:stCondLst>
                              <p:cond delay="6000"/>
                            </p:stCondLst>
                            <p:childTnLst>
                              <p:par>
                                <p:cTn id="26" presetID="9" presetClass="entr" presetSubtype="0" fill="hold" grpId="0" nodeType="afterEffect">
                                  <p:stCondLst>
                                    <p:cond delay="0"/>
                                  </p:stCondLst>
                                  <p:childTnLst>
                                    <p:set>
                                      <p:cBhvr>
                                        <p:cTn id="27" dur="1" fill="hold">
                                          <p:stCondLst>
                                            <p:cond delay="0"/>
                                          </p:stCondLst>
                                        </p:cTn>
                                        <p:tgtEl>
                                          <p:spTgt spid="657417"/>
                                        </p:tgtEl>
                                        <p:attrNameLst>
                                          <p:attrName>style.visibility</p:attrName>
                                        </p:attrNameLst>
                                      </p:cBhvr>
                                      <p:to>
                                        <p:strVal val="visible"/>
                                      </p:to>
                                    </p:set>
                                    <p:animEffect transition="in" filter="dissolve">
                                      <p:cBhvr>
                                        <p:cTn id="28" dur="500"/>
                                        <p:tgtEl>
                                          <p:spTgt spid="65741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657418"/>
                                        </p:tgtEl>
                                        <p:attrNameLst>
                                          <p:attrName>style.visibility</p:attrName>
                                        </p:attrNameLst>
                                      </p:cBhvr>
                                      <p:to>
                                        <p:strVal val="visible"/>
                                      </p:to>
                                    </p:set>
                                    <p:animEffect transition="in" filter="dissolve">
                                      <p:cBhvr>
                                        <p:cTn id="33" dur="500"/>
                                        <p:tgtEl>
                                          <p:spTgt spid="657418"/>
                                        </p:tgtEl>
                                      </p:cBhvr>
                                    </p:animEffect>
                                  </p:childTnLst>
                                </p:cTn>
                              </p:par>
                            </p:childTnLst>
                          </p:cTn>
                        </p:par>
                        <p:par>
                          <p:cTn id="34" fill="hold" nodeType="afterGroup">
                            <p:stCondLst>
                              <p:cond delay="500"/>
                            </p:stCondLst>
                            <p:childTnLst>
                              <p:par>
                                <p:cTn id="35" presetID="9" presetClass="entr" presetSubtype="0" fill="hold" grpId="0" nodeType="afterEffect">
                                  <p:stCondLst>
                                    <p:cond delay="2000"/>
                                  </p:stCondLst>
                                  <p:childTnLst>
                                    <p:set>
                                      <p:cBhvr>
                                        <p:cTn id="36" dur="1" fill="hold">
                                          <p:stCondLst>
                                            <p:cond delay="0"/>
                                          </p:stCondLst>
                                        </p:cTn>
                                        <p:tgtEl>
                                          <p:spTgt spid="657419"/>
                                        </p:tgtEl>
                                        <p:attrNameLst>
                                          <p:attrName>style.visibility</p:attrName>
                                        </p:attrNameLst>
                                      </p:cBhvr>
                                      <p:to>
                                        <p:strVal val="visible"/>
                                      </p:to>
                                    </p:set>
                                    <p:animEffect transition="in" filter="dissolve">
                                      <p:cBhvr>
                                        <p:cTn id="37" dur="500"/>
                                        <p:tgtEl>
                                          <p:spTgt spid="657419"/>
                                        </p:tgtEl>
                                      </p:cBhvr>
                                    </p:animEffect>
                                  </p:childTnLst>
                                </p:cTn>
                              </p:par>
                            </p:childTnLst>
                          </p:cTn>
                        </p:par>
                        <p:par>
                          <p:cTn id="38" fill="hold" nodeType="afterGroup">
                            <p:stCondLst>
                              <p:cond delay="3000"/>
                            </p:stCondLst>
                            <p:childTnLst>
                              <p:par>
                                <p:cTn id="39" presetID="9" presetClass="entr" presetSubtype="0" fill="hold" grpId="0" nodeType="afterEffect">
                                  <p:stCondLst>
                                    <p:cond delay="2000"/>
                                  </p:stCondLst>
                                  <p:childTnLst>
                                    <p:set>
                                      <p:cBhvr>
                                        <p:cTn id="40" dur="1" fill="hold">
                                          <p:stCondLst>
                                            <p:cond delay="0"/>
                                          </p:stCondLst>
                                        </p:cTn>
                                        <p:tgtEl>
                                          <p:spTgt spid="657420"/>
                                        </p:tgtEl>
                                        <p:attrNameLst>
                                          <p:attrName>style.visibility</p:attrName>
                                        </p:attrNameLst>
                                      </p:cBhvr>
                                      <p:to>
                                        <p:strVal val="visible"/>
                                      </p:to>
                                    </p:set>
                                    <p:animEffect transition="in" filter="dissolve">
                                      <p:cBhvr>
                                        <p:cTn id="41" dur="500"/>
                                        <p:tgtEl>
                                          <p:spTgt spid="657420"/>
                                        </p:tgtEl>
                                      </p:cBhvr>
                                    </p:animEffect>
                                  </p:childTnLst>
                                </p:cTn>
                              </p:par>
                            </p:childTnLst>
                          </p:cTn>
                        </p:par>
                        <p:par>
                          <p:cTn id="42" fill="hold" nodeType="afterGroup">
                            <p:stCondLst>
                              <p:cond delay="5500"/>
                            </p:stCondLst>
                            <p:childTnLst>
                              <p:par>
                                <p:cTn id="43" presetID="9" presetClass="entr" presetSubtype="0" fill="hold" grpId="0" nodeType="afterEffect">
                                  <p:stCondLst>
                                    <p:cond delay="0"/>
                                  </p:stCondLst>
                                  <p:childTnLst>
                                    <p:set>
                                      <p:cBhvr>
                                        <p:cTn id="44" dur="1" fill="hold">
                                          <p:stCondLst>
                                            <p:cond delay="0"/>
                                          </p:stCondLst>
                                        </p:cTn>
                                        <p:tgtEl>
                                          <p:spTgt spid="657421"/>
                                        </p:tgtEl>
                                        <p:attrNameLst>
                                          <p:attrName>style.visibility</p:attrName>
                                        </p:attrNameLst>
                                      </p:cBhvr>
                                      <p:to>
                                        <p:strVal val="visible"/>
                                      </p:to>
                                    </p:set>
                                    <p:animEffect transition="in" filter="dissolve">
                                      <p:cBhvr>
                                        <p:cTn id="45" dur="500"/>
                                        <p:tgtEl>
                                          <p:spTgt spid="657421"/>
                                        </p:tgtEl>
                                      </p:cBhvr>
                                    </p:animEffect>
                                  </p:childTnLst>
                                </p:cTn>
                              </p:par>
                            </p:childTnLst>
                          </p:cTn>
                        </p:par>
                        <p:par>
                          <p:cTn id="46" fill="hold" nodeType="afterGroup">
                            <p:stCondLst>
                              <p:cond delay="6000"/>
                            </p:stCondLst>
                            <p:childTnLst>
                              <p:par>
                                <p:cTn id="47" presetID="9" presetClass="entr" presetSubtype="0" fill="hold" grpId="0" nodeType="afterEffect">
                                  <p:stCondLst>
                                    <p:cond delay="0"/>
                                  </p:stCondLst>
                                  <p:childTnLst>
                                    <p:set>
                                      <p:cBhvr>
                                        <p:cTn id="48" dur="1" fill="hold">
                                          <p:stCondLst>
                                            <p:cond delay="0"/>
                                          </p:stCondLst>
                                        </p:cTn>
                                        <p:tgtEl>
                                          <p:spTgt spid="657422"/>
                                        </p:tgtEl>
                                        <p:attrNameLst>
                                          <p:attrName>style.visibility</p:attrName>
                                        </p:attrNameLst>
                                      </p:cBhvr>
                                      <p:to>
                                        <p:strVal val="visible"/>
                                      </p:to>
                                    </p:set>
                                    <p:animEffect transition="in" filter="dissolve">
                                      <p:cBhvr>
                                        <p:cTn id="49" dur="500"/>
                                        <p:tgtEl>
                                          <p:spTgt spid="65742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dissolve">
                                      <p:cBhvr>
                                        <p:cTn id="54" dur="500"/>
                                        <p:tgtEl>
                                          <p:spTgt spid="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nodeType="clickEffect">
                                  <p:stCondLst>
                                    <p:cond delay="0"/>
                                  </p:stCondLst>
                                  <p:childTnLst>
                                    <p:set>
                                      <p:cBhvr>
                                        <p:cTn id="58" dur="1" fill="hold">
                                          <p:stCondLst>
                                            <p:cond delay="0"/>
                                          </p:stCondLst>
                                        </p:cTn>
                                        <p:tgtEl>
                                          <p:spTgt spid="657430"/>
                                        </p:tgtEl>
                                        <p:attrNameLst>
                                          <p:attrName>style.visibility</p:attrName>
                                        </p:attrNameLst>
                                      </p:cBhvr>
                                      <p:to>
                                        <p:strVal val="visible"/>
                                      </p:to>
                                    </p:set>
                                    <p:animEffect transition="in" filter="dissolve">
                                      <p:cBhvr>
                                        <p:cTn id="59" dur="500"/>
                                        <p:tgtEl>
                                          <p:spTgt spid="657430"/>
                                        </p:tgtEl>
                                      </p:cBhvr>
                                    </p:animEffect>
                                  </p:childTnLst>
                                </p:cTn>
                              </p:par>
                            </p:childTnLst>
                          </p:cTn>
                        </p:par>
                        <p:par>
                          <p:cTn id="60" fill="hold" nodeType="afterGroup">
                            <p:stCondLst>
                              <p:cond delay="500"/>
                            </p:stCondLst>
                            <p:childTnLst>
                              <p:par>
                                <p:cTn id="61" presetID="9" presetClass="entr" presetSubtype="0" fill="hold" nodeType="afterEffect">
                                  <p:stCondLst>
                                    <p:cond delay="5000"/>
                                  </p:stCondLst>
                                  <p:childTnLst>
                                    <p:set>
                                      <p:cBhvr>
                                        <p:cTn id="62" dur="1" fill="hold">
                                          <p:stCondLst>
                                            <p:cond delay="0"/>
                                          </p:stCondLst>
                                        </p:cTn>
                                        <p:tgtEl>
                                          <p:spTgt spid="657432"/>
                                        </p:tgtEl>
                                        <p:attrNameLst>
                                          <p:attrName>style.visibility</p:attrName>
                                        </p:attrNameLst>
                                      </p:cBhvr>
                                      <p:to>
                                        <p:strVal val="visible"/>
                                      </p:to>
                                    </p:set>
                                    <p:animEffect transition="in" filter="dissolve">
                                      <p:cBhvr>
                                        <p:cTn id="63" dur="500"/>
                                        <p:tgtEl>
                                          <p:spTgt spid="657432"/>
                                        </p:tgtEl>
                                      </p:cBhvr>
                                    </p:animEffect>
                                  </p:childTnLst>
                                </p:cTn>
                              </p:par>
                            </p:childTnLst>
                          </p:cTn>
                        </p:par>
                        <p:par>
                          <p:cTn id="64" fill="hold" nodeType="afterGroup">
                            <p:stCondLst>
                              <p:cond delay="6000"/>
                            </p:stCondLst>
                            <p:childTnLst>
                              <p:par>
                                <p:cTn id="65" presetID="9" presetClass="entr" presetSubtype="0" fill="hold" grpId="0" nodeType="afterEffect">
                                  <p:stCondLst>
                                    <p:cond delay="5000"/>
                                  </p:stCondLst>
                                  <p:childTnLst>
                                    <p:set>
                                      <p:cBhvr>
                                        <p:cTn id="66" dur="1" fill="hold">
                                          <p:stCondLst>
                                            <p:cond delay="0"/>
                                          </p:stCondLst>
                                        </p:cTn>
                                        <p:tgtEl>
                                          <p:spTgt spid="657431"/>
                                        </p:tgtEl>
                                        <p:attrNameLst>
                                          <p:attrName>style.visibility</p:attrName>
                                        </p:attrNameLst>
                                      </p:cBhvr>
                                      <p:to>
                                        <p:strVal val="visible"/>
                                      </p:to>
                                    </p:set>
                                    <p:animEffect transition="in" filter="dissolve">
                                      <p:cBhvr>
                                        <p:cTn id="67" dur="500"/>
                                        <p:tgtEl>
                                          <p:spTgt spid="657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7413" grpId="0" autoUpdateAnimBg="0"/>
      <p:bldP spid="657414" grpId="0" autoUpdateAnimBg="0"/>
      <p:bldP spid="657415" grpId="0" autoUpdateAnimBg="0"/>
      <p:bldP spid="657416" grpId="0" animBg="1"/>
      <p:bldP spid="657417" grpId="0" autoUpdateAnimBg="0"/>
      <p:bldP spid="657418" grpId="0" autoUpdateAnimBg="0"/>
      <p:bldP spid="657419" grpId="0" autoUpdateAnimBg="0"/>
      <p:bldP spid="657420" grpId="0" autoUpdateAnimBg="0"/>
      <p:bldP spid="657421" grpId="0" animBg="1"/>
      <p:bldP spid="657422" grpId="0" autoUpdateAnimBg="0"/>
      <p:bldP spid="657431"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76AF5AE-F261-40EF-876E-BEE35C590F02}" type="slidenum">
              <a:rPr lang="zh-CN" altLang="en-US" b="0" i="0" smtClean="0"/>
              <a:pPr/>
              <a:t>53</a:t>
            </a:fld>
            <a:endParaRPr lang="en-US" altLang="zh-CN" b="0" i="0" smtClean="0"/>
          </a:p>
        </p:txBody>
      </p:sp>
      <p:sp>
        <p:nvSpPr>
          <p:cNvPr id="7168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5290C37-6574-46DC-9D1A-2C6809944DFF}" type="datetime1">
              <a:rPr lang="zh-CN" altLang="en-US" sz="1800" i="0" smtClean="0"/>
              <a:pPr/>
              <a:t>2024/10/20</a:t>
            </a:fld>
            <a:endParaRPr lang="en-US" altLang="zh-CN" sz="1800" i="0" smtClean="0"/>
          </a:p>
        </p:txBody>
      </p:sp>
      <p:sp>
        <p:nvSpPr>
          <p:cNvPr id="658434" name="Rectangle 2"/>
          <p:cNvSpPr>
            <a:spLocks noGrp="1" noChangeArrowheads="1"/>
          </p:cNvSpPr>
          <p:nvPr>
            <p:ph type="title"/>
          </p:nvPr>
        </p:nvSpPr>
        <p:spPr>
          <a:xfrm>
            <a:off x="650875" y="255588"/>
            <a:ext cx="8820150" cy="658812"/>
          </a:xfrm>
        </p:spPr>
        <p:txBody>
          <a:bodyPr/>
          <a:lstStyle/>
          <a:p>
            <a:pPr>
              <a:defRPr/>
            </a:pPr>
            <a:r>
              <a:rPr lang="zh-CN" altLang="en-US" sz="4800" smtClean="0"/>
              <a:t>§2.3 牛顿后插公式</a:t>
            </a:r>
          </a:p>
        </p:txBody>
      </p:sp>
      <p:graphicFrame>
        <p:nvGraphicFramePr>
          <p:cNvPr id="658435" name="Object 3"/>
          <p:cNvGraphicFramePr>
            <a:graphicFrameLocks noChangeAspect="1"/>
          </p:cNvGraphicFramePr>
          <p:nvPr/>
        </p:nvGraphicFramePr>
        <p:xfrm>
          <a:off x="660400" y="955675"/>
          <a:ext cx="1568450" cy="1127125"/>
        </p:xfrm>
        <a:graphic>
          <a:graphicData uri="http://schemas.openxmlformats.org/presentationml/2006/ole">
            <mc:AlternateContent xmlns:mc="http://schemas.openxmlformats.org/markup-compatibility/2006">
              <mc:Choice xmlns:v="urn:schemas-microsoft-com:vml" Requires="v">
                <p:oleObj spid="_x0000_s71777" name="Equation" r:id="rId3" imgW="698197" imgH="406224" progId="Equation.3">
                  <p:embed/>
                </p:oleObj>
              </mc:Choice>
              <mc:Fallback>
                <p:oleObj name="Equation" r:id="rId3" imgW="698197" imgH="406224"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400" y="955675"/>
                        <a:ext cx="1568450"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8436" name="Rectangle 4"/>
          <p:cNvSpPr>
            <a:spLocks noChangeArrowheads="1"/>
          </p:cNvSpPr>
          <p:nvPr/>
        </p:nvSpPr>
        <p:spPr bwMode="auto">
          <a:xfrm>
            <a:off x="2809991" y="1219200"/>
            <a:ext cx="38827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dirty="0">
                <a:latin typeface="Times New Roman" pitchFamily="18" charset="0"/>
              </a:rPr>
              <a:t>x</a:t>
            </a:r>
            <a:r>
              <a:rPr lang="en-US" altLang="zh-CN" sz="3200" i="0" dirty="0">
                <a:latin typeface="Times New Roman" pitchFamily="18" charset="0"/>
              </a:rPr>
              <a:t>-</a:t>
            </a:r>
            <a:r>
              <a:rPr lang="en-US" altLang="zh-CN" sz="3200" dirty="0" err="1">
                <a:latin typeface="Times New Roman" pitchFamily="18" charset="0"/>
              </a:rPr>
              <a:t>x</a:t>
            </a:r>
            <a:r>
              <a:rPr lang="en-US" altLang="zh-CN" sz="3200" baseline="-25000" dirty="0" err="1">
                <a:latin typeface="Times New Roman" pitchFamily="18" charset="0"/>
              </a:rPr>
              <a:t>n</a:t>
            </a:r>
            <a:r>
              <a:rPr lang="en-US" altLang="zh-CN" sz="3200" baseline="-25000" dirty="0">
                <a:latin typeface="Times New Roman" pitchFamily="18" charset="0"/>
              </a:rPr>
              <a:t>-</a:t>
            </a:r>
            <a:r>
              <a:rPr lang="en-US" altLang="zh-CN" sz="3200" i="0" baseline="-25000" dirty="0" err="1">
                <a:latin typeface="Times New Roman" pitchFamily="18" charset="0"/>
              </a:rPr>
              <a:t>i</a:t>
            </a:r>
            <a:r>
              <a:rPr lang="en-US" altLang="zh-CN" sz="3200" i="0" dirty="0">
                <a:latin typeface="Times New Roman" pitchFamily="18" charset="0"/>
              </a:rPr>
              <a:t>=(</a:t>
            </a:r>
            <a:r>
              <a:rPr lang="en-US" altLang="zh-CN" sz="3200" dirty="0">
                <a:latin typeface="Times New Roman" pitchFamily="18" charset="0"/>
              </a:rPr>
              <a:t>x</a:t>
            </a:r>
            <a:r>
              <a:rPr lang="en-US" altLang="zh-CN" sz="3200" i="0" dirty="0">
                <a:latin typeface="Times New Roman" pitchFamily="18" charset="0"/>
              </a:rPr>
              <a:t>-</a:t>
            </a:r>
            <a:r>
              <a:rPr lang="en-US" altLang="zh-CN" sz="3200" dirty="0" err="1">
                <a:latin typeface="Times New Roman" pitchFamily="18" charset="0"/>
              </a:rPr>
              <a:t>x</a:t>
            </a:r>
            <a:r>
              <a:rPr lang="en-US" altLang="zh-CN" sz="3200" i="0" baseline="-25000" dirty="0" err="1">
                <a:latin typeface="Times New Roman" pitchFamily="18" charset="0"/>
              </a:rPr>
              <a:t>n</a:t>
            </a:r>
            <a:r>
              <a:rPr lang="en-US" altLang="zh-CN" sz="3200" i="0" smtClean="0">
                <a:latin typeface="Times New Roman" pitchFamily="18" charset="0"/>
              </a:rPr>
              <a:t>)+ </a:t>
            </a:r>
            <a:r>
              <a:rPr lang="en-US" altLang="zh-CN" sz="3200" i="0" dirty="0">
                <a:latin typeface="Times New Roman" pitchFamily="18" charset="0"/>
              </a:rPr>
              <a:t>(</a:t>
            </a:r>
            <a:r>
              <a:rPr lang="en-US" altLang="zh-CN" sz="3200" dirty="0" err="1">
                <a:latin typeface="Times New Roman" pitchFamily="18" charset="0"/>
              </a:rPr>
              <a:t>x</a:t>
            </a:r>
            <a:r>
              <a:rPr lang="en-US" altLang="zh-CN" sz="3200" i="0" baseline="-25000" dirty="0" err="1">
                <a:latin typeface="Times New Roman" pitchFamily="18" charset="0"/>
              </a:rPr>
              <a:t>n</a:t>
            </a:r>
            <a:r>
              <a:rPr lang="en-US" altLang="zh-CN" sz="3200" i="0" dirty="0" err="1">
                <a:latin typeface="Times New Roman" pitchFamily="18" charset="0"/>
              </a:rPr>
              <a:t>-</a:t>
            </a:r>
            <a:r>
              <a:rPr lang="en-US" altLang="zh-CN" sz="3200" dirty="0" err="1">
                <a:latin typeface="Times New Roman" pitchFamily="18" charset="0"/>
              </a:rPr>
              <a:t>x</a:t>
            </a:r>
            <a:r>
              <a:rPr lang="en-US" altLang="zh-CN" sz="3200" i="0" baseline="-25000" dirty="0" err="1">
                <a:latin typeface="Times New Roman" pitchFamily="18" charset="0"/>
              </a:rPr>
              <a:t>n-i</a:t>
            </a:r>
            <a:r>
              <a:rPr lang="en-US" altLang="zh-CN" sz="3200" i="0" dirty="0">
                <a:latin typeface="Times New Roman" pitchFamily="18" charset="0"/>
              </a:rPr>
              <a:t>)</a:t>
            </a:r>
            <a:endParaRPr lang="zh-CN" altLang="en-US" sz="3200" i="0" dirty="0">
              <a:latin typeface="Times New Roman" pitchFamily="18" charset="0"/>
            </a:endParaRPr>
          </a:p>
        </p:txBody>
      </p:sp>
      <p:sp>
        <p:nvSpPr>
          <p:cNvPr id="658437" name="Rectangle 5"/>
          <p:cNvSpPr>
            <a:spLocks noChangeArrowheads="1"/>
          </p:cNvSpPr>
          <p:nvPr/>
        </p:nvSpPr>
        <p:spPr bwMode="auto">
          <a:xfrm>
            <a:off x="6524625" y="1220788"/>
            <a:ext cx="14827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a:t>
            </a:r>
            <a:r>
              <a:rPr lang="en-US" altLang="zh-CN" sz="3200">
                <a:latin typeface="Times New Roman" pitchFamily="18" charset="0"/>
              </a:rPr>
              <a:t>i</a:t>
            </a:r>
            <a:r>
              <a:rPr lang="en-US" altLang="zh-CN" sz="3200" i="0">
                <a:latin typeface="Times New Roman" pitchFamily="18" charset="0"/>
              </a:rPr>
              <a:t>)</a:t>
            </a:r>
            <a:r>
              <a:rPr lang="en-US" altLang="zh-CN" sz="3200">
                <a:latin typeface="Times New Roman" pitchFamily="18" charset="0"/>
              </a:rPr>
              <a:t>h</a:t>
            </a:r>
            <a:endParaRPr lang="zh-CN" altLang="en-US" sz="3200">
              <a:latin typeface="Times New Roman" pitchFamily="18" charset="0"/>
            </a:endParaRPr>
          </a:p>
        </p:txBody>
      </p:sp>
      <p:sp>
        <p:nvSpPr>
          <p:cNvPr id="658438" name="AutoShape 6"/>
          <p:cNvSpPr>
            <a:spLocks noChangeArrowheads="1"/>
          </p:cNvSpPr>
          <p:nvPr/>
        </p:nvSpPr>
        <p:spPr bwMode="auto">
          <a:xfrm>
            <a:off x="712788" y="3429000"/>
            <a:ext cx="660400" cy="609600"/>
          </a:xfrm>
          <a:prstGeom prst="rightArrow">
            <a:avLst>
              <a:gd name="adj1" fmla="val 50000"/>
              <a:gd name="adj2" fmla="val 27083"/>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8439" name="Rectangle 7"/>
          <p:cNvSpPr>
            <a:spLocks noChangeArrowheads="1"/>
          </p:cNvSpPr>
          <p:nvPr/>
        </p:nvSpPr>
        <p:spPr bwMode="auto">
          <a:xfrm>
            <a:off x="1497013" y="3367088"/>
            <a:ext cx="10525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P</a:t>
            </a:r>
            <a:r>
              <a:rPr lang="en-US" altLang="zh-CN" sz="3200" i="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
        <p:nvSpPr>
          <p:cNvPr id="658440" name="Rectangle 8"/>
          <p:cNvSpPr>
            <a:spLocks noChangeArrowheads="1"/>
          </p:cNvSpPr>
          <p:nvPr/>
        </p:nvSpPr>
        <p:spPr bwMode="auto">
          <a:xfrm>
            <a:off x="2425700" y="3397250"/>
            <a:ext cx="742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n</a:t>
            </a:r>
            <a:endParaRPr lang="zh-CN" altLang="en-US" sz="3200" i="0" baseline="-25000">
              <a:latin typeface="Times New Roman" pitchFamily="18" charset="0"/>
            </a:endParaRPr>
          </a:p>
        </p:txBody>
      </p:sp>
      <p:sp>
        <p:nvSpPr>
          <p:cNvPr id="658441" name="Rectangle 9"/>
          <p:cNvSpPr>
            <a:spLocks noChangeArrowheads="1"/>
          </p:cNvSpPr>
          <p:nvPr/>
        </p:nvSpPr>
        <p:spPr bwMode="auto">
          <a:xfrm>
            <a:off x="3013075" y="3397250"/>
            <a:ext cx="857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 th</a:t>
            </a:r>
            <a:endParaRPr lang="zh-CN" altLang="en-US" sz="3200" i="0">
              <a:latin typeface="Times New Roman" pitchFamily="18" charset="0"/>
            </a:endParaRPr>
          </a:p>
        </p:txBody>
      </p:sp>
      <p:grpSp>
        <p:nvGrpSpPr>
          <p:cNvPr id="2" name="Group 10"/>
          <p:cNvGrpSpPr>
            <a:grpSpLocks/>
          </p:cNvGrpSpPr>
          <p:nvPr/>
        </p:nvGrpSpPr>
        <p:grpSpPr bwMode="auto">
          <a:xfrm>
            <a:off x="3811588" y="3200400"/>
            <a:ext cx="1028700" cy="990600"/>
            <a:chOff x="1947" y="3120"/>
            <a:chExt cx="597" cy="624"/>
          </a:xfrm>
        </p:grpSpPr>
        <p:sp>
          <p:nvSpPr>
            <p:cNvPr id="71726" name="Rectangle 11"/>
            <p:cNvSpPr>
              <a:spLocks noChangeArrowheads="1"/>
            </p:cNvSpPr>
            <p:nvPr/>
          </p:nvSpPr>
          <p:spPr bwMode="auto">
            <a:xfrm>
              <a:off x="1947" y="3120"/>
              <a:ext cx="55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n-1</a:t>
              </a:r>
              <a:endParaRPr lang="zh-CN" altLang="en-US" sz="3200" i="0" baseline="-25000">
                <a:latin typeface="Times New Roman" pitchFamily="18" charset="0"/>
              </a:endParaRPr>
            </a:p>
          </p:txBody>
        </p:sp>
        <p:sp>
          <p:nvSpPr>
            <p:cNvPr id="71727" name="Line 12"/>
            <p:cNvSpPr>
              <a:spLocks noChangeShapeType="1"/>
            </p:cNvSpPr>
            <p:nvPr/>
          </p:nvSpPr>
          <p:spPr bwMode="auto">
            <a:xfrm>
              <a:off x="2016" y="3465"/>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8" name="Rectangle 13"/>
            <p:cNvSpPr>
              <a:spLocks noChangeArrowheads="1"/>
            </p:cNvSpPr>
            <p:nvPr/>
          </p:nvSpPr>
          <p:spPr bwMode="auto">
            <a:xfrm>
              <a:off x="2035" y="3417"/>
              <a:ext cx="3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grpSp>
      <p:sp>
        <p:nvSpPr>
          <p:cNvPr id="658446" name="Rectangle 14"/>
          <p:cNvSpPr>
            <a:spLocks noChangeArrowheads="1"/>
          </p:cNvSpPr>
          <p:nvPr/>
        </p:nvSpPr>
        <p:spPr bwMode="auto">
          <a:xfrm>
            <a:off x="4873625" y="3397250"/>
            <a:ext cx="18986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r>
              <a:rPr lang="en-US" altLang="zh-CN" sz="3200" i="0">
                <a:latin typeface="Times New Roman" pitchFamily="18" charset="0"/>
              </a:rPr>
              <a:t> </a:t>
            </a:r>
            <a:r>
              <a:rPr lang="en-US" altLang="zh-CN" sz="3200">
                <a:latin typeface="Times New Roman" pitchFamily="18" charset="0"/>
              </a:rPr>
              <a:t>th</a:t>
            </a:r>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+1)</a:t>
            </a:r>
            <a:r>
              <a:rPr lang="en-US" altLang="zh-CN" sz="3200">
                <a:latin typeface="Times New Roman" pitchFamily="18" charset="0"/>
              </a:rPr>
              <a:t>h</a:t>
            </a:r>
            <a:endParaRPr lang="zh-CN" altLang="en-US" sz="3200">
              <a:latin typeface="Times New Roman" pitchFamily="18" charset="0"/>
            </a:endParaRPr>
          </a:p>
        </p:txBody>
      </p:sp>
      <p:grpSp>
        <p:nvGrpSpPr>
          <p:cNvPr id="3" name="Group 15"/>
          <p:cNvGrpSpPr>
            <a:grpSpLocks/>
          </p:cNvGrpSpPr>
          <p:nvPr/>
        </p:nvGrpSpPr>
        <p:grpSpPr bwMode="auto">
          <a:xfrm>
            <a:off x="6692900" y="3138488"/>
            <a:ext cx="1073150" cy="1052512"/>
            <a:chOff x="3802" y="3033"/>
            <a:chExt cx="624" cy="663"/>
          </a:xfrm>
        </p:grpSpPr>
        <p:sp>
          <p:nvSpPr>
            <p:cNvPr id="71723" name="Rectangle 16"/>
            <p:cNvSpPr>
              <a:spLocks noChangeArrowheads="1"/>
            </p:cNvSpPr>
            <p:nvPr/>
          </p:nvSpPr>
          <p:spPr bwMode="auto">
            <a:xfrm>
              <a:off x="3802" y="3033"/>
              <a:ext cx="62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n-2</a:t>
              </a:r>
              <a:endParaRPr lang="zh-CN" altLang="en-US" sz="3200" i="0" baseline="-25000">
                <a:latin typeface="Times New Roman" pitchFamily="18" charset="0"/>
              </a:endParaRPr>
            </a:p>
          </p:txBody>
        </p:sp>
        <p:sp>
          <p:nvSpPr>
            <p:cNvPr id="71724" name="Line 17"/>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5" name="Rectangle 18"/>
            <p:cNvSpPr>
              <a:spLocks noChangeArrowheads="1"/>
            </p:cNvSpPr>
            <p:nvPr/>
          </p:nvSpPr>
          <p:spPr bwMode="auto">
            <a:xfrm>
              <a:off x="3890" y="3369"/>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sp>
        <p:nvSpPr>
          <p:cNvPr id="658451" name="Rectangle 19"/>
          <p:cNvSpPr>
            <a:spLocks noChangeArrowheads="1"/>
          </p:cNvSpPr>
          <p:nvPr/>
        </p:nvSpPr>
        <p:spPr bwMode="auto">
          <a:xfrm>
            <a:off x="3011488" y="4038600"/>
            <a:ext cx="10541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endParaRPr lang="zh-CN" altLang="en-US" sz="3200">
              <a:latin typeface="Times New Roman" pitchFamily="18" charset="0"/>
            </a:endParaRPr>
          </a:p>
        </p:txBody>
      </p:sp>
      <p:grpSp>
        <p:nvGrpSpPr>
          <p:cNvPr id="4" name="Group 20"/>
          <p:cNvGrpSpPr>
            <a:grpSpLocks/>
          </p:cNvGrpSpPr>
          <p:nvPr/>
        </p:nvGrpSpPr>
        <p:grpSpPr bwMode="auto">
          <a:xfrm>
            <a:off x="7691438" y="3748088"/>
            <a:ext cx="946150" cy="1052512"/>
            <a:chOff x="3866" y="3033"/>
            <a:chExt cx="550" cy="663"/>
          </a:xfrm>
        </p:grpSpPr>
        <p:sp>
          <p:nvSpPr>
            <p:cNvPr id="71720" name="Rectangle 21"/>
            <p:cNvSpPr>
              <a:spLocks noChangeArrowheads="1"/>
            </p:cNvSpPr>
            <p:nvPr/>
          </p:nvSpPr>
          <p:spPr bwMode="auto">
            <a:xfrm>
              <a:off x="3866" y="3033"/>
              <a:ext cx="49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2800" i="0" baseline="30000">
                  <a:latin typeface="Times New Roman" pitchFamily="18" charset="0"/>
                  <a:sym typeface="Symbol" pitchFamily="18" charset="2"/>
                </a:rPr>
                <a:t>n</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71721" name="Line 22"/>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2" name="Rectangle 23"/>
            <p:cNvSpPr>
              <a:spLocks noChangeArrowheads="1"/>
            </p:cNvSpPr>
            <p:nvPr/>
          </p:nvSpPr>
          <p:spPr bwMode="auto">
            <a:xfrm>
              <a:off x="3880" y="3369"/>
              <a:ext cx="48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n!</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n</a:t>
              </a:r>
              <a:endParaRPr lang="zh-CN" altLang="en-US" sz="2800" i="0" baseline="30000">
                <a:latin typeface="Times New Roman" pitchFamily="18" charset="0"/>
                <a:sym typeface="Symbol" pitchFamily="18" charset="2"/>
              </a:endParaRPr>
            </a:p>
          </p:txBody>
        </p:sp>
      </p:grpSp>
      <p:grpSp>
        <p:nvGrpSpPr>
          <p:cNvPr id="5" name="Group 24"/>
          <p:cNvGrpSpPr>
            <a:grpSpLocks/>
          </p:cNvGrpSpPr>
          <p:nvPr/>
        </p:nvGrpSpPr>
        <p:grpSpPr bwMode="auto">
          <a:xfrm>
            <a:off x="4038600" y="4052888"/>
            <a:ext cx="3578225" cy="579437"/>
            <a:chOff x="1562" y="2553"/>
            <a:chExt cx="2080" cy="365"/>
          </a:xfrm>
        </p:grpSpPr>
        <p:sp>
          <p:nvSpPr>
            <p:cNvPr id="71718" name="Rectangle 25"/>
            <p:cNvSpPr>
              <a:spLocks noChangeArrowheads="1"/>
            </p:cNvSpPr>
            <p:nvPr/>
          </p:nvSpPr>
          <p:spPr bwMode="auto">
            <a:xfrm>
              <a:off x="1562" y="2553"/>
              <a:ext cx="20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th</a:t>
              </a:r>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+1)</a:t>
              </a:r>
              <a:r>
                <a:rPr lang="en-US" altLang="zh-CN" sz="3200">
                  <a:latin typeface="Times New Roman" pitchFamily="18" charset="0"/>
                </a:rPr>
                <a:t>h</a:t>
              </a:r>
              <a:r>
                <a:rPr lang="en-US" altLang="zh-CN" sz="3200" i="0">
                  <a:latin typeface="Times New Roman" pitchFamily="18" charset="0"/>
                </a:rPr>
                <a:t> … (</a:t>
              </a:r>
              <a:r>
                <a:rPr lang="en-US" altLang="zh-CN" sz="3200">
                  <a:latin typeface="Times New Roman" pitchFamily="18" charset="0"/>
                </a:rPr>
                <a:t>t</a:t>
              </a:r>
              <a:r>
                <a:rPr lang="en-US" altLang="zh-CN" sz="3200" i="0">
                  <a:latin typeface="Times New Roman" pitchFamily="18" charset="0"/>
                </a:rPr>
                <a:t>+</a:t>
              </a:r>
              <a:r>
                <a:rPr lang="en-US" altLang="zh-CN" sz="3200">
                  <a:latin typeface="Times New Roman" pitchFamily="18" charset="0"/>
                </a:rPr>
                <a:t>n</a:t>
              </a:r>
              <a:r>
                <a:rPr lang="en-US" altLang="zh-CN" sz="3200" i="0">
                  <a:latin typeface="Times New Roman" pitchFamily="18" charset="0"/>
                </a:rPr>
                <a:t>-1)</a:t>
              </a:r>
              <a:r>
                <a:rPr lang="en-US" altLang="zh-CN" sz="3200">
                  <a:latin typeface="Times New Roman" pitchFamily="18" charset="0"/>
                </a:rPr>
                <a:t>h</a:t>
              </a:r>
              <a:endParaRPr lang="zh-CN" altLang="en-US" sz="3200">
                <a:latin typeface="Times New Roman" pitchFamily="18" charset="0"/>
              </a:endParaRPr>
            </a:p>
          </p:txBody>
        </p:sp>
        <p:sp>
          <p:nvSpPr>
            <p:cNvPr id="71719" name="Line 26"/>
            <p:cNvSpPr>
              <a:spLocks noChangeShapeType="1"/>
            </p:cNvSpPr>
            <p:nvPr/>
          </p:nvSpPr>
          <p:spPr bwMode="auto">
            <a:xfrm>
              <a:off x="3072" y="2592"/>
              <a:ext cx="2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50"/>
          <p:cNvGrpSpPr>
            <a:grpSpLocks/>
          </p:cNvGrpSpPr>
          <p:nvPr/>
        </p:nvGrpSpPr>
        <p:grpSpPr bwMode="auto">
          <a:xfrm>
            <a:off x="588963" y="1752600"/>
            <a:ext cx="8296275" cy="1495425"/>
            <a:chOff x="121" y="912"/>
            <a:chExt cx="4823" cy="942"/>
          </a:xfrm>
        </p:grpSpPr>
        <p:grpSp>
          <p:nvGrpSpPr>
            <p:cNvPr id="71700" name="Group 51"/>
            <p:cNvGrpSpPr>
              <a:grpSpLocks/>
            </p:cNvGrpSpPr>
            <p:nvPr/>
          </p:nvGrpSpPr>
          <p:grpSpPr bwMode="auto">
            <a:xfrm>
              <a:off x="1709" y="912"/>
              <a:ext cx="597" cy="624"/>
              <a:chOff x="1947" y="3120"/>
              <a:chExt cx="597" cy="624"/>
            </a:xfrm>
          </p:grpSpPr>
          <p:sp>
            <p:nvSpPr>
              <p:cNvPr id="71715" name="Rectangle 52"/>
              <p:cNvSpPr>
                <a:spLocks noChangeArrowheads="1"/>
              </p:cNvSpPr>
              <p:nvPr/>
            </p:nvSpPr>
            <p:spPr bwMode="auto">
              <a:xfrm>
                <a:off x="1947" y="3120"/>
                <a:ext cx="55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n-1</a:t>
                </a:r>
                <a:endParaRPr lang="zh-CN" altLang="en-US" sz="3200" i="0" baseline="-25000">
                  <a:latin typeface="Times New Roman" pitchFamily="18" charset="0"/>
                </a:endParaRPr>
              </a:p>
            </p:txBody>
          </p:sp>
          <p:sp>
            <p:nvSpPr>
              <p:cNvPr id="71716" name="Line 53"/>
              <p:cNvSpPr>
                <a:spLocks noChangeShapeType="1"/>
              </p:cNvSpPr>
              <p:nvPr/>
            </p:nvSpPr>
            <p:spPr bwMode="auto">
              <a:xfrm>
                <a:off x="2016" y="3465"/>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7" name="Rectangle 54"/>
              <p:cNvSpPr>
                <a:spLocks noChangeArrowheads="1"/>
              </p:cNvSpPr>
              <p:nvPr/>
            </p:nvSpPr>
            <p:spPr bwMode="auto">
              <a:xfrm>
                <a:off x="2034" y="3417"/>
                <a:ext cx="3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r>
                  <a:rPr lang="en-US" altLang="zh-CN" sz="2800">
                    <a:latin typeface="Times New Roman" pitchFamily="18" charset="0"/>
                    <a:sym typeface="Symbol" pitchFamily="18" charset="2"/>
                  </a:rPr>
                  <a:t>h</a:t>
                </a:r>
                <a:endParaRPr lang="zh-CN" altLang="en-US" sz="2800">
                  <a:latin typeface="Times New Roman" pitchFamily="18" charset="0"/>
                  <a:sym typeface="Symbol" pitchFamily="18" charset="2"/>
                </a:endParaRPr>
              </a:p>
            </p:txBody>
          </p:sp>
        </p:grpSp>
        <p:sp>
          <p:nvSpPr>
            <p:cNvPr id="71701" name="Rectangle 55"/>
            <p:cNvSpPr>
              <a:spLocks noChangeArrowheads="1"/>
            </p:cNvSpPr>
            <p:nvPr/>
          </p:nvSpPr>
          <p:spPr bwMode="auto">
            <a:xfrm>
              <a:off x="121" y="1008"/>
              <a:ext cx="6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P</a:t>
              </a:r>
              <a:r>
                <a:rPr lang="en-US" altLang="zh-CN" sz="3200" i="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
          <p:nvSpPr>
            <p:cNvPr id="71702" name="Rectangle 56"/>
            <p:cNvSpPr>
              <a:spLocks noChangeArrowheads="1"/>
            </p:cNvSpPr>
            <p:nvPr/>
          </p:nvSpPr>
          <p:spPr bwMode="auto">
            <a:xfrm>
              <a:off x="660" y="1027"/>
              <a:ext cx="43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n</a:t>
              </a:r>
              <a:endParaRPr lang="zh-CN" altLang="en-US" sz="3200" i="0" baseline="-25000">
                <a:latin typeface="Times New Roman" pitchFamily="18" charset="0"/>
              </a:endParaRPr>
            </a:p>
          </p:txBody>
        </p:sp>
        <p:sp>
          <p:nvSpPr>
            <p:cNvPr id="71703" name="Rectangle 57"/>
            <p:cNvSpPr>
              <a:spLocks noChangeArrowheads="1"/>
            </p:cNvSpPr>
            <p:nvPr/>
          </p:nvSpPr>
          <p:spPr bwMode="auto">
            <a:xfrm>
              <a:off x="998" y="1027"/>
              <a:ext cx="79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n</a:t>
              </a:r>
              <a:r>
                <a:rPr lang="en-US" altLang="zh-CN" sz="3200" i="0">
                  <a:latin typeface="Times New Roman" pitchFamily="18" charset="0"/>
                </a:rPr>
                <a:t>)</a:t>
              </a:r>
              <a:endParaRPr lang="zh-CN" altLang="en-US" sz="3200" i="0">
                <a:latin typeface="Times New Roman" pitchFamily="18" charset="0"/>
              </a:endParaRPr>
            </a:p>
          </p:txBody>
        </p:sp>
        <p:sp>
          <p:nvSpPr>
            <p:cNvPr id="71704" name="Rectangle 58"/>
            <p:cNvSpPr>
              <a:spLocks noChangeArrowheads="1"/>
            </p:cNvSpPr>
            <p:nvPr/>
          </p:nvSpPr>
          <p:spPr bwMode="auto">
            <a:xfrm>
              <a:off x="2246" y="1027"/>
              <a:ext cx="148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n-1</a:t>
              </a:r>
              <a:r>
                <a:rPr lang="en-US" altLang="zh-CN" sz="3200" i="0">
                  <a:latin typeface="Times New Roman" pitchFamily="18" charset="0"/>
                </a:rPr>
                <a:t>)</a:t>
              </a:r>
              <a:endParaRPr lang="zh-CN" altLang="en-US" sz="3200" i="0">
                <a:latin typeface="Times New Roman" pitchFamily="18" charset="0"/>
              </a:endParaRPr>
            </a:p>
          </p:txBody>
        </p:sp>
        <p:sp>
          <p:nvSpPr>
            <p:cNvPr id="71705" name="Rectangle 59"/>
            <p:cNvSpPr>
              <a:spLocks noChangeArrowheads="1"/>
            </p:cNvSpPr>
            <p:nvPr/>
          </p:nvSpPr>
          <p:spPr bwMode="auto">
            <a:xfrm>
              <a:off x="1562" y="1450"/>
              <a:ext cx="6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t>
              </a:r>
              <a:endParaRPr lang="zh-CN" altLang="en-US" sz="3200">
                <a:latin typeface="Times New Roman" pitchFamily="18" charset="0"/>
              </a:endParaRPr>
            </a:p>
          </p:txBody>
        </p:sp>
        <p:sp>
          <p:nvSpPr>
            <p:cNvPr id="71706" name="Rectangle 60"/>
            <p:cNvSpPr>
              <a:spLocks noChangeArrowheads="1"/>
            </p:cNvSpPr>
            <p:nvPr/>
          </p:nvSpPr>
          <p:spPr bwMode="auto">
            <a:xfrm>
              <a:off x="2183" y="1383"/>
              <a:ext cx="219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n-1</a:t>
              </a:r>
              <a:r>
                <a:rPr lang="en-US" altLang="zh-CN" sz="3200" i="0">
                  <a:latin typeface="Times New Roman" pitchFamily="18" charset="0"/>
                </a:rPr>
                <a:t>)… (</a:t>
              </a:r>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1</a:t>
              </a:r>
              <a:r>
                <a:rPr lang="en-US" altLang="zh-CN" sz="3200" i="0">
                  <a:latin typeface="Times New Roman" pitchFamily="18" charset="0"/>
                </a:rPr>
                <a:t>)</a:t>
              </a:r>
              <a:endParaRPr lang="zh-CN" altLang="en-US" sz="3200" i="0">
                <a:latin typeface="Times New Roman" pitchFamily="18" charset="0"/>
              </a:endParaRPr>
            </a:p>
          </p:txBody>
        </p:sp>
        <p:grpSp>
          <p:nvGrpSpPr>
            <p:cNvPr id="71707" name="Group 61"/>
            <p:cNvGrpSpPr>
              <a:grpSpLocks/>
            </p:cNvGrpSpPr>
            <p:nvPr/>
          </p:nvGrpSpPr>
          <p:grpSpPr bwMode="auto">
            <a:xfrm>
              <a:off x="4395" y="1191"/>
              <a:ext cx="549" cy="663"/>
              <a:chOff x="3867" y="3033"/>
              <a:chExt cx="549" cy="663"/>
            </a:xfrm>
          </p:grpSpPr>
          <p:sp>
            <p:nvSpPr>
              <p:cNvPr id="71712" name="Rectangle 62"/>
              <p:cNvSpPr>
                <a:spLocks noChangeArrowheads="1"/>
              </p:cNvSpPr>
              <p:nvPr/>
            </p:nvSpPr>
            <p:spPr bwMode="auto">
              <a:xfrm>
                <a:off x="3867" y="3033"/>
                <a:ext cx="49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2800" i="0" baseline="30000">
                    <a:latin typeface="Times New Roman" pitchFamily="18" charset="0"/>
                    <a:sym typeface="Symbol" pitchFamily="18" charset="2"/>
                  </a:rPr>
                  <a:t>n</a:t>
                </a:r>
                <a:r>
                  <a:rPr lang="en-US" altLang="zh-CN" sz="3200">
                    <a:latin typeface="Times New Roman" pitchFamily="18" charset="0"/>
                  </a:rPr>
                  <a:t>y</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71713" name="Line 63"/>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4" name="Rectangle 64"/>
              <p:cNvSpPr>
                <a:spLocks noChangeArrowheads="1"/>
              </p:cNvSpPr>
              <p:nvPr/>
            </p:nvSpPr>
            <p:spPr bwMode="auto">
              <a:xfrm>
                <a:off x="3881" y="3369"/>
                <a:ext cx="4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n!</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n</a:t>
                </a:r>
                <a:endParaRPr lang="zh-CN" altLang="en-US" sz="2800" i="0" baseline="30000">
                  <a:latin typeface="Times New Roman" pitchFamily="18" charset="0"/>
                  <a:sym typeface="Symbol" pitchFamily="18" charset="2"/>
                </a:endParaRPr>
              </a:p>
            </p:txBody>
          </p:sp>
        </p:grpSp>
        <p:grpSp>
          <p:nvGrpSpPr>
            <p:cNvPr id="71708" name="Group 65"/>
            <p:cNvGrpSpPr>
              <a:grpSpLocks/>
            </p:cNvGrpSpPr>
            <p:nvPr/>
          </p:nvGrpSpPr>
          <p:grpSpPr bwMode="auto">
            <a:xfrm>
              <a:off x="3696" y="912"/>
              <a:ext cx="624" cy="663"/>
              <a:chOff x="3802" y="3033"/>
              <a:chExt cx="624" cy="663"/>
            </a:xfrm>
          </p:grpSpPr>
          <p:sp>
            <p:nvSpPr>
              <p:cNvPr id="71709" name="Rectangle 66"/>
              <p:cNvSpPr>
                <a:spLocks noChangeArrowheads="1"/>
              </p:cNvSpPr>
              <p:nvPr/>
            </p:nvSpPr>
            <p:spPr bwMode="auto">
              <a:xfrm>
                <a:off x="3802" y="3033"/>
                <a:ext cx="62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n-2</a:t>
                </a:r>
                <a:endParaRPr lang="zh-CN" altLang="en-US" sz="3200" i="0" baseline="-25000">
                  <a:latin typeface="Times New Roman" pitchFamily="18" charset="0"/>
                </a:endParaRPr>
              </a:p>
            </p:txBody>
          </p:sp>
          <p:sp>
            <p:nvSpPr>
              <p:cNvPr id="71710" name="Line 67"/>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1" name="Rectangle 68"/>
              <p:cNvSpPr>
                <a:spLocks noChangeArrowheads="1"/>
              </p:cNvSpPr>
              <p:nvPr/>
            </p:nvSpPr>
            <p:spPr bwMode="auto">
              <a:xfrm>
                <a:off x="3890" y="3369"/>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r>
                  <a:rPr lang="en-US" altLang="zh-CN" sz="2800">
                    <a:latin typeface="Times New Roman" pitchFamily="18" charset="0"/>
                    <a:sym typeface="Symbol" pitchFamily="18" charset="2"/>
                  </a:rPr>
                  <a:t>h</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grpSp>
      <p:graphicFrame>
        <p:nvGraphicFramePr>
          <p:cNvPr id="658501" name="Object 69"/>
          <p:cNvGraphicFramePr>
            <a:graphicFrameLocks noChangeAspect="1"/>
          </p:cNvGraphicFramePr>
          <p:nvPr/>
        </p:nvGraphicFramePr>
        <p:xfrm>
          <a:off x="609600" y="4691063"/>
          <a:ext cx="8991600" cy="1862137"/>
        </p:xfrm>
        <a:graphic>
          <a:graphicData uri="http://schemas.openxmlformats.org/presentationml/2006/ole">
            <mc:AlternateContent xmlns:mc="http://schemas.openxmlformats.org/markup-compatibility/2006">
              <mc:Choice xmlns:v="urn:schemas-microsoft-com:vml" Requires="v">
                <p:oleObj spid="_x0000_s71778" name="Equation" r:id="rId5" imgW="3822700" imgH="812800" progId="Equation.3">
                  <p:embed/>
                </p:oleObj>
              </mc:Choice>
              <mc:Fallback>
                <p:oleObj name="Equation" r:id="rId5" imgW="3822700" imgH="812800" progId="Equation.3">
                  <p:embed/>
                  <p:pic>
                    <p:nvPicPr>
                      <p:cNvPr id="0" name="Object 6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4691063"/>
                        <a:ext cx="8991600" cy="1862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8435"/>
                                        </p:tgtEl>
                                        <p:attrNameLst>
                                          <p:attrName>style.visibility</p:attrName>
                                        </p:attrNameLst>
                                      </p:cBhvr>
                                      <p:to>
                                        <p:strVal val="visible"/>
                                      </p:to>
                                    </p:set>
                                    <p:animEffect transition="in" filter="dissolve">
                                      <p:cBhvr>
                                        <p:cTn id="7" dur="500"/>
                                        <p:tgtEl>
                                          <p:spTgt spid="6584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8436"/>
                                        </p:tgtEl>
                                        <p:attrNameLst>
                                          <p:attrName>style.visibility</p:attrName>
                                        </p:attrNameLst>
                                      </p:cBhvr>
                                      <p:to>
                                        <p:strVal val="visible"/>
                                      </p:to>
                                    </p:set>
                                    <p:animEffect transition="in" filter="dissolve">
                                      <p:cBhvr>
                                        <p:cTn id="12" dur="500"/>
                                        <p:tgtEl>
                                          <p:spTgt spid="6584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8437"/>
                                        </p:tgtEl>
                                        <p:attrNameLst>
                                          <p:attrName>style.visibility</p:attrName>
                                        </p:attrNameLst>
                                      </p:cBhvr>
                                      <p:to>
                                        <p:strVal val="visible"/>
                                      </p:to>
                                    </p:set>
                                    <p:animEffect transition="in" filter="dissolve">
                                      <p:cBhvr>
                                        <p:cTn id="17" dur="500"/>
                                        <p:tgtEl>
                                          <p:spTgt spid="6584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0-#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658438"/>
                                        </p:tgtEl>
                                        <p:attrNameLst>
                                          <p:attrName>style.visibility</p:attrName>
                                        </p:attrNameLst>
                                      </p:cBhvr>
                                      <p:to>
                                        <p:strVal val="visible"/>
                                      </p:to>
                                    </p:set>
                                    <p:animEffect transition="in" filter="dissolve">
                                      <p:cBhvr>
                                        <p:cTn id="28" dur="500"/>
                                        <p:tgtEl>
                                          <p:spTgt spid="65843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658439"/>
                                        </p:tgtEl>
                                        <p:attrNameLst>
                                          <p:attrName>style.visibility</p:attrName>
                                        </p:attrNameLst>
                                      </p:cBhvr>
                                      <p:to>
                                        <p:strVal val="visible"/>
                                      </p:to>
                                    </p:set>
                                    <p:animEffect transition="in" filter="dissolve">
                                      <p:cBhvr>
                                        <p:cTn id="33" dur="500"/>
                                        <p:tgtEl>
                                          <p:spTgt spid="65843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658440"/>
                                        </p:tgtEl>
                                        <p:attrNameLst>
                                          <p:attrName>style.visibility</p:attrName>
                                        </p:attrNameLst>
                                      </p:cBhvr>
                                      <p:to>
                                        <p:strVal val="visible"/>
                                      </p:to>
                                    </p:set>
                                    <p:animEffect transition="in" filter="dissolve">
                                      <p:cBhvr>
                                        <p:cTn id="38" dur="500"/>
                                        <p:tgtEl>
                                          <p:spTgt spid="65844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658441"/>
                                        </p:tgtEl>
                                        <p:attrNameLst>
                                          <p:attrName>style.visibility</p:attrName>
                                        </p:attrNameLst>
                                      </p:cBhvr>
                                      <p:to>
                                        <p:strVal val="visible"/>
                                      </p:to>
                                    </p:set>
                                    <p:animEffect transition="in" filter="dissolve">
                                      <p:cBhvr>
                                        <p:cTn id="43" dur="500"/>
                                        <p:tgtEl>
                                          <p:spTgt spid="65844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dissolve">
                                      <p:cBhvr>
                                        <p:cTn id="48" dur="5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658446"/>
                                        </p:tgtEl>
                                        <p:attrNameLst>
                                          <p:attrName>style.visibility</p:attrName>
                                        </p:attrNameLst>
                                      </p:cBhvr>
                                      <p:to>
                                        <p:strVal val="visible"/>
                                      </p:to>
                                    </p:set>
                                    <p:animEffect transition="in" filter="dissolve">
                                      <p:cBhvr>
                                        <p:cTn id="53" dur="500"/>
                                        <p:tgtEl>
                                          <p:spTgt spid="65844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dissolve">
                                      <p:cBhvr>
                                        <p:cTn id="58" dur="500"/>
                                        <p:tgtEl>
                                          <p:spTgt spid="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658451"/>
                                        </p:tgtEl>
                                        <p:attrNameLst>
                                          <p:attrName>style.visibility</p:attrName>
                                        </p:attrNameLst>
                                      </p:cBhvr>
                                      <p:to>
                                        <p:strVal val="visible"/>
                                      </p:to>
                                    </p:set>
                                    <p:animEffect transition="in" filter="dissolve">
                                      <p:cBhvr>
                                        <p:cTn id="63" dur="500"/>
                                        <p:tgtEl>
                                          <p:spTgt spid="65845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4"/>
                                        </p:tgtEl>
                                        <p:attrNameLst>
                                          <p:attrName>style.visibility</p:attrName>
                                        </p:attrNameLst>
                                      </p:cBhvr>
                                      <p:to>
                                        <p:strVal val="visible"/>
                                      </p:to>
                                    </p:set>
                                    <p:animEffect transition="in" filter="dissolve">
                                      <p:cBhvr>
                                        <p:cTn id="68" dur="500"/>
                                        <p:tgtEl>
                                          <p:spTgt spid="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dissolve">
                                      <p:cBhvr>
                                        <p:cTn id="73" dur="500"/>
                                        <p:tgtEl>
                                          <p:spTgt spid="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8" fill="hold" nodeType="clickEffect">
                                  <p:stCondLst>
                                    <p:cond delay="0"/>
                                  </p:stCondLst>
                                  <p:childTnLst>
                                    <p:set>
                                      <p:cBhvr>
                                        <p:cTn id="77" dur="1" fill="hold">
                                          <p:stCondLst>
                                            <p:cond delay="0"/>
                                          </p:stCondLst>
                                        </p:cTn>
                                        <p:tgtEl>
                                          <p:spTgt spid="658501"/>
                                        </p:tgtEl>
                                        <p:attrNameLst>
                                          <p:attrName>style.visibility</p:attrName>
                                        </p:attrNameLst>
                                      </p:cBhvr>
                                      <p:to>
                                        <p:strVal val="visible"/>
                                      </p:to>
                                    </p:set>
                                    <p:anim calcmode="lin" valueType="num">
                                      <p:cBhvr additive="base">
                                        <p:cTn id="78" dur="500" fill="hold"/>
                                        <p:tgtEl>
                                          <p:spTgt spid="658501"/>
                                        </p:tgtEl>
                                        <p:attrNameLst>
                                          <p:attrName>ppt_x</p:attrName>
                                        </p:attrNameLst>
                                      </p:cBhvr>
                                      <p:tavLst>
                                        <p:tav tm="0">
                                          <p:val>
                                            <p:strVal val="0-#ppt_w/2"/>
                                          </p:val>
                                        </p:tav>
                                        <p:tav tm="100000">
                                          <p:val>
                                            <p:strVal val="#ppt_x"/>
                                          </p:val>
                                        </p:tav>
                                      </p:tavLst>
                                    </p:anim>
                                    <p:anim calcmode="lin" valueType="num">
                                      <p:cBhvr additive="base">
                                        <p:cTn id="79" dur="500" fill="hold"/>
                                        <p:tgtEl>
                                          <p:spTgt spid="6585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436" grpId="0" autoUpdateAnimBg="0"/>
      <p:bldP spid="658437" grpId="0" autoUpdateAnimBg="0"/>
      <p:bldP spid="658438" grpId="0" animBg="1"/>
      <p:bldP spid="658439" grpId="0" autoUpdateAnimBg="0"/>
      <p:bldP spid="658440" grpId="0" autoUpdateAnimBg="0"/>
      <p:bldP spid="658441" grpId="0" autoUpdateAnimBg="0"/>
      <p:bldP spid="658446" grpId="0" autoUpdateAnimBg="0"/>
      <p:bldP spid="65845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7FCB0BF-665B-4B31-85A1-C633721508A0}" type="slidenum">
              <a:rPr lang="zh-CN" altLang="en-US" b="0" i="0" smtClean="0"/>
              <a:pPr/>
              <a:t>54</a:t>
            </a:fld>
            <a:endParaRPr lang="en-US" altLang="zh-CN" b="0" i="0" smtClean="0"/>
          </a:p>
        </p:txBody>
      </p:sp>
      <p:sp>
        <p:nvSpPr>
          <p:cNvPr id="7270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6FD19DF-E97A-4DC3-8F34-2C2F9A2AB25D}" type="datetime1">
              <a:rPr lang="zh-CN" altLang="en-US" sz="1800" i="0" smtClean="0"/>
              <a:pPr/>
              <a:t>2024/10/20</a:t>
            </a:fld>
            <a:endParaRPr lang="en-US" altLang="zh-CN" sz="1800" i="0" smtClean="0"/>
          </a:p>
        </p:txBody>
      </p:sp>
      <p:sp>
        <p:nvSpPr>
          <p:cNvPr id="684034" name="Rectangle 2"/>
          <p:cNvSpPr>
            <a:spLocks noGrp="1" noChangeArrowheads="1"/>
          </p:cNvSpPr>
          <p:nvPr>
            <p:ph type="title"/>
          </p:nvPr>
        </p:nvSpPr>
        <p:spPr>
          <a:xfrm>
            <a:off x="650875" y="255588"/>
            <a:ext cx="8820150" cy="658812"/>
          </a:xfrm>
        </p:spPr>
        <p:txBody>
          <a:bodyPr/>
          <a:lstStyle/>
          <a:p>
            <a:pPr>
              <a:defRPr/>
            </a:pPr>
            <a:r>
              <a:rPr lang="zh-CN" altLang="en-US" sz="4800" smtClean="0"/>
              <a:t>§2.3 牛顿后插公式</a:t>
            </a:r>
          </a:p>
        </p:txBody>
      </p:sp>
      <p:graphicFrame>
        <p:nvGraphicFramePr>
          <p:cNvPr id="72709" name="Object 9"/>
          <p:cNvGraphicFramePr>
            <a:graphicFrameLocks noChangeAspect="1"/>
          </p:cNvGraphicFramePr>
          <p:nvPr/>
        </p:nvGraphicFramePr>
        <p:xfrm>
          <a:off x="411163" y="1206500"/>
          <a:ext cx="1692275" cy="1003300"/>
        </p:xfrm>
        <a:graphic>
          <a:graphicData uri="http://schemas.openxmlformats.org/presentationml/2006/ole">
            <mc:AlternateContent xmlns:mc="http://schemas.openxmlformats.org/markup-compatibility/2006">
              <mc:Choice xmlns:v="urn:schemas-microsoft-com:vml" Requires="v">
                <p:oleObj spid="_x0000_s72835" name="Equation" r:id="rId3" imgW="647671" imgH="350568" progId="Equation.3">
                  <p:embed/>
                </p:oleObj>
              </mc:Choice>
              <mc:Fallback>
                <p:oleObj name="Equation" r:id="rId3" imgW="647671" imgH="350568"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163" y="1206500"/>
                        <a:ext cx="1692275" cy="1003300"/>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0" name="Object 10"/>
          <p:cNvGraphicFramePr>
            <a:graphicFrameLocks noChangeAspect="1"/>
          </p:cNvGraphicFramePr>
          <p:nvPr/>
        </p:nvGraphicFramePr>
        <p:xfrm>
          <a:off x="2438400" y="1219200"/>
          <a:ext cx="6248400" cy="1066800"/>
        </p:xfrm>
        <a:graphic>
          <a:graphicData uri="http://schemas.openxmlformats.org/presentationml/2006/ole">
            <mc:AlternateContent xmlns:mc="http://schemas.openxmlformats.org/markup-compatibility/2006">
              <mc:Choice xmlns:v="urn:schemas-microsoft-com:vml" Requires="v">
                <p:oleObj spid="_x0000_s72836" name="Equation" r:id="rId5" imgW="2788852" imgH="388584" progId="Equation.3">
                  <p:embed/>
                </p:oleObj>
              </mc:Choice>
              <mc:Fallback>
                <p:oleObj name="Equation" r:id="rId5" imgW="2788852" imgH="388584"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1219200"/>
                        <a:ext cx="62484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4043" name="Object 11"/>
          <p:cNvGraphicFramePr>
            <a:graphicFrameLocks noChangeAspect="1"/>
          </p:cNvGraphicFramePr>
          <p:nvPr/>
        </p:nvGraphicFramePr>
        <p:xfrm>
          <a:off x="1828800" y="4060825"/>
          <a:ext cx="5638800" cy="1082675"/>
        </p:xfrm>
        <a:graphic>
          <a:graphicData uri="http://schemas.openxmlformats.org/presentationml/2006/ole">
            <mc:AlternateContent xmlns:mc="http://schemas.openxmlformats.org/markup-compatibility/2006">
              <mc:Choice xmlns:v="urn:schemas-microsoft-com:vml" Requires="v">
                <p:oleObj spid="_x0000_s72837" name="Equation" r:id="rId7" imgW="2044700" imgH="444500" progId="Equation.3">
                  <p:embed/>
                </p:oleObj>
              </mc:Choice>
              <mc:Fallback>
                <p:oleObj name="Equation" r:id="rId7" imgW="2044700" imgH="4445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4060825"/>
                        <a:ext cx="5638800"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4044" name="Object 12"/>
          <p:cNvGraphicFramePr>
            <a:graphicFrameLocks noChangeAspect="1"/>
          </p:cNvGraphicFramePr>
          <p:nvPr/>
        </p:nvGraphicFramePr>
        <p:xfrm>
          <a:off x="1828800" y="5280025"/>
          <a:ext cx="5867400" cy="1196975"/>
        </p:xfrm>
        <a:graphic>
          <a:graphicData uri="http://schemas.openxmlformats.org/presentationml/2006/ole">
            <mc:AlternateContent xmlns:mc="http://schemas.openxmlformats.org/markup-compatibility/2006">
              <mc:Choice xmlns:v="urn:schemas-microsoft-com:vml" Requires="v">
                <p:oleObj spid="_x0000_s72838" name="Equation" r:id="rId9" imgW="1981200" imgH="444500" progId="Equation.3">
                  <p:embed/>
                </p:oleObj>
              </mc:Choice>
              <mc:Fallback>
                <p:oleObj name="Equation" r:id="rId9" imgW="1981200" imgH="4445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8800" y="5280025"/>
                        <a:ext cx="5867400" cy="1196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4045" name="Object 13"/>
          <p:cNvGraphicFramePr>
            <a:graphicFrameLocks noChangeAspect="1"/>
          </p:cNvGraphicFramePr>
          <p:nvPr/>
        </p:nvGraphicFramePr>
        <p:xfrm>
          <a:off x="685800" y="2971800"/>
          <a:ext cx="7848600" cy="1157288"/>
        </p:xfrm>
        <a:graphic>
          <a:graphicData uri="http://schemas.openxmlformats.org/presentationml/2006/ole">
            <mc:AlternateContent xmlns:mc="http://schemas.openxmlformats.org/markup-compatibility/2006">
              <mc:Choice xmlns:v="urn:schemas-microsoft-com:vml" Requires="v">
                <p:oleObj spid="_x0000_s72839" name="Equation" r:id="rId11" imgW="2959100" imgH="444500" progId="Equation.3">
                  <p:embed/>
                </p:oleObj>
              </mc:Choice>
              <mc:Fallback>
                <p:oleObj name="Equation" r:id="rId11" imgW="2959100" imgH="4445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5800" y="2971800"/>
                        <a:ext cx="7848600" cy="1157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14" name="Rectangle 14"/>
          <p:cNvSpPr>
            <a:spLocks noChangeArrowheads="1"/>
          </p:cNvSpPr>
          <p:nvPr/>
        </p:nvSpPr>
        <p:spPr bwMode="auto">
          <a:xfrm>
            <a:off x="457200" y="2133600"/>
            <a:ext cx="5006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solidFill>
                  <a:srgbClr val="0000FF"/>
                </a:solidFill>
                <a:latin typeface="Times New Roman" pitchFamily="18" charset="0"/>
              </a:rPr>
              <a:t>x</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x</a:t>
            </a:r>
            <a:r>
              <a:rPr lang="en-US" altLang="zh-CN" sz="3200" baseline="-25000">
                <a:solidFill>
                  <a:srgbClr val="0000FF"/>
                </a:solidFill>
                <a:latin typeface="Times New Roman" pitchFamily="18" charset="0"/>
              </a:rPr>
              <a:t>n-</a:t>
            </a:r>
            <a:r>
              <a:rPr lang="en-US" altLang="zh-CN" sz="3200" i="0" baseline="-25000">
                <a:solidFill>
                  <a:srgbClr val="0000FF"/>
                </a:solidFill>
                <a:latin typeface="Times New Roman" pitchFamily="18" charset="0"/>
              </a:rPr>
              <a:t>i</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x</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x</a:t>
            </a:r>
            <a:r>
              <a:rPr lang="en-US" altLang="zh-CN" sz="3200" i="0" baseline="-25000">
                <a:solidFill>
                  <a:srgbClr val="0000FF"/>
                </a:solidFill>
                <a:latin typeface="Times New Roman" pitchFamily="18" charset="0"/>
              </a:rPr>
              <a:t>n</a:t>
            </a:r>
            <a:r>
              <a:rPr lang="en-US" altLang="zh-CN" sz="3200" i="0">
                <a:solidFill>
                  <a:srgbClr val="0000FF"/>
                </a:solidFill>
                <a:latin typeface="Times New Roman" pitchFamily="18" charset="0"/>
              </a:rPr>
              <a:t>)- (</a:t>
            </a:r>
            <a:r>
              <a:rPr lang="en-US" altLang="zh-CN" sz="3200">
                <a:solidFill>
                  <a:srgbClr val="0000FF"/>
                </a:solidFill>
                <a:latin typeface="Times New Roman" pitchFamily="18" charset="0"/>
              </a:rPr>
              <a:t>x</a:t>
            </a:r>
            <a:r>
              <a:rPr lang="en-US" altLang="zh-CN" sz="3200" i="0" baseline="-25000">
                <a:solidFill>
                  <a:srgbClr val="0000FF"/>
                </a:solidFill>
                <a:latin typeface="Times New Roman" pitchFamily="18" charset="0"/>
              </a:rPr>
              <a:t>n</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x</a:t>
            </a:r>
            <a:r>
              <a:rPr lang="en-US" altLang="zh-CN" sz="3200" i="0" baseline="-25000">
                <a:solidFill>
                  <a:srgbClr val="0000FF"/>
                </a:solidFill>
                <a:latin typeface="Times New Roman" pitchFamily="18" charset="0"/>
              </a:rPr>
              <a:t>n-i</a:t>
            </a:r>
            <a:r>
              <a:rPr lang="en-US" altLang="zh-CN" sz="3200" i="0">
                <a:solidFill>
                  <a:srgbClr val="0000FF"/>
                </a:solidFill>
                <a:latin typeface="Times New Roman" pitchFamily="18" charset="0"/>
              </a:rPr>
              <a:t>)</a:t>
            </a:r>
            <a:r>
              <a:rPr lang="en-US" altLang="zh-CN" sz="2800" i="0">
                <a:solidFill>
                  <a:srgbClr val="0000FF"/>
                </a:solidFill>
                <a:latin typeface="Times New Roman" pitchFamily="18" charset="0"/>
              </a:rPr>
              <a:t> </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t</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i</a:t>
            </a:r>
            <a:r>
              <a:rPr lang="en-US" altLang="zh-CN" sz="3200" i="0">
                <a:solidFill>
                  <a:srgbClr val="0000FF"/>
                </a:solidFill>
                <a:latin typeface="Times New Roman" pitchFamily="18" charset="0"/>
              </a:rPr>
              <a:t>)</a:t>
            </a:r>
            <a:r>
              <a:rPr lang="en-US" altLang="zh-CN" sz="3200">
                <a:solidFill>
                  <a:srgbClr val="0000FF"/>
                </a:solidFill>
                <a:latin typeface="Times New Roman" pitchFamily="18" charset="0"/>
              </a:rPr>
              <a:t>h</a:t>
            </a:r>
            <a:endParaRPr lang="zh-CN" altLang="en-US" sz="3200">
              <a:solidFill>
                <a:srgbClr val="0000FF"/>
              </a:solidFill>
              <a:latin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84045"/>
                                        </p:tgtEl>
                                        <p:attrNameLst>
                                          <p:attrName>style.visibility</p:attrName>
                                        </p:attrNameLst>
                                      </p:cBhvr>
                                      <p:to>
                                        <p:strVal val="visible"/>
                                      </p:to>
                                    </p:set>
                                    <p:animEffect transition="in" filter="wipe(left)">
                                      <p:cBhvr>
                                        <p:cTn id="7" dur="500"/>
                                        <p:tgtEl>
                                          <p:spTgt spid="6840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84043"/>
                                        </p:tgtEl>
                                        <p:attrNameLst>
                                          <p:attrName>style.visibility</p:attrName>
                                        </p:attrNameLst>
                                      </p:cBhvr>
                                      <p:to>
                                        <p:strVal val="visible"/>
                                      </p:to>
                                    </p:set>
                                    <p:animEffect transition="in" filter="wipe(left)">
                                      <p:cBhvr>
                                        <p:cTn id="12" dur="500"/>
                                        <p:tgtEl>
                                          <p:spTgt spid="6840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84044"/>
                                        </p:tgtEl>
                                        <p:attrNameLst>
                                          <p:attrName>style.visibility</p:attrName>
                                        </p:attrNameLst>
                                      </p:cBhvr>
                                      <p:to>
                                        <p:strVal val="visible"/>
                                      </p:to>
                                    </p:set>
                                    <p:animEffect transition="in" filter="wipe(left)">
                                      <p:cBhvr>
                                        <p:cTn id="17" dur="500"/>
                                        <p:tgtEl>
                                          <p:spTgt spid="684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973C69E-F62E-4290-B815-D59D6C4CF6FC}" type="slidenum">
              <a:rPr lang="zh-CN" altLang="en-US" b="0" i="0" smtClean="0"/>
              <a:pPr/>
              <a:t>55</a:t>
            </a:fld>
            <a:endParaRPr lang="en-US" altLang="zh-CN" b="0" i="0" smtClean="0"/>
          </a:p>
        </p:txBody>
      </p:sp>
      <p:sp>
        <p:nvSpPr>
          <p:cNvPr id="73731"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01BCBA4-EF85-4057-9B2F-AB5978702899}" type="datetime1">
              <a:rPr lang="zh-CN" altLang="en-US" sz="1800" i="0" smtClean="0"/>
              <a:pPr/>
              <a:t>2024/10/20</a:t>
            </a:fld>
            <a:endParaRPr lang="en-US" altLang="zh-CN" sz="1800" i="0" smtClean="0"/>
          </a:p>
        </p:txBody>
      </p:sp>
      <p:sp>
        <p:nvSpPr>
          <p:cNvPr id="687106" name="Rectangle 2"/>
          <p:cNvSpPr>
            <a:spLocks noGrp="1" noChangeArrowheads="1"/>
          </p:cNvSpPr>
          <p:nvPr>
            <p:ph type="title"/>
          </p:nvPr>
        </p:nvSpPr>
        <p:spPr>
          <a:xfrm>
            <a:off x="650875" y="255588"/>
            <a:ext cx="8820150" cy="658812"/>
          </a:xfrm>
        </p:spPr>
        <p:txBody>
          <a:bodyPr/>
          <a:lstStyle/>
          <a:p>
            <a:pPr>
              <a:defRPr/>
            </a:pPr>
            <a:r>
              <a:rPr lang="zh-CN" altLang="en-US" sz="4800" smtClean="0"/>
              <a:t>§2.3 牛顿后插公式</a:t>
            </a:r>
          </a:p>
        </p:txBody>
      </p:sp>
      <p:graphicFrame>
        <p:nvGraphicFramePr>
          <p:cNvPr id="687184" name="Group 80"/>
          <p:cNvGraphicFramePr>
            <a:graphicFrameLocks noGrp="1"/>
          </p:cNvGraphicFramePr>
          <p:nvPr/>
        </p:nvGraphicFramePr>
        <p:xfrm>
          <a:off x="1905000" y="1143000"/>
          <a:ext cx="5411788" cy="3352802"/>
        </p:xfrm>
        <a:graphic>
          <a:graphicData uri="http://schemas.openxmlformats.org/drawingml/2006/table">
            <a:tbl>
              <a:tblPr/>
              <a:tblGrid>
                <a:gridCol w="685800"/>
                <a:gridCol w="655638"/>
                <a:gridCol w="944562"/>
                <a:gridCol w="990600"/>
                <a:gridCol w="990600"/>
                <a:gridCol w="1144588"/>
              </a:tblGrid>
              <a:tr h="36830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en-US" altLang="zh-CN"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800" b="1" i="1"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30638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71475">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111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127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41313">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77825">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39725">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3111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4</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0" u="none" strike="noStrike" cap="none" normalizeH="0" baseline="-25000" smtClean="0">
                          <a:ln>
                            <a:noFill/>
                          </a:ln>
                          <a:solidFill>
                            <a:schemeClr val="tx1"/>
                          </a:solidFill>
                          <a:effectLst/>
                          <a:latin typeface="Times New Roman" pitchFamily="18" charset="0"/>
                          <a:ea typeface="黑体" pitchFamily="2" charset="-122"/>
                        </a:rPr>
                        <a:t>4</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87181" name="Line 77"/>
          <p:cNvSpPr>
            <a:spLocks noChangeShapeType="1"/>
          </p:cNvSpPr>
          <p:nvPr/>
        </p:nvSpPr>
        <p:spPr bwMode="auto">
          <a:xfrm flipV="1">
            <a:off x="2895600" y="2971800"/>
            <a:ext cx="4421188" cy="15240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805" name="Object 78"/>
          <p:cNvGraphicFramePr>
            <a:graphicFrameLocks noChangeAspect="1"/>
          </p:cNvGraphicFramePr>
          <p:nvPr/>
        </p:nvGraphicFramePr>
        <p:xfrm>
          <a:off x="609600" y="4691063"/>
          <a:ext cx="8991600" cy="1862137"/>
        </p:xfrm>
        <a:graphic>
          <a:graphicData uri="http://schemas.openxmlformats.org/presentationml/2006/ole">
            <mc:AlternateContent xmlns:mc="http://schemas.openxmlformats.org/markup-compatibility/2006">
              <mc:Choice xmlns:v="urn:schemas-microsoft-com:vml" Requires="v">
                <p:oleObj spid="_x0000_s73855" name="Equation" r:id="rId3" imgW="3822700" imgH="812800" progId="Equation.3">
                  <p:embed/>
                </p:oleObj>
              </mc:Choice>
              <mc:Fallback>
                <p:oleObj name="Equation" r:id="rId3" imgW="3822700" imgH="812800" progId="Equation.3">
                  <p:embed/>
                  <p:pic>
                    <p:nvPicPr>
                      <p:cNvPr id="0" name="Object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691063"/>
                        <a:ext cx="8991600" cy="1862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806" name="Object 79"/>
          <p:cNvGraphicFramePr>
            <a:graphicFrameLocks noChangeAspect="1"/>
          </p:cNvGraphicFramePr>
          <p:nvPr/>
        </p:nvGraphicFramePr>
        <p:xfrm>
          <a:off x="152400" y="3810000"/>
          <a:ext cx="1692275" cy="1003300"/>
        </p:xfrm>
        <a:graphic>
          <a:graphicData uri="http://schemas.openxmlformats.org/presentationml/2006/ole">
            <mc:AlternateContent xmlns:mc="http://schemas.openxmlformats.org/markup-compatibility/2006">
              <mc:Choice xmlns:v="urn:schemas-microsoft-com:vml" Requires="v">
                <p:oleObj spid="_x0000_s73856" name="Equation" r:id="rId5" imgW="647671" imgH="350568" progId="Equation.3">
                  <p:embed/>
                </p:oleObj>
              </mc:Choice>
              <mc:Fallback>
                <p:oleObj name="Equation" r:id="rId5" imgW="647671" imgH="350568" progId="Equation.3">
                  <p:embed/>
                  <p:pic>
                    <p:nvPicPr>
                      <p:cNvPr id="0" name="Object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3810000"/>
                        <a:ext cx="1692275" cy="1003300"/>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687181"/>
                                        </p:tgtEl>
                                        <p:attrNameLst>
                                          <p:attrName>style.visibility</p:attrName>
                                        </p:attrNameLst>
                                      </p:cBhvr>
                                      <p:to>
                                        <p:strVal val="visible"/>
                                      </p:to>
                                    </p:set>
                                    <p:anim calcmode="lin" valueType="num">
                                      <p:cBhvr>
                                        <p:cTn id="7" dur="500" fill="hold"/>
                                        <p:tgtEl>
                                          <p:spTgt spid="687181"/>
                                        </p:tgtEl>
                                        <p:attrNameLst>
                                          <p:attrName>ppt_x</p:attrName>
                                        </p:attrNameLst>
                                      </p:cBhvr>
                                      <p:tavLst>
                                        <p:tav tm="0">
                                          <p:val>
                                            <p:strVal val="#ppt_x-#ppt_w/2"/>
                                          </p:val>
                                        </p:tav>
                                        <p:tav tm="100000">
                                          <p:val>
                                            <p:strVal val="#ppt_x"/>
                                          </p:val>
                                        </p:tav>
                                      </p:tavLst>
                                    </p:anim>
                                    <p:anim calcmode="lin" valueType="num">
                                      <p:cBhvr>
                                        <p:cTn id="8" dur="500" fill="hold"/>
                                        <p:tgtEl>
                                          <p:spTgt spid="687181"/>
                                        </p:tgtEl>
                                        <p:attrNameLst>
                                          <p:attrName>ppt_y</p:attrName>
                                        </p:attrNameLst>
                                      </p:cBhvr>
                                      <p:tavLst>
                                        <p:tav tm="0">
                                          <p:val>
                                            <p:strVal val="#ppt_y"/>
                                          </p:val>
                                        </p:tav>
                                        <p:tav tm="100000">
                                          <p:val>
                                            <p:strVal val="#ppt_y"/>
                                          </p:val>
                                        </p:tav>
                                      </p:tavLst>
                                    </p:anim>
                                    <p:anim calcmode="lin" valueType="num">
                                      <p:cBhvr>
                                        <p:cTn id="9" dur="500" fill="hold"/>
                                        <p:tgtEl>
                                          <p:spTgt spid="687181"/>
                                        </p:tgtEl>
                                        <p:attrNameLst>
                                          <p:attrName>ppt_w</p:attrName>
                                        </p:attrNameLst>
                                      </p:cBhvr>
                                      <p:tavLst>
                                        <p:tav tm="0">
                                          <p:val>
                                            <p:fltVal val="0"/>
                                          </p:val>
                                        </p:tav>
                                        <p:tav tm="100000">
                                          <p:val>
                                            <p:strVal val="#ppt_w"/>
                                          </p:val>
                                        </p:tav>
                                      </p:tavLst>
                                    </p:anim>
                                    <p:anim calcmode="lin" valueType="num">
                                      <p:cBhvr>
                                        <p:cTn id="10" dur="500" fill="hold"/>
                                        <p:tgtEl>
                                          <p:spTgt spid="68718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81"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B680CB1-3429-47AD-A13F-E1E658E4ED27}" type="slidenum">
              <a:rPr lang="zh-CN" altLang="en-US" b="0" i="0" smtClean="0"/>
              <a:pPr/>
              <a:t>56</a:t>
            </a:fld>
            <a:endParaRPr lang="en-US" altLang="zh-CN" b="0" i="0" smtClean="0"/>
          </a:p>
        </p:txBody>
      </p:sp>
      <p:sp>
        <p:nvSpPr>
          <p:cNvPr id="7475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BB74721-69C0-4730-9488-A1975D9ED8C1}" type="datetime1">
              <a:rPr lang="zh-CN" altLang="en-US" sz="1800" i="0" smtClean="0"/>
              <a:pPr/>
              <a:t>2024/10/20</a:t>
            </a:fld>
            <a:endParaRPr lang="en-US" altLang="zh-CN" sz="1800" i="0" smtClean="0"/>
          </a:p>
        </p:txBody>
      </p:sp>
      <p:sp>
        <p:nvSpPr>
          <p:cNvPr id="681986" name="Rectangle 2"/>
          <p:cNvSpPr>
            <a:spLocks noGrp="1" noChangeArrowheads="1"/>
          </p:cNvSpPr>
          <p:nvPr>
            <p:ph type="title"/>
          </p:nvPr>
        </p:nvSpPr>
        <p:spPr>
          <a:xfrm>
            <a:off x="650875" y="255588"/>
            <a:ext cx="8820150" cy="658812"/>
          </a:xfrm>
        </p:spPr>
        <p:txBody>
          <a:bodyPr/>
          <a:lstStyle/>
          <a:p>
            <a:pPr>
              <a:defRPr/>
            </a:pPr>
            <a:r>
              <a:rPr lang="zh-CN" altLang="en-US" sz="4800" smtClean="0"/>
              <a:t>§2.3 牛顿后插公式</a:t>
            </a:r>
          </a:p>
        </p:txBody>
      </p:sp>
      <p:sp>
        <p:nvSpPr>
          <p:cNvPr id="74757" name="Rectangle 3"/>
          <p:cNvSpPr>
            <a:spLocks noGrp="1" noChangeArrowheads="1"/>
          </p:cNvSpPr>
          <p:nvPr>
            <p:ph type="body" idx="1"/>
          </p:nvPr>
        </p:nvSpPr>
        <p:spPr>
          <a:xfrm>
            <a:off x="650875" y="1143000"/>
            <a:ext cx="8820150" cy="384175"/>
          </a:xfrm>
        </p:spPr>
        <p:txBody>
          <a:bodyPr/>
          <a:lstStyle/>
          <a:p>
            <a:r>
              <a:rPr lang="zh-CN" altLang="en-US" smtClean="0"/>
              <a:t>例5.5 按下列数值表求</a:t>
            </a:r>
            <a:r>
              <a:rPr lang="en-US" altLang="zh-CN" i="1" smtClean="0"/>
              <a:t>y</a:t>
            </a:r>
            <a:r>
              <a:rPr lang="en-US" altLang="zh-CN" smtClean="0"/>
              <a:t>(-0.5)</a:t>
            </a:r>
            <a:r>
              <a:rPr lang="zh-CN" altLang="en-US" smtClean="0"/>
              <a:t>和</a:t>
            </a:r>
            <a:r>
              <a:rPr lang="en-US" altLang="zh-CN" i="1" smtClean="0"/>
              <a:t>y</a:t>
            </a:r>
            <a:r>
              <a:rPr lang="en-US" altLang="zh-CN" smtClean="0"/>
              <a:t>(1.5)</a:t>
            </a:r>
            <a:r>
              <a:rPr lang="zh-CN" altLang="en-US" smtClean="0"/>
              <a:t>的近似值</a:t>
            </a:r>
          </a:p>
        </p:txBody>
      </p:sp>
      <p:graphicFrame>
        <p:nvGraphicFramePr>
          <p:cNvPr id="682124" name="Group 140"/>
          <p:cNvGraphicFramePr>
            <a:graphicFrameLocks noGrp="1"/>
          </p:cNvGraphicFramePr>
          <p:nvPr/>
        </p:nvGraphicFramePr>
        <p:xfrm>
          <a:off x="1600200" y="1524000"/>
          <a:ext cx="6604000" cy="950928"/>
        </p:xfrm>
        <a:graphic>
          <a:graphicData uri="http://schemas.openxmlformats.org/drawingml/2006/table">
            <a:tbl>
              <a:tblPr/>
              <a:tblGrid>
                <a:gridCol w="1320800"/>
                <a:gridCol w="1320800"/>
                <a:gridCol w="1320800"/>
                <a:gridCol w="1320800"/>
                <a:gridCol w="1320800"/>
              </a:tblGrid>
              <a:tr h="475457">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 </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0</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2</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457">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3</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11</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82011" name="Rectangle 27"/>
          <p:cNvSpPr>
            <a:spLocks noChangeArrowheads="1"/>
          </p:cNvSpPr>
          <p:nvPr/>
        </p:nvSpPr>
        <p:spPr bwMode="auto">
          <a:xfrm>
            <a:off x="685800" y="2587625"/>
            <a:ext cx="88201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rPr>
              <a:t>解：</a:t>
            </a:r>
            <a:r>
              <a:rPr lang="zh-CN" altLang="en-US" sz="2800" i="0">
                <a:latin typeface="Times New Roman" pitchFamily="18" charset="0"/>
                <a:sym typeface="Symbol" pitchFamily="18" charset="2"/>
              </a:rPr>
              <a:t>建立差分表</a:t>
            </a:r>
            <a:endParaRPr lang="zh-CN" altLang="en-US" sz="2800" i="0">
              <a:latin typeface="Times New Roman" pitchFamily="18" charset="0"/>
            </a:endParaRPr>
          </a:p>
        </p:txBody>
      </p:sp>
      <p:graphicFrame>
        <p:nvGraphicFramePr>
          <p:cNvPr id="682125" name="Group 141"/>
          <p:cNvGraphicFramePr>
            <a:graphicFrameLocks noGrp="1"/>
          </p:cNvGraphicFramePr>
          <p:nvPr/>
        </p:nvGraphicFramePr>
        <p:xfrm>
          <a:off x="76200" y="3048000"/>
          <a:ext cx="3352800" cy="3121056"/>
        </p:xfrm>
        <a:graphic>
          <a:graphicData uri="http://schemas.openxmlformats.org/drawingml/2006/table">
            <a:tbl>
              <a:tblPr/>
              <a:tblGrid>
                <a:gridCol w="611188"/>
                <a:gridCol w="611187"/>
                <a:gridCol w="682625"/>
                <a:gridCol w="762000"/>
                <a:gridCol w="685800"/>
              </a:tblGrid>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49"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49"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2</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0</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0</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2</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6</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3</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6</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8</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2</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11</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82112" name="Line 128"/>
          <p:cNvSpPr>
            <a:spLocks noChangeShapeType="1"/>
          </p:cNvSpPr>
          <p:nvPr/>
        </p:nvSpPr>
        <p:spPr bwMode="auto">
          <a:xfrm>
            <a:off x="990600" y="3352800"/>
            <a:ext cx="2286000" cy="14478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2113" name="Rectangle 129"/>
          <p:cNvSpPr>
            <a:spLocks noChangeArrowheads="1"/>
          </p:cNvSpPr>
          <p:nvPr/>
        </p:nvSpPr>
        <p:spPr bwMode="auto">
          <a:xfrm>
            <a:off x="4130675" y="2514600"/>
            <a:ext cx="45561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（1）牛顿前插公式求</a:t>
            </a:r>
            <a:r>
              <a:rPr lang="en-US" altLang="zh-CN" sz="2800" i="0">
                <a:latin typeface="Times New Roman" pitchFamily="18" charset="0"/>
              </a:rPr>
              <a:t>y(-0.5)</a:t>
            </a:r>
            <a:endParaRPr lang="zh-CN" altLang="en-US" sz="2800" i="0">
              <a:latin typeface="Times New Roman" pitchFamily="18" charset="0"/>
            </a:endParaRPr>
          </a:p>
        </p:txBody>
      </p:sp>
      <p:graphicFrame>
        <p:nvGraphicFramePr>
          <p:cNvPr id="682114" name="Object 130"/>
          <p:cNvGraphicFramePr>
            <a:graphicFrameLocks noChangeAspect="1"/>
          </p:cNvGraphicFramePr>
          <p:nvPr/>
        </p:nvGraphicFramePr>
        <p:xfrm>
          <a:off x="4221163" y="2957513"/>
          <a:ext cx="1692275" cy="874712"/>
        </p:xfrm>
        <a:graphic>
          <a:graphicData uri="http://schemas.openxmlformats.org/presentationml/2006/ole">
            <mc:AlternateContent xmlns:mc="http://schemas.openxmlformats.org/markup-compatibility/2006">
              <mc:Choice xmlns:v="urn:schemas-microsoft-com:vml" Requires="v">
                <p:oleObj spid="_x0000_s74989" name="Equation" r:id="rId3" imgW="698197" imgH="406224" progId="Equation.3">
                  <p:embed/>
                </p:oleObj>
              </mc:Choice>
              <mc:Fallback>
                <p:oleObj name="Equation" r:id="rId3" imgW="698197" imgH="406224" progId="Equation.3">
                  <p:embed/>
                  <p:pic>
                    <p:nvPicPr>
                      <p:cNvPr id="0" name="Object 1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1163" y="2957513"/>
                        <a:ext cx="1692275"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2115" name="Object 131"/>
          <p:cNvGraphicFramePr>
            <a:graphicFrameLocks noChangeAspect="1"/>
          </p:cNvGraphicFramePr>
          <p:nvPr/>
        </p:nvGraphicFramePr>
        <p:xfrm>
          <a:off x="5791200" y="2971800"/>
          <a:ext cx="3228975" cy="847725"/>
        </p:xfrm>
        <a:graphic>
          <a:graphicData uri="http://schemas.openxmlformats.org/presentationml/2006/ole">
            <mc:AlternateContent xmlns:mc="http://schemas.openxmlformats.org/markup-compatibility/2006">
              <mc:Choice xmlns:v="urn:schemas-microsoft-com:vml" Requires="v">
                <p:oleObj spid="_x0000_s74990" name="Equation" r:id="rId5" imgW="1333500" imgH="393700" progId="Equation.3">
                  <p:embed/>
                </p:oleObj>
              </mc:Choice>
              <mc:Fallback>
                <p:oleObj name="Equation" r:id="rId5" imgW="1333500" imgH="393700" progId="Equation.3">
                  <p:embed/>
                  <p:pic>
                    <p:nvPicPr>
                      <p:cNvPr id="0" name="Object 1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2971800"/>
                        <a:ext cx="3228975"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2116" name="Object 132"/>
          <p:cNvGraphicFramePr>
            <a:graphicFrameLocks noChangeAspect="1"/>
          </p:cNvGraphicFramePr>
          <p:nvPr/>
        </p:nvGraphicFramePr>
        <p:xfrm>
          <a:off x="3200400" y="3657600"/>
          <a:ext cx="6629400" cy="1752600"/>
        </p:xfrm>
        <a:graphic>
          <a:graphicData uri="http://schemas.openxmlformats.org/presentationml/2006/ole">
            <mc:AlternateContent xmlns:mc="http://schemas.openxmlformats.org/markup-compatibility/2006">
              <mc:Choice xmlns:v="urn:schemas-microsoft-com:vml" Requires="v">
                <p:oleObj spid="_x0000_s74991" name="Equation" r:id="rId7" imgW="3428959" imgH="784944" progId="Equation.3">
                  <p:embed/>
                </p:oleObj>
              </mc:Choice>
              <mc:Fallback>
                <p:oleObj name="Equation" r:id="rId7" imgW="3428959" imgH="784944" progId="Equation.3">
                  <p:embed/>
                  <p:pic>
                    <p:nvPicPr>
                      <p:cNvPr id="0" name="Object 1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3657600"/>
                        <a:ext cx="66294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2119" name="Object 135"/>
          <p:cNvGraphicFramePr>
            <a:graphicFrameLocks noChangeAspect="1"/>
          </p:cNvGraphicFramePr>
          <p:nvPr/>
        </p:nvGraphicFramePr>
        <p:xfrm>
          <a:off x="3657600" y="5334000"/>
          <a:ext cx="1524000" cy="758825"/>
        </p:xfrm>
        <a:graphic>
          <a:graphicData uri="http://schemas.openxmlformats.org/presentationml/2006/ole">
            <mc:AlternateContent xmlns:mc="http://schemas.openxmlformats.org/markup-compatibility/2006">
              <mc:Choice xmlns:v="urn:schemas-microsoft-com:vml" Requires="v">
                <p:oleObj spid="_x0000_s74992" name="Equation" r:id="rId9" imgW="888614" imgH="393529" progId="Equation.3">
                  <p:embed/>
                </p:oleObj>
              </mc:Choice>
              <mc:Fallback>
                <p:oleObj name="Equation" r:id="rId9" imgW="888614" imgH="393529" progId="Equation.3">
                  <p:embed/>
                  <p:pic>
                    <p:nvPicPr>
                      <p:cNvPr id="0" name="Object 1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5334000"/>
                        <a:ext cx="15240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2120" name="Object 136"/>
          <p:cNvGraphicFramePr>
            <a:graphicFrameLocks noChangeAspect="1"/>
          </p:cNvGraphicFramePr>
          <p:nvPr/>
        </p:nvGraphicFramePr>
        <p:xfrm>
          <a:off x="5181600" y="5334000"/>
          <a:ext cx="1828800" cy="758825"/>
        </p:xfrm>
        <a:graphic>
          <a:graphicData uri="http://schemas.openxmlformats.org/presentationml/2006/ole">
            <mc:AlternateContent xmlns:mc="http://schemas.openxmlformats.org/markup-compatibility/2006">
              <mc:Choice xmlns:v="urn:schemas-microsoft-com:vml" Requires="v">
                <p:oleObj spid="_x0000_s74993" name="Equation" r:id="rId11" imgW="1079032" imgH="393529" progId="Equation.3">
                  <p:embed/>
                </p:oleObj>
              </mc:Choice>
              <mc:Fallback>
                <p:oleObj name="Equation" r:id="rId11" imgW="1079032" imgH="393529" progId="Equation.3">
                  <p:embed/>
                  <p:pic>
                    <p:nvPicPr>
                      <p:cNvPr id="0" name="Object 1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81600" y="5334000"/>
                        <a:ext cx="18288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2121" name="Object 137"/>
          <p:cNvGraphicFramePr>
            <a:graphicFrameLocks noChangeAspect="1"/>
          </p:cNvGraphicFramePr>
          <p:nvPr/>
        </p:nvGraphicFramePr>
        <p:xfrm>
          <a:off x="6934200" y="5334000"/>
          <a:ext cx="2819400" cy="758825"/>
        </p:xfrm>
        <a:graphic>
          <a:graphicData uri="http://schemas.openxmlformats.org/presentationml/2006/ole">
            <mc:AlternateContent xmlns:mc="http://schemas.openxmlformats.org/markup-compatibility/2006">
              <mc:Choice xmlns:v="urn:schemas-microsoft-com:vml" Requires="v">
                <p:oleObj spid="_x0000_s74994" name="Equation" r:id="rId13" imgW="1600200" imgH="393700" progId="Equation.3">
                  <p:embed/>
                </p:oleObj>
              </mc:Choice>
              <mc:Fallback>
                <p:oleObj name="Equation" r:id="rId13" imgW="1600200" imgH="393700" progId="Equation.3">
                  <p:embed/>
                  <p:pic>
                    <p:nvPicPr>
                      <p:cNvPr id="0" name="Object 1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34200" y="5334000"/>
                        <a:ext cx="28194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2122" name="Rectangle 138"/>
          <p:cNvSpPr>
            <a:spLocks noChangeArrowheads="1"/>
          </p:cNvSpPr>
          <p:nvPr/>
        </p:nvSpPr>
        <p:spPr bwMode="auto">
          <a:xfrm>
            <a:off x="3659188" y="5943600"/>
            <a:ext cx="2449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a:latin typeface="Times New Roman" pitchFamily="18" charset="0"/>
                <a:sym typeface="Symbol" pitchFamily="18" charset="2"/>
              </a:rPr>
              <a:t>=</a:t>
            </a:r>
            <a:r>
              <a:rPr lang="en-US" altLang="zh-CN" sz="2800" i="0">
                <a:latin typeface="Times New Roman" pitchFamily="18" charset="0"/>
                <a:sym typeface="Symbol" pitchFamily="18" charset="2"/>
              </a:rPr>
              <a:t>-1+1+0+0.375</a:t>
            </a:r>
            <a:endParaRPr lang="zh-CN" altLang="en-US" sz="2800" i="0">
              <a:latin typeface="Times New Roman" pitchFamily="18" charset="0"/>
              <a:sym typeface="Symbol" pitchFamily="18" charset="2"/>
            </a:endParaRPr>
          </a:p>
        </p:txBody>
      </p:sp>
      <p:sp>
        <p:nvSpPr>
          <p:cNvPr id="682123" name="Rectangle 139"/>
          <p:cNvSpPr>
            <a:spLocks noChangeArrowheads="1"/>
          </p:cNvSpPr>
          <p:nvPr/>
        </p:nvSpPr>
        <p:spPr bwMode="auto">
          <a:xfrm>
            <a:off x="3657600" y="6262688"/>
            <a:ext cx="1187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a:latin typeface="Times New Roman" pitchFamily="18" charset="0"/>
                <a:sym typeface="Symbol" pitchFamily="18" charset="2"/>
              </a:rPr>
              <a:t>=</a:t>
            </a:r>
            <a:r>
              <a:rPr lang="en-US" altLang="zh-CN" sz="2800" i="0">
                <a:latin typeface="Times New Roman" pitchFamily="18" charset="0"/>
                <a:sym typeface="Symbol" pitchFamily="18" charset="2"/>
              </a:rPr>
              <a:t>0.375</a:t>
            </a:r>
            <a:endParaRPr lang="zh-CN" altLang="en-US" sz="2800" i="0">
              <a:latin typeface="Times New Roman" pitchFamily="18" charset="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2011"/>
                                        </p:tgtEl>
                                        <p:attrNameLst>
                                          <p:attrName>style.visibility</p:attrName>
                                        </p:attrNameLst>
                                      </p:cBhvr>
                                      <p:to>
                                        <p:strVal val="visible"/>
                                      </p:to>
                                    </p:set>
                                    <p:animEffect transition="in" filter="wipe(left)">
                                      <p:cBhvr>
                                        <p:cTn id="7" dur="500"/>
                                        <p:tgtEl>
                                          <p:spTgt spid="6820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82125"/>
                                        </p:tgtEl>
                                        <p:attrNameLst>
                                          <p:attrName>style.visibility</p:attrName>
                                        </p:attrNameLst>
                                      </p:cBhvr>
                                      <p:to>
                                        <p:strVal val="visible"/>
                                      </p:to>
                                    </p:set>
                                    <p:animEffect transition="in" filter="wipe(left)">
                                      <p:cBhvr>
                                        <p:cTn id="12" dur="500"/>
                                        <p:tgtEl>
                                          <p:spTgt spid="6821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82112"/>
                                        </p:tgtEl>
                                        <p:attrNameLst>
                                          <p:attrName>style.visibility</p:attrName>
                                        </p:attrNameLst>
                                      </p:cBhvr>
                                      <p:to>
                                        <p:strVal val="visible"/>
                                      </p:to>
                                    </p:set>
                                    <p:animEffect transition="in" filter="wipe(left)">
                                      <p:cBhvr>
                                        <p:cTn id="17" dur="500"/>
                                        <p:tgtEl>
                                          <p:spTgt spid="6821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82113"/>
                                        </p:tgtEl>
                                        <p:attrNameLst>
                                          <p:attrName>style.visibility</p:attrName>
                                        </p:attrNameLst>
                                      </p:cBhvr>
                                      <p:to>
                                        <p:strVal val="visible"/>
                                      </p:to>
                                    </p:set>
                                    <p:animEffect transition="in" filter="wipe(left)">
                                      <p:cBhvr>
                                        <p:cTn id="22" dur="500"/>
                                        <p:tgtEl>
                                          <p:spTgt spid="6821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82114"/>
                                        </p:tgtEl>
                                        <p:attrNameLst>
                                          <p:attrName>style.visibility</p:attrName>
                                        </p:attrNameLst>
                                      </p:cBhvr>
                                      <p:to>
                                        <p:strVal val="visible"/>
                                      </p:to>
                                    </p:set>
                                    <p:animEffect transition="in" filter="dissolve">
                                      <p:cBhvr>
                                        <p:cTn id="27" dur="500"/>
                                        <p:tgtEl>
                                          <p:spTgt spid="6821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82115"/>
                                        </p:tgtEl>
                                        <p:attrNameLst>
                                          <p:attrName>style.visibility</p:attrName>
                                        </p:attrNameLst>
                                      </p:cBhvr>
                                      <p:to>
                                        <p:strVal val="visible"/>
                                      </p:to>
                                    </p:set>
                                    <p:animEffect transition="in" filter="dissolve">
                                      <p:cBhvr>
                                        <p:cTn id="32" dur="500"/>
                                        <p:tgtEl>
                                          <p:spTgt spid="6821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82116"/>
                                        </p:tgtEl>
                                        <p:attrNameLst>
                                          <p:attrName>style.visibility</p:attrName>
                                        </p:attrNameLst>
                                      </p:cBhvr>
                                      <p:to>
                                        <p:strVal val="visible"/>
                                      </p:to>
                                    </p:set>
                                    <p:animEffect transition="in" filter="dissolve">
                                      <p:cBhvr>
                                        <p:cTn id="37" dur="500"/>
                                        <p:tgtEl>
                                          <p:spTgt spid="6821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82119"/>
                                        </p:tgtEl>
                                        <p:attrNameLst>
                                          <p:attrName>style.visibility</p:attrName>
                                        </p:attrNameLst>
                                      </p:cBhvr>
                                      <p:to>
                                        <p:strVal val="visible"/>
                                      </p:to>
                                    </p:set>
                                    <p:animEffect transition="in" filter="dissolve">
                                      <p:cBhvr>
                                        <p:cTn id="42" dur="500"/>
                                        <p:tgtEl>
                                          <p:spTgt spid="68211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682120"/>
                                        </p:tgtEl>
                                        <p:attrNameLst>
                                          <p:attrName>style.visibility</p:attrName>
                                        </p:attrNameLst>
                                      </p:cBhvr>
                                      <p:to>
                                        <p:strVal val="visible"/>
                                      </p:to>
                                    </p:set>
                                    <p:animEffect transition="in" filter="dissolve">
                                      <p:cBhvr>
                                        <p:cTn id="47" dur="500"/>
                                        <p:tgtEl>
                                          <p:spTgt spid="68212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682121"/>
                                        </p:tgtEl>
                                        <p:attrNameLst>
                                          <p:attrName>style.visibility</p:attrName>
                                        </p:attrNameLst>
                                      </p:cBhvr>
                                      <p:to>
                                        <p:strVal val="visible"/>
                                      </p:to>
                                    </p:set>
                                    <p:animEffect transition="in" filter="dissolve">
                                      <p:cBhvr>
                                        <p:cTn id="52" dur="500"/>
                                        <p:tgtEl>
                                          <p:spTgt spid="68212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682122"/>
                                        </p:tgtEl>
                                        <p:attrNameLst>
                                          <p:attrName>style.visibility</p:attrName>
                                        </p:attrNameLst>
                                      </p:cBhvr>
                                      <p:to>
                                        <p:strVal val="visible"/>
                                      </p:to>
                                    </p:set>
                                    <p:animEffect transition="in" filter="dissolve">
                                      <p:cBhvr>
                                        <p:cTn id="57" dur="500"/>
                                        <p:tgtEl>
                                          <p:spTgt spid="68212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682123"/>
                                        </p:tgtEl>
                                        <p:attrNameLst>
                                          <p:attrName>style.visibility</p:attrName>
                                        </p:attrNameLst>
                                      </p:cBhvr>
                                      <p:to>
                                        <p:strVal val="visible"/>
                                      </p:to>
                                    </p:set>
                                    <p:animEffect transition="in" filter="dissolve">
                                      <p:cBhvr>
                                        <p:cTn id="62" dur="500"/>
                                        <p:tgtEl>
                                          <p:spTgt spid="682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2011" grpId="0" autoUpdateAnimBg="0"/>
      <p:bldP spid="682112" grpId="0" animBg="1"/>
      <p:bldP spid="682113" grpId="0" autoUpdateAnimBg="0"/>
      <p:bldP spid="682122" grpId="0" autoUpdateAnimBg="0"/>
      <p:bldP spid="682123"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1123614-510B-467E-B981-2AAD287DEAA5}" type="slidenum">
              <a:rPr lang="zh-CN" altLang="en-US" b="0" i="0" smtClean="0"/>
              <a:pPr/>
              <a:t>57</a:t>
            </a:fld>
            <a:endParaRPr lang="en-US" altLang="zh-CN" b="0" i="0" smtClean="0"/>
          </a:p>
        </p:txBody>
      </p:sp>
      <p:sp>
        <p:nvSpPr>
          <p:cNvPr id="7577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DC2480A-BF21-49B0-8674-D22A793B4D47}" type="datetime1">
              <a:rPr lang="zh-CN" altLang="en-US" sz="1800" i="0" smtClean="0"/>
              <a:pPr/>
              <a:t>2024/10/20</a:t>
            </a:fld>
            <a:endParaRPr lang="en-US" altLang="zh-CN" sz="1800" i="0" smtClean="0"/>
          </a:p>
        </p:txBody>
      </p:sp>
      <p:sp>
        <p:nvSpPr>
          <p:cNvPr id="659458" name="Rectangle 2"/>
          <p:cNvSpPr>
            <a:spLocks noGrp="1" noChangeArrowheads="1"/>
          </p:cNvSpPr>
          <p:nvPr>
            <p:ph type="title"/>
          </p:nvPr>
        </p:nvSpPr>
        <p:spPr>
          <a:xfrm>
            <a:off x="650875" y="255588"/>
            <a:ext cx="8820150" cy="658812"/>
          </a:xfrm>
        </p:spPr>
        <p:txBody>
          <a:bodyPr/>
          <a:lstStyle/>
          <a:p>
            <a:pPr>
              <a:defRPr/>
            </a:pPr>
            <a:r>
              <a:rPr lang="zh-CN" altLang="en-US" smtClean="0"/>
              <a:t>§2.3 </a:t>
            </a:r>
            <a:r>
              <a:rPr lang="zh-CN" altLang="en-US" sz="4800" smtClean="0"/>
              <a:t>牛顿后插公式</a:t>
            </a:r>
          </a:p>
        </p:txBody>
      </p:sp>
      <p:sp>
        <p:nvSpPr>
          <p:cNvPr id="659511" name="Rectangle 55"/>
          <p:cNvSpPr>
            <a:spLocks noChangeArrowheads="1"/>
          </p:cNvSpPr>
          <p:nvPr/>
        </p:nvSpPr>
        <p:spPr bwMode="auto">
          <a:xfrm>
            <a:off x="4273550" y="1081088"/>
            <a:ext cx="4806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（2）牛顿后插公式求</a:t>
            </a:r>
            <a:r>
              <a:rPr lang="en-US" altLang="zh-CN" sz="2800" i="0">
                <a:latin typeface="Times New Roman" pitchFamily="18" charset="0"/>
              </a:rPr>
              <a:t>y(1.5)</a:t>
            </a:r>
            <a:endParaRPr lang="zh-CN" altLang="en-US" sz="2800">
              <a:latin typeface="Times New Roman" pitchFamily="18" charset="0"/>
              <a:sym typeface="Symbol" pitchFamily="18" charset="2"/>
            </a:endParaRPr>
          </a:p>
        </p:txBody>
      </p:sp>
      <p:sp>
        <p:nvSpPr>
          <p:cNvPr id="659512" name="Rectangle 56"/>
          <p:cNvSpPr>
            <a:spLocks noChangeArrowheads="1"/>
          </p:cNvSpPr>
          <p:nvPr/>
        </p:nvSpPr>
        <p:spPr bwMode="auto">
          <a:xfrm>
            <a:off x="4721225" y="1447800"/>
            <a:ext cx="1914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x</a:t>
            </a:r>
            <a:r>
              <a:rPr lang="zh-CN" altLang="en-US" sz="2800" i="0">
                <a:latin typeface="Times New Roman" pitchFamily="18" charset="0"/>
                <a:sym typeface="Symbol" pitchFamily="18" charset="2"/>
              </a:rPr>
              <a:t>=1.5, </a:t>
            </a:r>
            <a:r>
              <a:rPr lang="en-US" altLang="zh-CN" sz="2800">
                <a:latin typeface="Times New Roman" pitchFamily="18" charset="0"/>
                <a:sym typeface="Symbol" pitchFamily="18" charset="2"/>
              </a:rPr>
              <a:t>h=1</a:t>
            </a:r>
            <a:endParaRPr lang="zh-CN" altLang="en-US" sz="2800">
              <a:latin typeface="Times New Roman" pitchFamily="18" charset="0"/>
              <a:sym typeface="Symbol" pitchFamily="18" charset="2"/>
            </a:endParaRPr>
          </a:p>
        </p:txBody>
      </p:sp>
      <p:graphicFrame>
        <p:nvGraphicFramePr>
          <p:cNvPr id="659513" name="Object 57"/>
          <p:cNvGraphicFramePr>
            <a:graphicFrameLocks noChangeAspect="1"/>
          </p:cNvGraphicFramePr>
          <p:nvPr/>
        </p:nvGraphicFramePr>
        <p:xfrm>
          <a:off x="4667250" y="1963738"/>
          <a:ext cx="1403350" cy="1008062"/>
        </p:xfrm>
        <a:graphic>
          <a:graphicData uri="http://schemas.openxmlformats.org/presentationml/2006/ole">
            <mc:AlternateContent xmlns:mc="http://schemas.openxmlformats.org/markup-compatibility/2006">
              <mc:Choice xmlns:v="urn:schemas-microsoft-com:vml" Requires="v">
                <p:oleObj spid="_x0000_s75903" name="Equation" r:id="rId3" imgW="698197" imgH="406224" progId="Equation.3">
                  <p:embed/>
                </p:oleObj>
              </mc:Choice>
              <mc:Fallback>
                <p:oleObj name="Equation" r:id="rId3" imgW="698197" imgH="406224" progId="Equation.3">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50" y="1963738"/>
                        <a:ext cx="1403350"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9514" name="Rectangle 58"/>
          <p:cNvSpPr>
            <a:spLocks noChangeArrowheads="1"/>
          </p:cNvSpPr>
          <p:nvPr/>
        </p:nvSpPr>
        <p:spPr bwMode="auto">
          <a:xfrm>
            <a:off x="5988050" y="2224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a:t>
            </a:r>
            <a:endParaRPr lang="zh-CN" altLang="en-US" sz="2800">
              <a:latin typeface="Times New Roman" pitchFamily="18" charset="0"/>
              <a:sym typeface="Symbol" pitchFamily="18" charset="2"/>
            </a:endParaRPr>
          </a:p>
        </p:txBody>
      </p:sp>
      <p:sp>
        <p:nvSpPr>
          <p:cNvPr id="659515" name="Rectangle 59"/>
          <p:cNvSpPr>
            <a:spLocks noChangeArrowheads="1"/>
          </p:cNvSpPr>
          <p:nvPr/>
        </p:nvSpPr>
        <p:spPr bwMode="auto">
          <a:xfrm>
            <a:off x="6705600" y="1981200"/>
            <a:ext cx="1003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1.5-2</a:t>
            </a:r>
            <a:endParaRPr lang="zh-CN" altLang="en-US" sz="2800" i="0">
              <a:latin typeface="Times New Roman" pitchFamily="18" charset="0"/>
              <a:sym typeface="Symbol" pitchFamily="18" charset="2"/>
            </a:endParaRPr>
          </a:p>
        </p:txBody>
      </p:sp>
      <p:sp>
        <p:nvSpPr>
          <p:cNvPr id="659516" name="Line 60"/>
          <p:cNvSpPr>
            <a:spLocks noChangeShapeType="1"/>
          </p:cNvSpPr>
          <p:nvPr/>
        </p:nvSpPr>
        <p:spPr bwMode="auto">
          <a:xfrm>
            <a:off x="6400800" y="2438400"/>
            <a:ext cx="148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9517" name="Rectangle 61"/>
          <p:cNvSpPr>
            <a:spLocks noChangeArrowheads="1"/>
          </p:cNvSpPr>
          <p:nvPr/>
        </p:nvSpPr>
        <p:spPr bwMode="auto">
          <a:xfrm>
            <a:off x="6896100" y="2438400"/>
            <a:ext cx="392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endParaRPr lang="zh-CN" altLang="en-US" sz="2800" i="0">
              <a:latin typeface="Times New Roman" pitchFamily="18" charset="0"/>
              <a:sym typeface="Symbol" pitchFamily="18" charset="2"/>
            </a:endParaRPr>
          </a:p>
        </p:txBody>
      </p:sp>
      <p:sp>
        <p:nvSpPr>
          <p:cNvPr id="659518" name="Rectangle 62"/>
          <p:cNvSpPr>
            <a:spLocks noChangeArrowheads="1"/>
          </p:cNvSpPr>
          <p:nvPr/>
        </p:nvSpPr>
        <p:spPr bwMode="auto">
          <a:xfrm>
            <a:off x="7829550" y="2209800"/>
            <a:ext cx="1030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a:t>
            </a:r>
            <a:r>
              <a:rPr lang="en-US" altLang="zh-CN" sz="2800" i="0">
                <a:latin typeface="Times New Roman" pitchFamily="18" charset="0"/>
                <a:sym typeface="Symbol" pitchFamily="18" charset="2"/>
              </a:rPr>
              <a:t>-0.5</a:t>
            </a:r>
            <a:endParaRPr lang="zh-CN" altLang="en-US" sz="2800" i="0">
              <a:latin typeface="Times New Roman" pitchFamily="18" charset="0"/>
              <a:sym typeface="Symbol" pitchFamily="18" charset="2"/>
            </a:endParaRPr>
          </a:p>
        </p:txBody>
      </p:sp>
      <p:sp>
        <p:nvSpPr>
          <p:cNvPr id="659547" name="Rectangle 91"/>
          <p:cNvSpPr>
            <a:spLocks noChangeArrowheads="1"/>
          </p:cNvSpPr>
          <p:nvPr/>
        </p:nvSpPr>
        <p:spPr bwMode="auto">
          <a:xfrm>
            <a:off x="1538288" y="4738688"/>
            <a:ext cx="168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y(1.5)</a:t>
            </a:r>
            <a:r>
              <a:rPr lang="en-US" altLang="zh-CN" sz="2800" i="0">
                <a:latin typeface="Times New Roman" pitchFamily="18" charset="0"/>
                <a:sym typeface="Symbol" pitchFamily="18" charset="2"/>
              </a:rPr>
              <a:t> </a:t>
            </a:r>
            <a:r>
              <a:rPr lang="en-US" altLang="zh-CN" sz="2800" i="0">
                <a:latin typeface="Times New Roman" pitchFamily="18" charset="0"/>
              </a:rPr>
              <a:t>11</a:t>
            </a:r>
            <a:endParaRPr lang="zh-CN" altLang="en-US" sz="2800" i="0">
              <a:latin typeface="Times New Roman" pitchFamily="18" charset="0"/>
            </a:endParaRPr>
          </a:p>
        </p:txBody>
      </p:sp>
      <p:sp>
        <p:nvSpPr>
          <p:cNvPr id="659549" name="Rectangle 93"/>
          <p:cNvSpPr>
            <a:spLocks noChangeArrowheads="1"/>
          </p:cNvSpPr>
          <p:nvPr/>
        </p:nvSpPr>
        <p:spPr bwMode="auto">
          <a:xfrm>
            <a:off x="3060700" y="4752975"/>
            <a:ext cx="1544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+(-0.5)*8</a:t>
            </a:r>
            <a:endParaRPr lang="zh-CN" altLang="en-US" sz="2800" i="0">
              <a:latin typeface="Times New Roman" pitchFamily="18" charset="0"/>
              <a:sym typeface="Symbol" pitchFamily="18" charset="2"/>
            </a:endParaRPr>
          </a:p>
        </p:txBody>
      </p:sp>
      <p:sp>
        <p:nvSpPr>
          <p:cNvPr id="659550" name="Rectangle 94"/>
          <p:cNvSpPr>
            <a:spLocks noChangeArrowheads="1"/>
          </p:cNvSpPr>
          <p:nvPr/>
        </p:nvSpPr>
        <p:spPr bwMode="auto">
          <a:xfrm>
            <a:off x="4637088" y="4752975"/>
            <a:ext cx="3592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sym typeface="Symbol" pitchFamily="18" charset="2"/>
              </a:rPr>
              <a:t>+(-0.5)*(-0.5+1)*6/2! </a:t>
            </a:r>
            <a:r>
              <a:rPr lang="en-US" altLang="zh-CN" sz="2800">
                <a:latin typeface="Times New Roman" pitchFamily="18" charset="0"/>
                <a:sym typeface="Symbol" pitchFamily="18" charset="2"/>
              </a:rPr>
              <a:t>+</a:t>
            </a:r>
            <a:endParaRPr lang="zh-CN" altLang="en-US" sz="2800">
              <a:latin typeface="Times New Roman" pitchFamily="18" charset="0"/>
              <a:sym typeface="Symbol" pitchFamily="18" charset="2"/>
            </a:endParaRPr>
          </a:p>
        </p:txBody>
      </p:sp>
      <p:sp>
        <p:nvSpPr>
          <p:cNvPr id="659552" name="Rectangle 96"/>
          <p:cNvSpPr>
            <a:spLocks noChangeArrowheads="1"/>
          </p:cNvSpPr>
          <p:nvPr/>
        </p:nvSpPr>
        <p:spPr bwMode="auto">
          <a:xfrm>
            <a:off x="2755900" y="5348288"/>
            <a:ext cx="37068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(-0.5)*(-0.5+1)*(-0.5+1)</a:t>
            </a:r>
            <a:endParaRPr lang="zh-CN" altLang="en-US" sz="2800" i="0">
              <a:latin typeface="Times New Roman" pitchFamily="18" charset="0"/>
              <a:sym typeface="Symbol" pitchFamily="18" charset="2"/>
            </a:endParaRPr>
          </a:p>
        </p:txBody>
      </p:sp>
      <p:sp>
        <p:nvSpPr>
          <p:cNvPr id="659553" name="Line 97"/>
          <p:cNvSpPr>
            <a:spLocks noChangeShapeType="1"/>
          </p:cNvSpPr>
          <p:nvPr/>
        </p:nvSpPr>
        <p:spPr bwMode="auto">
          <a:xfrm flipV="1">
            <a:off x="2995613" y="5805488"/>
            <a:ext cx="3136900" cy="14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9554" name="Rectangle 98"/>
          <p:cNvSpPr>
            <a:spLocks noChangeArrowheads="1"/>
          </p:cNvSpPr>
          <p:nvPr/>
        </p:nvSpPr>
        <p:spPr bwMode="auto">
          <a:xfrm>
            <a:off x="4475163" y="5819775"/>
            <a:ext cx="481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3!</a:t>
            </a:r>
            <a:endParaRPr lang="zh-CN" altLang="en-US" sz="2800" i="0">
              <a:latin typeface="Times New Roman" pitchFamily="18" charset="0"/>
              <a:sym typeface="Symbol" pitchFamily="18" charset="2"/>
            </a:endParaRPr>
          </a:p>
        </p:txBody>
      </p:sp>
      <p:sp>
        <p:nvSpPr>
          <p:cNvPr id="659555" name="Rectangle 99"/>
          <p:cNvSpPr>
            <a:spLocks noChangeArrowheads="1"/>
          </p:cNvSpPr>
          <p:nvPr/>
        </p:nvSpPr>
        <p:spPr bwMode="auto">
          <a:xfrm>
            <a:off x="6337300" y="5576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a:t>
            </a:r>
            <a:r>
              <a:rPr lang="en-US" altLang="zh-CN" sz="2800" i="0">
                <a:latin typeface="Times New Roman" pitchFamily="18" charset="0"/>
                <a:sym typeface="Symbol" pitchFamily="18" charset="2"/>
              </a:rPr>
              <a:t>6</a:t>
            </a:r>
            <a:endParaRPr lang="zh-CN" altLang="en-US" sz="2800" i="0">
              <a:latin typeface="Times New Roman" pitchFamily="18" charset="0"/>
              <a:sym typeface="Symbol" pitchFamily="18" charset="2"/>
            </a:endParaRPr>
          </a:p>
        </p:txBody>
      </p:sp>
      <p:sp>
        <p:nvSpPr>
          <p:cNvPr id="659556" name="Rectangle 100"/>
          <p:cNvSpPr>
            <a:spLocks noChangeArrowheads="1"/>
          </p:cNvSpPr>
          <p:nvPr/>
        </p:nvSpPr>
        <p:spPr bwMode="auto">
          <a:xfrm>
            <a:off x="2374900" y="6110288"/>
            <a:ext cx="1187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a:t>
            </a:r>
            <a:r>
              <a:rPr lang="en-US" altLang="zh-CN" sz="2800" i="0">
                <a:latin typeface="Times New Roman" pitchFamily="18" charset="0"/>
                <a:sym typeface="Symbol" pitchFamily="18" charset="2"/>
              </a:rPr>
              <a:t>5.875</a:t>
            </a:r>
            <a:endParaRPr lang="zh-CN" altLang="en-US" sz="2800" i="0">
              <a:latin typeface="Times New Roman" pitchFamily="18" charset="0"/>
              <a:sym typeface="Symbol" pitchFamily="18" charset="2"/>
            </a:endParaRPr>
          </a:p>
        </p:txBody>
      </p:sp>
      <p:graphicFrame>
        <p:nvGraphicFramePr>
          <p:cNvPr id="659558" name="Object 102"/>
          <p:cNvGraphicFramePr>
            <a:graphicFrameLocks noChangeAspect="1"/>
          </p:cNvGraphicFramePr>
          <p:nvPr/>
        </p:nvGraphicFramePr>
        <p:xfrm>
          <a:off x="2895600" y="2895600"/>
          <a:ext cx="7010400" cy="1981200"/>
        </p:xfrm>
        <a:graphic>
          <a:graphicData uri="http://schemas.openxmlformats.org/presentationml/2006/ole">
            <mc:AlternateContent xmlns:mc="http://schemas.openxmlformats.org/markup-compatibility/2006">
              <mc:Choice xmlns:v="urn:schemas-microsoft-com:vml" Requires="v">
                <p:oleObj spid="_x0000_s75904" name="Equation" r:id="rId5" imgW="3284168" imgH="762048" progId="Equation.3">
                  <p:embed/>
                </p:oleObj>
              </mc:Choice>
              <mc:Fallback>
                <p:oleObj name="Equation" r:id="rId5" imgW="3284168" imgH="762048" progId="Equation.3">
                  <p:embed/>
                  <p:pic>
                    <p:nvPicPr>
                      <p:cNvPr id="0" name="Object 1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2895600"/>
                        <a:ext cx="701040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9626" name="Group 170"/>
          <p:cNvGraphicFramePr>
            <a:graphicFrameLocks noGrp="1"/>
          </p:cNvGraphicFramePr>
          <p:nvPr/>
        </p:nvGraphicFramePr>
        <p:xfrm>
          <a:off x="152400" y="1189038"/>
          <a:ext cx="3352800" cy="3121056"/>
        </p:xfrm>
        <a:graphic>
          <a:graphicData uri="http://schemas.openxmlformats.org/drawingml/2006/table">
            <a:tbl>
              <a:tblPr/>
              <a:tblGrid>
                <a:gridCol w="611188"/>
                <a:gridCol w="611187"/>
                <a:gridCol w="682625"/>
                <a:gridCol w="762000"/>
                <a:gridCol w="685800"/>
              </a:tblGrid>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x</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49"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49"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49" charset="-122"/>
                        </a:rPr>
                        <a:t>y</a:t>
                      </a:r>
                      <a:endParaRPr kumimoji="0" lang="zh-CN" altLang="en-US" sz="2800" b="1" i="0" u="none" strike="noStrike" cap="none" normalizeH="0" baseline="-2500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2</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0</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0</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2</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6</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3</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6</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8</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128">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2</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11</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5854" name="Line 160"/>
          <p:cNvSpPr>
            <a:spLocks noChangeShapeType="1"/>
          </p:cNvSpPr>
          <p:nvPr/>
        </p:nvSpPr>
        <p:spPr bwMode="auto">
          <a:xfrm flipV="1">
            <a:off x="1066800" y="3071813"/>
            <a:ext cx="2133600" cy="1271587"/>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59511"/>
                                        </p:tgtEl>
                                        <p:attrNameLst>
                                          <p:attrName>style.visibility</p:attrName>
                                        </p:attrNameLst>
                                      </p:cBhvr>
                                      <p:to>
                                        <p:strVal val="visible"/>
                                      </p:to>
                                    </p:set>
                                    <p:animEffect transition="in" filter="dissolve">
                                      <p:cBhvr>
                                        <p:cTn id="7" dur="500"/>
                                        <p:tgtEl>
                                          <p:spTgt spid="6595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9512"/>
                                        </p:tgtEl>
                                        <p:attrNameLst>
                                          <p:attrName>style.visibility</p:attrName>
                                        </p:attrNameLst>
                                      </p:cBhvr>
                                      <p:to>
                                        <p:strVal val="visible"/>
                                      </p:to>
                                    </p:set>
                                    <p:animEffect transition="in" filter="dissolve">
                                      <p:cBhvr>
                                        <p:cTn id="12" dur="500"/>
                                        <p:tgtEl>
                                          <p:spTgt spid="6595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59513"/>
                                        </p:tgtEl>
                                        <p:attrNameLst>
                                          <p:attrName>style.visibility</p:attrName>
                                        </p:attrNameLst>
                                      </p:cBhvr>
                                      <p:to>
                                        <p:strVal val="visible"/>
                                      </p:to>
                                    </p:set>
                                    <p:animEffect transition="in" filter="dissolve">
                                      <p:cBhvr>
                                        <p:cTn id="17" dur="500"/>
                                        <p:tgtEl>
                                          <p:spTgt spid="6595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59514"/>
                                        </p:tgtEl>
                                        <p:attrNameLst>
                                          <p:attrName>style.visibility</p:attrName>
                                        </p:attrNameLst>
                                      </p:cBhvr>
                                      <p:to>
                                        <p:strVal val="visible"/>
                                      </p:to>
                                    </p:set>
                                    <p:animEffect transition="in" filter="dissolve">
                                      <p:cBhvr>
                                        <p:cTn id="22" dur="500"/>
                                        <p:tgtEl>
                                          <p:spTgt spid="659514"/>
                                        </p:tgtEl>
                                      </p:cBhvr>
                                    </p:animEffect>
                                  </p:childTnLst>
                                </p:cTn>
                              </p:par>
                            </p:childTnLst>
                          </p:cTn>
                        </p:par>
                        <p:par>
                          <p:cTn id="23" fill="hold" nodeType="afterGroup">
                            <p:stCondLst>
                              <p:cond delay="500"/>
                            </p:stCondLst>
                            <p:childTnLst>
                              <p:par>
                                <p:cTn id="24" presetID="9" presetClass="entr" presetSubtype="0" fill="hold" grpId="0" nodeType="afterEffect">
                                  <p:stCondLst>
                                    <p:cond delay="2000"/>
                                  </p:stCondLst>
                                  <p:childTnLst>
                                    <p:set>
                                      <p:cBhvr>
                                        <p:cTn id="25" dur="1" fill="hold">
                                          <p:stCondLst>
                                            <p:cond delay="0"/>
                                          </p:stCondLst>
                                        </p:cTn>
                                        <p:tgtEl>
                                          <p:spTgt spid="659515"/>
                                        </p:tgtEl>
                                        <p:attrNameLst>
                                          <p:attrName>style.visibility</p:attrName>
                                        </p:attrNameLst>
                                      </p:cBhvr>
                                      <p:to>
                                        <p:strVal val="visible"/>
                                      </p:to>
                                    </p:set>
                                    <p:animEffect transition="in" filter="dissolve">
                                      <p:cBhvr>
                                        <p:cTn id="26" dur="500"/>
                                        <p:tgtEl>
                                          <p:spTgt spid="659515"/>
                                        </p:tgtEl>
                                      </p:cBhvr>
                                    </p:animEffect>
                                  </p:childTnLst>
                                </p:cTn>
                              </p:par>
                            </p:childTnLst>
                          </p:cTn>
                        </p:par>
                        <p:par>
                          <p:cTn id="27" fill="hold" nodeType="afterGroup">
                            <p:stCondLst>
                              <p:cond delay="3000"/>
                            </p:stCondLst>
                            <p:childTnLst>
                              <p:par>
                                <p:cTn id="28" presetID="9" presetClass="entr" presetSubtype="0" fill="hold" grpId="0" nodeType="afterEffect">
                                  <p:stCondLst>
                                    <p:cond delay="1000"/>
                                  </p:stCondLst>
                                  <p:childTnLst>
                                    <p:set>
                                      <p:cBhvr>
                                        <p:cTn id="29" dur="1" fill="hold">
                                          <p:stCondLst>
                                            <p:cond delay="0"/>
                                          </p:stCondLst>
                                        </p:cTn>
                                        <p:tgtEl>
                                          <p:spTgt spid="659516"/>
                                        </p:tgtEl>
                                        <p:attrNameLst>
                                          <p:attrName>style.visibility</p:attrName>
                                        </p:attrNameLst>
                                      </p:cBhvr>
                                      <p:to>
                                        <p:strVal val="visible"/>
                                      </p:to>
                                    </p:set>
                                    <p:animEffect transition="in" filter="dissolve">
                                      <p:cBhvr>
                                        <p:cTn id="30" dur="500"/>
                                        <p:tgtEl>
                                          <p:spTgt spid="659516"/>
                                        </p:tgtEl>
                                      </p:cBhvr>
                                    </p:animEffect>
                                  </p:childTnLst>
                                </p:cTn>
                              </p:par>
                            </p:childTnLst>
                          </p:cTn>
                        </p:par>
                        <p:par>
                          <p:cTn id="31" fill="hold" nodeType="afterGroup">
                            <p:stCondLst>
                              <p:cond delay="4500"/>
                            </p:stCondLst>
                            <p:childTnLst>
                              <p:par>
                                <p:cTn id="32" presetID="9" presetClass="entr" presetSubtype="0" fill="hold" grpId="0" nodeType="afterEffect">
                                  <p:stCondLst>
                                    <p:cond delay="2000"/>
                                  </p:stCondLst>
                                  <p:childTnLst>
                                    <p:set>
                                      <p:cBhvr>
                                        <p:cTn id="33" dur="1" fill="hold">
                                          <p:stCondLst>
                                            <p:cond delay="0"/>
                                          </p:stCondLst>
                                        </p:cTn>
                                        <p:tgtEl>
                                          <p:spTgt spid="659517"/>
                                        </p:tgtEl>
                                        <p:attrNameLst>
                                          <p:attrName>style.visibility</p:attrName>
                                        </p:attrNameLst>
                                      </p:cBhvr>
                                      <p:to>
                                        <p:strVal val="visible"/>
                                      </p:to>
                                    </p:set>
                                    <p:animEffect transition="in" filter="dissolve">
                                      <p:cBhvr>
                                        <p:cTn id="34" dur="500"/>
                                        <p:tgtEl>
                                          <p:spTgt spid="65951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659518"/>
                                        </p:tgtEl>
                                        <p:attrNameLst>
                                          <p:attrName>style.visibility</p:attrName>
                                        </p:attrNameLst>
                                      </p:cBhvr>
                                      <p:to>
                                        <p:strVal val="visible"/>
                                      </p:to>
                                    </p:set>
                                    <p:animEffect transition="in" filter="dissolve">
                                      <p:cBhvr>
                                        <p:cTn id="39" dur="500"/>
                                        <p:tgtEl>
                                          <p:spTgt spid="65951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nodeType="clickEffect">
                                  <p:stCondLst>
                                    <p:cond delay="0"/>
                                  </p:stCondLst>
                                  <p:childTnLst>
                                    <p:set>
                                      <p:cBhvr>
                                        <p:cTn id="43" dur="1" fill="hold">
                                          <p:stCondLst>
                                            <p:cond delay="0"/>
                                          </p:stCondLst>
                                        </p:cTn>
                                        <p:tgtEl>
                                          <p:spTgt spid="659558"/>
                                        </p:tgtEl>
                                        <p:attrNameLst>
                                          <p:attrName>style.visibility</p:attrName>
                                        </p:attrNameLst>
                                      </p:cBhvr>
                                      <p:to>
                                        <p:strVal val="visible"/>
                                      </p:to>
                                    </p:set>
                                    <p:anim calcmode="lin" valueType="num">
                                      <p:cBhvr additive="base">
                                        <p:cTn id="44" dur="500" fill="hold"/>
                                        <p:tgtEl>
                                          <p:spTgt spid="659558"/>
                                        </p:tgtEl>
                                        <p:attrNameLst>
                                          <p:attrName>ppt_x</p:attrName>
                                        </p:attrNameLst>
                                      </p:cBhvr>
                                      <p:tavLst>
                                        <p:tav tm="0">
                                          <p:val>
                                            <p:strVal val="0-#ppt_w/2"/>
                                          </p:val>
                                        </p:tav>
                                        <p:tav tm="100000">
                                          <p:val>
                                            <p:strVal val="#ppt_x"/>
                                          </p:val>
                                        </p:tav>
                                      </p:tavLst>
                                    </p:anim>
                                    <p:anim calcmode="lin" valueType="num">
                                      <p:cBhvr additive="base">
                                        <p:cTn id="45" dur="500" fill="hold"/>
                                        <p:tgtEl>
                                          <p:spTgt spid="659558"/>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659547"/>
                                        </p:tgtEl>
                                        <p:attrNameLst>
                                          <p:attrName>style.visibility</p:attrName>
                                        </p:attrNameLst>
                                      </p:cBhvr>
                                      <p:to>
                                        <p:strVal val="visible"/>
                                      </p:to>
                                    </p:set>
                                    <p:animEffect transition="in" filter="dissolve">
                                      <p:cBhvr>
                                        <p:cTn id="50" dur="500"/>
                                        <p:tgtEl>
                                          <p:spTgt spid="65954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659549"/>
                                        </p:tgtEl>
                                        <p:attrNameLst>
                                          <p:attrName>style.visibility</p:attrName>
                                        </p:attrNameLst>
                                      </p:cBhvr>
                                      <p:to>
                                        <p:strVal val="visible"/>
                                      </p:to>
                                    </p:set>
                                    <p:animEffect transition="in" filter="dissolve">
                                      <p:cBhvr>
                                        <p:cTn id="55" dur="500"/>
                                        <p:tgtEl>
                                          <p:spTgt spid="65954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659550"/>
                                        </p:tgtEl>
                                        <p:attrNameLst>
                                          <p:attrName>style.visibility</p:attrName>
                                        </p:attrNameLst>
                                      </p:cBhvr>
                                      <p:to>
                                        <p:strVal val="visible"/>
                                      </p:to>
                                    </p:set>
                                    <p:animEffect transition="in" filter="dissolve">
                                      <p:cBhvr>
                                        <p:cTn id="60" dur="500"/>
                                        <p:tgtEl>
                                          <p:spTgt spid="65955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659552"/>
                                        </p:tgtEl>
                                        <p:attrNameLst>
                                          <p:attrName>style.visibility</p:attrName>
                                        </p:attrNameLst>
                                      </p:cBhvr>
                                      <p:to>
                                        <p:strVal val="visible"/>
                                      </p:to>
                                    </p:set>
                                    <p:animEffect transition="in" filter="dissolve">
                                      <p:cBhvr>
                                        <p:cTn id="65" dur="500"/>
                                        <p:tgtEl>
                                          <p:spTgt spid="659552"/>
                                        </p:tgtEl>
                                      </p:cBhvr>
                                    </p:animEffect>
                                  </p:childTnLst>
                                </p:cTn>
                              </p:par>
                            </p:childTnLst>
                          </p:cTn>
                        </p:par>
                        <p:par>
                          <p:cTn id="66" fill="hold" nodeType="afterGroup">
                            <p:stCondLst>
                              <p:cond delay="500"/>
                            </p:stCondLst>
                            <p:childTnLst>
                              <p:par>
                                <p:cTn id="67" presetID="9" presetClass="entr" presetSubtype="0" fill="hold" grpId="0" nodeType="afterEffect">
                                  <p:stCondLst>
                                    <p:cond delay="2000"/>
                                  </p:stCondLst>
                                  <p:childTnLst>
                                    <p:set>
                                      <p:cBhvr>
                                        <p:cTn id="68" dur="1" fill="hold">
                                          <p:stCondLst>
                                            <p:cond delay="0"/>
                                          </p:stCondLst>
                                        </p:cTn>
                                        <p:tgtEl>
                                          <p:spTgt spid="659553"/>
                                        </p:tgtEl>
                                        <p:attrNameLst>
                                          <p:attrName>style.visibility</p:attrName>
                                        </p:attrNameLst>
                                      </p:cBhvr>
                                      <p:to>
                                        <p:strVal val="visible"/>
                                      </p:to>
                                    </p:set>
                                    <p:animEffect transition="in" filter="dissolve">
                                      <p:cBhvr>
                                        <p:cTn id="69" dur="500"/>
                                        <p:tgtEl>
                                          <p:spTgt spid="659553"/>
                                        </p:tgtEl>
                                      </p:cBhvr>
                                    </p:animEffect>
                                  </p:childTnLst>
                                </p:cTn>
                              </p:par>
                            </p:childTnLst>
                          </p:cTn>
                        </p:par>
                        <p:par>
                          <p:cTn id="70" fill="hold" nodeType="afterGroup">
                            <p:stCondLst>
                              <p:cond delay="3000"/>
                            </p:stCondLst>
                            <p:childTnLst>
                              <p:par>
                                <p:cTn id="71" presetID="9" presetClass="entr" presetSubtype="0" fill="hold" grpId="0" nodeType="afterEffect">
                                  <p:stCondLst>
                                    <p:cond delay="2000"/>
                                  </p:stCondLst>
                                  <p:childTnLst>
                                    <p:set>
                                      <p:cBhvr>
                                        <p:cTn id="72" dur="1" fill="hold">
                                          <p:stCondLst>
                                            <p:cond delay="0"/>
                                          </p:stCondLst>
                                        </p:cTn>
                                        <p:tgtEl>
                                          <p:spTgt spid="659554"/>
                                        </p:tgtEl>
                                        <p:attrNameLst>
                                          <p:attrName>style.visibility</p:attrName>
                                        </p:attrNameLst>
                                      </p:cBhvr>
                                      <p:to>
                                        <p:strVal val="visible"/>
                                      </p:to>
                                    </p:set>
                                    <p:animEffect transition="in" filter="dissolve">
                                      <p:cBhvr>
                                        <p:cTn id="73" dur="500"/>
                                        <p:tgtEl>
                                          <p:spTgt spid="659554"/>
                                        </p:tgtEl>
                                      </p:cBhvr>
                                    </p:animEffect>
                                  </p:childTnLst>
                                </p:cTn>
                              </p:par>
                            </p:childTnLst>
                          </p:cTn>
                        </p:par>
                        <p:par>
                          <p:cTn id="74" fill="hold" nodeType="afterGroup">
                            <p:stCondLst>
                              <p:cond delay="5500"/>
                            </p:stCondLst>
                            <p:childTnLst>
                              <p:par>
                                <p:cTn id="75" presetID="9" presetClass="entr" presetSubtype="0" fill="hold" grpId="0" nodeType="afterEffect">
                                  <p:stCondLst>
                                    <p:cond delay="2000"/>
                                  </p:stCondLst>
                                  <p:childTnLst>
                                    <p:set>
                                      <p:cBhvr>
                                        <p:cTn id="76" dur="1" fill="hold">
                                          <p:stCondLst>
                                            <p:cond delay="0"/>
                                          </p:stCondLst>
                                        </p:cTn>
                                        <p:tgtEl>
                                          <p:spTgt spid="659555"/>
                                        </p:tgtEl>
                                        <p:attrNameLst>
                                          <p:attrName>style.visibility</p:attrName>
                                        </p:attrNameLst>
                                      </p:cBhvr>
                                      <p:to>
                                        <p:strVal val="visible"/>
                                      </p:to>
                                    </p:set>
                                    <p:animEffect transition="in" filter="dissolve">
                                      <p:cBhvr>
                                        <p:cTn id="77" dur="500"/>
                                        <p:tgtEl>
                                          <p:spTgt spid="65955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659556"/>
                                        </p:tgtEl>
                                        <p:attrNameLst>
                                          <p:attrName>style.visibility</p:attrName>
                                        </p:attrNameLst>
                                      </p:cBhvr>
                                      <p:to>
                                        <p:strVal val="visible"/>
                                      </p:to>
                                    </p:set>
                                    <p:animEffect transition="in" filter="dissolve">
                                      <p:cBhvr>
                                        <p:cTn id="82" dur="500"/>
                                        <p:tgtEl>
                                          <p:spTgt spid="659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511" grpId="0" autoUpdateAnimBg="0"/>
      <p:bldP spid="659512" grpId="0" autoUpdateAnimBg="0"/>
      <p:bldP spid="659514" grpId="0" autoUpdateAnimBg="0"/>
      <p:bldP spid="659515" grpId="0" autoUpdateAnimBg="0"/>
      <p:bldP spid="659516" grpId="0" animBg="1"/>
      <p:bldP spid="659517" grpId="0" autoUpdateAnimBg="0"/>
      <p:bldP spid="659518" grpId="0" autoUpdateAnimBg="0"/>
      <p:bldP spid="659547" grpId="0" autoUpdateAnimBg="0"/>
      <p:bldP spid="659549" grpId="0" autoUpdateAnimBg="0"/>
      <p:bldP spid="659550" grpId="0" autoUpdateAnimBg="0"/>
      <p:bldP spid="659552" grpId="0" autoUpdateAnimBg="0"/>
      <p:bldP spid="659553" grpId="0" animBg="1"/>
      <p:bldP spid="659554" grpId="0" autoUpdateAnimBg="0"/>
      <p:bldP spid="659555" grpId="0" autoUpdateAnimBg="0"/>
      <p:bldP spid="659556"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0412D2C-16EA-4BF1-B1D2-BF00E357539B}" type="slidenum">
              <a:rPr lang="zh-CN" altLang="en-US" b="0" i="0" smtClean="0"/>
              <a:pPr/>
              <a:t>58</a:t>
            </a:fld>
            <a:endParaRPr lang="en-US" altLang="zh-CN" b="0" i="0" smtClean="0"/>
          </a:p>
        </p:txBody>
      </p:sp>
      <p:sp>
        <p:nvSpPr>
          <p:cNvPr id="7680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7DCEBD8-32D0-4A76-931C-8429609770F3}" type="datetime1">
              <a:rPr lang="zh-CN" altLang="en-US" sz="1800" i="0" smtClean="0"/>
              <a:pPr/>
              <a:t>2024/10/20</a:t>
            </a:fld>
            <a:endParaRPr lang="en-US" altLang="zh-CN" sz="1800" i="0" smtClean="0"/>
          </a:p>
        </p:txBody>
      </p:sp>
      <p:sp>
        <p:nvSpPr>
          <p:cNvPr id="698370" name="Rectangle 2"/>
          <p:cNvSpPr>
            <a:spLocks noGrp="1" noChangeArrowheads="1"/>
          </p:cNvSpPr>
          <p:nvPr>
            <p:ph type="title"/>
          </p:nvPr>
        </p:nvSpPr>
        <p:spPr>
          <a:xfrm>
            <a:off x="650875" y="255588"/>
            <a:ext cx="8820150" cy="658812"/>
          </a:xfrm>
        </p:spPr>
        <p:txBody>
          <a:bodyPr/>
          <a:lstStyle/>
          <a:p>
            <a:pPr>
              <a:defRPr/>
            </a:pPr>
            <a:r>
              <a:rPr lang="zh-CN" altLang="en-US" sz="4800" smtClean="0"/>
              <a:t>§2.4 费雷瑟图表及使用方法</a:t>
            </a:r>
          </a:p>
        </p:txBody>
      </p:sp>
      <p:graphicFrame>
        <p:nvGraphicFramePr>
          <p:cNvPr id="76805" name="Object 4"/>
          <p:cNvGraphicFramePr>
            <a:graphicFrameLocks noChangeAspect="1"/>
          </p:cNvGraphicFramePr>
          <p:nvPr/>
        </p:nvGraphicFramePr>
        <p:xfrm>
          <a:off x="106363" y="881063"/>
          <a:ext cx="6337300" cy="5984875"/>
        </p:xfrm>
        <a:graphic>
          <a:graphicData uri="http://schemas.openxmlformats.org/presentationml/2006/ole">
            <mc:AlternateContent xmlns:mc="http://schemas.openxmlformats.org/markup-compatibility/2006">
              <mc:Choice xmlns:v="urn:schemas-microsoft-com:vml" Requires="v">
                <p:oleObj spid="_x0000_s76865" name="Equation" r:id="rId3" imgW="1775530" imgH="1676376" progId="Equation.DSMT4">
                  <p:embed/>
                </p:oleObj>
              </mc:Choice>
              <mc:Fallback>
                <p:oleObj name="Equation" r:id="rId3" imgW="1775530" imgH="1676376"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363" y="881063"/>
                        <a:ext cx="6337300" cy="598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6" name="Line 5"/>
          <p:cNvSpPr>
            <a:spLocks noChangeShapeType="1"/>
          </p:cNvSpPr>
          <p:nvPr/>
        </p:nvSpPr>
        <p:spPr bwMode="auto">
          <a:xfrm>
            <a:off x="611188"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07" name="Line 6"/>
          <p:cNvSpPr>
            <a:spLocks noChangeShapeType="1"/>
          </p:cNvSpPr>
          <p:nvPr/>
        </p:nvSpPr>
        <p:spPr bwMode="auto">
          <a:xfrm rot="5581267">
            <a:off x="4929982" y="2309019"/>
            <a:ext cx="534987" cy="63182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08" name="Line 7"/>
          <p:cNvSpPr>
            <a:spLocks noChangeShapeType="1"/>
          </p:cNvSpPr>
          <p:nvPr/>
        </p:nvSpPr>
        <p:spPr bwMode="auto">
          <a:xfrm>
            <a:off x="1909763" y="15684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09" name="Line 8"/>
          <p:cNvSpPr>
            <a:spLocks noChangeShapeType="1"/>
          </p:cNvSpPr>
          <p:nvPr/>
        </p:nvSpPr>
        <p:spPr bwMode="auto">
          <a:xfrm>
            <a:off x="1909763" y="32575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0" name="Line 9"/>
          <p:cNvSpPr>
            <a:spLocks noChangeShapeType="1"/>
          </p:cNvSpPr>
          <p:nvPr/>
        </p:nvSpPr>
        <p:spPr bwMode="auto">
          <a:xfrm>
            <a:off x="3255963" y="4097338"/>
            <a:ext cx="884237" cy="6540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1" name="Line 10"/>
          <p:cNvSpPr>
            <a:spLocks noChangeShapeType="1"/>
          </p:cNvSpPr>
          <p:nvPr/>
        </p:nvSpPr>
        <p:spPr bwMode="auto">
          <a:xfrm>
            <a:off x="4860925" y="50371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2" name="Line 11"/>
          <p:cNvSpPr>
            <a:spLocks noChangeShapeType="1"/>
          </p:cNvSpPr>
          <p:nvPr/>
        </p:nvSpPr>
        <p:spPr bwMode="auto">
          <a:xfrm rot="5581267">
            <a:off x="4685507" y="4066381"/>
            <a:ext cx="660400" cy="573087"/>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3" name="Line 12"/>
          <p:cNvSpPr>
            <a:spLocks noChangeShapeType="1"/>
          </p:cNvSpPr>
          <p:nvPr/>
        </p:nvSpPr>
        <p:spPr bwMode="auto">
          <a:xfrm rot="5581267">
            <a:off x="3373438" y="1327150"/>
            <a:ext cx="555625"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4" name="Line 13"/>
          <p:cNvSpPr>
            <a:spLocks noChangeShapeType="1"/>
          </p:cNvSpPr>
          <p:nvPr/>
        </p:nvSpPr>
        <p:spPr bwMode="auto">
          <a:xfrm rot="5581267">
            <a:off x="3305175" y="3249613"/>
            <a:ext cx="733425" cy="64770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5" name="Line 14"/>
          <p:cNvSpPr>
            <a:spLocks noChangeShapeType="1"/>
          </p:cNvSpPr>
          <p:nvPr/>
        </p:nvSpPr>
        <p:spPr bwMode="auto">
          <a:xfrm>
            <a:off x="3203575"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6" name="Line 15"/>
          <p:cNvSpPr>
            <a:spLocks noChangeShapeType="1"/>
          </p:cNvSpPr>
          <p:nvPr/>
        </p:nvSpPr>
        <p:spPr bwMode="auto">
          <a:xfrm>
            <a:off x="4643438" y="33480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7" name="Line 16"/>
          <p:cNvSpPr>
            <a:spLocks noChangeShapeType="1"/>
          </p:cNvSpPr>
          <p:nvPr/>
        </p:nvSpPr>
        <p:spPr bwMode="auto">
          <a:xfrm>
            <a:off x="1909763" y="4905375"/>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8" name="Line 17"/>
          <p:cNvSpPr>
            <a:spLocks noChangeShapeType="1"/>
          </p:cNvSpPr>
          <p:nvPr/>
        </p:nvSpPr>
        <p:spPr bwMode="auto">
          <a:xfrm>
            <a:off x="33480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19" name="Line 18"/>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20" name="Line 19"/>
          <p:cNvSpPr>
            <a:spLocks noChangeShapeType="1"/>
          </p:cNvSpPr>
          <p:nvPr/>
        </p:nvSpPr>
        <p:spPr bwMode="auto">
          <a:xfrm>
            <a:off x="4905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21" name="Line 20"/>
          <p:cNvSpPr>
            <a:spLocks noChangeShapeType="1"/>
          </p:cNvSpPr>
          <p:nvPr/>
        </p:nvSpPr>
        <p:spPr bwMode="auto">
          <a:xfrm rot="6020472">
            <a:off x="1735931" y="2316957"/>
            <a:ext cx="874713"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22" name="Line 21"/>
          <p:cNvSpPr>
            <a:spLocks noChangeShapeType="1"/>
          </p:cNvSpPr>
          <p:nvPr/>
        </p:nvSpPr>
        <p:spPr bwMode="auto">
          <a:xfrm rot="5581267">
            <a:off x="1800226" y="3983037"/>
            <a:ext cx="660400" cy="739775"/>
          </a:xfrm>
          <a:prstGeom prst="line">
            <a:avLst/>
          </a:prstGeom>
          <a:noFill/>
          <a:ln w="190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23" name="Line 22"/>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24" name="Line 23"/>
          <p:cNvSpPr>
            <a:spLocks noChangeShapeType="1"/>
          </p:cNvSpPr>
          <p:nvPr/>
        </p:nvSpPr>
        <p:spPr bwMode="auto">
          <a:xfrm rot="5581267">
            <a:off x="3295651" y="4841875"/>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25" name="Line 24"/>
          <p:cNvSpPr>
            <a:spLocks noChangeShapeType="1"/>
          </p:cNvSpPr>
          <p:nvPr/>
        </p:nvSpPr>
        <p:spPr bwMode="auto">
          <a:xfrm rot="5581267">
            <a:off x="524669" y="4995069"/>
            <a:ext cx="660400" cy="73818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26" name="Line 25"/>
          <p:cNvSpPr>
            <a:spLocks noChangeShapeType="1"/>
          </p:cNvSpPr>
          <p:nvPr/>
        </p:nvSpPr>
        <p:spPr bwMode="auto">
          <a:xfrm rot="5581267">
            <a:off x="1800226" y="5849937"/>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27" name="Line 26"/>
          <p:cNvSpPr>
            <a:spLocks noChangeShapeType="1"/>
          </p:cNvSpPr>
          <p:nvPr/>
        </p:nvSpPr>
        <p:spPr bwMode="auto">
          <a:xfrm rot="5581267">
            <a:off x="4602163" y="5715000"/>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6828" name="Line 27"/>
          <p:cNvSpPr>
            <a:spLocks noChangeShapeType="1"/>
          </p:cNvSpPr>
          <p:nvPr/>
        </p:nvSpPr>
        <p:spPr bwMode="auto">
          <a:xfrm rot="6020472">
            <a:off x="392907" y="1442244"/>
            <a:ext cx="874712"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8396" name="Line 28"/>
          <p:cNvSpPr>
            <a:spLocks noChangeShapeType="1"/>
          </p:cNvSpPr>
          <p:nvPr/>
        </p:nvSpPr>
        <p:spPr bwMode="auto">
          <a:xfrm flipV="1">
            <a:off x="519113" y="3152775"/>
            <a:ext cx="739775" cy="668338"/>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8397" name="Text Box 29"/>
          <p:cNvSpPr txBox="1">
            <a:spLocks noChangeArrowheads="1"/>
          </p:cNvSpPr>
          <p:nvPr/>
        </p:nvSpPr>
        <p:spPr bwMode="auto">
          <a:xfrm>
            <a:off x="485775" y="3152775"/>
            <a:ext cx="48577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3200" i="0">
                <a:latin typeface="Times New Roman" pitchFamily="18" charset="0"/>
                <a:sym typeface="Wingdings 2" pitchFamily="18" charset="2"/>
              </a:rPr>
              <a:t></a:t>
            </a:r>
          </a:p>
        </p:txBody>
      </p:sp>
      <p:sp>
        <p:nvSpPr>
          <p:cNvPr id="698398" name="Text Box 30"/>
          <p:cNvSpPr txBox="1">
            <a:spLocks noChangeArrowheads="1"/>
          </p:cNvSpPr>
          <p:nvPr/>
        </p:nvSpPr>
        <p:spPr bwMode="auto">
          <a:xfrm>
            <a:off x="6300788" y="1017588"/>
            <a:ext cx="3376612"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90000"/>
              </a:lnSpc>
              <a:spcBef>
                <a:spcPct val="50000"/>
              </a:spcBef>
            </a:pPr>
            <a:r>
              <a:rPr kumimoji="1" lang="zh-CN" altLang="en-US" sz="2800" b="0" i="0">
                <a:latin typeface="Times New Roman" pitchFamily="18" charset="0"/>
                <a:sym typeface="Wingdings 2" pitchFamily="18" charset="2"/>
              </a:rPr>
              <a:t></a:t>
            </a:r>
            <a:r>
              <a:rPr kumimoji="1" lang="zh-CN" altLang="en-US" sz="2800" i="0">
                <a:latin typeface="Times New Roman" pitchFamily="18" charset="0"/>
                <a:ea typeface="楷体_GB2312" pitchFamily="49" charset="-122"/>
                <a:sym typeface="Wingdings 2" pitchFamily="18" charset="2"/>
              </a:rPr>
              <a:t>正斜率：该</a:t>
            </a:r>
            <a:r>
              <a:rPr kumimoji="1" lang="zh-CN" altLang="en-US" sz="2800" i="0">
                <a:solidFill>
                  <a:srgbClr val="009900"/>
                </a:solidFill>
                <a:latin typeface="Times New Roman" pitchFamily="18" charset="0"/>
                <a:ea typeface="楷体_GB2312" pitchFamily="49" charset="-122"/>
                <a:sym typeface="Wingdings 2" pitchFamily="18" charset="2"/>
              </a:rPr>
              <a:t>差分</a:t>
            </a:r>
            <a:r>
              <a:rPr kumimoji="1" lang="zh-CN" altLang="en-US" sz="2800" i="0">
                <a:latin typeface="Times New Roman" pitchFamily="18" charset="0"/>
                <a:ea typeface="楷体_GB2312" pitchFamily="49" charset="-122"/>
                <a:sym typeface="Wingdings 2" pitchFamily="18" charset="2"/>
              </a:rPr>
              <a:t>与位于其下面的二项式系数之积作为项；</a:t>
            </a:r>
          </a:p>
        </p:txBody>
      </p:sp>
      <p:sp>
        <p:nvSpPr>
          <p:cNvPr id="698399" name="Text Box 31"/>
          <p:cNvSpPr txBox="1">
            <a:spLocks noChangeArrowheads="1"/>
          </p:cNvSpPr>
          <p:nvPr/>
        </p:nvSpPr>
        <p:spPr bwMode="auto">
          <a:xfrm>
            <a:off x="6300788" y="2287588"/>
            <a:ext cx="3376612"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90000"/>
              </a:lnSpc>
              <a:spcBef>
                <a:spcPct val="50000"/>
              </a:spcBef>
            </a:pPr>
            <a:r>
              <a:rPr kumimoji="1" lang="zh-CN" altLang="en-US" sz="2800" b="0" i="0">
                <a:latin typeface="Times New Roman" pitchFamily="18" charset="0"/>
                <a:sym typeface="Wingdings 2" pitchFamily="18" charset="2"/>
              </a:rPr>
              <a:t></a:t>
            </a:r>
            <a:r>
              <a:rPr kumimoji="1" lang="zh-CN" altLang="en-US" sz="2800" i="0">
                <a:latin typeface="Times New Roman" pitchFamily="18" charset="0"/>
                <a:ea typeface="楷体_GB2312" pitchFamily="49" charset="-122"/>
                <a:sym typeface="Wingdings 2" pitchFamily="18" charset="2"/>
              </a:rPr>
              <a:t>负斜率：该</a:t>
            </a:r>
            <a:r>
              <a:rPr kumimoji="1" lang="zh-CN" altLang="en-US" sz="2800" i="0">
                <a:solidFill>
                  <a:srgbClr val="009900"/>
                </a:solidFill>
                <a:latin typeface="Times New Roman" pitchFamily="18" charset="0"/>
                <a:ea typeface="楷体_GB2312" pitchFamily="49" charset="-122"/>
                <a:sym typeface="Wingdings 2" pitchFamily="18" charset="2"/>
              </a:rPr>
              <a:t>差分</a:t>
            </a:r>
            <a:r>
              <a:rPr kumimoji="1" lang="zh-CN" altLang="en-US" sz="2800" i="0">
                <a:latin typeface="Times New Roman" pitchFamily="18" charset="0"/>
                <a:ea typeface="楷体_GB2312" pitchFamily="49" charset="-122"/>
                <a:sym typeface="Wingdings 2" pitchFamily="18" charset="2"/>
              </a:rPr>
              <a:t>与位于其上面的二项式系数之积作为项；</a:t>
            </a:r>
            <a:endParaRPr kumimoji="1" lang="zh-CN" altLang="en-US" sz="2800" b="0" i="0">
              <a:latin typeface="Times New Roman" pitchFamily="18" charset="0"/>
              <a:sym typeface="Wingdings 2" pitchFamily="18" charset="2"/>
            </a:endParaRPr>
          </a:p>
        </p:txBody>
      </p:sp>
      <p:sp>
        <p:nvSpPr>
          <p:cNvPr id="698400" name="Text Box 32"/>
          <p:cNvSpPr txBox="1">
            <a:spLocks noChangeArrowheads="1"/>
          </p:cNvSpPr>
          <p:nvPr/>
        </p:nvSpPr>
        <p:spPr bwMode="auto">
          <a:xfrm>
            <a:off x="6300788" y="3506788"/>
            <a:ext cx="3452812"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90000"/>
              </a:lnSpc>
              <a:spcBef>
                <a:spcPct val="50000"/>
              </a:spcBef>
            </a:pPr>
            <a:r>
              <a:rPr kumimoji="1" lang="zh-CN" altLang="en-US" sz="2800" b="0" i="0">
                <a:latin typeface="Times New Roman" pitchFamily="18" charset="0"/>
                <a:sym typeface="Wingdings 2" pitchFamily="18" charset="2"/>
              </a:rPr>
              <a:t></a:t>
            </a:r>
            <a:r>
              <a:rPr kumimoji="1" lang="zh-CN" altLang="en-US" sz="2800" i="0">
                <a:latin typeface="Times New Roman" pitchFamily="18" charset="0"/>
                <a:ea typeface="楷体_GB2312" pitchFamily="49" charset="-122"/>
                <a:sym typeface="Wingdings 2" pitchFamily="18" charset="2"/>
              </a:rPr>
              <a:t>水平：</a:t>
            </a:r>
            <a:r>
              <a:rPr kumimoji="1" lang="zh-CN" altLang="en-US" sz="2800" i="0">
                <a:solidFill>
                  <a:srgbClr val="009900"/>
                </a:solidFill>
                <a:latin typeface="Times New Roman" pitchFamily="18" charset="0"/>
                <a:ea typeface="楷体_GB2312" pitchFamily="49" charset="-122"/>
                <a:sym typeface="Wingdings 2" pitchFamily="18" charset="2"/>
              </a:rPr>
              <a:t>二项式系数</a:t>
            </a:r>
            <a:r>
              <a:rPr kumimoji="1" lang="zh-CN" altLang="en-US" sz="2800" i="0">
                <a:latin typeface="Times New Roman" pitchFamily="18" charset="0"/>
                <a:ea typeface="楷体_GB2312" pitchFamily="49" charset="-122"/>
                <a:sym typeface="Wingdings 2" pitchFamily="18" charset="2"/>
              </a:rPr>
              <a:t>与位于其上下的差分的算术平均值之积作为项；</a:t>
            </a:r>
            <a:r>
              <a:rPr kumimoji="1" lang="zh-CN" altLang="en-US" sz="2800" b="0" i="0">
                <a:latin typeface="Times New Roman" pitchFamily="18" charset="0"/>
                <a:sym typeface="Wingdings 2" pitchFamily="18" charset="2"/>
              </a:rPr>
              <a:t> </a:t>
            </a:r>
          </a:p>
        </p:txBody>
      </p:sp>
      <p:sp>
        <p:nvSpPr>
          <p:cNvPr id="698401" name="Line 33"/>
          <p:cNvSpPr>
            <a:spLocks noChangeShapeType="1"/>
          </p:cNvSpPr>
          <p:nvPr/>
        </p:nvSpPr>
        <p:spPr bwMode="auto">
          <a:xfrm>
            <a:off x="519113" y="4149725"/>
            <a:ext cx="771525" cy="601663"/>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8402" name="Rectangle 34"/>
          <p:cNvSpPr>
            <a:spLocks noChangeArrowheads="1"/>
          </p:cNvSpPr>
          <p:nvPr/>
        </p:nvSpPr>
        <p:spPr bwMode="auto">
          <a:xfrm>
            <a:off x="539750" y="4289425"/>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698403" name="Line 35"/>
          <p:cNvSpPr>
            <a:spLocks noChangeShapeType="1"/>
          </p:cNvSpPr>
          <p:nvPr/>
        </p:nvSpPr>
        <p:spPr bwMode="auto">
          <a:xfrm flipV="1">
            <a:off x="481013" y="3997325"/>
            <a:ext cx="739775" cy="0"/>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8404" name="Rectangle 36"/>
          <p:cNvSpPr>
            <a:spLocks noChangeArrowheads="1"/>
          </p:cNvSpPr>
          <p:nvPr/>
        </p:nvSpPr>
        <p:spPr bwMode="auto">
          <a:xfrm>
            <a:off x="838200" y="3581400"/>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698405" name="Line 37"/>
          <p:cNvSpPr>
            <a:spLocks noChangeShapeType="1"/>
          </p:cNvSpPr>
          <p:nvPr/>
        </p:nvSpPr>
        <p:spPr bwMode="auto">
          <a:xfrm flipV="1">
            <a:off x="398463" y="4835525"/>
            <a:ext cx="739775" cy="0"/>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98406" name="Rectangle 38"/>
          <p:cNvSpPr>
            <a:spLocks noChangeArrowheads="1"/>
          </p:cNvSpPr>
          <p:nvPr/>
        </p:nvSpPr>
        <p:spPr bwMode="auto">
          <a:xfrm>
            <a:off x="490538" y="4770438"/>
            <a:ext cx="36195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698407" name="Rectangle 39"/>
          <p:cNvSpPr>
            <a:spLocks noChangeArrowheads="1"/>
          </p:cNvSpPr>
          <p:nvPr/>
        </p:nvSpPr>
        <p:spPr bwMode="auto">
          <a:xfrm>
            <a:off x="6372225" y="5168900"/>
            <a:ext cx="3228975"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p>
            <a:pPr algn="l" eaLnBrk="1" hangingPunct="1">
              <a:lnSpc>
                <a:spcPct val="90000"/>
              </a:lnSpc>
            </a:pPr>
            <a:r>
              <a:rPr kumimoji="1" lang="zh-CN" altLang="en-US" sz="2800" b="0" i="0">
                <a:latin typeface="Times New Roman" pitchFamily="18" charset="0"/>
                <a:sym typeface="Wingdings 2" pitchFamily="18" charset="2"/>
              </a:rPr>
              <a:t></a:t>
            </a:r>
            <a:r>
              <a:rPr kumimoji="1" lang="zh-CN" altLang="en-US" sz="2800" i="0">
                <a:latin typeface="Times New Roman" pitchFamily="18" charset="0"/>
                <a:ea typeface="楷体_GB2312" pitchFamily="49" charset="-122"/>
                <a:sym typeface="Wingdings 2" pitchFamily="18" charset="2"/>
              </a:rPr>
              <a:t>水平：</a:t>
            </a:r>
            <a:r>
              <a:rPr kumimoji="1" lang="zh-CN" altLang="en-US" sz="2800" i="0">
                <a:solidFill>
                  <a:srgbClr val="009900"/>
                </a:solidFill>
                <a:latin typeface="Times New Roman" pitchFamily="18" charset="0"/>
                <a:ea typeface="楷体_GB2312" pitchFamily="49" charset="-122"/>
                <a:sym typeface="Wingdings 2" pitchFamily="18" charset="2"/>
              </a:rPr>
              <a:t>差分</a:t>
            </a:r>
            <a:r>
              <a:rPr kumimoji="1" lang="zh-CN" altLang="en-US" sz="2800" i="0">
                <a:latin typeface="Times New Roman" pitchFamily="18" charset="0"/>
                <a:ea typeface="楷体_GB2312" pitchFamily="49" charset="-122"/>
                <a:sym typeface="Wingdings 2" pitchFamily="18" charset="2"/>
              </a:rPr>
              <a:t>与位于其上下的</a:t>
            </a:r>
            <a:r>
              <a:rPr kumimoji="1" lang="zh-CN" altLang="en-US" sz="2800" i="0">
                <a:solidFill>
                  <a:srgbClr val="009900"/>
                </a:solidFill>
                <a:latin typeface="Times New Roman" pitchFamily="18" charset="0"/>
                <a:ea typeface="楷体_GB2312" pitchFamily="49" charset="-122"/>
                <a:sym typeface="Wingdings 2" pitchFamily="18" charset="2"/>
              </a:rPr>
              <a:t>二项式系数的</a:t>
            </a:r>
            <a:r>
              <a:rPr kumimoji="1" lang="zh-CN" altLang="en-US" sz="2800" i="0">
                <a:latin typeface="Times New Roman" pitchFamily="18" charset="0"/>
                <a:ea typeface="楷体_GB2312" pitchFamily="49" charset="-122"/>
                <a:sym typeface="Wingdings 2" pitchFamily="18" charset="2"/>
              </a:rPr>
              <a:t>算术平均值之积作为项；</a:t>
            </a:r>
            <a:r>
              <a:rPr kumimoji="1" lang="zh-CN" altLang="en-US" sz="2800" b="0" i="0">
                <a:latin typeface="Times New Roman" pitchFamily="18" charset="0"/>
                <a:sym typeface="Wingdings 2"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98396"/>
                                        </p:tgtEl>
                                        <p:attrNameLst>
                                          <p:attrName>style.visibility</p:attrName>
                                        </p:attrNameLst>
                                      </p:cBhvr>
                                      <p:to>
                                        <p:strVal val="visible"/>
                                      </p:to>
                                    </p:set>
                                    <p:animEffect transition="in" filter="box(in)">
                                      <p:cBhvr>
                                        <p:cTn id="7" dur="500"/>
                                        <p:tgtEl>
                                          <p:spTgt spid="6983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8397"/>
                                        </p:tgtEl>
                                        <p:attrNameLst>
                                          <p:attrName>style.visibility</p:attrName>
                                        </p:attrNameLst>
                                      </p:cBhvr>
                                      <p:to>
                                        <p:strVal val="visible"/>
                                      </p:to>
                                    </p:set>
                                    <p:animEffect transition="in" filter="blinds(horizontal)">
                                      <p:cBhvr>
                                        <p:cTn id="12" dur="500"/>
                                        <p:tgtEl>
                                          <p:spTgt spid="6983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98398"/>
                                        </p:tgtEl>
                                        <p:attrNameLst>
                                          <p:attrName>style.visibility</p:attrName>
                                        </p:attrNameLst>
                                      </p:cBhvr>
                                      <p:to>
                                        <p:strVal val="visible"/>
                                      </p:to>
                                    </p:set>
                                    <p:animEffect transition="in" filter="blinds(horizontal)">
                                      <p:cBhvr>
                                        <p:cTn id="17" dur="500"/>
                                        <p:tgtEl>
                                          <p:spTgt spid="6983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698401"/>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69840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698399"/>
                                        </p:tgtEl>
                                        <p:attrNameLst>
                                          <p:attrName>style.visibility</p:attrName>
                                        </p:attrNameLst>
                                      </p:cBhvr>
                                      <p:to>
                                        <p:strVal val="visible"/>
                                      </p:to>
                                    </p:set>
                                    <p:animEffect transition="in" filter="box(in)">
                                      <p:cBhvr>
                                        <p:cTn id="29" dur="500"/>
                                        <p:tgtEl>
                                          <p:spTgt spid="69839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698404"/>
                                        </p:tgtEl>
                                        <p:attrNameLst>
                                          <p:attrName>style.visibility</p:attrName>
                                        </p:attrNameLst>
                                      </p:cBhvr>
                                      <p:to>
                                        <p:strVal val="visible"/>
                                      </p:to>
                                    </p:set>
                                  </p:childTnLst>
                                </p:cTn>
                              </p:par>
                            </p:childTnLst>
                          </p:cTn>
                        </p:par>
                        <p:par>
                          <p:cTn id="34" fill="hold" nodeType="afterGroup">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69840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69840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698405"/>
                                        </p:tgtEl>
                                        <p:attrNameLst>
                                          <p:attrName>style.visibility</p:attrName>
                                        </p:attrNameLst>
                                      </p:cBhvr>
                                      <p:to>
                                        <p:strVal val="visible"/>
                                      </p:to>
                                    </p:set>
                                    <p:anim calcmode="lin" valueType="num">
                                      <p:cBhvr additive="base">
                                        <p:cTn id="45" dur="500" fill="hold"/>
                                        <p:tgtEl>
                                          <p:spTgt spid="698405"/>
                                        </p:tgtEl>
                                        <p:attrNameLst>
                                          <p:attrName>ppt_x</p:attrName>
                                        </p:attrNameLst>
                                      </p:cBhvr>
                                      <p:tavLst>
                                        <p:tav tm="0">
                                          <p:val>
                                            <p:strVal val="#ppt_x"/>
                                          </p:val>
                                        </p:tav>
                                        <p:tav tm="100000">
                                          <p:val>
                                            <p:strVal val="#ppt_x"/>
                                          </p:val>
                                        </p:tav>
                                      </p:tavLst>
                                    </p:anim>
                                    <p:anim calcmode="lin" valueType="num">
                                      <p:cBhvr additive="base">
                                        <p:cTn id="46" dur="500" fill="hold"/>
                                        <p:tgtEl>
                                          <p:spTgt spid="698405"/>
                                        </p:tgtEl>
                                        <p:attrNameLst>
                                          <p:attrName>ppt_y</p:attrName>
                                        </p:attrNameLst>
                                      </p:cBhvr>
                                      <p:tavLst>
                                        <p:tav tm="0">
                                          <p:val>
                                            <p:strVal val="1+#ppt_h/2"/>
                                          </p:val>
                                        </p:tav>
                                        <p:tav tm="100000">
                                          <p:val>
                                            <p:strVal val="#ppt_y"/>
                                          </p:val>
                                        </p:tav>
                                      </p:tavLst>
                                    </p:anim>
                                  </p:childTnLst>
                                </p:cTn>
                              </p:par>
                            </p:childTnLst>
                          </p:cTn>
                        </p:par>
                        <p:par>
                          <p:cTn id="47" fill="hold" nodeType="afterGroup">
                            <p:stCondLst>
                              <p:cond delay="500"/>
                            </p:stCondLst>
                            <p:childTnLst>
                              <p:par>
                                <p:cTn id="48" presetID="2" presetClass="entr" presetSubtype="4" fill="hold" grpId="0" nodeType="afterEffect">
                                  <p:stCondLst>
                                    <p:cond delay="0"/>
                                  </p:stCondLst>
                                  <p:childTnLst>
                                    <p:set>
                                      <p:cBhvr>
                                        <p:cTn id="49" dur="1" fill="hold">
                                          <p:stCondLst>
                                            <p:cond delay="0"/>
                                          </p:stCondLst>
                                        </p:cTn>
                                        <p:tgtEl>
                                          <p:spTgt spid="698406"/>
                                        </p:tgtEl>
                                        <p:attrNameLst>
                                          <p:attrName>style.visibility</p:attrName>
                                        </p:attrNameLst>
                                      </p:cBhvr>
                                      <p:to>
                                        <p:strVal val="visible"/>
                                      </p:to>
                                    </p:set>
                                    <p:anim calcmode="lin" valueType="num">
                                      <p:cBhvr additive="base">
                                        <p:cTn id="50" dur="500" fill="hold"/>
                                        <p:tgtEl>
                                          <p:spTgt spid="698406"/>
                                        </p:tgtEl>
                                        <p:attrNameLst>
                                          <p:attrName>ppt_x</p:attrName>
                                        </p:attrNameLst>
                                      </p:cBhvr>
                                      <p:tavLst>
                                        <p:tav tm="0">
                                          <p:val>
                                            <p:strVal val="#ppt_x"/>
                                          </p:val>
                                        </p:tav>
                                        <p:tav tm="100000">
                                          <p:val>
                                            <p:strVal val="#ppt_x"/>
                                          </p:val>
                                        </p:tav>
                                      </p:tavLst>
                                    </p:anim>
                                    <p:anim calcmode="lin" valueType="num">
                                      <p:cBhvr additive="base">
                                        <p:cTn id="51" dur="500" fill="hold"/>
                                        <p:tgtEl>
                                          <p:spTgt spid="698406"/>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698407"/>
                                        </p:tgtEl>
                                        <p:attrNameLst>
                                          <p:attrName>style.visibility</p:attrName>
                                        </p:attrNameLst>
                                      </p:cBhvr>
                                      <p:to>
                                        <p:strVal val="visible"/>
                                      </p:to>
                                    </p:set>
                                    <p:animEffect transition="in" filter="box(in)">
                                      <p:cBhvr>
                                        <p:cTn id="56" dur="500"/>
                                        <p:tgtEl>
                                          <p:spTgt spid="698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96" grpId="0" animBg="1"/>
      <p:bldP spid="698397" grpId="0" autoUpdateAnimBg="0"/>
      <p:bldP spid="698398" grpId="0" autoUpdateAnimBg="0"/>
      <p:bldP spid="698399" grpId="0" autoUpdateAnimBg="0"/>
      <p:bldP spid="698400" grpId="0" autoUpdateAnimBg="0"/>
      <p:bldP spid="698401" grpId="0" animBg="1"/>
      <p:bldP spid="698402" grpId="0" autoUpdateAnimBg="0"/>
      <p:bldP spid="698403" grpId="0" animBg="1"/>
      <p:bldP spid="698404" grpId="0" autoUpdateAnimBg="0"/>
      <p:bldP spid="698405" grpId="0" animBg="1"/>
      <p:bldP spid="698406" grpId="0" autoUpdateAnimBg="0"/>
      <p:bldP spid="69840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5DED125-E2F9-4E98-9834-4C61D791B8DA}" type="slidenum">
              <a:rPr lang="zh-CN" altLang="en-US" b="0" i="0" smtClean="0"/>
              <a:pPr/>
              <a:t>59</a:t>
            </a:fld>
            <a:endParaRPr lang="en-US" altLang="zh-CN" b="0" i="0" smtClean="0"/>
          </a:p>
        </p:txBody>
      </p:sp>
      <p:sp>
        <p:nvSpPr>
          <p:cNvPr id="778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4A13D34-31F2-434B-97E7-4298A37A0247}" type="datetime1">
              <a:rPr lang="zh-CN" altLang="en-US" sz="1800" i="0" smtClean="0"/>
              <a:pPr/>
              <a:t>2024/10/20</a:t>
            </a:fld>
            <a:endParaRPr lang="en-US" altLang="zh-CN" sz="1800" i="0" smtClean="0"/>
          </a:p>
        </p:txBody>
      </p:sp>
      <p:sp>
        <p:nvSpPr>
          <p:cNvPr id="714754" name="Rectangle 2"/>
          <p:cNvSpPr>
            <a:spLocks noGrp="1" noChangeArrowheads="1"/>
          </p:cNvSpPr>
          <p:nvPr>
            <p:ph type="title"/>
          </p:nvPr>
        </p:nvSpPr>
        <p:spPr>
          <a:xfrm>
            <a:off x="650875" y="255588"/>
            <a:ext cx="8820150" cy="658812"/>
          </a:xfrm>
        </p:spPr>
        <p:txBody>
          <a:bodyPr/>
          <a:lstStyle/>
          <a:p>
            <a:pPr>
              <a:defRPr/>
            </a:pPr>
            <a:r>
              <a:rPr lang="zh-CN" altLang="en-US" sz="4800" smtClean="0"/>
              <a:t>§2.4 费雷瑟图表及使用方法</a:t>
            </a:r>
          </a:p>
        </p:txBody>
      </p:sp>
      <p:graphicFrame>
        <p:nvGraphicFramePr>
          <p:cNvPr id="77829" name="Object 3"/>
          <p:cNvGraphicFramePr>
            <a:graphicFrameLocks noChangeAspect="1"/>
          </p:cNvGraphicFramePr>
          <p:nvPr/>
        </p:nvGraphicFramePr>
        <p:xfrm>
          <a:off x="107950" y="1066800"/>
          <a:ext cx="5580063" cy="5799138"/>
        </p:xfrm>
        <a:graphic>
          <a:graphicData uri="http://schemas.openxmlformats.org/presentationml/2006/ole">
            <mc:AlternateContent xmlns:mc="http://schemas.openxmlformats.org/markup-compatibility/2006">
              <mc:Choice xmlns:v="urn:schemas-microsoft-com:vml" Requires="v">
                <p:oleObj spid="_x0000_s77942" name="Equation" r:id="rId3" imgW="1775530" imgH="1676376" progId="Equation.DSMT4">
                  <p:embed/>
                </p:oleObj>
              </mc:Choice>
              <mc:Fallback>
                <p:oleObj name="Equation" r:id="rId3" imgW="1775530" imgH="1676376"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066800"/>
                        <a:ext cx="5580063" cy="579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30" name="Line 4"/>
          <p:cNvSpPr>
            <a:spLocks noChangeShapeType="1"/>
          </p:cNvSpPr>
          <p:nvPr/>
        </p:nvSpPr>
        <p:spPr bwMode="auto">
          <a:xfrm>
            <a:off x="611188"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1" name="Line 5"/>
          <p:cNvSpPr>
            <a:spLocks noChangeShapeType="1"/>
          </p:cNvSpPr>
          <p:nvPr/>
        </p:nvSpPr>
        <p:spPr bwMode="auto">
          <a:xfrm rot="5581267">
            <a:off x="4087019" y="2388394"/>
            <a:ext cx="534987" cy="63182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2" name="Line 6"/>
          <p:cNvSpPr>
            <a:spLocks noChangeShapeType="1"/>
          </p:cNvSpPr>
          <p:nvPr/>
        </p:nvSpPr>
        <p:spPr bwMode="auto">
          <a:xfrm>
            <a:off x="1909763" y="15684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3" name="Line 7"/>
          <p:cNvSpPr>
            <a:spLocks noChangeShapeType="1"/>
          </p:cNvSpPr>
          <p:nvPr/>
        </p:nvSpPr>
        <p:spPr bwMode="auto">
          <a:xfrm>
            <a:off x="1909763" y="32575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4" name="Line 8"/>
          <p:cNvSpPr>
            <a:spLocks noChangeShapeType="1"/>
          </p:cNvSpPr>
          <p:nvPr/>
        </p:nvSpPr>
        <p:spPr bwMode="auto">
          <a:xfrm>
            <a:off x="3024188" y="4097338"/>
            <a:ext cx="884237" cy="6540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5" name="Line 9"/>
          <p:cNvSpPr>
            <a:spLocks noChangeShapeType="1"/>
          </p:cNvSpPr>
          <p:nvPr/>
        </p:nvSpPr>
        <p:spPr bwMode="auto">
          <a:xfrm>
            <a:off x="4344988" y="5037138"/>
            <a:ext cx="731837"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6" name="Line 10"/>
          <p:cNvSpPr>
            <a:spLocks noChangeShapeType="1"/>
          </p:cNvSpPr>
          <p:nvPr/>
        </p:nvSpPr>
        <p:spPr bwMode="auto">
          <a:xfrm rot="5581267">
            <a:off x="4314032" y="4066381"/>
            <a:ext cx="660400" cy="573087"/>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7" name="Line 11"/>
          <p:cNvSpPr>
            <a:spLocks noChangeShapeType="1"/>
          </p:cNvSpPr>
          <p:nvPr/>
        </p:nvSpPr>
        <p:spPr bwMode="auto">
          <a:xfrm rot="5581267">
            <a:off x="3141663" y="1327150"/>
            <a:ext cx="555625"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8" name="Line 12"/>
          <p:cNvSpPr>
            <a:spLocks noChangeShapeType="1"/>
          </p:cNvSpPr>
          <p:nvPr/>
        </p:nvSpPr>
        <p:spPr bwMode="auto">
          <a:xfrm rot="5581267">
            <a:off x="3073400" y="3249613"/>
            <a:ext cx="733425" cy="64770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9" name="Line 13"/>
          <p:cNvSpPr>
            <a:spLocks noChangeShapeType="1"/>
          </p:cNvSpPr>
          <p:nvPr/>
        </p:nvSpPr>
        <p:spPr bwMode="auto">
          <a:xfrm>
            <a:off x="2971800"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0" name="Line 14"/>
          <p:cNvSpPr>
            <a:spLocks noChangeShapeType="1"/>
          </p:cNvSpPr>
          <p:nvPr/>
        </p:nvSpPr>
        <p:spPr bwMode="auto">
          <a:xfrm>
            <a:off x="4271963" y="33480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1" name="Line 15"/>
          <p:cNvSpPr>
            <a:spLocks noChangeShapeType="1"/>
          </p:cNvSpPr>
          <p:nvPr/>
        </p:nvSpPr>
        <p:spPr bwMode="auto">
          <a:xfrm>
            <a:off x="1909763" y="4905375"/>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2" name="Line 16"/>
          <p:cNvSpPr>
            <a:spLocks noChangeShapeType="1"/>
          </p:cNvSpPr>
          <p:nvPr/>
        </p:nvSpPr>
        <p:spPr bwMode="auto">
          <a:xfrm>
            <a:off x="3116263"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3" name="Line 17"/>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4" name="Line 18"/>
          <p:cNvSpPr>
            <a:spLocks noChangeShapeType="1"/>
          </p:cNvSpPr>
          <p:nvPr/>
        </p:nvSpPr>
        <p:spPr bwMode="auto">
          <a:xfrm>
            <a:off x="4905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5" name="Line 19"/>
          <p:cNvSpPr>
            <a:spLocks noChangeShapeType="1"/>
          </p:cNvSpPr>
          <p:nvPr/>
        </p:nvSpPr>
        <p:spPr bwMode="auto">
          <a:xfrm rot="6020472">
            <a:off x="1735931" y="2316957"/>
            <a:ext cx="874713"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6" name="Line 20"/>
          <p:cNvSpPr>
            <a:spLocks noChangeShapeType="1"/>
          </p:cNvSpPr>
          <p:nvPr/>
        </p:nvSpPr>
        <p:spPr bwMode="auto">
          <a:xfrm rot="5581267">
            <a:off x="1800226" y="3983037"/>
            <a:ext cx="660400" cy="739775"/>
          </a:xfrm>
          <a:prstGeom prst="line">
            <a:avLst/>
          </a:prstGeom>
          <a:noFill/>
          <a:ln w="190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7" name="Line 21"/>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8" name="Line 22"/>
          <p:cNvSpPr>
            <a:spLocks noChangeShapeType="1"/>
          </p:cNvSpPr>
          <p:nvPr/>
        </p:nvSpPr>
        <p:spPr bwMode="auto">
          <a:xfrm rot="5581267">
            <a:off x="3063876" y="4841875"/>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9" name="Line 23"/>
          <p:cNvSpPr>
            <a:spLocks noChangeShapeType="1"/>
          </p:cNvSpPr>
          <p:nvPr/>
        </p:nvSpPr>
        <p:spPr bwMode="auto">
          <a:xfrm rot="5581267">
            <a:off x="524669" y="4995069"/>
            <a:ext cx="660400" cy="73818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0" name="Line 24"/>
          <p:cNvSpPr>
            <a:spLocks noChangeShapeType="1"/>
          </p:cNvSpPr>
          <p:nvPr/>
        </p:nvSpPr>
        <p:spPr bwMode="auto">
          <a:xfrm rot="5581267">
            <a:off x="1800226" y="5849937"/>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1" name="Line 25"/>
          <p:cNvSpPr>
            <a:spLocks noChangeShapeType="1"/>
          </p:cNvSpPr>
          <p:nvPr/>
        </p:nvSpPr>
        <p:spPr bwMode="auto">
          <a:xfrm rot="5581267">
            <a:off x="4230688" y="5715000"/>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2" name="Line 26"/>
          <p:cNvSpPr>
            <a:spLocks noChangeShapeType="1"/>
          </p:cNvSpPr>
          <p:nvPr/>
        </p:nvSpPr>
        <p:spPr bwMode="auto">
          <a:xfrm rot="6020472">
            <a:off x="392907" y="1442244"/>
            <a:ext cx="874712"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graphicFrame>
        <p:nvGraphicFramePr>
          <p:cNvPr id="77853" name="Object 30"/>
          <p:cNvGraphicFramePr>
            <a:graphicFrameLocks noChangeAspect="1"/>
          </p:cNvGraphicFramePr>
          <p:nvPr/>
        </p:nvGraphicFramePr>
        <p:xfrm>
          <a:off x="5791200" y="5570538"/>
          <a:ext cx="4038600" cy="1287462"/>
        </p:xfrm>
        <a:graphic>
          <a:graphicData uri="http://schemas.openxmlformats.org/presentationml/2006/ole">
            <mc:AlternateContent xmlns:mc="http://schemas.openxmlformats.org/markup-compatibility/2006">
              <mc:Choice xmlns:v="urn:schemas-microsoft-com:vml" Requires="v">
                <p:oleObj spid="_x0000_s77943" name="Equation" r:id="rId5" imgW="1346200" imgH="482600" progId="Equation.3">
                  <p:embed/>
                </p:oleObj>
              </mc:Choice>
              <mc:Fallback>
                <p:oleObj name="Equation" r:id="rId5" imgW="1346200" imgH="482600" progId="Equation.3">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5570538"/>
                        <a:ext cx="4038600" cy="1287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54" name="Object 31"/>
          <p:cNvGraphicFramePr>
            <a:graphicFrameLocks noChangeAspect="1"/>
          </p:cNvGraphicFramePr>
          <p:nvPr/>
        </p:nvGraphicFramePr>
        <p:xfrm>
          <a:off x="5562600" y="2743200"/>
          <a:ext cx="4267200" cy="2835275"/>
        </p:xfrm>
        <a:graphic>
          <a:graphicData uri="http://schemas.openxmlformats.org/presentationml/2006/ole">
            <mc:AlternateContent xmlns:mc="http://schemas.openxmlformats.org/markup-compatibility/2006">
              <mc:Choice xmlns:v="urn:schemas-microsoft-com:vml" Requires="v">
                <p:oleObj spid="_x0000_s77944" name="Equation" r:id="rId7" imgW="2082800" imgH="1257300" progId="Equation.3">
                  <p:embed/>
                </p:oleObj>
              </mc:Choice>
              <mc:Fallback>
                <p:oleObj name="Equation" r:id="rId7" imgW="2082800" imgH="1257300" progId="Equation.3">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2600" y="2743200"/>
                        <a:ext cx="4267200" cy="283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55" name="Text Box 34"/>
          <p:cNvSpPr txBox="1">
            <a:spLocks noChangeArrowheads="1"/>
          </p:cNvSpPr>
          <p:nvPr/>
        </p:nvSpPr>
        <p:spPr bwMode="auto">
          <a:xfrm>
            <a:off x="5867400" y="1600200"/>
            <a:ext cx="3376613"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90000"/>
              </a:lnSpc>
              <a:spcBef>
                <a:spcPct val="50000"/>
              </a:spcBef>
            </a:pPr>
            <a:r>
              <a:rPr kumimoji="1" lang="zh-CN" altLang="en-US" sz="2800" b="0" i="0">
                <a:latin typeface="Times New Roman" pitchFamily="18" charset="0"/>
                <a:sym typeface="Wingdings 2" pitchFamily="18" charset="2"/>
              </a:rPr>
              <a:t></a:t>
            </a:r>
            <a:r>
              <a:rPr kumimoji="1" lang="zh-CN" altLang="en-US" sz="2800" i="0">
                <a:latin typeface="Times New Roman" pitchFamily="18" charset="0"/>
                <a:ea typeface="楷体_GB2312" pitchFamily="49" charset="-122"/>
                <a:sym typeface="Wingdings 2" pitchFamily="18" charset="2"/>
              </a:rPr>
              <a:t>负斜率：该</a:t>
            </a:r>
            <a:r>
              <a:rPr kumimoji="1" lang="zh-CN" altLang="en-US" sz="2800" i="0">
                <a:solidFill>
                  <a:srgbClr val="009900"/>
                </a:solidFill>
                <a:latin typeface="Times New Roman" pitchFamily="18" charset="0"/>
                <a:ea typeface="楷体_GB2312" pitchFamily="49" charset="-122"/>
                <a:sym typeface="Wingdings 2" pitchFamily="18" charset="2"/>
              </a:rPr>
              <a:t>差分</a:t>
            </a:r>
            <a:r>
              <a:rPr kumimoji="1" lang="zh-CN" altLang="en-US" sz="2800" i="0">
                <a:latin typeface="Times New Roman" pitchFamily="18" charset="0"/>
                <a:ea typeface="楷体_GB2312" pitchFamily="49" charset="-122"/>
                <a:sym typeface="Wingdings 2" pitchFamily="18" charset="2"/>
              </a:rPr>
              <a:t>与位于其上面的二项式系数之积作为项；</a:t>
            </a:r>
            <a:endParaRPr kumimoji="1" lang="zh-CN" altLang="en-US" sz="2800" b="0" i="0">
              <a:latin typeface="Times New Roman" pitchFamily="18" charset="0"/>
              <a:sym typeface="Wingdings 2" pitchFamily="18" charset="2"/>
            </a:endParaRPr>
          </a:p>
        </p:txBody>
      </p:sp>
      <p:sp>
        <p:nvSpPr>
          <p:cNvPr id="714787" name="Rectangle 35"/>
          <p:cNvSpPr>
            <a:spLocks noChangeArrowheads="1"/>
          </p:cNvSpPr>
          <p:nvPr/>
        </p:nvSpPr>
        <p:spPr bwMode="auto">
          <a:xfrm>
            <a:off x="5821363" y="990600"/>
            <a:ext cx="3398837" cy="519113"/>
          </a:xfrm>
          <a:prstGeom prst="rect">
            <a:avLst/>
          </a:prstGeom>
          <a:noFill/>
          <a:ln w="38100">
            <a:noFill/>
            <a:miter lim="800000"/>
            <a:headEnd/>
            <a:tailEnd/>
          </a:ln>
          <a:effectLst/>
        </p:spPr>
        <p:txBody>
          <a:bodyPr wrap="none">
            <a:spAutoFit/>
          </a:bodyPr>
          <a:lstStyle/>
          <a:p>
            <a:pPr>
              <a:defRPr/>
            </a:pPr>
            <a:r>
              <a:rPr lang="zh-CN" altLang="en-US" sz="2800" i="0">
                <a:solidFill>
                  <a:srgbClr val="FF3300"/>
                </a:solidFill>
                <a:effectLst>
                  <a:outerShdw blurRad="38100" dist="38100" dir="2700000" algn="tl">
                    <a:srgbClr val="C0C0C0"/>
                  </a:outerShdw>
                </a:effectLst>
              </a:rPr>
              <a:t>验证：牛顿前插公式</a:t>
            </a:r>
          </a:p>
        </p:txBody>
      </p:sp>
      <p:sp>
        <p:nvSpPr>
          <p:cNvPr id="77857" name="Line 36"/>
          <p:cNvSpPr>
            <a:spLocks noChangeShapeType="1"/>
          </p:cNvSpPr>
          <p:nvPr/>
        </p:nvSpPr>
        <p:spPr bwMode="auto">
          <a:xfrm>
            <a:off x="611188"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8" name="Line 37"/>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9" name="Line 38"/>
          <p:cNvSpPr>
            <a:spLocks noChangeShapeType="1"/>
          </p:cNvSpPr>
          <p:nvPr/>
        </p:nvSpPr>
        <p:spPr bwMode="auto">
          <a:xfrm>
            <a:off x="4905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0" name="Line 39"/>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1" name="Line 40"/>
          <p:cNvSpPr>
            <a:spLocks noChangeShapeType="1"/>
          </p:cNvSpPr>
          <p:nvPr/>
        </p:nvSpPr>
        <p:spPr bwMode="auto">
          <a:xfrm rot="5581267">
            <a:off x="524669" y="4995069"/>
            <a:ext cx="660400" cy="73818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2" name="Line 41"/>
          <p:cNvSpPr>
            <a:spLocks noChangeShapeType="1"/>
          </p:cNvSpPr>
          <p:nvPr/>
        </p:nvSpPr>
        <p:spPr bwMode="auto">
          <a:xfrm flipV="1">
            <a:off x="519113" y="3152775"/>
            <a:ext cx="739775" cy="668338"/>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3" name="Text Box 42"/>
          <p:cNvSpPr txBox="1">
            <a:spLocks noChangeArrowheads="1"/>
          </p:cNvSpPr>
          <p:nvPr/>
        </p:nvSpPr>
        <p:spPr bwMode="auto">
          <a:xfrm>
            <a:off x="485775" y="3152775"/>
            <a:ext cx="48577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3200" i="0">
                <a:latin typeface="Times New Roman" pitchFamily="18" charset="0"/>
                <a:sym typeface="Wingdings 2" pitchFamily="18" charset="2"/>
              </a:rPr>
              <a:t></a:t>
            </a:r>
          </a:p>
        </p:txBody>
      </p:sp>
      <p:sp>
        <p:nvSpPr>
          <p:cNvPr id="77864" name="Line 43"/>
          <p:cNvSpPr>
            <a:spLocks noChangeShapeType="1"/>
          </p:cNvSpPr>
          <p:nvPr/>
        </p:nvSpPr>
        <p:spPr bwMode="auto">
          <a:xfrm>
            <a:off x="519113" y="4149725"/>
            <a:ext cx="771525" cy="601663"/>
          </a:xfrm>
          <a:prstGeom prst="line">
            <a:avLst/>
          </a:prstGeom>
          <a:noFill/>
          <a:ln w="127000">
            <a:solidFill>
              <a:srgbClr val="00FF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5" name="Rectangle 44"/>
          <p:cNvSpPr>
            <a:spLocks noChangeArrowheads="1"/>
          </p:cNvSpPr>
          <p:nvPr/>
        </p:nvSpPr>
        <p:spPr bwMode="auto">
          <a:xfrm>
            <a:off x="382588" y="4251325"/>
            <a:ext cx="406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600" i="0">
                <a:latin typeface="Times New Roman" pitchFamily="18" charset="0"/>
                <a:sym typeface="Wingdings 2" pitchFamily="18" charset="2"/>
              </a:rPr>
              <a:t></a:t>
            </a:r>
          </a:p>
        </p:txBody>
      </p:sp>
      <p:sp>
        <p:nvSpPr>
          <p:cNvPr id="77866" name="Line 45"/>
          <p:cNvSpPr>
            <a:spLocks noChangeShapeType="1"/>
          </p:cNvSpPr>
          <p:nvPr/>
        </p:nvSpPr>
        <p:spPr bwMode="auto">
          <a:xfrm flipV="1">
            <a:off x="468313" y="3997325"/>
            <a:ext cx="739775" cy="0"/>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7" name="Rectangle 46"/>
          <p:cNvSpPr>
            <a:spLocks noChangeArrowheads="1"/>
          </p:cNvSpPr>
          <p:nvPr/>
        </p:nvSpPr>
        <p:spPr bwMode="auto">
          <a:xfrm>
            <a:off x="825500" y="3581400"/>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77868" name="Line 47"/>
          <p:cNvSpPr>
            <a:spLocks noChangeShapeType="1"/>
          </p:cNvSpPr>
          <p:nvPr/>
        </p:nvSpPr>
        <p:spPr bwMode="auto">
          <a:xfrm flipV="1">
            <a:off x="398463" y="4911725"/>
            <a:ext cx="739775" cy="0"/>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9" name="Rectangle 48"/>
          <p:cNvSpPr>
            <a:spLocks noChangeArrowheads="1"/>
          </p:cNvSpPr>
          <p:nvPr/>
        </p:nvSpPr>
        <p:spPr bwMode="auto">
          <a:xfrm>
            <a:off x="490538" y="4846638"/>
            <a:ext cx="36195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0CB977D-2B35-4070-B23C-7ED315ECFB42}" type="slidenum">
              <a:rPr lang="zh-CN" altLang="en-US" b="0" i="0" smtClean="0"/>
              <a:pPr/>
              <a:t>60</a:t>
            </a:fld>
            <a:endParaRPr lang="en-US" altLang="zh-CN" b="0" i="0" smtClean="0"/>
          </a:p>
        </p:txBody>
      </p:sp>
      <p:sp>
        <p:nvSpPr>
          <p:cNvPr id="7885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2CBBFD0-5153-4B6E-A1B0-C5A360478CB7}" type="datetime1">
              <a:rPr lang="zh-CN" altLang="en-US" sz="1800" i="0" smtClean="0"/>
              <a:pPr/>
              <a:t>2024/10/20</a:t>
            </a:fld>
            <a:endParaRPr lang="en-US" altLang="zh-CN" sz="1800" i="0" smtClean="0"/>
          </a:p>
        </p:txBody>
      </p:sp>
      <p:sp>
        <p:nvSpPr>
          <p:cNvPr id="718850" name="Rectangle 2"/>
          <p:cNvSpPr>
            <a:spLocks noGrp="1" noChangeArrowheads="1"/>
          </p:cNvSpPr>
          <p:nvPr>
            <p:ph type="title"/>
          </p:nvPr>
        </p:nvSpPr>
        <p:spPr>
          <a:xfrm>
            <a:off x="650875" y="255588"/>
            <a:ext cx="8820150" cy="658812"/>
          </a:xfrm>
        </p:spPr>
        <p:txBody>
          <a:bodyPr/>
          <a:lstStyle/>
          <a:p>
            <a:pPr>
              <a:defRPr/>
            </a:pPr>
            <a:r>
              <a:rPr lang="zh-CN" altLang="en-US" sz="4800" smtClean="0"/>
              <a:t>§2.4 费雷瑟图表及使用方法</a:t>
            </a:r>
          </a:p>
        </p:txBody>
      </p:sp>
      <p:graphicFrame>
        <p:nvGraphicFramePr>
          <p:cNvPr id="78853" name="Object 3"/>
          <p:cNvGraphicFramePr>
            <a:graphicFrameLocks noChangeAspect="1"/>
          </p:cNvGraphicFramePr>
          <p:nvPr/>
        </p:nvGraphicFramePr>
        <p:xfrm>
          <a:off x="107950" y="1066800"/>
          <a:ext cx="5580063" cy="5799138"/>
        </p:xfrm>
        <a:graphic>
          <a:graphicData uri="http://schemas.openxmlformats.org/presentationml/2006/ole">
            <mc:AlternateContent xmlns:mc="http://schemas.openxmlformats.org/markup-compatibility/2006">
              <mc:Choice xmlns:v="urn:schemas-microsoft-com:vml" Requires="v">
                <p:oleObj spid="_x0000_s78941" name="Equation" r:id="rId3" imgW="1775530" imgH="1676376" progId="Equation.DSMT4">
                  <p:embed/>
                </p:oleObj>
              </mc:Choice>
              <mc:Fallback>
                <p:oleObj name="Equation" r:id="rId3" imgW="1775530" imgH="1676376"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066800"/>
                        <a:ext cx="5580063" cy="579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54" name="Line 4"/>
          <p:cNvSpPr>
            <a:spLocks noChangeShapeType="1"/>
          </p:cNvSpPr>
          <p:nvPr/>
        </p:nvSpPr>
        <p:spPr bwMode="auto">
          <a:xfrm>
            <a:off x="611188"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55" name="Line 5"/>
          <p:cNvSpPr>
            <a:spLocks noChangeShapeType="1"/>
          </p:cNvSpPr>
          <p:nvPr/>
        </p:nvSpPr>
        <p:spPr bwMode="auto">
          <a:xfrm rot="5581267">
            <a:off x="4087019" y="2388394"/>
            <a:ext cx="534987" cy="63182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56" name="Line 6"/>
          <p:cNvSpPr>
            <a:spLocks noChangeShapeType="1"/>
          </p:cNvSpPr>
          <p:nvPr/>
        </p:nvSpPr>
        <p:spPr bwMode="auto">
          <a:xfrm>
            <a:off x="1909763" y="15684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57" name="Line 7"/>
          <p:cNvSpPr>
            <a:spLocks noChangeShapeType="1"/>
          </p:cNvSpPr>
          <p:nvPr/>
        </p:nvSpPr>
        <p:spPr bwMode="auto">
          <a:xfrm>
            <a:off x="1909763" y="32575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58" name="Line 8"/>
          <p:cNvSpPr>
            <a:spLocks noChangeShapeType="1"/>
          </p:cNvSpPr>
          <p:nvPr/>
        </p:nvSpPr>
        <p:spPr bwMode="auto">
          <a:xfrm>
            <a:off x="3024188" y="4097338"/>
            <a:ext cx="884237" cy="6540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59" name="Line 9"/>
          <p:cNvSpPr>
            <a:spLocks noChangeShapeType="1"/>
          </p:cNvSpPr>
          <p:nvPr/>
        </p:nvSpPr>
        <p:spPr bwMode="auto">
          <a:xfrm>
            <a:off x="4344988" y="5037138"/>
            <a:ext cx="731837"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0" name="Line 10"/>
          <p:cNvSpPr>
            <a:spLocks noChangeShapeType="1"/>
          </p:cNvSpPr>
          <p:nvPr/>
        </p:nvSpPr>
        <p:spPr bwMode="auto">
          <a:xfrm rot="5581267">
            <a:off x="4314032" y="4066381"/>
            <a:ext cx="660400" cy="573087"/>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1" name="Line 11"/>
          <p:cNvSpPr>
            <a:spLocks noChangeShapeType="1"/>
          </p:cNvSpPr>
          <p:nvPr/>
        </p:nvSpPr>
        <p:spPr bwMode="auto">
          <a:xfrm rot="5581267">
            <a:off x="3141663" y="1327150"/>
            <a:ext cx="555625"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2" name="Line 12"/>
          <p:cNvSpPr>
            <a:spLocks noChangeShapeType="1"/>
          </p:cNvSpPr>
          <p:nvPr/>
        </p:nvSpPr>
        <p:spPr bwMode="auto">
          <a:xfrm rot="5581267">
            <a:off x="3073400" y="3249613"/>
            <a:ext cx="733425" cy="64770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3" name="Line 13"/>
          <p:cNvSpPr>
            <a:spLocks noChangeShapeType="1"/>
          </p:cNvSpPr>
          <p:nvPr/>
        </p:nvSpPr>
        <p:spPr bwMode="auto">
          <a:xfrm>
            <a:off x="2971800"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4" name="Line 14"/>
          <p:cNvSpPr>
            <a:spLocks noChangeShapeType="1"/>
          </p:cNvSpPr>
          <p:nvPr/>
        </p:nvSpPr>
        <p:spPr bwMode="auto">
          <a:xfrm>
            <a:off x="4271963" y="33480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5" name="Line 15"/>
          <p:cNvSpPr>
            <a:spLocks noChangeShapeType="1"/>
          </p:cNvSpPr>
          <p:nvPr/>
        </p:nvSpPr>
        <p:spPr bwMode="auto">
          <a:xfrm>
            <a:off x="1909763" y="4905375"/>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6" name="Line 16"/>
          <p:cNvSpPr>
            <a:spLocks noChangeShapeType="1"/>
          </p:cNvSpPr>
          <p:nvPr/>
        </p:nvSpPr>
        <p:spPr bwMode="auto">
          <a:xfrm>
            <a:off x="3116263"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7" name="Line 17"/>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8" name="Line 18"/>
          <p:cNvSpPr>
            <a:spLocks noChangeShapeType="1"/>
          </p:cNvSpPr>
          <p:nvPr/>
        </p:nvSpPr>
        <p:spPr bwMode="auto">
          <a:xfrm>
            <a:off x="4905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9" name="Line 19"/>
          <p:cNvSpPr>
            <a:spLocks noChangeShapeType="1"/>
          </p:cNvSpPr>
          <p:nvPr/>
        </p:nvSpPr>
        <p:spPr bwMode="auto">
          <a:xfrm rot="6020472">
            <a:off x="1735931" y="2316957"/>
            <a:ext cx="874713"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70" name="Line 20"/>
          <p:cNvSpPr>
            <a:spLocks noChangeShapeType="1"/>
          </p:cNvSpPr>
          <p:nvPr/>
        </p:nvSpPr>
        <p:spPr bwMode="auto">
          <a:xfrm rot="5581267">
            <a:off x="1800226" y="3983037"/>
            <a:ext cx="660400" cy="739775"/>
          </a:xfrm>
          <a:prstGeom prst="line">
            <a:avLst/>
          </a:prstGeom>
          <a:noFill/>
          <a:ln w="190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71" name="Line 21"/>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72" name="Line 22"/>
          <p:cNvSpPr>
            <a:spLocks noChangeShapeType="1"/>
          </p:cNvSpPr>
          <p:nvPr/>
        </p:nvSpPr>
        <p:spPr bwMode="auto">
          <a:xfrm rot="5581267">
            <a:off x="3063876" y="4841875"/>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73" name="Line 23"/>
          <p:cNvSpPr>
            <a:spLocks noChangeShapeType="1"/>
          </p:cNvSpPr>
          <p:nvPr/>
        </p:nvSpPr>
        <p:spPr bwMode="auto">
          <a:xfrm rot="5581267">
            <a:off x="524669" y="4995069"/>
            <a:ext cx="660400" cy="73818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74" name="Line 24"/>
          <p:cNvSpPr>
            <a:spLocks noChangeShapeType="1"/>
          </p:cNvSpPr>
          <p:nvPr/>
        </p:nvSpPr>
        <p:spPr bwMode="auto">
          <a:xfrm rot="5581267">
            <a:off x="1800226" y="5849937"/>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75" name="Line 25"/>
          <p:cNvSpPr>
            <a:spLocks noChangeShapeType="1"/>
          </p:cNvSpPr>
          <p:nvPr/>
        </p:nvSpPr>
        <p:spPr bwMode="auto">
          <a:xfrm rot="5581267">
            <a:off x="4230688" y="5715000"/>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76" name="Line 26"/>
          <p:cNvSpPr>
            <a:spLocks noChangeShapeType="1"/>
          </p:cNvSpPr>
          <p:nvPr/>
        </p:nvSpPr>
        <p:spPr bwMode="auto">
          <a:xfrm rot="6020472">
            <a:off x="392907" y="1442244"/>
            <a:ext cx="874712"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18880" name="Rectangle 32"/>
          <p:cNvSpPr>
            <a:spLocks noChangeArrowheads="1"/>
          </p:cNvSpPr>
          <p:nvPr/>
        </p:nvSpPr>
        <p:spPr bwMode="auto">
          <a:xfrm>
            <a:off x="5821363" y="990600"/>
            <a:ext cx="3398837" cy="519113"/>
          </a:xfrm>
          <a:prstGeom prst="rect">
            <a:avLst/>
          </a:prstGeom>
          <a:noFill/>
          <a:ln w="38100">
            <a:noFill/>
            <a:miter lim="800000"/>
            <a:headEnd/>
            <a:tailEnd/>
          </a:ln>
          <a:effectLst/>
        </p:spPr>
        <p:txBody>
          <a:bodyPr wrap="none">
            <a:spAutoFit/>
          </a:bodyPr>
          <a:lstStyle/>
          <a:p>
            <a:pPr>
              <a:defRPr/>
            </a:pPr>
            <a:r>
              <a:rPr lang="zh-CN" altLang="en-US" sz="2800" i="0">
                <a:solidFill>
                  <a:srgbClr val="FF3300"/>
                </a:solidFill>
                <a:effectLst>
                  <a:outerShdw blurRad="38100" dist="38100" dir="2700000" algn="tl">
                    <a:srgbClr val="C0C0C0"/>
                  </a:outerShdw>
                </a:effectLst>
              </a:rPr>
              <a:t>验证：牛顿后插公式</a:t>
            </a:r>
          </a:p>
        </p:txBody>
      </p:sp>
      <p:sp>
        <p:nvSpPr>
          <p:cNvPr id="78878" name="Text Box 35"/>
          <p:cNvSpPr txBox="1">
            <a:spLocks noChangeArrowheads="1"/>
          </p:cNvSpPr>
          <p:nvPr/>
        </p:nvSpPr>
        <p:spPr bwMode="auto">
          <a:xfrm>
            <a:off x="5943600" y="1514475"/>
            <a:ext cx="3376613"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90000"/>
              </a:lnSpc>
              <a:spcBef>
                <a:spcPct val="50000"/>
              </a:spcBef>
            </a:pPr>
            <a:r>
              <a:rPr kumimoji="1" lang="zh-CN" altLang="en-US" sz="2800" b="0" i="0">
                <a:latin typeface="Times New Roman" pitchFamily="18" charset="0"/>
                <a:sym typeface="Wingdings 2" pitchFamily="18" charset="2"/>
              </a:rPr>
              <a:t></a:t>
            </a:r>
            <a:r>
              <a:rPr kumimoji="1" lang="zh-CN" altLang="en-US" sz="2800" i="0">
                <a:latin typeface="Times New Roman" pitchFamily="18" charset="0"/>
                <a:ea typeface="楷体_GB2312" pitchFamily="49" charset="-122"/>
                <a:sym typeface="Wingdings 2" pitchFamily="18" charset="2"/>
              </a:rPr>
              <a:t>正斜率：该</a:t>
            </a:r>
            <a:r>
              <a:rPr kumimoji="1" lang="zh-CN" altLang="en-US" sz="2800" i="0">
                <a:solidFill>
                  <a:srgbClr val="009900"/>
                </a:solidFill>
                <a:latin typeface="Times New Roman" pitchFamily="18" charset="0"/>
                <a:ea typeface="楷体_GB2312" pitchFamily="49" charset="-122"/>
                <a:sym typeface="Wingdings 2" pitchFamily="18" charset="2"/>
              </a:rPr>
              <a:t>差分</a:t>
            </a:r>
            <a:r>
              <a:rPr kumimoji="1" lang="zh-CN" altLang="en-US" sz="2800" i="0">
                <a:latin typeface="Times New Roman" pitchFamily="18" charset="0"/>
                <a:ea typeface="楷体_GB2312" pitchFamily="49" charset="-122"/>
                <a:sym typeface="Wingdings 2" pitchFamily="18" charset="2"/>
              </a:rPr>
              <a:t>与位于其下面的二项式系数之积作为项；</a:t>
            </a:r>
          </a:p>
        </p:txBody>
      </p:sp>
      <p:graphicFrame>
        <p:nvGraphicFramePr>
          <p:cNvPr id="78879" name="Object 38"/>
          <p:cNvGraphicFramePr>
            <a:graphicFrameLocks noChangeAspect="1"/>
          </p:cNvGraphicFramePr>
          <p:nvPr/>
        </p:nvGraphicFramePr>
        <p:xfrm>
          <a:off x="5715000" y="2667000"/>
          <a:ext cx="4191000" cy="3957638"/>
        </p:xfrm>
        <a:graphic>
          <a:graphicData uri="http://schemas.openxmlformats.org/presentationml/2006/ole">
            <mc:AlternateContent xmlns:mc="http://schemas.openxmlformats.org/markup-compatibility/2006">
              <mc:Choice xmlns:v="urn:schemas-microsoft-com:vml" Requires="v">
                <p:oleObj spid="_x0000_s78942" name="Equation" r:id="rId5" imgW="1866900" imgH="1727200" progId="Equation.3">
                  <p:embed/>
                </p:oleObj>
              </mc:Choice>
              <mc:Fallback>
                <p:oleObj name="Equation" r:id="rId5" imgW="1866900" imgH="1727200" progId="Equation.3">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2667000"/>
                        <a:ext cx="4191000" cy="3957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80" name="Line 39"/>
          <p:cNvSpPr>
            <a:spLocks noChangeShapeType="1"/>
          </p:cNvSpPr>
          <p:nvPr/>
        </p:nvSpPr>
        <p:spPr bwMode="auto">
          <a:xfrm>
            <a:off x="611188"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81" name="Line 40"/>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82" name="Line 41"/>
          <p:cNvSpPr>
            <a:spLocks noChangeShapeType="1"/>
          </p:cNvSpPr>
          <p:nvPr/>
        </p:nvSpPr>
        <p:spPr bwMode="auto">
          <a:xfrm>
            <a:off x="4905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83" name="Line 42"/>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84" name="Line 43"/>
          <p:cNvSpPr>
            <a:spLocks noChangeShapeType="1"/>
          </p:cNvSpPr>
          <p:nvPr/>
        </p:nvSpPr>
        <p:spPr bwMode="auto">
          <a:xfrm rot="5581267">
            <a:off x="524669" y="4995069"/>
            <a:ext cx="660400" cy="73818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85" name="Line 44"/>
          <p:cNvSpPr>
            <a:spLocks noChangeShapeType="1"/>
          </p:cNvSpPr>
          <p:nvPr/>
        </p:nvSpPr>
        <p:spPr bwMode="auto">
          <a:xfrm flipV="1">
            <a:off x="519113" y="3152775"/>
            <a:ext cx="739775" cy="668338"/>
          </a:xfrm>
          <a:prstGeom prst="line">
            <a:avLst/>
          </a:prstGeom>
          <a:noFill/>
          <a:ln w="127000">
            <a:solidFill>
              <a:srgbClr val="00FF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86" name="Text Box 45"/>
          <p:cNvSpPr txBox="1">
            <a:spLocks noChangeArrowheads="1"/>
          </p:cNvSpPr>
          <p:nvPr/>
        </p:nvSpPr>
        <p:spPr bwMode="auto">
          <a:xfrm>
            <a:off x="485775" y="3152775"/>
            <a:ext cx="485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3600" i="0">
                <a:latin typeface="Times New Roman" pitchFamily="18" charset="0"/>
                <a:sym typeface="Wingdings 2" pitchFamily="18" charset="2"/>
              </a:rPr>
              <a:t></a:t>
            </a:r>
          </a:p>
        </p:txBody>
      </p:sp>
      <p:sp>
        <p:nvSpPr>
          <p:cNvPr id="78887" name="Line 46"/>
          <p:cNvSpPr>
            <a:spLocks noChangeShapeType="1"/>
          </p:cNvSpPr>
          <p:nvPr/>
        </p:nvSpPr>
        <p:spPr bwMode="auto">
          <a:xfrm>
            <a:off x="519113" y="4149725"/>
            <a:ext cx="771525" cy="601663"/>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88" name="Rectangle 47"/>
          <p:cNvSpPr>
            <a:spLocks noChangeArrowheads="1"/>
          </p:cNvSpPr>
          <p:nvPr/>
        </p:nvSpPr>
        <p:spPr bwMode="auto">
          <a:xfrm>
            <a:off x="539750" y="4289425"/>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78889" name="Line 48"/>
          <p:cNvSpPr>
            <a:spLocks noChangeShapeType="1"/>
          </p:cNvSpPr>
          <p:nvPr/>
        </p:nvSpPr>
        <p:spPr bwMode="auto">
          <a:xfrm flipV="1">
            <a:off x="468313" y="3997325"/>
            <a:ext cx="739775" cy="0"/>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90" name="Rectangle 49"/>
          <p:cNvSpPr>
            <a:spLocks noChangeArrowheads="1"/>
          </p:cNvSpPr>
          <p:nvPr/>
        </p:nvSpPr>
        <p:spPr bwMode="auto">
          <a:xfrm>
            <a:off x="825500" y="3581400"/>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78891" name="Line 50"/>
          <p:cNvSpPr>
            <a:spLocks noChangeShapeType="1"/>
          </p:cNvSpPr>
          <p:nvPr/>
        </p:nvSpPr>
        <p:spPr bwMode="auto">
          <a:xfrm flipV="1">
            <a:off x="398463" y="4911725"/>
            <a:ext cx="739775" cy="0"/>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92" name="Rectangle 51"/>
          <p:cNvSpPr>
            <a:spLocks noChangeArrowheads="1"/>
          </p:cNvSpPr>
          <p:nvPr/>
        </p:nvSpPr>
        <p:spPr bwMode="auto">
          <a:xfrm>
            <a:off x="490538" y="4846638"/>
            <a:ext cx="36195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3012C3B-B01D-4357-8503-B83706F872AB}" type="slidenum">
              <a:rPr lang="zh-CN" altLang="en-US" b="0" i="0" smtClean="0"/>
              <a:pPr/>
              <a:t>61</a:t>
            </a:fld>
            <a:endParaRPr lang="en-US" altLang="zh-CN" b="0" i="0" smtClean="0"/>
          </a:p>
        </p:txBody>
      </p:sp>
      <p:sp>
        <p:nvSpPr>
          <p:cNvPr id="7987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EA901B2-ED92-4DEA-ADC5-34EE2CBEA248}" type="datetime1">
              <a:rPr lang="zh-CN" altLang="en-US" sz="1800" i="0" smtClean="0"/>
              <a:pPr/>
              <a:t>2024/10/20</a:t>
            </a:fld>
            <a:endParaRPr lang="en-US" altLang="zh-CN" sz="1800" i="0" smtClean="0"/>
          </a:p>
        </p:txBody>
      </p:sp>
      <p:sp>
        <p:nvSpPr>
          <p:cNvPr id="713730" name="Rectangle 2"/>
          <p:cNvSpPr>
            <a:spLocks noGrp="1" noChangeArrowheads="1"/>
          </p:cNvSpPr>
          <p:nvPr>
            <p:ph type="title"/>
          </p:nvPr>
        </p:nvSpPr>
        <p:spPr>
          <a:xfrm>
            <a:off x="650875" y="255588"/>
            <a:ext cx="8820150" cy="658812"/>
          </a:xfrm>
        </p:spPr>
        <p:txBody>
          <a:bodyPr/>
          <a:lstStyle/>
          <a:p>
            <a:pPr>
              <a:defRPr/>
            </a:pPr>
            <a:r>
              <a:rPr lang="zh-CN" altLang="en-US" sz="4800" smtClean="0"/>
              <a:t>§2.4 费雷瑟图表及使用方法</a:t>
            </a:r>
          </a:p>
        </p:txBody>
      </p:sp>
      <p:graphicFrame>
        <p:nvGraphicFramePr>
          <p:cNvPr id="79877" name="Object 3"/>
          <p:cNvGraphicFramePr>
            <a:graphicFrameLocks noChangeAspect="1"/>
          </p:cNvGraphicFramePr>
          <p:nvPr/>
        </p:nvGraphicFramePr>
        <p:xfrm>
          <a:off x="107950" y="1066800"/>
          <a:ext cx="5580063" cy="5799138"/>
        </p:xfrm>
        <a:graphic>
          <a:graphicData uri="http://schemas.openxmlformats.org/presentationml/2006/ole">
            <mc:AlternateContent xmlns:mc="http://schemas.openxmlformats.org/markup-compatibility/2006">
              <mc:Choice xmlns:v="urn:schemas-microsoft-com:vml" Requires="v">
                <p:oleObj spid="_x0000_s79926" name="Equation" r:id="rId3" imgW="1775530" imgH="1676376" progId="Equation.DSMT4">
                  <p:embed/>
                </p:oleObj>
              </mc:Choice>
              <mc:Fallback>
                <p:oleObj name="Equation" r:id="rId3" imgW="1775530" imgH="1676376"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066800"/>
                        <a:ext cx="5580063" cy="579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78" name="Line 4"/>
          <p:cNvSpPr>
            <a:spLocks noChangeShapeType="1"/>
          </p:cNvSpPr>
          <p:nvPr/>
        </p:nvSpPr>
        <p:spPr bwMode="auto">
          <a:xfrm>
            <a:off x="611188"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79" name="Line 5"/>
          <p:cNvSpPr>
            <a:spLocks noChangeShapeType="1"/>
          </p:cNvSpPr>
          <p:nvPr/>
        </p:nvSpPr>
        <p:spPr bwMode="auto">
          <a:xfrm rot="5581267">
            <a:off x="4087019" y="2388394"/>
            <a:ext cx="534987" cy="63182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0" name="Line 6"/>
          <p:cNvSpPr>
            <a:spLocks noChangeShapeType="1"/>
          </p:cNvSpPr>
          <p:nvPr/>
        </p:nvSpPr>
        <p:spPr bwMode="auto">
          <a:xfrm>
            <a:off x="1909763" y="15684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1" name="Line 7"/>
          <p:cNvSpPr>
            <a:spLocks noChangeShapeType="1"/>
          </p:cNvSpPr>
          <p:nvPr/>
        </p:nvSpPr>
        <p:spPr bwMode="auto">
          <a:xfrm>
            <a:off x="1909763" y="32575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2" name="Line 8"/>
          <p:cNvSpPr>
            <a:spLocks noChangeShapeType="1"/>
          </p:cNvSpPr>
          <p:nvPr/>
        </p:nvSpPr>
        <p:spPr bwMode="auto">
          <a:xfrm>
            <a:off x="3024188" y="4097338"/>
            <a:ext cx="884237" cy="6540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3" name="Line 9"/>
          <p:cNvSpPr>
            <a:spLocks noChangeShapeType="1"/>
          </p:cNvSpPr>
          <p:nvPr/>
        </p:nvSpPr>
        <p:spPr bwMode="auto">
          <a:xfrm>
            <a:off x="4344988" y="5037138"/>
            <a:ext cx="731837"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4" name="Line 10"/>
          <p:cNvSpPr>
            <a:spLocks noChangeShapeType="1"/>
          </p:cNvSpPr>
          <p:nvPr/>
        </p:nvSpPr>
        <p:spPr bwMode="auto">
          <a:xfrm rot="5581267">
            <a:off x="4314032" y="4066381"/>
            <a:ext cx="660400" cy="573087"/>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5" name="Line 11"/>
          <p:cNvSpPr>
            <a:spLocks noChangeShapeType="1"/>
          </p:cNvSpPr>
          <p:nvPr/>
        </p:nvSpPr>
        <p:spPr bwMode="auto">
          <a:xfrm rot="5581267">
            <a:off x="3141663" y="1327150"/>
            <a:ext cx="555625"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6" name="Line 12"/>
          <p:cNvSpPr>
            <a:spLocks noChangeShapeType="1"/>
          </p:cNvSpPr>
          <p:nvPr/>
        </p:nvSpPr>
        <p:spPr bwMode="auto">
          <a:xfrm rot="5581267">
            <a:off x="3073400" y="3249613"/>
            <a:ext cx="733425" cy="64770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7" name="Line 13"/>
          <p:cNvSpPr>
            <a:spLocks noChangeShapeType="1"/>
          </p:cNvSpPr>
          <p:nvPr/>
        </p:nvSpPr>
        <p:spPr bwMode="auto">
          <a:xfrm>
            <a:off x="2971800"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8" name="Line 14"/>
          <p:cNvSpPr>
            <a:spLocks noChangeShapeType="1"/>
          </p:cNvSpPr>
          <p:nvPr/>
        </p:nvSpPr>
        <p:spPr bwMode="auto">
          <a:xfrm>
            <a:off x="4271963" y="33480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89" name="Line 15"/>
          <p:cNvSpPr>
            <a:spLocks noChangeShapeType="1"/>
          </p:cNvSpPr>
          <p:nvPr/>
        </p:nvSpPr>
        <p:spPr bwMode="auto">
          <a:xfrm>
            <a:off x="1909763" y="4905375"/>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0" name="Line 16"/>
          <p:cNvSpPr>
            <a:spLocks noChangeShapeType="1"/>
          </p:cNvSpPr>
          <p:nvPr/>
        </p:nvSpPr>
        <p:spPr bwMode="auto">
          <a:xfrm>
            <a:off x="3116263"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1" name="Line 17"/>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2" name="Line 18"/>
          <p:cNvSpPr>
            <a:spLocks noChangeShapeType="1"/>
          </p:cNvSpPr>
          <p:nvPr/>
        </p:nvSpPr>
        <p:spPr bwMode="auto">
          <a:xfrm>
            <a:off x="4905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3" name="Line 19"/>
          <p:cNvSpPr>
            <a:spLocks noChangeShapeType="1"/>
          </p:cNvSpPr>
          <p:nvPr/>
        </p:nvSpPr>
        <p:spPr bwMode="auto">
          <a:xfrm rot="6020472">
            <a:off x="1735931" y="2316957"/>
            <a:ext cx="874713"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4" name="Line 20"/>
          <p:cNvSpPr>
            <a:spLocks noChangeShapeType="1"/>
          </p:cNvSpPr>
          <p:nvPr/>
        </p:nvSpPr>
        <p:spPr bwMode="auto">
          <a:xfrm rot="5581267">
            <a:off x="1800226" y="3983037"/>
            <a:ext cx="660400" cy="739775"/>
          </a:xfrm>
          <a:prstGeom prst="line">
            <a:avLst/>
          </a:prstGeom>
          <a:noFill/>
          <a:ln w="190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5" name="Line 21"/>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6" name="Line 22"/>
          <p:cNvSpPr>
            <a:spLocks noChangeShapeType="1"/>
          </p:cNvSpPr>
          <p:nvPr/>
        </p:nvSpPr>
        <p:spPr bwMode="auto">
          <a:xfrm rot="5581267">
            <a:off x="3063876" y="4841875"/>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7" name="Line 23"/>
          <p:cNvSpPr>
            <a:spLocks noChangeShapeType="1"/>
          </p:cNvSpPr>
          <p:nvPr/>
        </p:nvSpPr>
        <p:spPr bwMode="auto">
          <a:xfrm rot="5581267">
            <a:off x="524669" y="4995069"/>
            <a:ext cx="660400" cy="73818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8" name="Line 24"/>
          <p:cNvSpPr>
            <a:spLocks noChangeShapeType="1"/>
          </p:cNvSpPr>
          <p:nvPr/>
        </p:nvSpPr>
        <p:spPr bwMode="auto">
          <a:xfrm rot="5581267">
            <a:off x="1800226" y="5849937"/>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899" name="Line 25"/>
          <p:cNvSpPr>
            <a:spLocks noChangeShapeType="1"/>
          </p:cNvSpPr>
          <p:nvPr/>
        </p:nvSpPr>
        <p:spPr bwMode="auto">
          <a:xfrm rot="5581267">
            <a:off x="4230688" y="5715000"/>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900" name="Line 26"/>
          <p:cNvSpPr>
            <a:spLocks noChangeShapeType="1"/>
          </p:cNvSpPr>
          <p:nvPr/>
        </p:nvSpPr>
        <p:spPr bwMode="auto">
          <a:xfrm rot="6020472">
            <a:off x="392907" y="1442244"/>
            <a:ext cx="874712"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9901" name="AutoShape 43"/>
          <p:cNvSpPr>
            <a:spLocks noChangeArrowheads="1"/>
          </p:cNvSpPr>
          <p:nvPr/>
        </p:nvSpPr>
        <p:spPr bwMode="auto">
          <a:xfrm>
            <a:off x="6019800" y="990600"/>
            <a:ext cx="3886200" cy="3886200"/>
          </a:xfrm>
          <a:prstGeom prst="wedgeRoundRectCallout">
            <a:avLst>
              <a:gd name="adj1" fmla="val -61806"/>
              <a:gd name="adj2" fmla="val 41134"/>
              <a:gd name="adj3" fmla="val 16667"/>
            </a:avLst>
          </a:prstGeom>
          <a:solidFill>
            <a:schemeClr val="accent2"/>
          </a:solidFill>
          <a:ln w="25400">
            <a:solidFill>
              <a:srgbClr val="0000FF"/>
            </a:solidFill>
            <a:miter lim="800000"/>
            <a:headEnd/>
            <a:tailEnd/>
          </a:ln>
        </p:spPr>
        <p:txBody>
          <a:bodyPr anchor="ctr"/>
          <a:lstStyle/>
          <a:p>
            <a:pPr algn="l"/>
            <a:r>
              <a:rPr lang="zh-CN" altLang="en-US" sz="3200" i="0"/>
              <a:t>结论：</a:t>
            </a:r>
          </a:p>
          <a:p>
            <a:pPr algn="l"/>
            <a:r>
              <a:rPr lang="zh-CN" altLang="en-US" sz="3200" i="0"/>
              <a:t>对于函数列的某个函数值</a:t>
            </a:r>
            <a:r>
              <a:rPr lang="en-US" altLang="zh-CN" sz="3200">
                <a:latin typeface="Times New Roman" pitchFamily="18" charset="0"/>
              </a:rPr>
              <a:t>y</a:t>
            </a:r>
            <a:r>
              <a:rPr lang="en-US" altLang="zh-CN" sz="3200" baseline="-25000">
                <a:latin typeface="Times New Roman" pitchFamily="18" charset="0"/>
              </a:rPr>
              <a:t>i</a:t>
            </a:r>
            <a:r>
              <a:rPr lang="zh-CN" altLang="en-US" sz="3200" i="0"/>
              <a:t>和终止于同一个差分的任何路径，按规则建立的插值公式都是等价的</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F58D0F2-D282-48FE-B4E2-3C34A22631E0}" type="slidenum">
              <a:rPr lang="zh-CN" altLang="en-US" b="0" i="0" smtClean="0"/>
              <a:pPr/>
              <a:t>62</a:t>
            </a:fld>
            <a:endParaRPr lang="en-US" altLang="zh-CN" b="0" i="0" smtClean="0"/>
          </a:p>
        </p:txBody>
      </p:sp>
      <p:sp>
        <p:nvSpPr>
          <p:cNvPr id="8089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73F0651-BA17-4488-88D7-5448E2D7971F}" type="datetime1">
              <a:rPr lang="zh-CN" altLang="en-US" sz="1800" i="0" smtClean="0"/>
              <a:pPr/>
              <a:t>2024/10/20</a:t>
            </a:fld>
            <a:endParaRPr lang="en-US" altLang="zh-CN" sz="1800" i="0" smtClean="0"/>
          </a:p>
        </p:txBody>
      </p:sp>
      <p:sp>
        <p:nvSpPr>
          <p:cNvPr id="717826" name="Rectangle 2"/>
          <p:cNvSpPr>
            <a:spLocks noGrp="1" noChangeArrowheads="1"/>
          </p:cNvSpPr>
          <p:nvPr>
            <p:ph type="title"/>
          </p:nvPr>
        </p:nvSpPr>
        <p:spPr>
          <a:xfrm>
            <a:off x="650875" y="255588"/>
            <a:ext cx="8820150" cy="658812"/>
          </a:xfrm>
        </p:spPr>
        <p:txBody>
          <a:bodyPr/>
          <a:lstStyle/>
          <a:p>
            <a:pPr>
              <a:defRPr/>
            </a:pPr>
            <a:r>
              <a:rPr lang="zh-CN" altLang="en-US" sz="4800" smtClean="0"/>
              <a:t>§2.4 费雷瑟图表及使用方法</a:t>
            </a:r>
          </a:p>
        </p:txBody>
      </p:sp>
      <p:graphicFrame>
        <p:nvGraphicFramePr>
          <p:cNvPr id="80901" name="Object 3"/>
          <p:cNvGraphicFramePr>
            <a:graphicFrameLocks noChangeAspect="1"/>
          </p:cNvGraphicFramePr>
          <p:nvPr/>
        </p:nvGraphicFramePr>
        <p:xfrm>
          <a:off x="107950" y="1066800"/>
          <a:ext cx="5580063" cy="5799138"/>
        </p:xfrm>
        <a:graphic>
          <a:graphicData uri="http://schemas.openxmlformats.org/presentationml/2006/ole">
            <mc:AlternateContent xmlns:mc="http://schemas.openxmlformats.org/markup-compatibility/2006">
              <mc:Choice xmlns:v="urn:schemas-microsoft-com:vml" Requires="v">
                <p:oleObj spid="_x0000_s81014" name="Equation" r:id="rId3" imgW="1775530" imgH="1676376" progId="Equation.DSMT4">
                  <p:embed/>
                </p:oleObj>
              </mc:Choice>
              <mc:Fallback>
                <p:oleObj name="Equation" r:id="rId3" imgW="1775530" imgH="1676376"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066800"/>
                        <a:ext cx="5580063" cy="579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2" name="Line 4"/>
          <p:cNvSpPr>
            <a:spLocks noChangeShapeType="1"/>
          </p:cNvSpPr>
          <p:nvPr/>
        </p:nvSpPr>
        <p:spPr bwMode="auto">
          <a:xfrm>
            <a:off x="611188"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03" name="Line 5"/>
          <p:cNvSpPr>
            <a:spLocks noChangeShapeType="1"/>
          </p:cNvSpPr>
          <p:nvPr/>
        </p:nvSpPr>
        <p:spPr bwMode="auto">
          <a:xfrm rot="5581267">
            <a:off x="4087019" y="2388394"/>
            <a:ext cx="534987" cy="63182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04" name="Line 6"/>
          <p:cNvSpPr>
            <a:spLocks noChangeShapeType="1"/>
          </p:cNvSpPr>
          <p:nvPr/>
        </p:nvSpPr>
        <p:spPr bwMode="auto">
          <a:xfrm>
            <a:off x="1909763" y="15684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05" name="Line 7"/>
          <p:cNvSpPr>
            <a:spLocks noChangeShapeType="1"/>
          </p:cNvSpPr>
          <p:nvPr/>
        </p:nvSpPr>
        <p:spPr bwMode="auto">
          <a:xfrm>
            <a:off x="1909763" y="32575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06" name="Line 8"/>
          <p:cNvSpPr>
            <a:spLocks noChangeShapeType="1"/>
          </p:cNvSpPr>
          <p:nvPr/>
        </p:nvSpPr>
        <p:spPr bwMode="auto">
          <a:xfrm>
            <a:off x="3024188" y="4097338"/>
            <a:ext cx="884237" cy="6540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07" name="Line 9"/>
          <p:cNvSpPr>
            <a:spLocks noChangeShapeType="1"/>
          </p:cNvSpPr>
          <p:nvPr/>
        </p:nvSpPr>
        <p:spPr bwMode="auto">
          <a:xfrm>
            <a:off x="4344988" y="5037138"/>
            <a:ext cx="731837"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08" name="Line 10"/>
          <p:cNvSpPr>
            <a:spLocks noChangeShapeType="1"/>
          </p:cNvSpPr>
          <p:nvPr/>
        </p:nvSpPr>
        <p:spPr bwMode="auto">
          <a:xfrm rot="5581267">
            <a:off x="4314032" y="4066381"/>
            <a:ext cx="660400" cy="573087"/>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09" name="Line 11"/>
          <p:cNvSpPr>
            <a:spLocks noChangeShapeType="1"/>
          </p:cNvSpPr>
          <p:nvPr/>
        </p:nvSpPr>
        <p:spPr bwMode="auto">
          <a:xfrm rot="5581267">
            <a:off x="3141663" y="1327150"/>
            <a:ext cx="555625"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0" name="Line 12"/>
          <p:cNvSpPr>
            <a:spLocks noChangeShapeType="1"/>
          </p:cNvSpPr>
          <p:nvPr/>
        </p:nvSpPr>
        <p:spPr bwMode="auto">
          <a:xfrm rot="5581267">
            <a:off x="3073400" y="3249613"/>
            <a:ext cx="733425" cy="64770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1" name="Line 13"/>
          <p:cNvSpPr>
            <a:spLocks noChangeShapeType="1"/>
          </p:cNvSpPr>
          <p:nvPr/>
        </p:nvSpPr>
        <p:spPr bwMode="auto">
          <a:xfrm>
            <a:off x="2971800"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2" name="Line 14"/>
          <p:cNvSpPr>
            <a:spLocks noChangeShapeType="1"/>
          </p:cNvSpPr>
          <p:nvPr/>
        </p:nvSpPr>
        <p:spPr bwMode="auto">
          <a:xfrm>
            <a:off x="4271963" y="33480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3" name="Line 15"/>
          <p:cNvSpPr>
            <a:spLocks noChangeShapeType="1"/>
          </p:cNvSpPr>
          <p:nvPr/>
        </p:nvSpPr>
        <p:spPr bwMode="auto">
          <a:xfrm>
            <a:off x="1909763" y="4905375"/>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4" name="Line 16"/>
          <p:cNvSpPr>
            <a:spLocks noChangeShapeType="1"/>
          </p:cNvSpPr>
          <p:nvPr/>
        </p:nvSpPr>
        <p:spPr bwMode="auto">
          <a:xfrm>
            <a:off x="3116263"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5" name="Line 17"/>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6" name="Line 18"/>
          <p:cNvSpPr>
            <a:spLocks noChangeShapeType="1"/>
          </p:cNvSpPr>
          <p:nvPr/>
        </p:nvSpPr>
        <p:spPr bwMode="auto">
          <a:xfrm>
            <a:off x="4905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7" name="Line 19"/>
          <p:cNvSpPr>
            <a:spLocks noChangeShapeType="1"/>
          </p:cNvSpPr>
          <p:nvPr/>
        </p:nvSpPr>
        <p:spPr bwMode="auto">
          <a:xfrm rot="6020472">
            <a:off x="1735931" y="2316957"/>
            <a:ext cx="874713"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8" name="Line 20"/>
          <p:cNvSpPr>
            <a:spLocks noChangeShapeType="1"/>
          </p:cNvSpPr>
          <p:nvPr/>
        </p:nvSpPr>
        <p:spPr bwMode="auto">
          <a:xfrm rot="5581267">
            <a:off x="1800226" y="3983037"/>
            <a:ext cx="660400" cy="739775"/>
          </a:xfrm>
          <a:prstGeom prst="line">
            <a:avLst/>
          </a:prstGeom>
          <a:noFill/>
          <a:ln w="190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19" name="Line 21"/>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20" name="Line 22"/>
          <p:cNvSpPr>
            <a:spLocks noChangeShapeType="1"/>
          </p:cNvSpPr>
          <p:nvPr/>
        </p:nvSpPr>
        <p:spPr bwMode="auto">
          <a:xfrm rot="5581267">
            <a:off x="3063876" y="4841875"/>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21" name="Line 23"/>
          <p:cNvSpPr>
            <a:spLocks noChangeShapeType="1"/>
          </p:cNvSpPr>
          <p:nvPr/>
        </p:nvSpPr>
        <p:spPr bwMode="auto">
          <a:xfrm rot="5581267">
            <a:off x="524669" y="4995069"/>
            <a:ext cx="660400" cy="73818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22" name="Line 24"/>
          <p:cNvSpPr>
            <a:spLocks noChangeShapeType="1"/>
          </p:cNvSpPr>
          <p:nvPr/>
        </p:nvSpPr>
        <p:spPr bwMode="auto">
          <a:xfrm rot="5581267">
            <a:off x="1800226" y="5849937"/>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23" name="Line 25"/>
          <p:cNvSpPr>
            <a:spLocks noChangeShapeType="1"/>
          </p:cNvSpPr>
          <p:nvPr/>
        </p:nvSpPr>
        <p:spPr bwMode="auto">
          <a:xfrm rot="5581267">
            <a:off x="4230688" y="5715000"/>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24" name="Line 26"/>
          <p:cNvSpPr>
            <a:spLocks noChangeShapeType="1"/>
          </p:cNvSpPr>
          <p:nvPr/>
        </p:nvSpPr>
        <p:spPr bwMode="auto">
          <a:xfrm rot="6020472">
            <a:off x="392907" y="1442244"/>
            <a:ext cx="874712"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25" name="Line 27"/>
          <p:cNvSpPr>
            <a:spLocks noChangeShapeType="1"/>
          </p:cNvSpPr>
          <p:nvPr/>
        </p:nvSpPr>
        <p:spPr bwMode="auto">
          <a:xfrm>
            <a:off x="0" y="3940175"/>
            <a:ext cx="5943600" cy="22225"/>
          </a:xfrm>
          <a:prstGeom prst="line">
            <a:avLst/>
          </a:prstGeom>
          <a:noFill/>
          <a:ln w="127000">
            <a:solidFill>
              <a:srgbClr val="00FF00"/>
            </a:solidFill>
            <a:prstDash val="dash"/>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17854" name="Rectangle 30"/>
          <p:cNvSpPr>
            <a:spLocks noChangeArrowheads="1"/>
          </p:cNvSpPr>
          <p:nvPr/>
        </p:nvSpPr>
        <p:spPr bwMode="auto">
          <a:xfrm>
            <a:off x="6178550" y="990600"/>
            <a:ext cx="2686050" cy="519113"/>
          </a:xfrm>
          <a:prstGeom prst="rect">
            <a:avLst/>
          </a:prstGeom>
          <a:noFill/>
          <a:ln w="38100">
            <a:noFill/>
            <a:miter lim="800000"/>
            <a:headEnd/>
            <a:tailEnd/>
          </a:ln>
          <a:effectLst/>
        </p:spPr>
        <p:txBody>
          <a:bodyPr wrap="none">
            <a:spAutoFit/>
          </a:bodyPr>
          <a:lstStyle/>
          <a:p>
            <a:pPr>
              <a:defRPr/>
            </a:pPr>
            <a:r>
              <a:rPr lang="zh-CN" altLang="en-US" sz="2800" i="0">
                <a:solidFill>
                  <a:srgbClr val="FF3300"/>
                </a:solidFill>
                <a:effectLst>
                  <a:outerShdw blurRad="38100" dist="38100" dir="2700000" algn="tl">
                    <a:srgbClr val="C0C0C0"/>
                  </a:outerShdw>
                </a:effectLst>
              </a:rPr>
              <a:t>斯梯林插值公式</a:t>
            </a:r>
          </a:p>
        </p:txBody>
      </p:sp>
      <p:sp>
        <p:nvSpPr>
          <p:cNvPr id="80927" name="Text Box 31"/>
          <p:cNvSpPr txBox="1">
            <a:spLocks noChangeArrowheads="1"/>
          </p:cNvSpPr>
          <p:nvPr/>
        </p:nvSpPr>
        <p:spPr bwMode="auto">
          <a:xfrm>
            <a:off x="6300788" y="1600200"/>
            <a:ext cx="3452812"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90000"/>
              </a:lnSpc>
              <a:spcBef>
                <a:spcPct val="50000"/>
              </a:spcBef>
            </a:pPr>
            <a:r>
              <a:rPr kumimoji="1" lang="zh-CN" altLang="en-US" sz="2800" b="0" i="0">
                <a:latin typeface="Times New Roman" pitchFamily="18" charset="0"/>
                <a:sym typeface="Wingdings 2" pitchFamily="18" charset="2"/>
              </a:rPr>
              <a:t></a:t>
            </a:r>
            <a:r>
              <a:rPr kumimoji="1" lang="zh-CN" altLang="en-US" sz="2800" i="0">
                <a:latin typeface="Times New Roman" pitchFamily="18" charset="0"/>
                <a:ea typeface="楷体_GB2312" pitchFamily="49" charset="-122"/>
                <a:sym typeface="Wingdings 2" pitchFamily="18" charset="2"/>
              </a:rPr>
              <a:t>水平：</a:t>
            </a:r>
            <a:r>
              <a:rPr kumimoji="1" lang="zh-CN" altLang="en-US" sz="2800" i="0">
                <a:solidFill>
                  <a:srgbClr val="009900"/>
                </a:solidFill>
                <a:latin typeface="Times New Roman" pitchFamily="18" charset="0"/>
                <a:ea typeface="楷体_GB2312" pitchFamily="49" charset="-122"/>
                <a:sym typeface="Wingdings 2" pitchFamily="18" charset="2"/>
              </a:rPr>
              <a:t>二项式系数</a:t>
            </a:r>
            <a:r>
              <a:rPr kumimoji="1" lang="zh-CN" altLang="en-US" sz="2800" i="0">
                <a:latin typeface="Times New Roman" pitchFamily="18" charset="0"/>
                <a:ea typeface="楷体_GB2312" pitchFamily="49" charset="-122"/>
                <a:sym typeface="Wingdings 2" pitchFamily="18" charset="2"/>
              </a:rPr>
              <a:t>与位于其上下的差分的算术平均值之积作为项；</a:t>
            </a:r>
            <a:r>
              <a:rPr kumimoji="1" lang="zh-CN" altLang="en-US" sz="2800" b="0" i="0">
                <a:latin typeface="Times New Roman" pitchFamily="18" charset="0"/>
                <a:sym typeface="Wingdings 2" pitchFamily="18" charset="2"/>
              </a:rPr>
              <a:t> </a:t>
            </a:r>
          </a:p>
        </p:txBody>
      </p:sp>
      <p:graphicFrame>
        <p:nvGraphicFramePr>
          <p:cNvPr id="80928" name="Object 39"/>
          <p:cNvGraphicFramePr>
            <a:graphicFrameLocks noChangeAspect="1"/>
          </p:cNvGraphicFramePr>
          <p:nvPr/>
        </p:nvGraphicFramePr>
        <p:xfrm>
          <a:off x="5791200" y="3082925"/>
          <a:ext cx="4146550" cy="1793875"/>
        </p:xfrm>
        <a:graphic>
          <a:graphicData uri="http://schemas.openxmlformats.org/presentationml/2006/ole">
            <mc:AlternateContent xmlns:mc="http://schemas.openxmlformats.org/markup-compatibility/2006">
              <mc:Choice xmlns:v="urn:schemas-microsoft-com:vml" Requires="v">
                <p:oleObj spid="_x0000_s81015" name="Equation" r:id="rId5" imgW="1676400" imgH="838200" progId="Equation.3">
                  <p:embed/>
                </p:oleObj>
              </mc:Choice>
              <mc:Fallback>
                <p:oleObj name="Equation" r:id="rId5" imgW="1676400" imgH="838200" progId="Equation.3">
                  <p:embed/>
                  <p:pic>
                    <p:nvPicPr>
                      <p:cNvPr id="0"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3082925"/>
                        <a:ext cx="4146550" cy="179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929" name="Object 44"/>
          <p:cNvGraphicFramePr>
            <a:graphicFrameLocks noChangeAspect="1"/>
          </p:cNvGraphicFramePr>
          <p:nvPr/>
        </p:nvGraphicFramePr>
        <p:xfrm>
          <a:off x="5934075" y="4724400"/>
          <a:ext cx="3525838" cy="1938338"/>
        </p:xfrm>
        <a:graphic>
          <a:graphicData uri="http://schemas.openxmlformats.org/presentationml/2006/ole">
            <mc:AlternateContent xmlns:mc="http://schemas.openxmlformats.org/markup-compatibility/2006">
              <mc:Choice xmlns:v="urn:schemas-microsoft-com:vml" Requires="v">
                <p:oleObj spid="_x0000_s81016" name="Equation" r:id="rId7" imgW="1371600" imgH="838200" progId="Equation.3">
                  <p:embed/>
                </p:oleObj>
              </mc:Choice>
              <mc:Fallback>
                <p:oleObj name="Equation" r:id="rId7" imgW="1371600" imgH="838200" progId="Equation.3">
                  <p:embed/>
                  <p:pic>
                    <p:nvPicPr>
                      <p:cNvPr id="0"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34075" y="4724400"/>
                        <a:ext cx="3525838" cy="1938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30" name="Line 46"/>
          <p:cNvSpPr>
            <a:spLocks noChangeShapeType="1"/>
          </p:cNvSpPr>
          <p:nvPr/>
        </p:nvSpPr>
        <p:spPr bwMode="auto">
          <a:xfrm>
            <a:off x="611188"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31" name="Line 47"/>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32" name="Line 48"/>
          <p:cNvSpPr>
            <a:spLocks noChangeShapeType="1"/>
          </p:cNvSpPr>
          <p:nvPr/>
        </p:nvSpPr>
        <p:spPr bwMode="auto">
          <a:xfrm>
            <a:off x="4905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33" name="Line 49"/>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34" name="Line 50"/>
          <p:cNvSpPr>
            <a:spLocks noChangeShapeType="1"/>
          </p:cNvSpPr>
          <p:nvPr/>
        </p:nvSpPr>
        <p:spPr bwMode="auto">
          <a:xfrm rot="5581267">
            <a:off x="524669" y="4995069"/>
            <a:ext cx="660400" cy="73818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35" name="Line 51"/>
          <p:cNvSpPr>
            <a:spLocks noChangeShapeType="1"/>
          </p:cNvSpPr>
          <p:nvPr/>
        </p:nvSpPr>
        <p:spPr bwMode="auto">
          <a:xfrm flipV="1">
            <a:off x="519113" y="3152775"/>
            <a:ext cx="739775" cy="668338"/>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36" name="Text Box 52"/>
          <p:cNvSpPr txBox="1">
            <a:spLocks noChangeArrowheads="1"/>
          </p:cNvSpPr>
          <p:nvPr/>
        </p:nvSpPr>
        <p:spPr bwMode="auto">
          <a:xfrm>
            <a:off x="485775" y="3152775"/>
            <a:ext cx="48577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3200" i="0">
                <a:latin typeface="Times New Roman" pitchFamily="18" charset="0"/>
                <a:sym typeface="Wingdings 2" pitchFamily="18" charset="2"/>
              </a:rPr>
              <a:t></a:t>
            </a:r>
          </a:p>
        </p:txBody>
      </p:sp>
      <p:sp>
        <p:nvSpPr>
          <p:cNvPr id="80937" name="Line 53"/>
          <p:cNvSpPr>
            <a:spLocks noChangeShapeType="1"/>
          </p:cNvSpPr>
          <p:nvPr/>
        </p:nvSpPr>
        <p:spPr bwMode="auto">
          <a:xfrm>
            <a:off x="519113" y="4149725"/>
            <a:ext cx="771525" cy="601663"/>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38" name="Rectangle 54"/>
          <p:cNvSpPr>
            <a:spLocks noChangeArrowheads="1"/>
          </p:cNvSpPr>
          <p:nvPr/>
        </p:nvSpPr>
        <p:spPr bwMode="auto">
          <a:xfrm>
            <a:off x="539750" y="4289425"/>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80939" name="Rectangle 56"/>
          <p:cNvSpPr>
            <a:spLocks noChangeArrowheads="1"/>
          </p:cNvSpPr>
          <p:nvPr/>
        </p:nvSpPr>
        <p:spPr bwMode="auto">
          <a:xfrm>
            <a:off x="838200" y="3733800"/>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80940" name="Line 57"/>
          <p:cNvSpPr>
            <a:spLocks noChangeShapeType="1"/>
          </p:cNvSpPr>
          <p:nvPr/>
        </p:nvSpPr>
        <p:spPr bwMode="auto">
          <a:xfrm flipV="1">
            <a:off x="398463" y="4881563"/>
            <a:ext cx="739775" cy="0"/>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0941" name="Rectangle 58"/>
          <p:cNvSpPr>
            <a:spLocks noChangeArrowheads="1"/>
          </p:cNvSpPr>
          <p:nvPr/>
        </p:nvSpPr>
        <p:spPr bwMode="auto">
          <a:xfrm>
            <a:off x="490538" y="4800600"/>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CA074C6-91F8-4F20-BA40-F14BC7029B80}" type="slidenum">
              <a:rPr lang="zh-CN" altLang="en-US" b="0" i="0" smtClean="0"/>
              <a:pPr/>
              <a:t>63</a:t>
            </a:fld>
            <a:endParaRPr lang="en-US" altLang="zh-CN" b="0" i="0" smtClean="0"/>
          </a:p>
        </p:txBody>
      </p:sp>
      <p:sp>
        <p:nvSpPr>
          <p:cNvPr id="8192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4FD77F5-707F-4EC8-BCB2-1EC72B47A768}" type="datetime1">
              <a:rPr lang="zh-CN" altLang="en-US" sz="1800" i="0" smtClean="0"/>
              <a:pPr/>
              <a:t>2024/10/20</a:t>
            </a:fld>
            <a:endParaRPr lang="en-US" altLang="zh-CN" sz="1800" i="0" smtClean="0"/>
          </a:p>
        </p:txBody>
      </p:sp>
      <p:sp>
        <p:nvSpPr>
          <p:cNvPr id="666626" name="Rectangle 2"/>
          <p:cNvSpPr>
            <a:spLocks noGrp="1" noChangeArrowheads="1"/>
          </p:cNvSpPr>
          <p:nvPr>
            <p:ph type="title"/>
          </p:nvPr>
        </p:nvSpPr>
        <p:spPr>
          <a:xfrm>
            <a:off x="650875" y="255588"/>
            <a:ext cx="8820150" cy="658812"/>
          </a:xfrm>
        </p:spPr>
        <p:txBody>
          <a:bodyPr/>
          <a:lstStyle/>
          <a:p>
            <a:pPr>
              <a:defRPr/>
            </a:pPr>
            <a:r>
              <a:rPr lang="zh-CN" altLang="en-US" smtClean="0"/>
              <a:t>§2.4.3 </a:t>
            </a:r>
            <a:r>
              <a:rPr lang="zh-CN" altLang="en-US" sz="4800" smtClean="0"/>
              <a:t>斯梯林插值公式</a:t>
            </a:r>
          </a:p>
        </p:txBody>
      </p:sp>
      <p:graphicFrame>
        <p:nvGraphicFramePr>
          <p:cNvPr id="666627" name="Object 3"/>
          <p:cNvGraphicFramePr>
            <a:graphicFrameLocks noChangeAspect="1"/>
          </p:cNvGraphicFramePr>
          <p:nvPr/>
        </p:nvGraphicFramePr>
        <p:xfrm>
          <a:off x="82550" y="1111250"/>
          <a:ext cx="1420813" cy="641350"/>
        </p:xfrm>
        <a:graphic>
          <a:graphicData uri="http://schemas.openxmlformats.org/presentationml/2006/ole">
            <mc:AlternateContent xmlns:mc="http://schemas.openxmlformats.org/markup-compatibility/2006">
              <mc:Choice xmlns:v="urn:schemas-microsoft-com:vml" Requires="v">
                <p:oleObj spid="_x0000_s82104" name="Equation" r:id="rId3" imgW="508000" imgH="241300" progId="Equation.3">
                  <p:embed/>
                </p:oleObj>
              </mc:Choice>
              <mc:Fallback>
                <p:oleObj name="Equation" r:id="rId3" imgW="508000" imgH="241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0" y="1111250"/>
                        <a:ext cx="1420813"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6628" name="Object 4"/>
          <p:cNvGraphicFramePr>
            <a:graphicFrameLocks noChangeAspect="1"/>
          </p:cNvGraphicFramePr>
          <p:nvPr/>
        </p:nvGraphicFramePr>
        <p:xfrm>
          <a:off x="1562100" y="982663"/>
          <a:ext cx="3638550" cy="974725"/>
        </p:xfrm>
        <a:graphic>
          <a:graphicData uri="http://schemas.openxmlformats.org/presentationml/2006/ole">
            <mc:AlternateContent xmlns:mc="http://schemas.openxmlformats.org/markup-compatibility/2006">
              <mc:Choice xmlns:v="urn:schemas-microsoft-com:vml" Requires="v">
                <p:oleObj spid="_x0000_s82105" name="Equation" r:id="rId5" imgW="1485900" imgH="419100" progId="Equation.3">
                  <p:embed/>
                </p:oleObj>
              </mc:Choice>
              <mc:Fallback>
                <p:oleObj name="Equation" r:id="rId5" imgW="14859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2100" y="982663"/>
                        <a:ext cx="363855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a:grpSpLocks/>
          </p:cNvGrpSpPr>
          <p:nvPr/>
        </p:nvGrpSpPr>
        <p:grpSpPr bwMode="auto">
          <a:xfrm>
            <a:off x="65088" y="2057400"/>
            <a:ext cx="9840912" cy="469900"/>
            <a:chOff x="41" y="1296"/>
            <a:chExt cx="6199" cy="296"/>
          </a:xfrm>
        </p:grpSpPr>
        <p:graphicFrame>
          <p:nvGraphicFramePr>
            <p:cNvPr id="81958" name="Object 6"/>
            <p:cNvGraphicFramePr>
              <a:graphicFrameLocks noChangeAspect="1"/>
            </p:cNvGraphicFramePr>
            <p:nvPr/>
          </p:nvGraphicFramePr>
          <p:xfrm>
            <a:off x="41" y="1296"/>
            <a:ext cx="6199" cy="296"/>
          </p:xfrm>
          <a:graphic>
            <a:graphicData uri="http://schemas.openxmlformats.org/presentationml/2006/ole">
              <mc:AlternateContent xmlns:mc="http://schemas.openxmlformats.org/markup-compatibility/2006">
                <mc:Choice xmlns:v="urn:schemas-microsoft-com:vml" Requires="v">
                  <p:oleObj spid="_x0000_s82106" name="Equation" r:id="rId7" imgW="4406900" imgH="203200" progId="Equation.3">
                    <p:embed/>
                  </p:oleObj>
                </mc:Choice>
                <mc:Fallback>
                  <p:oleObj name="Equation" r:id="rId7" imgW="4406900" imgH="2032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 y="1296"/>
                          <a:ext cx="6199"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59" name="Line 7"/>
            <p:cNvSpPr>
              <a:spLocks noChangeShapeType="1"/>
            </p:cNvSpPr>
            <p:nvPr/>
          </p:nvSpPr>
          <p:spPr bwMode="auto">
            <a:xfrm>
              <a:off x="5252" y="1296"/>
              <a:ext cx="8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8"/>
          <p:cNvGrpSpPr>
            <a:grpSpLocks/>
          </p:cNvGrpSpPr>
          <p:nvPr/>
        </p:nvGrpSpPr>
        <p:grpSpPr bwMode="auto">
          <a:xfrm>
            <a:off x="908050" y="2438400"/>
            <a:ext cx="3436938" cy="808038"/>
            <a:chOff x="1824" y="1008"/>
            <a:chExt cx="2064" cy="509"/>
          </a:xfrm>
        </p:grpSpPr>
        <p:sp>
          <p:nvSpPr>
            <p:cNvPr id="81956" name="AutoShape 9"/>
            <p:cNvSpPr>
              <a:spLocks/>
            </p:cNvSpPr>
            <p:nvPr/>
          </p:nvSpPr>
          <p:spPr bwMode="auto">
            <a:xfrm rot="-5400000">
              <a:off x="2736" y="96"/>
              <a:ext cx="240" cy="2064"/>
            </a:xfrm>
            <a:prstGeom prst="leftBrace">
              <a:avLst>
                <a:gd name="adj1" fmla="val 71667"/>
                <a:gd name="adj2" fmla="val 49949"/>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957" name="Rectangle 10"/>
            <p:cNvSpPr>
              <a:spLocks noChangeArrowheads="1"/>
            </p:cNvSpPr>
            <p:nvPr/>
          </p:nvSpPr>
          <p:spPr bwMode="auto">
            <a:xfrm>
              <a:off x="2517" y="1152"/>
              <a:ext cx="68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a:latin typeface="Times New Roman" pitchFamily="18" charset="0"/>
                </a:rPr>
                <a:t>k</a:t>
              </a:r>
              <a:r>
                <a:rPr lang="en-US" altLang="zh-CN" sz="3200" i="0">
                  <a:latin typeface="Times New Roman" pitchFamily="18" charset="0"/>
                </a:rPr>
                <a:t>-1</a:t>
              </a:r>
              <a:r>
                <a:rPr lang="zh-CN" altLang="en-US" sz="3200" i="0">
                  <a:latin typeface="Times New Roman" pitchFamily="18" charset="0"/>
                </a:rPr>
                <a:t>个</a:t>
              </a:r>
            </a:p>
          </p:txBody>
        </p:sp>
      </p:grpSp>
      <p:grpSp>
        <p:nvGrpSpPr>
          <p:cNvPr id="4" name="Group 11"/>
          <p:cNvGrpSpPr>
            <a:grpSpLocks/>
          </p:cNvGrpSpPr>
          <p:nvPr/>
        </p:nvGrpSpPr>
        <p:grpSpPr bwMode="auto">
          <a:xfrm>
            <a:off x="5257800" y="2438400"/>
            <a:ext cx="3657600" cy="808038"/>
            <a:chOff x="1920" y="1699"/>
            <a:chExt cx="2064" cy="509"/>
          </a:xfrm>
        </p:grpSpPr>
        <p:sp>
          <p:nvSpPr>
            <p:cNvPr id="81954" name="AutoShape 12"/>
            <p:cNvSpPr>
              <a:spLocks/>
            </p:cNvSpPr>
            <p:nvPr/>
          </p:nvSpPr>
          <p:spPr bwMode="auto">
            <a:xfrm rot="-5400000">
              <a:off x="2832" y="787"/>
              <a:ext cx="240" cy="2064"/>
            </a:xfrm>
            <a:prstGeom prst="leftBrace">
              <a:avLst>
                <a:gd name="adj1" fmla="val 71667"/>
                <a:gd name="adj2" fmla="val 49949"/>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955" name="Rectangle 13"/>
            <p:cNvSpPr>
              <a:spLocks noChangeArrowheads="1"/>
            </p:cNvSpPr>
            <p:nvPr/>
          </p:nvSpPr>
          <p:spPr bwMode="auto">
            <a:xfrm>
              <a:off x="2634" y="1843"/>
              <a:ext cx="6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a:latin typeface="Times New Roman" pitchFamily="18" charset="0"/>
                </a:rPr>
                <a:t>k-</a:t>
              </a:r>
              <a:r>
                <a:rPr lang="en-US" altLang="zh-CN" sz="3200" i="0">
                  <a:latin typeface="Times New Roman" pitchFamily="18" charset="0"/>
                </a:rPr>
                <a:t>1</a:t>
              </a:r>
              <a:r>
                <a:rPr lang="zh-CN" altLang="en-US" sz="3200" i="0">
                  <a:latin typeface="Times New Roman" pitchFamily="18" charset="0"/>
                </a:rPr>
                <a:t>个</a:t>
              </a:r>
            </a:p>
          </p:txBody>
        </p:sp>
      </p:grpSp>
      <p:grpSp>
        <p:nvGrpSpPr>
          <p:cNvPr id="5" name="Group 14"/>
          <p:cNvGrpSpPr>
            <a:grpSpLocks/>
          </p:cNvGrpSpPr>
          <p:nvPr/>
        </p:nvGrpSpPr>
        <p:grpSpPr bwMode="auto">
          <a:xfrm>
            <a:off x="4292600" y="2438400"/>
            <a:ext cx="1155700" cy="990600"/>
            <a:chOff x="2496" y="1536"/>
            <a:chExt cx="672" cy="624"/>
          </a:xfrm>
        </p:grpSpPr>
        <p:sp>
          <p:nvSpPr>
            <p:cNvPr id="81949" name="Line 15"/>
            <p:cNvSpPr>
              <a:spLocks noChangeShapeType="1"/>
            </p:cNvSpPr>
            <p:nvPr/>
          </p:nvSpPr>
          <p:spPr bwMode="auto">
            <a:xfrm>
              <a:off x="2496" y="1536"/>
              <a:ext cx="0" cy="24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0" name="Line 16"/>
            <p:cNvSpPr>
              <a:spLocks noChangeShapeType="1"/>
            </p:cNvSpPr>
            <p:nvPr/>
          </p:nvSpPr>
          <p:spPr bwMode="auto">
            <a:xfrm>
              <a:off x="2496" y="1776"/>
              <a:ext cx="672"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1" name="Line 17"/>
            <p:cNvSpPr>
              <a:spLocks noChangeShapeType="1"/>
            </p:cNvSpPr>
            <p:nvPr/>
          </p:nvSpPr>
          <p:spPr bwMode="auto">
            <a:xfrm>
              <a:off x="3168" y="1536"/>
              <a:ext cx="0" cy="24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2" name="Line 18"/>
            <p:cNvSpPr>
              <a:spLocks noChangeShapeType="1"/>
            </p:cNvSpPr>
            <p:nvPr/>
          </p:nvSpPr>
          <p:spPr bwMode="auto">
            <a:xfrm>
              <a:off x="2832" y="1776"/>
              <a:ext cx="0" cy="14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3" name="Rectangle 19"/>
            <p:cNvSpPr>
              <a:spLocks noChangeArrowheads="1"/>
            </p:cNvSpPr>
            <p:nvPr/>
          </p:nvSpPr>
          <p:spPr bwMode="auto">
            <a:xfrm>
              <a:off x="2533" y="1795"/>
              <a:ext cx="60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i="0">
                  <a:latin typeface="Times New Roman" pitchFamily="18" charset="0"/>
                </a:rPr>
                <a:t>(</a:t>
              </a:r>
              <a:r>
                <a:rPr lang="en-US" altLang="zh-CN" sz="3200">
                  <a:latin typeface="Times New Roman" pitchFamily="18" charset="0"/>
                </a:rPr>
                <a:t>t</a:t>
              </a:r>
              <a:r>
                <a:rPr lang="en-US" altLang="zh-CN" sz="3200" baseline="30000">
                  <a:latin typeface="Times New Roman" pitchFamily="18" charset="0"/>
                </a:rPr>
                <a:t>2</a:t>
              </a:r>
              <a:r>
                <a:rPr lang="en-US" altLang="zh-CN" sz="3200" i="0">
                  <a:latin typeface="Times New Roman" pitchFamily="18" charset="0"/>
                </a:rPr>
                <a:t>-1)</a:t>
              </a:r>
              <a:endParaRPr lang="zh-CN" altLang="en-US" sz="3200" i="0">
                <a:latin typeface="Times New Roman" pitchFamily="18" charset="0"/>
              </a:endParaRPr>
            </a:p>
          </p:txBody>
        </p:sp>
      </p:grpSp>
      <p:grpSp>
        <p:nvGrpSpPr>
          <p:cNvPr id="6" name="Group 20"/>
          <p:cNvGrpSpPr>
            <a:grpSpLocks/>
          </p:cNvGrpSpPr>
          <p:nvPr/>
        </p:nvGrpSpPr>
        <p:grpSpPr bwMode="auto">
          <a:xfrm>
            <a:off x="3632200" y="2438400"/>
            <a:ext cx="2476500" cy="1600200"/>
            <a:chOff x="2112" y="1536"/>
            <a:chExt cx="1440" cy="1008"/>
          </a:xfrm>
        </p:grpSpPr>
        <p:sp>
          <p:nvSpPr>
            <p:cNvPr id="81944" name="Line 21"/>
            <p:cNvSpPr>
              <a:spLocks noChangeShapeType="1"/>
            </p:cNvSpPr>
            <p:nvPr/>
          </p:nvSpPr>
          <p:spPr bwMode="auto">
            <a:xfrm>
              <a:off x="2112" y="1536"/>
              <a:ext cx="0" cy="62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5" name="Line 22"/>
            <p:cNvSpPr>
              <a:spLocks noChangeShapeType="1"/>
            </p:cNvSpPr>
            <p:nvPr/>
          </p:nvSpPr>
          <p:spPr bwMode="auto">
            <a:xfrm>
              <a:off x="2160" y="2160"/>
              <a:ext cx="1344"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6" name="Line 23"/>
            <p:cNvSpPr>
              <a:spLocks noChangeShapeType="1"/>
            </p:cNvSpPr>
            <p:nvPr/>
          </p:nvSpPr>
          <p:spPr bwMode="auto">
            <a:xfrm>
              <a:off x="3552" y="1536"/>
              <a:ext cx="0" cy="62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7" name="Line 24"/>
            <p:cNvSpPr>
              <a:spLocks noChangeShapeType="1"/>
            </p:cNvSpPr>
            <p:nvPr/>
          </p:nvSpPr>
          <p:spPr bwMode="auto">
            <a:xfrm>
              <a:off x="2832" y="2160"/>
              <a:ext cx="0" cy="14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8" name="Rectangle 25"/>
            <p:cNvSpPr>
              <a:spLocks noChangeArrowheads="1"/>
            </p:cNvSpPr>
            <p:nvPr/>
          </p:nvSpPr>
          <p:spPr bwMode="auto">
            <a:xfrm>
              <a:off x="2494" y="2179"/>
              <a:ext cx="68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i="0">
                  <a:latin typeface="Times New Roman" pitchFamily="18" charset="0"/>
                </a:rPr>
                <a:t>(</a:t>
              </a:r>
              <a:r>
                <a:rPr lang="en-US" altLang="zh-CN" sz="3200">
                  <a:latin typeface="Times New Roman" pitchFamily="18" charset="0"/>
                </a:rPr>
                <a:t>t</a:t>
              </a:r>
              <a:r>
                <a:rPr lang="en-US" altLang="zh-CN" sz="3200" baseline="30000">
                  <a:latin typeface="Times New Roman" pitchFamily="18" charset="0"/>
                </a:rPr>
                <a:t>2</a:t>
              </a:r>
              <a:r>
                <a:rPr lang="en-US" altLang="zh-CN" sz="3200" i="0">
                  <a:latin typeface="Times New Roman" pitchFamily="18" charset="0"/>
                </a:rPr>
                <a:t>-2</a:t>
              </a:r>
              <a:r>
                <a:rPr lang="en-US" altLang="zh-CN" sz="3200" i="0" baseline="30000">
                  <a:latin typeface="Times New Roman" pitchFamily="18" charset="0"/>
                </a:rPr>
                <a:t>2</a:t>
              </a:r>
              <a:r>
                <a:rPr lang="en-US" altLang="zh-CN" sz="3200" i="0">
                  <a:latin typeface="Times New Roman" pitchFamily="18" charset="0"/>
                </a:rPr>
                <a:t>)</a:t>
              </a:r>
              <a:endParaRPr lang="zh-CN" altLang="en-US" sz="3200" i="0">
                <a:latin typeface="Times New Roman" pitchFamily="18" charset="0"/>
              </a:endParaRPr>
            </a:p>
          </p:txBody>
        </p:sp>
      </p:grpSp>
      <p:grpSp>
        <p:nvGrpSpPr>
          <p:cNvPr id="7" name="Group 26"/>
          <p:cNvGrpSpPr>
            <a:grpSpLocks/>
          </p:cNvGrpSpPr>
          <p:nvPr/>
        </p:nvGrpSpPr>
        <p:grpSpPr bwMode="auto">
          <a:xfrm>
            <a:off x="825500" y="2362200"/>
            <a:ext cx="8089900" cy="2179638"/>
            <a:chOff x="480" y="1488"/>
            <a:chExt cx="4704" cy="1373"/>
          </a:xfrm>
        </p:grpSpPr>
        <p:sp>
          <p:nvSpPr>
            <p:cNvPr id="81939" name="Line 27"/>
            <p:cNvSpPr>
              <a:spLocks noChangeShapeType="1"/>
            </p:cNvSpPr>
            <p:nvPr/>
          </p:nvSpPr>
          <p:spPr bwMode="auto">
            <a:xfrm>
              <a:off x="480" y="1536"/>
              <a:ext cx="0" cy="9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0" name="Line 28"/>
            <p:cNvSpPr>
              <a:spLocks noChangeShapeType="1"/>
            </p:cNvSpPr>
            <p:nvPr/>
          </p:nvSpPr>
          <p:spPr bwMode="auto">
            <a:xfrm>
              <a:off x="480" y="2496"/>
              <a:ext cx="465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1" name="Line 29"/>
            <p:cNvSpPr>
              <a:spLocks noChangeShapeType="1"/>
            </p:cNvSpPr>
            <p:nvPr/>
          </p:nvSpPr>
          <p:spPr bwMode="auto">
            <a:xfrm>
              <a:off x="5184" y="1488"/>
              <a:ext cx="0" cy="100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2" name="Line 30"/>
            <p:cNvSpPr>
              <a:spLocks noChangeShapeType="1"/>
            </p:cNvSpPr>
            <p:nvPr/>
          </p:nvSpPr>
          <p:spPr bwMode="auto">
            <a:xfrm>
              <a:off x="2862" y="2496"/>
              <a:ext cx="0" cy="14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3" name="Rectangle 31"/>
            <p:cNvSpPr>
              <a:spLocks noChangeArrowheads="1"/>
            </p:cNvSpPr>
            <p:nvPr/>
          </p:nvSpPr>
          <p:spPr bwMode="auto">
            <a:xfrm>
              <a:off x="2330" y="2496"/>
              <a:ext cx="103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i="0">
                  <a:latin typeface="Times New Roman" pitchFamily="18" charset="0"/>
                </a:rPr>
                <a:t>(</a:t>
              </a:r>
              <a:r>
                <a:rPr lang="en-US" altLang="zh-CN" sz="3200">
                  <a:latin typeface="Times New Roman" pitchFamily="18" charset="0"/>
                </a:rPr>
                <a:t>t</a:t>
              </a:r>
              <a:r>
                <a:rPr lang="en-US" altLang="zh-CN" sz="3200" baseline="30000">
                  <a:latin typeface="Times New Roman" pitchFamily="18" charset="0"/>
                </a:rPr>
                <a:t>2</a:t>
              </a:r>
              <a:r>
                <a:rPr lang="en-US" altLang="zh-CN" sz="3200" i="0">
                  <a:latin typeface="Times New Roman" pitchFamily="18" charset="0"/>
                </a:rPr>
                <a:t>-(</a:t>
              </a:r>
              <a:r>
                <a:rPr lang="en-US" altLang="zh-CN" sz="3200">
                  <a:latin typeface="Times New Roman" pitchFamily="18" charset="0"/>
                </a:rPr>
                <a:t>k</a:t>
              </a:r>
              <a:r>
                <a:rPr lang="en-US" altLang="zh-CN" sz="3200" i="0">
                  <a:latin typeface="Times New Roman" pitchFamily="18" charset="0"/>
                </a:rPr>
                <a:t>-1)</a:t>
              </a:r>
              <a:r>
                <a:rPr lang="en-US" altLang="zh-CN" sz="3200" i="0" baseline="30000">
                  <a:latin typeface="Times New Roman" pitchFamily="18" charset="0"/>
                </a:rPr>
                <a:t>2</a:t>
              </a:r>
              <a:r>
                <a:rPr lang="en-US" altLang="zh-CN" sz="3200" i="0">
                  <a:latin typeface="Times New Roman" pitchFamily="18" charset="0"/>
                </a:rPr>
                <a:t>)</a:t>
              </a:r>
              <a:endParaRPr lang="zh-CN" altLang="en-US" sz="3200" i="0">
                <a:latin typeface="Times New Roman" pitchFamily="18" charset="0"/>
              </a:endParaRPr>
            </a:p>
          </p:txBody>
        </p:sp>
      </p:grpSp>
      <p:graphicFrame>
        <p:nvGraphicFramePr>
          <p:cNvPr id="666656" name="Object 32"/>
          <p:cNvGraphicFramePr>
            <a:graphicFrameLocks noChangeAspect="1"/>
          </p:cNvGraphicFramePr>
          <p:nvPr/>
        </p:nvGraphicFramePr>
        <p:xfrm>
          <a:off x="165100" y="4768850"/>
          <a:ext cx="1420813" cy="641350"/>
        </p:xfrm>
        <a:graphic>
          <a:graphicData uri="http://schemas.openxmlformats.org/presentationml/2006/ole">
            <mc:AlternateContent xmlns:mc="http://schemas.openxmlformats.org/markup-compatibility/2006">
              <mc:Choice xmlns:v="urn:schemas-microsoft-com:vml" Requires="v">
                <p:oleObj spid="_x0000_s82107" name="Equation" r:id="rId9" imgW="508000" imgH="241300" progId="Equation.3">
                  <p:embed/>
                </p:oleObj>
              </mc:Choice>
              <mc:Fallback>
                <p:oleObj name="Equation" r:id="rId9" imgW="508000" imgH="241300" progId="Equation.3">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100" y="4768850"/>
                        <a:ext cx="1420813"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6657" name="Object 33"/>
          <p:cNvGraphicFramePr>
            <a:graphicFrameLocks noChangeAspect="1"/>
          </p:cNvGraphicFramePr>
          <p:nvPr/>
        </p:nvGraphicFramePr>
        <p:xfrm>
          <a:off x="1651000" y="4648200"/>
          <a:ext cx="1462088" cy="974725"/>
        </p:xfrm>
        <a:graphic>
          <a:graphicData uri="http://schemas.openxmlformats.org/presentationml/2006/ole">
            <mc:AlternateContent xmlns:mc="http://schemas.openxmlformats.org/markup-compatibility/2006">
              <mc:Choice xmlns:v="urn:schemas-microsoft-com:vml" Requires="v">
                <p:oleObj spid="_x0000_s82108" name="Equation" r:id="rId10" imgW="596900" imgH="419100" progId="Equation.3">
                  <p:embed/>
                </p:oleObj>
              </mc:Choice>
              <mc:Fallback>
                <p:oleObj name="Equation" r:id="rId10" imgW="596900" imgH="419100" progId="Equation.3">
                  <p:embed/>
                  <p:pic>
                    <p:nvPicPr>
                      <p:cNvPr id="0" name="Object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51000" y="4648200"/>
                        <a:ext cx="1462088"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6658" name="Object 34"/>
          <p:cNvGraphicFramePr>
            <a:graphicFrameLocks noChangeAspect="1"/>
          </p:cNvGraphicFramePr>
          <p:nvPr/>
        </p:nvGraphicFramePr>
        <p:xfrm>
          <a:off x="3136900" y="4724400"/>
          <a:ext cx="4789488" cy="649288"/>
        </p:xfrm>
        <a:graphic>
          <a:graphicData uri="http://schemas.openxmlformats.org/presentationml/2006/ole">
            <mc:AlternateContent xmlns:mc="http://schemas.openxmlformats.org/markup-compatibility/2006">
              <mc:Choice xmlns:v="urn:schemas-microsoft-com:vml" Requires="v">
                <p:oleObj spid="_x0000_s82109" name="Equation" r:id="rId12" imgW="1955800" imgH="279400" progId="Equation.3">
                  <p:embed/>
                </p:oleObj>
              </mc:Choice>
              <mc:Fallback>
                <p:oleObj name="Equation" r:id="rId12" imgW="1955800" imgH="279400" progId="Equation.3">
                  <p:embed/>
                  <p:pic>
                    <p:nvPicPr>
                      <p:cNvPr id="0"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36900" y="4724400"/>
                        <a:ext cx="4789488" cy="649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6659" name="Rectangle 35"/>
          <p:cNvSpPr>
            <a:spLocks noChangeArrowheads="1"/>
          </p:cNvSpPr>
          <p:nvPr/>
        </p:nvSpPr>
        <p:spPr bwMode="auto">
          <a:xfrm>
            <a:off x="2971800" y="914400"/>
            <a:ext cx="2641600" cy="838200"/>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660" name="AutoShape 36"/>
          <p:cNvSpPr>
            <a:spLocks noChangeArrowheads="1"/>
          </p:cNvSpPr>
          <p:nvPr/>
        </p:nvSpPr>
        <p:spPr bwMode="auto">
          <a:xfrm>
            <a:off x="4044950" y="1676400"/>
            <a:ext cx="660400" cy="457200"/>
          </a:xfrm>
          <a:prstGeom prst="downArrow">
            <a:avLst>
              <a:gd name="adj1" fmla="val 56250"/>
              <a:gd name="adj2" fmla="val 44792"/>
            </a:avLst>
          </a:prstGeom>
          <a:solidFill>
            <a:srgbClr val="FF33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66661" name="Rectangle 37"/>
          <p:cNvSpPr>
            <a:spLocks noChangeArrowheads="1"/>
          </p:cNvSpPr>
          <p:nvPr/>
        </p:nvSpPr>
        <p:spPr bwMode="auto">
          <a:xfrm>
            <a:off x="3136900" y="4724400"/>
            <a:ext cx="4870450" cy="838200"/>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66627"/>
                                        </p:tgtEl>
                                        <p:attrNameLst>
                                          <p:attrName>style.visibility</p:attrName>
                                        </p:attrNameLst>
                                      </p:cBhvr>
                                      <p:to>
                                        <p:strVal val="visible"/>
                                      </p:to>
                                    </p:set>
                                    <p:animEffect transition="in" filter="dissolve">
                                      <p:cBhvr>
                                        <p:cTn id="7" dur="500"/>
                                        <p:tgtEl>
                                          <p:spTgt spid="6666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66628"/>
                                        </p:tgtEl>
                                        <p:attrNameLst>
                                          <p:attrName>style.visibility</p:attrName>
                                        </p:attrNameLst>
                                      </p:cBhvr>
                                      <p:to>
                                        <p:strVal val="visible"/>
                                      </p:to>
                                    </p:set>
                                    <p:animEffect transition="in" filter="dissolve">
                                      <p:cBhvr>
                                        <p:cTn id="12" dur="500"/>
                                        <p:tgtEl>
                                          <p:spTgt spid="6666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66659"/>
                                        </p:tgtEl>
                                        <p:attrNameLst>
                                          <p:attrName>style.visibility</p:attrName>
                                        </p:attrNameLst>
                                      </p:cBhvr>
                                      <p:to>
                                        <p:strVal val="visible"/>
                                      </p:to>
                                    </p:set>
                                    <p:animEffect transition="in" filter="dissolve">
                                      <p:cBhvr>
                                        <p:cTn id="17" dur="500"/>
                                        <p:tgtEl>
                                          <p:spTgt spid="6666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66660"/>
                                        </p:tgtEl>
                                        <p:attrNameLst>
                                          <p:attrName>style.visibility</p:attrName>
                                        </p:attrNameLst>
                                      </p:cBhvr>
                                      <p:to>
                                        <p:strVal val="visible"/>
                                      </p:to>
                                    </p:set>
                                    <p:animEffect transition="in" filter="dissolve">
                                      <p:cBhvr>
                                        <p:cTn id="22" dur="500"/>
                                        <p:tgtEl>
                                          <p:spTgt spid="6666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0-#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dissolve">
                                      <p:cBhvr>
                                        <p:cTn id="33" dur="500"/>
                                        <p:tgtEl>
                                          <p:spTgt spid="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dissolve">
                                      <p:cBhvr>
                                        <p:cTn id="38" dur="500"/>
                                        <p:tgtEl>
                                          <p:spTgt spid="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dissolve">
                                      <p:cBhvr>
                                        <p:cTn id="43" dur="500"/>
                                        <p:tgtEl>
                                          <p:spTgt spid="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dissolve">
                                      <p:cBhvr>
                                        <p:cTn id="48" dur="500"/>
                                        <p:tgtEl>
                                          <p:spTgt spid="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dissolve">
                                      <p:cBhvr>
                                        <p:cTn id="53" dur="500"/>
                                        <p:tgtEl>
                                          <p:spTgt spid="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666656"/>
                                        </p:tgtEl>
                                        <p:attrNameLst>
                                          <p:attrName>style.visibility</p:attrName>
                                        </p:attrNameLst>
                                      </p:cBhvr>
                                      <p:to>
                                        <p:strVal val="visible"/>
                                      </p:to>
                                    </p:set>
                                    <p:animEffect transition="in" filter="dissolve">
                                      <p:cBhvr>
                                        <p:cTn id="58" dur="500"/>
                                        <p:tgtEl>
                                          <p:spTgt spid="66665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666657"/>
                                        </p:tgtEl>
                                        <p:attrNameLst>
                                          <p:attrName>style.visibility</p:attrName>
                                        </p:attrNameLst>
                                      </p:cBhvr>
                                      <p:to>
                                        <p:strVal val="visible"/>
                                      </p:to>
                                    </p:set>
                                    <p:animEffect transition="in" filter="dissolve">
                                      <p:cBhvr>
                                        <p:cTn id="63" dur="500"/>
                                        <p:tgtEl>
                                          <p:spTgt spid="66665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666658"/>
                                        </p:tgtEl>
                                        <p:attrNameLst>
                                          <p:attrName>style.visibility</p:attrName>
                                        </p:attrNameLst>
                                      </p:cBhvr>
                                      <p:to>
                                        <p:strVal val="visible"/>
                                      </p:to>
                                    </p:set>
                                    <p:animEffect transition="in" filter="dissolve">
                                      <p:cBhvr>
                                        <p:cTn id="68" dur="500"/>
                                        <p:tgtEl>
                                          <p:spTgt spid="66665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666661"/>
                                        </p:tgtEl>
                                        <p:attrNameLst>
                                          <p:attrName>style.visibility</p:attrName>
                                        </p:attrNameLst>
                                      </p:cBhvr>
                                      <p:to>
                                        <p:strVal val="visible"/>
                                      </p:to>
                                    </p:set>
                                    <p:animEffect transition="in" filter="dissolve">
                                      <p:cBhvr>
                                        <p:cTn id="73" dur="500"/>
                                        <p:tgtEl>
                                          <p:spTgt spid="666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59" grpId="0" animBg="1"/>
      <p:bldP spid="666660" grpId="0" animBg="1"/>
      <p:bldP spid="66666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4B5A291-D21D-44BA-8A5C-726BB90CB5AA}" type="slidenum">
              <a:rPr lang="zh-CN" altLang="en-US" b="0" i="0" smtClean="0"/>
              <a:pPr/>
              <a:t>64</a:t>
            </a:fld>
            <a:endParaRPr lang="en-US" altLang="zh-CN" b="0" i="0" smtClean="0"/>
          </a:p>
        </p:txBody>
      </p:sp>
      <p:sp>
        <p:nvSpPr>
          <p:cNvPr id="8294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2674860-76AD-4661-B956-29D5919BE576}" type="datetime1">
              <a:rPr lang="zh-CN" altLang="en-US" sz="1800" i="0" smtClean="0"/>
              <a:pPr/>
              <a:t>2024/10/20</a:t>
            </a:fld>
            <a:endParaRPr lang="en-US" altLang="zh-CN" sz="1800" i="0" smtClean="0"/>
          </a:p>
        </p:txBody>
      </p:sp>
      <p:sp>
        <p:nvSpPr>
          <p:cNvPr id="667650" name="Rectangle 2"/>
          <p:cNvSpPr>
            <a:spLocks noGrp="1" noChangeArrowheads="1"/>
          </p:cNvSpPr>
          <p:nvPr>
            <p:ph type="title"/>
          </p:nvPr>
        </p:nvSpPr>
        <p:spPr>
          <a:xfrm>
            <a:off x="650875" y="255588"/>
            <a:ext cx="8820150" cy="658812"/>
          </a:xfrm>
        </p:spPr>
        <p:txBody>
          <a:bodyPr/>
          <a:lstStyle/>
          <a:p>
            <a:pPr>
              <a:defRPr/>
            </a:pPr>
            <a:r>
              <a:rPr lang="zh-CN" altLang="en-US" smtClean="0"/>
              <a:t>§2.4.3 </a:t>
            </a:r>
            <a:r>
              <a:rPr lang="zh-CN" altLang="en-US" sz="4800" smtClean="0"/>
              <a:t>斯梯林插值公式</a:t>
            </a:r>
          </a:p>
        </p:txBody>
      </p:sp>
      <p:graphicFrame>
        <p:nvGraphicFramePr>
          <p:cNvPr id="667651" name="Object 3"/>
          <p:cNvGraphicFramePr>
            <a:graphicFrameLocks noChangeAspect="1"/>
          </p:cNvGraphicFramePr>
          <p:nvPr/>
        </p:nvGraphicFramePr>
        <p:xfrm>
          <a:off x="412750" y="990600"/>
          <a:ext cx="3089275" cy="1046163"/>
        </p:xfrm>
        <a:graphic>
          <a:graphicData uri="http://schemas.openxmlformats.org/presentationml/2006/ole">
            <mc:AlternateContent xmlns:mc="http://schemas.openxmlformats.org/markup-compatibility/2006">
              <mc:Choice xmlns:v="urn:schemas-microsoft-com:vml" Requires="v">
                <p:oleObj spid="_x0000_s83176" name="Equation" r:id="rId3" imgW="1104900" imgH="393700" progId="Equation.3">
                  <p:embed/>
                </p:oleObj>
              </mc:Choice>
              <mc:Fallback>
                <p:oleObj name="Equation" r:id="rId3" imgW="1104900"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750" y="990600"/>
                        <a:ext cx="3089275" cy="104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52" name="Object 4"/>
          <p:cNvGraphicFramePr>
            <a:graphicFrameLocks noChangeAspect="1"/>
          </p:cNvGraphicFramePr>
          <p:nvPr/>
        </p:nvGraphicFramePr>
        <p:xfrm>
          <a:off x="3494088" y="990600"/>
          <a:ext cx="5999162" cy="1114425"/>
        </p:xfrm>
        <a:graphic>
          <a:graphicData uri="http://schemas.openxmlformats.org/presentationml/2006/ole">
            <mc:AlternateContent xmlns:mc="http://schemas.openxmlformats.org/markup-compatibility/2006">
              <mc:Choice xmlns:v="urn:schemas-microsoft-com:vml" Requires="v">
                <p:oleObj spid="_x0000_s83177" name="Equation" r:id="rId5" imgW="2146300" imgH="419100" progId="Equation.3">
                  <p:embed/>
                </p:oleObj>
              </mc:Choice>
              <mc:Fallback>
                <p:oleObj name="Equation" r:id="rId5" imgW="21463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4088" y="990600"/>
                        <a:ext cx="5999162"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53" name="Object 5"/>
          <p:cNvGraphicFramePr>
            <a:graphicFrameLocks noChangeAspect="1"/>
          </p:cNvGraphicFramePr>
          <p:nvPr/>
        </p:nvGraphicFramePr>
        <p:xfrm>
          <a:off x="247650" y="2182813"/>
          <a:ext cx="9245600" cy="560387"/>
        </p:xfrm>
        <a:graphic>
          <a:graphicData uri="http://schemas.openxmlformats.org/presentationml/2006/ole">
            <mc:AlternateContent xmlns:mc="http://schemas.openxmlformats.org/markup-compatibility/2006">
              <mc:Choice xmlns:v="urn:schemas-microsoft-com:vml" Requires="v">
                <p:oleObj spid="_x0000_s83178" name="Equation" r:id="rId7" imgW="3581400" imgH="228600" progId="Equation.3">
                  <p:embed/>
                </p:oleObj>
              </mc:Choice>
              <mc:Fallback>
                <p:oleObj name="Equation" r:id="rId7" imgW="3581400" imgH="228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7650" y="2182813"/>
                        <a:ext cx="9245600" cy="56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7654" name="Rectangle 6"/>
          <p:cNvSpPr>
            <a:spLocks noChangeArrowheads="1"/>
          </p:cNvSpPr>
          <p:nvPr/>
        </p:nvSpPr>
        <p:spPr bwMode="auto">
          <a:xfrm>
            <a:off x="4953000" y="1143000"/>
            <a:ext cx="4375150" cy="762000"/>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7655" name="AutoShape 7"/>
          <p:cNvSpPr>
            <a:spLocks noChangeArrowheads="1"/>
          </p:cNvSpPr>
          <p:nvPr/>
        </p:nvSpPr>
        <p:spPr bwMode="auto">
          <a:xfrm>
            <a:off x="5778500" y="1905000"/>
            <a:ext cx="660400" cy="457200"/>
          </a:xfrm>
          <a:prstGeom prst="downArrow">
            <a:avLst>
              <a:gd name="adj1" fmla="val 56250"/>
              <a:gd name="adj2" fmla="val 44792"/>
            </a:avLst>
          </a:prstGeom>
          <a:solidFill>
            <a:srgbClr val="FF33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aphicFrame>
        <p:nvGraphicFramePr>
          <p:cNvPr id="667656" name="Object 8"/>
          <p:cNvGraphicFramePr>
            <a:graphicFrameLocks noChangeAspect="1"/>
          </p:cNvGraphicFramePr>
          <p:nvPr/>
        </p:nvGraphicFramePr>
        <p:xfrm>
          <a:off x="166688" y="2819400"/>
          <a:ext cx="7539037" cy="560388"/>
        </p:xfrm>
        <a:graphic>
          <a:graphicData uri="http://schemas.openxmlformats.org/presentationml/2006/ole">
            <mc:AlternateContent xmlns:mc="http://schemas.openxmlformats.org/markup-compatibility/2006">
              <mc:Choice xmlns:v="urn:schemas-microsoft-com:vml" Requires="v">
                <p:oleObj spid="_x0000_s83179" name="Equation" r:id="rId9" imgW="2921000" imgH="228600" progId="Equation.3">
                  <p:embed/>
                </p:oleObj>
              </mc:Choice>
              <mc:Fallback>
                <p:oleObj name="Equation" r:id="rId9" imgW="2921000" imgH="2286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6688" y="2819400"/>
                        <a:ext cx="7539037"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57" name="Object 9"/>
          <p:cNvGraphicFramePr>
            <a:graphicFrameLocks noChangeAspect="1"/>
          </p:cNvGraphicFramePr>
          <p:nvPr/>
        </p:nvGraphicFramePr>
        <p:xfrm>
          <a:off x="165100" y="3429000"/>
          <a:ext cx="3113088" cy="560388"/>
        </p:xfrm>
        <a:graphic>
          <a:graphicData uri="http://schemas.openxmlformats.org/presentationml/2006/ole">
            <mc:AlternateContent xmlns:mc="http://schemas.openxmlformats.org/markup-compatibility/2006">
              <mc:Choice xmlns:v="urn:schemas-microsoft-com:vml" Requires="v">
                <p:oleObj spid="_x0000_s83180" name="Equation" r:id="rId11" imgW="1206500" imgH="228600" progId="Equation.3">
                  <p:embed/>
                </p:oleObj>
              </mc:Choice>
              <mc:Fallback>
                <p:oleObj name="Equation" r:id="rId11" imgW="1206500" imgH="2286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5100" y="3429000"/>
                        <a:ext cx="3113088"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58" name="Object 10"/>
          <p:cNvGraphicFramePr>
            <a:graphicFrameLocks noChangeAspect="1"/>
          </p:cNvGraphicFramePr>
          <p:nvPr/>
        </p:nvGraphicFramePr>
        <p:xfrm>
          <a:off x="247650" y="3906838"/>
          <a:ext cx="3089275" cy="1046162"/>
        </p:xfrm>
        <a:graphic>
          <a:graphicData uri="http://schemas.openxmlformats.org/presentationml/2006/ole">
            <mc:AlternateContent xmlns:mc="http://schemas.openxmlformats.org/markup-compatibility/2006">
              <mc:Choice xmlns:v="urn:schemas-microsoft-com:vml" Requires="v">
                <p:oleObj spid="_x0000_s83181" name="Equation" r:id="rId13" imgW="1104900" imgH="393700" progId="Equation.3">
                  <p:embed/>
                </p:oleObj>
              </mc:Choice>
              <mc:Fallback>
                <p:oleObj name="Equation" r:id="rId13" imgW="1104900" imgH="39370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7650" y="3906838"/>
                        <a:ext cx="3089275" cy="1046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59" name="Object 11"/>
          <p:cNvGraphicFramePr>
            <a:graphicFrameLocks noChangeAspect="1"/>
          </p:cNvGraphicFramePr>
          <p:nvPr/>
        </p:nvGraphicFramePr>
        <p:xfrm>
          <a:off x="3302000" y="3962400"/>
          <a:ext cx="4437063" cy="1114425"/>
        </p:xfrm>
        <a:graphic>
          <a:graphicData uri="http://schemas.openxmlformats.org/presentationml/2006/ole">
            <mc:AlternateContent xmlns:mc="http://schemas.openxmlformats.org/markup-compatibility/2006">
              <mc:Choice xmlns:v="urn:schemas-microsoft-com:vml" Requires="v">
                <p:oleObj spid="_x0000_s83182" name="Equation" r:id="rId15" imgW="1587500" imgH="419100" progId="Equation.3">
                  <p:embed/>
                </p:oleObj>
              </mc:Choice>
              <mc:Fallback>
                <p:oleObj name="Equation" r:id="rId15" imgW="1587500" imgH="41910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02000" y="3962400"/>
                        <a:ext cx="4437063"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60" name="Object 12"/>
          <p:cNvGraphicFramePr>
            <a:graphicFrameLocks noChangeAspect="1"/>
          </p:cNvGraphicFramePr>
          <p:nvPr/>
        </p:nvGraphicFramePr>
        <p:xfrm>
          <a:off x="82550" y="5029200"/>
          <a:ext cx="4152900" cy="1114425"/>
        </p:xfrm>
        <a:graphic>
          <a:graphicData uri="http://schemas.openxmlformats.org/presentationml/2006/ole">
            <mc:AlternateContent xmlns:mc="http://schemas.openxmlformats.org/markup-compatibility/2006">
              <mc:Choice xmlns:v="urn:schemas-microsoft-com:vml" Requires="v">
                <p:oleObj spid="_x0000_s83183" name="Equation" r:id="rId17" imgW="1485900" imgH="419100" progId="Equation.3">
                  <p:embed/>
                </p:oleObj>
              </mc:Choice>
              <mc:Fallback>
                <p:oleObj name="Equation" r:id="rId17" imgW="1485900" imgH="41910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550" y="5029200"/>
                        <a:ext cx="4152900"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61" name="Object 13"/>
          <p:cNvGraphicFramePr>
            <a:graphicFrameLocks noChangeAspect="1"/>
          </p:cNvGraphicFramePr>
          <p:nvPr/>
        </p:nvGraphicFramePr>
        <p:xfrm>
          <a:off x="4127500" y="5105400"/>
          <a:ext cx="5613400" cy="974725"/>
        </p:xfrm>
        <a:graphic>
          <a:graphicData uri="http://schemas.openxmlformats.org/presentationml/2006/ole">
            <mc:AlternateContent xmlns:mc="http://schemas.openxmlformats.org/markup-compatibility/2006">
              <mc:Choice xmlns:v="urn:schemas-microsoft-com:vml" Requires="v">
                <p:oleObj spid="_x0000_s83184" name="Equation" r:id="rId19" imgW="2527300" imgH="419100" progId="Equation.3">
                  <p:embed/>
                </p:oleObj>
              </mc:Choice>
              <mc:Fallback>
                <p:oleObj name="Equation" r:id="rId19" imgW="2527300" imgH="41910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27500" y="5105400"/>
                        <a:ext cx="561340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67651"/>
                                        </p:tgtEl>
                                        <p:attrNameLst>
                                          <p:attrName>style.visibility</p:attrName>
                                        </p:attrNameLst>
                                      </p:cBhvr>
                                      <p:to>
                                        <p:strVal val="visible"/>
                                      </p:to>
                                    </p:set>
                                    <p:animEffect transition="in" filter="dissolve">
                                      <p:cBhvr>
                                        <p:cTn id="7" dur="500"/>
                                        <p:tgtEl>
                                          <p:spTgt spid="6676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67652"/>
                                        </p:tgtEl>
                                        <p:attrNameLst>
                                          <p:attrName>style.visibility</p:attrName>
                                        </p:attrNameLst>
                                      </p:cBhvr>
                                      <p:to>
                                        <p:strVal val="visible"/>
                                      </p:to>
                                    </p:set>
                                    <p:animEffect transition="in" filter="dissolve">
                                      <p:cBhvr>
                                        <p:cTn id="12" dur="500"/>
                                        <p:tgtEl>
                                          <p:spTgt spid="6676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67654"/>
                                        </p:tgtEl>
                                        <p:attrNameLst>
                                          <p:attrName>style.visibility</p:attrName>
                                        </p:attrNameLst>
                                      </p:cBhvr>
                                      <p:to>
                                        <p:strVal val="visible"/>
                                      </p:to>
                                    </p:set>
                                    <p:animEffect transition="in" filter="dissolve">
                                      <p:cBhvr>
                                        <p:cTn id="17" dur="500"/>
                                        <p:tgtEl>
                                          <p:spTgt spid="6676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67655"/>
                                        </p:tgtEl>
                                        <p:attrNameLst>
                                          <p:attrName>style.visibility</p:attrName>
                                        </p:attrNameLst>
                                      </p:cBhvr>
                                      <p:to>
                                        <p:strVal val="visible"/>
                                      </p:to>
                                    </p:set>
                                    <p:animEffect transition="in" filter="dissolve">
                                      <p:cBhvr>
                                        <p:cTn id="22" dur="500"/>
                                        <p:tgtEl>
                                          <p:spTgt spid="6676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67653"/>
                                        </p:tgtEl>
                                        <p:attrNameLst>
                                          <p:attrName>style.visibility</p:attrName>
                                        </p:attrNameLst>
                                      </p:cBhvr>
                                      <p:to>
                                        <p:strVal val="visible"/>
                                      </p:to>
                                    </p:set>
                                    <p:animEffect transition="in" filter="dissolve">
                                      <p:cBhvr>
                                        <p:cTn id="27" dur="500"/>
                                        <p:tgtEl>
                                          <p:spTgt spid="6676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67656"/>
                                        </p:tgtEl>
                                        <p:attrNameLst>
                                          <p:attrName>style.visibility</p:attrName>
                                        </p:attrNameLst>
                                      </p:cBhvr>
                                      <p:to>
                                        <p:strVal val="visible"/>
                                      </p:to>
                                    </p:set>
                                    <p:animEffect transition="in" filter="dissolve">
                                      <p:cBhvr>
                                        <p:cTn id="32" dur="500"/>
                                        <p:tgtEl>
                                          <p:spTgt spid="66765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67657"/>
                                        </p:tgtEl>
                                        <p:attrNameLst>
                                          <p:attrName>style.visibility</p:attrName>
                                        </p:attrNameLst>
                                      </p:cBhvr>
                                      <p:to>
                                        <p:strVal val="visible"/>
                                      </p:to>
                                    </p:set>
                                    <p:animEffect transition="in" filter="dissolve">
                                      <p:cBhvr>
                                        <p:cTn id="37" dur="500"/>
                                        <p:tgtEl>
                                          <p:spTgt spid="66765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67658"/>
                                        </p:tgtEl>
                                        <p:attrNameLst>
                                          <p:attrName>style.visibility</p:attrName>
                                        </p:attrNameLst>
                                      </p:cBhvr>
                                      <p:to>
                                        <p:strVal val="visible"/>
                                      </p:to>
                                    </p:set>
                                    <p:animEffect transition="in" filter="dissolve">
                                      <p:cBhvr>
                                        <p:cTn id="42" dur="500"/>
                                        <p:tgtEl>
                                          <p:spTgt spid="6676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667659"/>
                                        </p:tgtEl>
                                        <p:attrNameLst>
                                          <p:attrName>style.visibility</p:attrName>
                                        </p:attrNameLst>
                                      </p:cBhvr>
                                      <p:to>
                                        <p:strVal val="visible"/>
                                      </p:to>
                                    </p:set>
                                    <p:animEffect transition="in" filter="dissolve">
                                      <p:cBhvr>
                                        <p:cTn id="47" dur="500"/>
                                        <p:tgtEl>
                                          <p:spTgt spid="66765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667660"/>
                                        </p:tgtEl>
                                        <p:attrNameLst>
                                          <p:attrName>style.visibility</p:attrName>
                                        </p:attrNameLst>
                                      </p:cBhvr>
                                      <p:to>
                                        <p:strVal val="visible"/>
                                      </p:to>
                                    </p:set>
                                    <p:animEffect transition="in" filter="dissolve">
                                      <p:cBhvr>
                                        <p:cTn id="52" dur="500"/>
                                        <p:tgtEl>
                                          <p:spTgt spid="6676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667661"/>
                                        </p:tgtEl>
                                        <p:attrNameLst>
                                          <p:attrName>style.visibility</p:attrName>
                                        </p:attrNameLst>
                                      </p:cBhvr>
                                      <p:to>
                                        <p:strVal val="visible"/>
                                      </p:to>
                                    </p:set>
                                    <p:animEffect transition="in" filter="dissolve">
                                      <p:cBhvr>
                                        <p:cTn id="57" dur="500"/>
                                        <p:tgtEl>
                                          <p:spTgt spid="667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654" grpId="0" animBg="1"/>
      <p:bldP spid="66765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FEF369A-92C4-4FC1-B11D-18509DABFE21}" type="slidenum">
              <a:rPr lang="zh-CN" altLang="en-US" b="0" i="0" smtClean="0"/>
              <a:pPr/>
              <a:t>65</a:t>
            </a:fld>
            <a:endParaRPr lang="en-US" altLang="zh-CN" b="0" i="0" smtClean="0"/>
          </a:p>
        </p:txBody>
      </p:sp>
      <p:sp>
        <p:nvSpPr>
          <p:cNvPr id="8397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DEF6441-81ED-4B2F-8B04-A3729E049523}" type="datetime1">
              <a:rPr lang="zh-CN" altLang="en-US" sz="1800" i="0" smtClean="0"/>
              <a:pPr/>
              <a:t>2024/10/20</a:t>
            </a:fld>
            <a:endParaRPr lang="en-US" altLang="zh-CN" sz="1800" i="0" smtClean="0"/>
          </a:p>
        </p:txBody>
      </p:sp>
      <p:sp>
        <p:nvSpPr>
          <p:cNvPr id="668674" name="Rectangle 2"/>
          <p:cNvSpPr>
            <a:spLocks noGrp="1" noChangeArrowheads="1"/>
          </p:cNvSpPr>
          <p:nvPr>
            <p:ph type="title"/>
          </p:nvPr>
        </p:nvSpPr>
        <p:spPr>
          <a:xfrm>
            <a:off x="650875" y="255588"/>
            <a:ext cx="8820150" cy="658812"/>
          </a:xfrm>
        </p:spPr>
        <p:txBody>
          <a:bodyPr/>
          <a:lstStyle/>
          <a:p>
            <a:pPr>
              <a:defRPr/>
            </a:pPr>
            <a:r>
              <a:rPr lang="zh-CN" altLang="en-US" smtClean="0"/>
              <a:t>§2.4.3 </a:t>
            </a:r>
            <a:r>
              <a:rPr lang="zh-CN" altLang="en-US" sz="4800" smtClean="0"/>
              <a:t>斯梯林插值公式</a:t>
            </a:r>
          </a:p>
        </p:txBody>
      </p:sp>
      <p:grpSp>
        <p:nvGrpSpPr>
          <p:cNvPr id="83973" name="Group 3"/>
          <p:cNvGrpSpPr>
            <a:grpSpLocks/>
          </p:cNvGrpSpPr>
          <p:nvPr/>
        </p:nvGrpSpPr>
        <p:grpSpPr bwMode="auto">
          <a:xfrm>
            <a:off x="152400" y="944563"/>
            <a:ext cx="9372600" cy="3398837"/>
            <a:chOff x="0" y="624"/>
            <a:chExt cx="5760" cy="2141"/>
          </a:xfrm>
        </p:grpSpPr>
        <p:graphicFrame>
          <p:nvGraphicFramePr>
            <p:cNvPr id="84027" name="Object 4"/>
            <p:cNvGraphicFramePr>
              <a:graphicFrameLocks noChangeAspect="1"/>
            </p:cNvGraphicFramePr>
            <p:nvPr/>
          </p:nvGraphicFramePr>
          <p:xfrm>
            <a:off x="0" y="624"/>
            <a:ext cx="5760" cy="1777"/>
          </p:xfrm>
          <a:graphic>
            <a:graphicData uri="http://schemas.openxmlformats.org/presentationml/2006/ole">
              <mc:AlternateContent xmlns:mc="http://schemas.openxmlformats.org/markup-compatibility/2006">
                <mc:Choice xmlns:v="urn:schemas-microsoft-com:vml" Requires="v">
                  <p:oleObj spid="_x0000_s84053" name="Equation" r:id="rId3" imgW="4051300" imgH="1282700" progId="Equation.3">
                    <p:embed/>
                  </p:oleObj>
                </mc:Choice>
                <mc:Fallback>
                  <p:oleObj name="Equation" r:id="rId3" imgW="4051300" imgH="1282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24"/>
                          <a:ext cx="5760" cy="1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28" name="Rectangle 5"/>
            <p:cNvSpPr>
              <a:spLocks noChangeArrowheads="1"/>
            </p:cNvSpPr>
            <p:nvPr/>
          </p:nvSpPr>
          <p:spPr bwMode="auto">
            <a:xfrm>
              <a:off x="199" y="2400"/>
              <a:ext cx="56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endParaRPr lang="zh-CN" altLang="en-US" sz="3200" i="0">
                <a:latin typeface="Times New Roman" pitchFamily="18" charset="0"/>
              </a:endParaRPr>
            </a:p>
          </p:txBody>
        </p:sp>
      </p:grpSp>
      <p:graphicFrame>
        <p:nvGraphicFramePr>
          <p:cNvPr id="668738" name="Group 66"/>
          <p:cNvGraphicFramePr>
            <a:graphicFrameLocks noGrp="1"/>
          </p:cNvGraphicFramePr>
          <p:nvPr/>
        </p:nvGraphicFramePr>
        <p:xfrm>
          <a:off x="1416050" y="4089400"/>
          <a:ext cx="7739063" cy="2544773"/>
        </p:xfrm>
        <a:graphic>
          <a:graphicData uri="http://schemas.openxmlformats.org/drawingml/2006/table">
            <a:tbl>
              <a:tblPr/>
              <a:tblGrid>
                <a:gridCol w="868363"/>
                <a:gridCol w="788987"/>
                <a:gridCol w="947738"/>
                <a:gridCol w="1027112"/>
                <a:gridCol w="1027113"/>
                <a:gridCol w="1027112"/>
                <a:gridCol w="1025525"/>
                <a:gridCol w="1027113"/>
              </a:tblGrid>
              <a:tr h="53322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r>
              <a:tr h="47545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5</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17">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6</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45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5</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17">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68737" name="Line 65"/>
          <p:cNvSpPr>
            <a:spLocks noChangeShapeType="1"/>
          </p:cNvSpPr>
          <p:nvPr/>
        </p:nvSpPr>
        <p:spPr bwMode="auto">
          <a:xfrm>
            <a:off x="1003300" y="5384800"/>
            <a:ext cx="8750300" cy="0"/>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68738"/>
                                        </p:tgtEl>
                                        <p:attrNameLst>
                                          <p:attrName>style.visibility</p:attrName>
                                        </p:attrNameLst>
                                      </p:cBhvr>
                                      <p:to>
                                        <p:strVal val="visible"/>
                                      </p:to>
                                    </p:set>
                                    <p:anim calcmode="lin" valueType="num">
                                      <p:cBhvr additive="base">
                                        <p:cTn id="7" dur="500" fill="hold"/>
                                        <p:tgtEl>
                                          <p:spTgt spid="668738"/>
                                        </p:tgtEl>
                                        <p:attrNameLst>
                                          <p:attrName>ppt_x</p:attrName>
                                        </p:attrNameLst>
                                      </p:cBhvr>
                                      <p:tavLst>
                                        <p:tav tm="0">
                                          <p:val>
                                            <p:strVal val="0-#ppt_w/2"/>
                                          </p:val>
                                        </p:tav>
                                        <p:tav tm="100000">
                                          <p:val>
                                            <p:strVal val="#ppt_x"/>
                                          </p:val>
                                        </p:tav>
                                      </p:tavLst>
                                    </p:anim>
                                    <p:anim calcmode="lin" valueType="num">
                                      <p:cBhvr additive="base">
                                        <p:cTn id="8" dur="500" fill="hold"/>
                                        <p:tgtEl>
                                          <p:spTgt spid="66873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68737"/>
                                        </p:tgtEl>
                                        <p:attrNameLst>
                                          <p:attrName>style.visibility</p:attrName>
                                        </p:attrNameLst>
                                      </p:cBhvr>
                                      <p:to>
                                        <p:strVal val="visible"/>
                                      </p:to>
                                    </p:set>
                                    <p:anim calcmode="lin" valueType="num">
                                      <p:cBhvr additive="base">
                                        <p:cTn id="13" dur="500" fill="hold"/>
                                        <p:tgtEl>
                                          <p:spTgt spid="668737"/>
                                        </p:tgtEl>
                                        <p:attrNameLst>
                                          <p:attrName>ppt_x</p:attrName>
                                        </p:attrNameLst>
                                      </p:cBhvr>
                                      <p:tavLst>
                                        <p:tav tm="0">
                                          <p:val>
                                            <p:strVal val="0-#ppt_w/2"/>
                                          </p:val>
                                        </p:tav>
                                        <p:tav tm="100000">
                                          <p:val>
                                            <p:strVal val="#ppt_x"/>
                                          </p:val>
                                        </p:tav>
                                      </p:tavLst>
                                    </p:anim>
                                    <p:anim calcmode="lin" valueType="num">
                                      <p:cBhvr additive="base">
                                        <p:cTn id="14" dur="500" fill="hold"/>
                                        <p:tgtEl>
                                          <p:spTgt spid="6687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73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52F5F93-0391-4CC6-8D1F-7D11F591CAF5}" type="slidenum">
              <a:rPr lang="zh-CN" altLang="en-US" b="0" i="0" smtClean="0"/>
              <a:pPr/>
              <a:t>66</a:t>
            </a:fld>
            <a:endParaRPr lang="en-US" altLang="zh-CN" b="0" i="0" smtClean="0"/>
          </a:p>
        </p:txBody>
      </p:sp>
      <p:sp>
        <p:nvSpPr>
          <p:cNvPr id="8499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D1B2175-2967-415C-990C-84E8A93A83A2}" type="datetime1">
              <a:rPr lang="zh-CN" altLang="en-US" sz="1800" i="0" smtClean="0"/>
              <a:pPr/>
              <a:t>2024/10/20</a:t>
            </a:fld>
            <a:endParaRPr lang="en-US" altLang="zh-CN" sz="1800" i="0" smtClean="0"/>
          </a:p>
        </p:txBody>
      </p:sp>
      <p:sp>
        <p:nvSpPr>
          <p:cNvPr id="669698" name="Rectangle 2"/>
          <p:cNvSpPr>
            <a:spLocks noGrp="1" noChangeArrowheads="1"/>
          </p:cNvSpPr>
          <p:nvPr>
            <p:ph type="title"/>
          </p:nvPr>
        </p:nvSpPr>
        <p:spPr/>
        <p:txBody>
          <a:bodyPr/>
          <a:lstStyle/>
          <a:p>
            <a:pPr>
              <a:defRPr/>
            </a:pPr>
            <a:r>
              <a:rPr lang="zh-CN" altLang="en-US" smtClean="0"/>
              <a:t>§2.4.3 斯梯林插值公式</a:t>
            </a:r>
          </a:p>
        </p:txBody>
      </p:sp>
      <p:sp>
        <p:nvSpPr>
          <p:cNvPr id="84997" name="Rectangle 3"/>
          <p:cNvSpPr>
            <a:spLocks noGrp="1" noChangeArrowheads="1"/>
          </p:cNvSpPr>
          <p:nvPr>
            <p:ph type="body" idx="1"/>
          </p:nvPr>
        </p:nvSpPr>
        <p:spPr>
          <a:xfrm>
            <a:off x="650875" y="1066800"/>
            <a:ext cx="8820150" cy="384175"/>
          </a:xfrm>
        </p:spPr>
        <p:txBody>
          <a:bodyPr/>
          <a:lstStyle/>
          <a:p>
            <a:r>
              <a:rPr lang="zh-CN" altLang="en-US" smtClean="0"/>
              <a:t>例5.6 已知下述数值表，求当</a:t>
            </a:r>
            <a:r>
              <a:rPr lang="en-US" altLang="zh-CN" i="1" smtClean="0"/>
              <a:t>x</a:t>
            </a:r>
            <a:r>
              <a:rPr lang="zh-CN" altLang="en-US" smtClean="0"/>
              <a:t>=1.31时对应的函数值</a:t>
            </a:r>
            <a:endParaRPr lang="en-US" altLang="zh-CN" smtClean="0"/>
          </a:p>
        </p:txBody>
      </p:sp>
      <p:graphicFrame>
        <p:nvGraphicFramePr>
          <p:cNvPr id="669801" name="Group 105"/>
          <p:cNvGraphicFramePr>
            <a:graphicFrameLocks noGrp="1"/>
          </p:cNvGraphicFramePr>
          <p:nvPr/>
        </p:nvGraphicFramePr>
        <p:xfrm>
          <a:off x="630238" y="1524000"/>
          <a:ext cx="6761162" cy="3049587"/>
        </p:xfrm>
        <a:graphic>
          <a:graphicData uri="http://schemas.openxmlformats.org/drawingml/2006/table">
            <a:tbl>
              <a:tblPr/>
              <a:tblGrid>
                <a:gridCol w="908050"/>
                <a:gridCol w="1509712"/>
                <a:gridCol w="1296988"/>
                <a:gridCol w="1446212"/>
                <a:gridCol w="1600200"/>
              </a:tblGrid>
              <a:tr h="420633">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x</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endParaRPr kumimoji="0" lang="en-US" altLang="zh-CN" sz="24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4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4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1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1.1</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0.89121</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53341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0.93204</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341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0.96356</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341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0.98545</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341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1.5</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0.99749</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69742" name="Rectangle 46"/>
          <p:cNvSpPr>
            <a:spLocks noChangeArrowheads="1"/>
          </p:cNvSpPr>
          <p:nvPr/>
        </p:nvSpPr>
        <p:spPr bwMode="auto">
          <a:xfrm>
            <a:off x="3048000" y="2133600"/>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0.04083</a:t>
            </a:r>
            <a:endParaRPr lang="zh-CN" altLang="en-US" sz="2400" i="0">
              <a:latin typeface="Times New Roman" pitchFamily="18" charset="0"/>
            </a:endParaRPr>
          </a:p>
        </p:txBody>
      </p:sp>
      <p:sp>
        <p:nvSpPr>
          <p:cNvPr id="669743" name="Rectangle 47"/>
          <p:cNvSpPr>
            <a:spLocks noChangeArrowheads="1"/>
          </p:cNvSpPr>
          <p:nvPr/>
        </p:nvSpPr>
        <p:spPr bwMode="auto">
          <a:xfrm>
            <a:off x="3048000" y="2667000"/>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0.03152</a:t>
            </a:r>
            <a:endParaRPr lang="zh-CN" altLang="en-US" sz="2400" i="0">
              <a:latin typeface="Times New Roman" pitchFamily="18" charset="0"/>
            </a:endParaRPr>
          </a:p>
        </p:txBody>
      </p:sp>
      <p:sp>
        <p:nvSpPr>
          <p:cNvPr id="669744" name="Rectangle 48"/>
          <p:cNvSpPr>
            <a:spLocks noChangeArrowheads="1"/>
          </p:cNvSpPr>
          <p:nvPr/>
        </p:nvSpPr>
        <p:spPr bwMode="auto">
          <a:xfrm>
            <a:off x="3048000" y="3200400"/>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0.02189</a:t>
            </a:r>
            <a:endParaRPr lang="zh-CN" altLang="en-US" sz="2400" i="0">
              <a:latin typeface="Times New Roman" pitchFamily="18" charset="0"/>
            </a:endParaRPr>
          </a:p>
        </p:txBody>
      </p:sp>
      <p:sp>
        <p:nvSpPr>
          <p:cNvPr id="669745" name="Rectangle 49"/>
          <p:cNvSpPr>
            <a:spLocks noChangeArrowheads="1"/>
          </p:cNvSpPr>
          <p:nvPr/>
        </p:nvSpPr>
        <p:spPr bwMode="auto">
          <a:xfrm>
            <a:off x="3048000" y="3733800"/>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0.01204</a:t>
            </a:r>
            <a:endParaRPr lang="zh-CN" altLang="en-US" sz="2400" i="0">
              <a:latin typeface="Times New Roman" pitchFamily="18" charset="0"/>
            </a:endParaRPr>
          </a:p>
        </p:txBody>
      </p:sp>
      <p:sp>
        <p:nvSpPr>
          <p:cNvPr id="669746" name="Rectangle 50"/>
          <p:cNvSpPr>
            <a:spLocks noChangeArrowheads="1"/>
          </p:cNvSpPr>
          <p:nvPr/>
        </p:nvSpPr>
        <p:spPr bwMode="auto">
          <a:xfrm>
            <a:off x="4419600" y="2438400"/>
            <a:ext cx="127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-0.00931</a:t>
            </a:r>
            <a:endParaRPr lang="zh-CN" altLang="en-US" sz="2400" i="0">
              <a:latin typeface="Times New Roman" pitchFamily="18" charset="0"/>
            </a:endParaRPr>
          </a:p>
        </p:txBody>
      </p:sp>
      <p:sp>
        <p:nvSpPr>
          <p:cNvPr id="669747" name="Rectangle 51"/>
          <p:cNvSpPr>
            <a:spLocks noChangeArrowheads="1"/>
          </p:cNvSpPr>
          <p:nvPr/>
        </p:nvSpPr>
        <p:spPr bwMode="auto">
          <a:xfrm>
            <a:off x="4448175" y="2895600"/>
            <a:ext cx="1274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-0.00963</a:t>
            </a:r>
            <a:endParaRPr lang="zh-CN" altLang="en-US" sz="2400" i="0">
              <a:latin typeface="Times New Roman" pitchFamily="18" charset="0"/>
            </a:endParaRPr>
          </a:p>
        </p:txBody>
      </p:sp>
      <p:sp>
        <p:nvSpPr>
          <p:cNvPr id="669748" name="Rectangle 52"/>
          <p:cNvSpPr>
            <a:spLocks noChangeArrowheads="1"/>
          </p:cNvSpPr>
          <p:nvPr/>
        </p:nvSpPr>
        <p:spPr bwMode="auto">
          <a:xfrm>
            <a:off x="4427538" y="3429000"/>
            <a:ext cx="1274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-0.00985</a:t>
            </a:r>
            <a:endParaRPr lang="zh-CN" altLang="en-US" sz="2400" i="0">
              <a:latin typeface="Times New Roman" pitchFamily="18" charset="0"/>
            </a:endParaRPr>
          </a:p>
        </p:txBody>
      </p:sp>
      <p:sp>
        <p:nvSpPr>
          <p:cNvPr id="669749" name="Rectangle 53"/>
          <p:cNvSpPr>
            <a:spLocks noChangeArrowheads="1"/>
          </p:cNvSpPr>
          <p:nvPr/>
        </p:nvSpPr>
        <p:spPr bwMode="auto">
          <a:xfrm>
            <a:off x="6022975" y="2667000"/>
            <a:ext cx="127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-0.00032</a:t>
            </a:r>
            <a:endParaRPr lang="zh-CN" altLang="en-US" sz="2400" i="0">
              <a:latin typeface="Times New Roman" pitchFamily="18" charset="0"/>
            </a:endParaRPr>
          </a:p>
        </p:txBody>
      </p:sp>
      <p:sp>
        <p:nvSpPr>
          <p:cNvPr id="669750" name="Rectangle 54"/>
          <p:cNvSpPr>
            <a:spLocks noChangeArrowheads="1"/>
          </p:cNvSpPr>
          <p:nvPr/>
        </p:nvSpPr>
        <p:spPr bwMode="auto">
          <a:xfrm>
            <a:off x="6022975" y="3200400"/>
            <a:ext cx="127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-0.00022</a:t>
            </a:r>
            <a:endParaRPr lang="zh-CN" altLang="en-US" sz="2400" i="0">
              <a:latin typeface="Times New Roman" pitchFamily="18" charset="0"/>
            </a:endParaRPr>
          </a:p>
        </p:txBody>
      </p:sp>
      <p:sp>
        <p:nvSpPr>
          <p:cNvPr id="669751" name="Rectangle 55"/>
          <p:cNvSpPr>
            <a:spLocks noChangeArrowheads="1"/>
          </p:cNvSpPr>
          <p:nvPr/>
        </p:nvSpPr>
        <p:spPr bwMode="auto">
          <a:xfrm>
            <a:off x="412750" y="3170238"/>
            <a:ext cx="1187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a:solidFill>
                  <a:srgbClr val="FF3300"/>
                </a:solidFill>
                <a:latin typeface="Times New Roman" pitchFamily="18" charset="0"/>
              </a:rPr>
              <a:t>x</a:t>
            </a:r>
            <a:r>
              <a:rPr lang="zh-CN" altLang="en-US" sz="2800" i="0">
                <a:solidFill>
                  <a:srgbClr val="FF3300"/>
                </a:solidFill>
                <a:latin typeface="Times New Roman" pitchFamily="18" charset="0"/>
              </a:rPr>
              <a:t>=1.31</a:t>
            </a:r>
          </a:p>
        </p:txBody>
      </p:sp>
      <p:sp>
        <p:nvSpPr>
          <p:cNvPr id="669752" name="Line 56"/>
          <p:cNvSpPr>
            <a:spLocks noChangeShapeType="1"/>
          </p:cNvSpPr>
          <p:nvPr/>
        </p:nvSpPr>
        <p:spPr bwMode="auto">
          <a:xfrm>
            <a:off x="382588" y="3200400"/>
            <a:ext cx="6934200" cy="0"/>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69753" name="Rectangle 57"/>
          <p:cNvSpPr>
            <a:spLocks noChangeArrowheads="1"/>
          </p:cNvSpPr>
          <p:nvPr/>
        </p:nvSpPr>
        <p:spPr bwMode="auto">
          <a:xfrm>
            <a:off x="187325" y="4651375"/>
            <a:ext cx="557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rPr>
              <a:t>y</a:t>
            </a:r>
            <a:r>
              <a:rPr lang="en-US" altLang="zh-CN" sz="2800" i="0">
                <a:latin typeface="Times New Roman" pitchFamily="18" charset="0"/>
                <a:sym typeface="Symbol" pitchFamily="18" charset="2"/>
              </a:rPr>
              <a:t></a:t>
            </a:r>
            <a:endParaRPr lang="zh-CN" altLang="en-US" sz="2800" i="0">
              <a:latin typeface="Times New Roman" pitchFamily="18" charset="0"/>
              <a:sym typeface="Symbol" pitchFamily="18" charset="2"/>
            </a:endParaRPr>
          </a:p>
        </p:txBody>
      </p:sp>
      <p:sp>
        <p:nvSpPr>
          <p:cNvPr id="669754" name="Rectangle 58"/>
          <p:cNvSpPr>
            <a:spLocks noChangeArrowheads="1"/>
          </p:cNvSpPr>
          <p:nvPr/>
        </p:nvSpPr>
        <p:spPr bwMode="auto">
          <a:xfrm>
            <a:off x="800100" y="4662488"/>
            <a:ext cx="1339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i="0">
                <a:latin typeface="Times New Roman" pitchFamily="18" charset="0"/>
              </a:rPr>
              <a:t>0.96356</a:t>
            </a:r>
          </a:p>
        </p:txBody>
      </p:sp>
      <p:sp>
        <p:nvSpPr>
          <p:cNvPr id="669755" name="Rectangle 59"/>
          <p:cNvSpPr>
            <a:spLocks noChangeArrowheads="1"/>
          </p:cNvSpPr>
          <p:nvPr/>
        </p:nvSpPr>
        <p:spPr bwMode="auto">
          <a:xfrm>
            <a:off x="2244725" y="46370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i="0">
                <a:latin typeface="Times New Roman" pitchFamily="18" charset="0"/>
              </a:rPr>
              <a:t>+</a:t>
            </a:r>
          </a:p>
        </p:txBody>
      </p:sp>
      <p:sp>
        <p:nvSpPr>
          <p:cNvPr id="669756" name="Rectangle 60"/>
          <p:cNvSpPr>
            <a:spLocks noChangeArrowheads="1"/>
          </p:cNvSpPr>
          <p:nvPr/>
        </p:nvSpPr>
        <p:spPr bwMode="auto">
          <a:xfrm>
            <a:off x="7969250" y="1905000"/>
            <a:ext cx="1030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h</a:t>
            </a:r>
            <a:r>
              <a:rPr lang="en-US" altLang="zh-CN" sz="2800" i="0">
                <a:latin typeface="Times New Roman" pitchFamily="18" charset="0"/>
                <a:sym typeface="Symbol" pitchFamily="18" charset="2"/>
              </a:rPr>
              <a:t>=0.1</a:t>
            </a:r>
            <a:endParaRPr lang="zh-CN" altLang="en-US" sz="2800" i="0">
              <a:latin typeface="Times New Roman" pitchFamily="18" charset="0"/>
              <a:sym typeface="Symbol" pitchFamily="18" charset="2"/>
            </a:endParaRPr>
          </a:p>
        </p:txBody>
      </p:sp>
      <p:graphicFrame>
        <p:nvGraphicFramePr>
          <p:cNvPr id="669757" name="Object 61"/>
          <p:cNvGraphicFramePr>
            <a:graphicFrameLocks noChangeAspect="1"/>
          </p:cNvGraphicFramePr>
          <p:nvPr/>
        </p:nvGraphicFramePr>
        <p:xfrm>
          <a:off x="7569200" y="2971800"/>
          <a:ext cx="1709738" cy="976313"/>
        </p:xfrm>
        <a:graphic>
          <a:graphicData uri="http://schemas.openxmlformats.org/presentationml/2006/ole">
            <mc:AlternateContent xmlns:mc="http://schemas.openxmlformats.org/markup-compatibility/2006">
              <mc:Choice xmlns:v="urn:schemas-microsoft-com:vml" Requires="v">
                <p:oleObj spid="_x0000_s85109" name="Equation" r:id="rId3" imgW="850531" imgH="393529" progId="Equation.3">
                  <p:embed/>
                </p:oleObj>
              </mc:Choice>
              <mc:Fallback>
                <p:oleObj name="Equation" r:id="rId3" imgW="850531" imgH="393529" progId="Equation.3">
                  <p:embed/>
                  <p:pic>
                    <p:nvPicPr>
                      <p:cNvPr id="0" name="Object 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9200" y="2971800"/>
                        <a:ext cx="1709738"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9758" name="Rectangle 62"/>
          <p:cNvSpPr>
            <a:spLocks noChangeArrowheads="1"/>
          </p:cNvSpPr>
          <p:nvPr/>
        </p:nvSpPr>
        <p:spPr bwMode="auto">
          <a:xfrm>
            <a:off x="7661275" y="3962400"/>
            <a:ext cx="831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a:t>
            </a:r>
            <a:r>
              <a:rPr lang="en-US" altLang="zh-CN" sz="2800" i="0">
                <a:latin typeface="Times New Roman" pitchFamily="18" charset="0"/>
                <a:sym typeface="Symbol" pitchFamily="18" charset="2"/>
              </a:rPr>
              <a:t>0.1</a:t>
            </a:r>
            <a:endParaRPr lang="zh-CN" altLang="en-US" sz="2800" i="0">
              <a:latin typeface="Times New Roman" pitchFamily="18" charset="0"/>
              <a:sym typeface="Symbol" pitchFamily="18" charset="2"/>
            </a:endParaRPr>
          </a:p>
        </p:txBody>
      </p:sp>
      <p:sp>
        <p:nvSpPr>
          <p:cNvPr id="669759" name="Rectangle 63"/>
          <p:cNvSpPr>
            <a:spLocks noChangeArrowheads="1"/>
          </p:cNvSpPr>
          <p:nvPr/>
        </p:nvSpPr>
        <p:spPr bwMode="auto">
          <a:xfrm>
            <a:off x="7626350" y="2376488"/>
            <a:ext cx="1733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a:latin typeface="Times New Roman" pitchFamily="18" charset="0"/>
              </a:rPr>
              <a:t>x</a:t>
            </a:r>
            <a:r>
              <a:rPr lang="en-US" altLang="zh-CN" sz="2800" i="0" baseline="-25000">
                <a:latin typeface="Times New Roman" pitchFamily="18" charset="0"/>
              </a:rPr>
              <a:t>0</a:t>
            </a:r>
            <a:r>
              <a:rPr lang="en-US" altLang="zh-CN" sz="2800">
                <a:latin typeface="Times New Roman" pitchFamily="18" charset="0"/>
                <a:sym typeface="Symbol" pitchFamily="18" charset="2"/>
              </a:rPr>
              <a:t>= </a:t>
            </a:r>
            <a:r>
              <a:rPr lang="en-US" altLang="zh-CN" sz="2800" i="0">
                <a:latin typeface="Times New Roman" pitchFamily="18" charset="0"/>
              </a:rPr>
              <a:t>1.3</a:t>
            </a:r>
            <a:endParaRPr lang="zh-CN" altLang="en-US" sz="2800" i="0">
              <a:latin typeface="Times New Roman" pitchFamily="18" charset="0"/>
            </a:endParaRPr>
          </a:p>
        </p:txBody>
      </p:sp>
      <p:sp>
        <p:nvSpPr>
          <p:cNvPr id="669760" name="Rectangle 64"/>
          <p:cNvSpPr>
            <a:spLocks noChangeArrowheads="1"/>
          </p:cNvSpPr>
          <p:nvPr/>
        </p:nvSpPr>
        <p:spPr bwMode="auto">
          <a:xfrm>
            <a:off x="2749550" y="4498975"/>
            <a:ext cx="628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0.1</a:t>
            </a:r>
            <a:endParaRPr lang="zh-CN" altLang="en-US" sz="2800" i="0">
              <a:latin typeface="Times New Roman" pitchFamily="18" charset="0"/>
              <a:sym typeface="Symbol" pitchFamily="18" charset="2"/>
            </a:endParaRPr>
          </a:p>
        </p:txBody>
      </p:sp>
      <p:sp>
        <p:nvSpPr>
          <p:cNvPr id="669761" name="Line 65"/>
          <p:cNvSpPr>
            <a:spLocks noChangeShapeType="1"/>
          </p:cNvSpPr>
          <p:nvPr/>
        </p:nvSpPr>
        <p:spPr bwMode="auto">
          <a:xfrm>
            <a:off x="2724150" y="5018088"/>
            <a:ext cx="660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9762" name="Rectangle 66"/>
          <p:cNvSpPr>
            <a:spLocks noChangeArrowheads="1"/>
          </p:cNvSpPr>
          <p:nvPr/>
        </p:nvSpPr>
        <p:spPr bwMode="auto">
          <a:xfrm>
            <a:off x="2882900" y="4967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1</a:t>
            </a:r>
            <a:endParaRPr lang="zh-CN" altLang="en-US" sz="2800" i="0">
              <a:latin typeface="Times New Roman" pitchFamily="18" charset="0"/>
              <a:sym typeface="Symbol" pitchFamily="18" charset="2"/>
            </a:endParaRPr>
          </a:p>
        </p:txBody>
      </p:sp>
      <p:sp>
        <p:nvSpPr>
          <p:cNvPr id="669763" name="Rectangle 67"/>
          <p:cNvSpPr>
            <a:spLocks noChangeArrowheads="1"/>
          </p:cNvSpPr>
          <p:nvPr/>
        </p:nvSpPr>
        <p:spPr bwMode="auto">
          <a:xfrm>
            <a:off x="3302000" y="4662488"/>
            <a:ext cx="392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i="0">
                <a:latin typeface="Times New Roman" pitchFamily="18" charset="0"/>
              </a:rPr>
              <a:t>*</a:t>
            </a:r>
          </a:p>
        </p:txBody>
      </p:sp>
      <p:sp>
        <p:nvSpPr>
          <p:cNvPr id="669764" name="Rectangle 68"/>
          <p:cNvSpPr>
            <a:spLocks noChangeArrowheads="1"/>
          </p:cNvSpPr>
          <p:nvPr/>
        </p:nvSpPr>
        <p:spPr bwMode="auto">
          <a:xfrm>
            <a:off x="4146550" y="4510088"/>
            <a:ext cx="2787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rPr>
              <a:t>0.03152+ 0.02189</a:t>
            </a:r>
            <a:endParaRPr lang="zh-CN" altLang="en-US" sz="2800" i="0">
              <a:latin typeface="Times New Roman" pitchFamily="18" charset="0"/>
            </a:endParaRPr>
          </a:p>
        </p:txBody>
      </p:sp>
      <p:sp>
        <p:nvSpPr>
          <p:cNvPr id="669765" name="Line 69"/>
          <p:cNvSpPr>
            <a:spLocks noChangeShapeType="1"/>
          </p:cNvSpPr>
          <p:nvPr/>
        </p:nvSpPr>
        <p:spPr bwMode="auto">
          <a:xfrm>
            <a:off x="3708400" y="5018088"/>
            <a:ext cx="3683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9766" name="Rectangle 70"/>
          <p:cNvSpPr>
            <a:spLocks noChangeArrowheads="1"/>
          </p:cNvSpPr>
          <p:nvPr/>
        </p:nvSpPr>
        <p:spPr bwMode="auto">
          <a:xfrm>
            <a:off x="5348288" y="4953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endParaRPr lang="zh-CN" altLang="en-US" sz="2800" i="0">
              <a:latin typeface="Times New Roman" pitchFamily="18" charset="0"/>
              <a:sym typeface="Symbol" pitchFamily="18" charset="2"/>
            </a:endParaRPr>
          </a:p>
        </p:txBody>
      </p:sp>
      <p:sp>
        <p:nvSpPr>
          <p:cNvPr id="669767" name="Rectangle 71"/>
          <p:cNvSpPr>
            <a:spLocks noChangeArrowheads="1"/>
          </p:cNvSpPr>
          <p:nvPr/>
        </p:nvSpPr>
        <p:spPr bwMode="auto">
          <a:xfrm>
            <a:off x="428625" y="5438775"/>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i="0">
                <a:latin typeface="Times New Roman" pitchFamily="18" charset="0"/>
              </a:rPr>
              <a:t>+</a:t>
            </a:r>
          </a:p>
        </p:txBody>
      </p:sp>
      <p:sp>
        <p:nvSpPr>
          <p:cNvPr id="669768" name="Rectangle 72"/>
          <p:cNvSpPr>
            <a:spLocks noChangeArrowheads="1"/>
          </p:cNvSpPr>
          <p:nvPr/>
        </p:nvSpPr>
        <p:spPr bwMode="auto">
          <a:xfrm>
            <a:off x="790575" y="5272088"/>
            <a:ext cx="749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0.1</a:t>
            </a:r>
            <a:r>
              <a:rPr lang="en-US" altLang="zh-CN" sz="2800" i="0" baseline="3000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sp>
        <p:nvSpPr>
          <p:cNvPr id="669769" name="Line 73"/>
          <p:cNvSpPr>
            <a:spLocks noChangeShapeType="1"/>
          </p:cNvSpPr>
          <p:nvPr/>
        </p:nvSpPr>
        <p:spPr bwMode="auto">
          <a:xfrm>
            <a:off x="825500" y="5715000"/>
            <a:ext cx="660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9770" name="Rectangle 74"/>
          <p:cNvSpPr>
            <a:spLocks noChangeArrowheads="1"/>
          </p:cNvSpPr>
          <p:nvPr/>
        </p:nvSpPr>
        <p:spPr bwMode="auto">
          <a:xfrm>
            <a:off x="984250" y="5653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endParaRPr lang="zh-CN" altLang="en-US" sz="2800" i="0">
              <a:latin typeface="Times New Roman" pitchFamily="18" charset="0"/>
              <a:sym typeface="Symbol" pitchFamily="18" charset="2"/>
            </a:endParaRPr>
          </a:p>
        </p:txBody>
      </p:sp>
      <p:sp>
        <p:nvSpPr>
          <p:cNvPr id="669771" name="Rectangle 75"/>
          <p:cNvSpPr>
            <a:spLocks noChangeArrowheads="1"/>
          </p:cNvSpPr>
          <p:nvPr/>
        </p:nvSpPr>
        <p:spPr bwMode="auto">
          <a:xfrm>
            <a:off x="1417638" y="5500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i="0">
                <a:latin typeface="Times New Roman" pitchFamily="18" charset="0"/>
              </a:rPr>
              <a:t>*</a:t>
            </a:r>
          </a:p>
        </p:txBody>
      </p:sp>
      <p:sp>
        <p:nvSpPr>
          <p:cNvPr id="669772" name="Rectangle 76"/>
          <p:cNvSpPr>
            <a:spLocks noChangeArrowheads="1"/>
          </p:cNvSpPr>
          <p:nvPr/>
        </p:nvSpPr>
        <p:spPr bwMode="auto">
          <a:xfrm>
            <a:off x="1676400" y="5373688"/>
            <a:ext cx="1458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-0.00963</a:t>
            </a:r>
            <a:endParaRPr lang="zh-CN" altLang="en-US" sz="2800" i="0">
              <a:latin typeface="Times New Roman" pitchFamily="18" charset="0"/>
            </a:endParaRPr>
          </a:p>
        </p:txBody>
      </p:sp>
      <p:sp>
        <p:nvSpPr>
          <p:cNvPr id="669773" name="Rectangle 77"/>
          <p:cNvSpPr>
            <a:spLocks noChangeArrowheads="1"/>
          </p:cNvSpPr>
          <p:nvPr/>
        </p:nvSpPr>
        <p:spPr bwMode="auto">
          <a:xfrm>
            <a:off x="2971800" y="54102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i="0">
                <a:latin typeface="Times New Roman" pitchFamily="18" charset="0"/>
              </a:rPr>
              <a:t>+</a:t>
            </a:r>
          </a:p>
        </p:txBody>
      </p:sp>
      <p:sp>
        <p:nvSpPr>
          <p:cNvPr id="669774" name="Rectangle 78"/>
          <p:cNvSpPr>
            <a:spLocks noChangeArrowheads="1"/>
          </p:cNvSpPr>
          <p:nvPr/>
        </p:nvSpPr>
        <p:spPr bwMode="auto">
          <a:xfrm>
            <a:off x="3281363" y="5272088"/>
            <a:ext cx="1906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0.1*(0.1</a:t>
            </a:r>
            <a:r>
              <a:rPr lang="en-US" altLang="zh-CN" sz="2800" i="0" baseline="30000">
                <a:latin typeface="Times New Roman" pitchFamily="18" charset="0"/>
                <a:sym typeface="Symbol" pitchFamily="18" charset="2"/>
              </a:rPr>
              <a:t>2</a:t>
            </a:r>
            <a:r>
              <a:rPr lang="en-US" altLang="zh-CN" sz="2800" i="0">
                <a:latin typeface="Times New Roman" pitchFamily="18" charset="0"/>
                <a:sym typeface="Symbol" pitchFamily="18" charset="2"/>
              </a:rPr>
              <a:t>-1)</a:t>
            </a:r>
            <a:endParaRPr lang="zh-CN" altLang="en-US" sz="2800" i="0">
              <a:latin typeface="Times New Roman" pitchFamily="18" charset="0"/>
              <a:sym typeface="Symbol" pitchFamily="18" charset="2"/>
            </a:endParaRPr>
          </a:p>
        </p:txBody>
      </p:sp>
      <p:sp>
        <p:nvSpPr>
          <p:cNvPr id="669775" name="Line 79"/>
          <p:cNvSpPr>
            <a:spLocks noChangeShapeType="1"/>
          </p:cNvSpPr>
          <p:nvPr/>
        </p:nvSpPr>
        <p:spPr bwMode="auto">
          <a:xfrm>
            <a:off x="3451225" y="5715000"/>
            <a:ext cx="1651000" cy="14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9776" name="Rectangle 80"/>
          <p:cNvSpPr>
            <a:spLocks noChangeArrowheads="1"/>
          </p:cNvSpPr>
          <p:nvPr/>
        </p:nvSpPr>
        <p:spPr bwMode="auto">
          <a:xfrm>
            <a:off x="3432175" y="56530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2*3</a:t>
            </a:r>
            <a:endParaRPr lang="zh-CN" altLang="en-US" sz="2800" i="0">
              <a:latin typeface="Times New Roman" pitchFamily="18" charset="0"/>
              <a:sym typeface="Symbol" pitchFamily="18" charset="2"/>
            </a:endParaRPr>
          </a:p>
        </p:txBody>
      </p:sp>
      <p:sp>
        <p:nvSpPr>
          <p:cNvPr id="669777" name="Rectangle 81"/>
          <p:cNvSpPr>
            <a:spLocks noChangeArrowheads="1"/>
          </p:cNvSpPr>
          <p:nvPr/>
        </p:nvSpPr>
        <p:spPr bwMode="auto">
          <a:xfrm>
            <a:off x="5116513" y="5500688"/>
            <a:ext cx="363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i="0">
                <a:latin typeface="Times New Roman" pitchFamily="18" charset="0"/>
              </a:rPr>
              <a:t>*</a:t>
            </a:r>
          </a:p>
        </p:txBody>
      </p:sp>
      <p:sp>
        <p:nvSpPr>
          <p:cNvPr id="669778" name="Rectangle 82"/>
          <p:cNvSpPr>
            <a:spLocks noChangeArrowheads="1"/>
          </p:cNvSpPr>
          <p:nvPr/>
        </p:nvSpPr>
        <p:spPr bwMode="auto">
          <a:xfrm>
            <a:off x="5418138" y="5257800"/>
            <a:ext cx="3351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rPr>
              <a:t>-0.00032 + (-0.00022)</a:t>
            </a:r>
            <a:endParaRPr lang="zh-CN" altLang="en-US" sz="2800" i="0">
              <a:latin typeface="Times New Roman" pitchFamily="18" charset="0"/>
            </a:endParaRPr>
          </a:p>
        </p:txBody>
      </p:sp>
      <p:sp>
        <p:nvSpPr>
          <p:cNvPr id="669779" name="Line 83"/>
          <p:cNvSpPr>
            <a:spLocks noChangeShapeType="1"/>
          </p:cNvSpPr>
          <p:nvPr/>
        </p:nvSpPr>
        <p:spPr bwMode="auto">
          <a:xfrm>
            <a:off x="5257800" y="5715000"/>
            <a:ext cx="3352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9780" name="Rectangle 84"/>
          <p:cNvSpPr>
            <a:spLocks noChangeArrowheads="1"/>
          </p:cNvSpPr>
          <p:nvPr/>
        </p:nvSpPr>
        <p:spPr bwMode="auto">
          <a:xfrm>
            <a:off x="6697663" y="5638800"/>
            <a:ext cx="3603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a:t>
            </a:r>
            <a:endParaRPr lang="zh-CN" altLang="en-US" sz="2800" i="0">
              <a:latin typeface="Times New Roman" pitchFamily="18" charset="0"/>
              <a:sym typeface="Symbol" pitchFamily="18" charset="2"/>
            </a:endParaRPr>
          </a:p>
        </p:txBody>
      </p:sp>
      <p:sp>
        <p:nvSpPr>
          <p:cNvPr id="669781" name="Rectangle 85"/>
          <p:cNvSpPr>
            <a:spLocks noChangeArrowheads="1"/>
          </p:cNvSpPr>
          <p:nvPr/>
        </p:nvSpPr>
        <p:spPr bwMode="auto">
          <a:xfrm>
            <a:off x="5181600" y="6034088"/>
            <a:ext cx="1543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a:latin typeface="Times New Roman" pitchFamily="18" charset="0"/>
                <a:sym typeface="Symbol" pitchFamily="18" charset="2"/>
              </a:rPr>
              <a:t>=</a:t>
            </a:r>
            <a:r>
              <a:rPr lang="en-US" altLang="zh-CN" sz="2800" i="0">
                <a:latin typeface="Times New Roman" pitchFamily="18" charset="0"/>
                <a:sym typeface="Symbol" pitchFamily="18" charset="2"/>
              </a:rPr>
              <a:t>0.96619</a:t>
            </a:r>
            <a:endParaRPr lang="zh-CN" altLang="en-US" sz="2800" i="0">
              <a:latin typeface="Times New Roman" pitchFamily="18" charset="0"/>
              <a:sym typeface="Symbol" pitchFamily="18" charset="2"/>
            </a:endParaRPr>
          </a:p>
        </p:txBody>
      </p:sp>
      <p:grpSp>
        <p:nvGrpSpPr>
          <p:cNvPr id="2" name="Group 104"/>
          <p:cNvGrpSpPr>
            <a:grpSpLocks/>
          </p:cNvGrpSpPr>
          <p:nvPr/>
        </p:nvGrpSpPr>
        <p:grpSpPr bwMode="auto">
          <a:xfrm>
            <a:off x="1219200" y="5881688"/>
            <a:ext cx="4006850" cy="900112"/>
            <a:chOff x="768" y="3705"/>
            <a:chExt cx="2524" cy="567"/>
          </a:xfrm>
        </p:grpSpPr>
        <p:sp>
          <p:nvSpPr>
            <p:cNvPr id="85079" name="Rectangle 96"/>
            <p:cNvSpPr>
              <a:spLocks noChangeArrowheads="1"/>
            </p:cNvSpPr>
            <p:nvPr/>
          </p:nvSpPr>
          <p:spPr bwMode="auto">
            <a:xfrm>
              <a:off x="768" y="3792"/>
              <a:ext cx="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i="0">
                  <a:latin typeface="Times New Roman" pitchFamily="18" charset="0"/>
                </a:rPr>
                <a:t>+</a:t>
              </a:r>
            </a:p>
          </p:txBody>
        </p:sp>
        <p:sp>
          <p:nvSpPr>
            <p:cNvPr id="85080" name="Rectangle 97"/>
            <p:cNvSpPr>
              <a:spLocks noChangeArrowheads="1"/>
            </p:cNvSpPr>
            <p:nvPr/>
          </p:nvSpPr>
          <p:spPr bwMode="auto">
            <a:xfrm>
              <a:off x="897" y="3705"/>
              <a:ext cx="133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0.1</a:t>
              </a:r>
              <a:r>
                <a:rPr lang="en-US" altLang="zh-CN" sz="2800" i="0" baseline="30000">
                  <a:latin typeface="Times New Roman" pitchFamily="18" charset="0"/>
                  <a:sym typeface="Symbol" pitchFamily="18" charset="2"/>
                </a:rPr>
                <a:t>2</a:t>
              </a:r>
              <a:r>
                <a:rPr lang="en-US" altLang="zh-CN" sz="2800" i="0">
                  <a:latin typeface="Times New Roman" pitchFamily="18" charset="0"/>
                  <a:sym typeface="Symbol" pitchFamily="18" charset="2"/>
                </a:rPr>
                <a:t> *(0.1</a:t>
              </a:r>
              <a:r>
                <a:rPr lang="en-US" altLang="zh-CN" sz="2800" i="0" baseline="30000">
                  <a:latin typeface="Times New Roman" pitchFamily="18" charset="0"/>
                  <a:sym typeface="Symbol" pitchFamily="18" charset="2"/>
                </a:rPr>
                <a:t>2</a:t>
              </a:r>
              <a:r>
                <a:rPr lang="en-US" altLang="zh-CN" sz="2800" i="0">
                  <a:latin typeface="Times New Roman" pitchFamily="18" charset="0"/>
                  <a:sym typeface="Symbol" pitchFamily="18" charset="2"/>
                </a:rPr>
                <a:t>-1)</a:t>
              </a:r>
              <a:endParaRPr lang="zh-CN" altLang="en-US" sz="2800" i="0">
                <a:latin typeface="Times New Roman" pitchFamily="18" charset="0"/>
                <a:sym typeface="Symbol" pitchFamily="18" charset="2"/>
              </a:endParaRPr>
            </a:p>
          </p:txBody>
        </p:sp>
        <p:sp>
          <p:nvSpPr>
            <p:cNvPr id="85081" name="Line 98"/>
            <p:cNvSpPr>
              <a:spLocks noChangeShapeType="1"/>
            </p:cNvSpPr>
            <p:nvPr/>
          </p:nvSpPr>
          <p:spPr bwMode="auto">
            <a:xfrm>
              <a:off x="960" y="3984"/>
              <a:ext cx="1150" cy="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82" name="Rectangle 99"/>
            <p:cNvSpPr>
              <a:spLocks noChangeArrowheads="1"/>
            </p:cNvSpPr>
            <p:nvPr/>
          </p:nvSpPr>
          <p:spPr bwMode="auto">
            <a:xfrm>
              <a:off x="1148" y="3945"/>
              <a:ext cx="6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2*3*4</a:t>
              </a:r>
              <a:endParaRPr lang="zh-CN" altLang="en-US" sz="2800" i="0">
                <a:latin typeface="Times New Roman" pitchFamily="18" charset="0"/>
                <a:sym typeface="Symbol" pitchFamily="18" charset="2"/>
              </a:endParaRPr>
            </a:p>
          </p:txBody>
        </p:sp>
        <p:sp>
          <p:nvSpPr>
            <p:cNvPr id="85083" name="Rectangle 100"/>
            <p:cNvSpPr>
              <a:spLocks noChangeArrowheads="1"/>
            </p:cNvSpPr>
            <p:nvPr/>
          </p:nvSpPr>
          <p:spPr bwMode="auto">
            <a:xfrm>
              <a:off x="2215" y="3849"/>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i="0">
                  <a:latin typeface="Times New Roman" pitchFamily="18" charset="0"/>
                </a:rPr>
                <a:t>*</a:t>
              </a:r>
            </a:p>
          </p:txBody>
        </p:sp>
        <p:sp>
          <p:nvSpPr>
            <p:cNvPr id="85084" name="Rectangle 101"/>
            <p:cNvSpPr>
              <a:spLocks noChangeArrowheads="1"/>
            </p:cNvSpPr>
            <p:nvPr/>
          </p:nvSpPr>
          <p:spPr bwMode="auto">
            <a:xfrm>
              <a:off x="2448" y="3801"/>
              <a:ext cx="8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i="0">
                  <a:latin typeface="Times New Roman" pitchFamily="18" charset="0"/>
                </a:rPr>
                <a:t>0.00010</a:t>
              </a:r>
              <a:endParaRPr lang="zh-CN" altLang="en-US" sz="2800" i="0">
                <a:latin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69801"/>
                                        </p:tgtEl>
                                        <p:attrNameLst>
                                          <p:attrName>style.visibility</p:attrName>
                                        </p:attrNameLst>
                                      </p:cBhvr>
                                      <p:to>
                                        <p:strVal val="visible"/>
                                      </p:to>
                                    </p:set>
                                    <p:animEffect transition="in" filter="dissolve">
                                      <p:cBhvr>
                                        <p:cTn id="7" dur="500"/>
                                        <p:tgtEl>
                                          <p:spTgt spid="6698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69742"/>
                                        </p:tgtEl>
                                        <p:attrNameLst>
                                          <p:attrName>style.visibility</p:attrName>
                                        </p:attrNameLst>
                                      </p:cBhvr>
                                      <p:to>
                                        <p:strVal val="visible"/>
                                      </p:to>
                                    </p:set>
                                    <p:animEffect transition="in" filter="dissolve">
                                      <p:cBhvr>
                                        <p:cTn id="12" dur="500"/>
                                        <p:tgtEl>
                                          <p:spTgt spid="6697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69743"/>
                                        </p:tgtEl>
                                        <p:attrNameLst>
                                          <p:attrName>style.visibility</p:attrName>
                                        </p:attrNameLst>
                                      </p:cBhvr>
                                      <p:to>
                                        <p:strVal val="visible"/>
                                      </p:to>
                                    </p:set>
                                    <p:animEffect transition="in" filter="dissolve">
                                      <p:cBhvr>
                                        <p:cTn id="17" dur="500"/>
                                        <p:tgtEl>
                                          <p:spTgt spid="6697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69744"/>
                                        </p:tgtEl>
                                        <p:attrNameLst>
                                          <p:attrName>style.visibility</p:attrName>
                                        </p:attrNameLst>
                                      </p:cBhvr>
                                      <p:to>
                                        <p:strVal val="visible"/>
                                      </p:to>
                                    </p:set>
                                    <p:animEffect transition="in" filter="dissolve">
                                      <p:cBhvr>
                                        <p:cTn id="22" dur="500"/>
                                        <p:tgtEl>
                                          <p:spTgt spid="6697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69745"/>
                                        </p:tgtEl>
                                        <p:attrNameLst>
                                          <p:attrName>style.visibility</p:attrName>
                                        </p:attrNameLst>
                                      </p:cBhvr>
                                      <p:to>
                                        <p:strVal val="visible"/>
                                      </p:to>
                                    </p:set>
                                    <p:animEffect transition="in" filter="dissolve">
                                      <p:cBhvr>
                                        <p:cTn id="27" dur="500"/>
                                        <p:tgtEl>
                                          <p:spTgt spid="6697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69746"/>
                                        </p:tgtEl>
                                        <p:attrNameLst>
                                          <p:attrName>style.visibility</p:attrName>
                                        </p:attrNameLst>
                                      </p:cBhvr>
                                      <p:to>
                                        <p:strVal val="visible"/>
                                      </p:to>
                                    </p:set>
                                    <p:animEffect transition="in" filter="dissolve">
                                      <p:cBhvr>
                                        <p:cTn id="32" dur="500"/>
                                        <p:tgtEl>
                                          <p:spTgt spid="669746"/>
                                        </p:tgtEl>
                                      </p:cBhvr>
                                    </p:animEffect>
                                  </p:childTnLst>
                                </p:cTn>
                              </p:par>
                            </p:childTnLst>
                          </p:cTn>
                        </p:par>
                        <p:par>
                          <p:cTn id="33" fill="hold" nodeType="afterGroup">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669747"/>
                                        </p:tgtEl>
                                        <p:attrNameLst>
                                          <p:attrName>style.visibility</p:attrName>
                                        </p:attrNameLst>
                                      </p:cBhvr>
                                      <p:to>
                                        <p:strVal val="visible"/>
                                      </p:to>
                                    </p:set>
                                    <p:animEffect transition="in" filter="dissolve">
                                      <p:cBhvr>
                                        <p:cTn id="36" dur="500"/>
                                        <p:tgtEl>
                                          <p:spTgt spid="669747"/>
                                        </p:tgtEl>
                                      </p:cBhvr>
                                    </p:animEffect>
                                  </p:childTnLst>
                                </p:cTn>
                              </p:par>
                            </p:childTnLst>
                          </p:cTn>
                        </p:par>
                        <p:par>
                          <p:cTn id="37" fill="hold" nodeType="afterGroup">
                            <p:stCondLst>
                              <p:cond delay="1000"/>
                            </p:stCondLst>
                            <p:childTnLst>
                              <p:par>
                                <p:cTn id="38" presetID="9" presetClass="entr" presetSubtype="0" fill="hold" grpId="0" nodeType="afterEffect">
                                  <p:stCondLst>
                                    <p:cond delay="0"/>
                                  </p:stCondLst>
                                  <p:childTnLst>
                                    <p:set>
                                      <p:cBhvr>
                                        <p:cTn id="39" dur="1" fill="hold">
                                          <p:stCondLst>
                                            <p:cond delay="0"/>
                                          </p:stCondLst>
                                        </p:cTn>
                                        <p:tgtEl>
                                          <p:spTgt spid="669748"/>
                                        </p:tgtEl>
                                        <p:attrNameLst>
                                          <p:attrName>style.visibility</p:attrName>
                                        </p:attrNameLst>
                                      </p:cBhvr>
                                      <p:to>
                                        <p:strVal val="visible"/>
                                      </p:to>
                                    </p:set>
                                    <p:animEffect transition="in" filter="dissolve">
                                      <p:cBhvr>
                                        <p:cTn id="40" dur="500"/>
                                        <p:tgtEl>
                                          <p:spTgt spid="669748"/>
                                        </p:tgtEl>
                                      </p:cBhvr>
                                    </p:animEffect>
                                  </p:childTnLst>
                                </p:cTn>
                              </p:par>
                            </p:childTnLst>
                          </p:cTn>
                        </p:par>
                        <p:par>
                          <p:cTn id="41" fill="hold" nodeType="afterGroup">
                            <p:stCondLst>
                              <p:cond delay="1500"/>
                            </p:stCondLst>
                            <p:childTnLst>
                              <p:par>
                                <p:cTn id="42" presetID="9" presetClass="entr" presetSubtype="0" fill="hold" grpId="0" nodeType="afterEffect">
                                  <p:stCondLst>
                                    <p:cond delay="0"/>
                                  </p:stCondLst>
                                  <p:childTnLst>
                                    <p:set>
                                      <p:cBhvr>
                                        <p:cTn id="43" dur="1" fill="hold">
                                          <p:stCondLst>
                                            <p:cond delay="0"/>
                                          </p:stCondLst>
                                        </p:cTn>
                                        <p:tgtEl>
                                          <p:spTgt spid="669749"/>
                                        </p:tgtEl>
                                        <p:attrNameLst>
                                          <p:attrName>style.visibility</p:attrName>
                                        </p:attrNameLst>
                                      </p:cBhvr>
                                      <p:to>
                                        <p:strVal val="visible"/>
                                      </p:to>
                                    </p:set>
                                    <p:animEffect transition="in" filter="dissolve">
                                      <p:cBhvr>
                                        <p:cTn id="44" dur="500"/>
                                        <p:tgtEl>
                                          <p:spTgt spid="669749"/>
                                        </p:tgtEl>
                                      </p:cBhvr>
                                    </p:animEffect>
                                  </p:childTnLst>
                                </p:cTn>
                              </p:par>
                            </p:childTnLst>
                          </p:cTn>
                        </p:par>
                        <p:par>
                          <p:cTn id="45" fill="hold" nodeType="afterGroup">
                            <p:stCondLst>
                              <p:cond delay="2000"/>
                            </p:stCondLst>
                            <p:childTnLst>
                              <p:par>
                                <p:cTn id="46" presetID="9" presetClass="entr" presetSubtype="0" fill="hold" grpId="0" nodeType="afterEffect">
                                  <p:stCondLst>
                                    <p:cond delay="0"/>
                                  </p:stCondLst>
                                  <p:childTnLst>
                                    <p:set>
                                      <p:cBhvr>
                                        <p:cTn id="47" dur="1" fill="hold">
                                          <p:stCondLst>
                                            <p:cond delay="0"/>
                                          </p:stCondLst>
                                        </p:cTn>
                                        <p:tgtEl>
                                          <p:spTgt spid="669750"/>
                                        </p:tgtEl>
                                        <p:attrNameLst>
                                          <p:attrName>style.visibility</p:attrName>
                                        </p:attrNameLst>
                                      </p:cBhvr>
                                      <p:to>
                                        <p:strVal val="visible"/>
                                      </p:to>
                                    </p:set>
                                    <p:animEffect transition="in" filter="dissolve">
                                      <p:cBhvr>
                                        <p:cTn id="48" dur="500"/>
                                        <p:tgtEl>
                                          <p:spTgt spid="66975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669751"/>
                                        </p:tgtEl>
                                        <p:attrNameLst>
                                          <p:attrName>style.visibility</p:attrName>
                                        </p:attrNameLst>
                                      </p:cBhvr>
                                      <p:to>
                                        <p:strVal val="visible"/>
                                      </p:to>
                                    </p:set>
                                    <p:animEffect transition="in" filter="dissolve">
                                      <p:cBhvr>
                                        <p:cTn id="53" dur="500"/>
                                        <p:tgtEl>
                                          <p:spTgt spid="66975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669752"/>
                                        </p:tgtEl>
                                        <p:attrNameLst>
                                          <p:attrName>style.visibility</p:attrName>
                                        </p:attrNameLst>
                                      </p:cBhvr>
                                      <p:to>
                                        <p:strVal val="visible"/>
                                      </p:to>
                                    </p:set>
                                    <p:animEffect transition="in" filter="dissolve">
                                      <p:cBhvr>
                                        <p:cTn id="58" dur="500"/>
                                        <p:tgtEl>
                                          <p:spTgt spid="66975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669756"/>
                                        </p:tgtEl>
                                        <p:attrNameLst>
                                          <p:attrName>style.visibility</p:attrName>
                                        </p:attrNameLst>
                                      </p:cBhvr>
                                      <p:to>
                                        <p:strVal val="visible"/>
                                      </p:to>
                                    </p:set>
                                    <p:animEffect transition="in" filter="dissolve">
                                      <p:cBhvr>
                                        <p:cTn id="63" dur="500"/>
                                        <p:tgtEl>
                                          <p:spTgt spid="66975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669759"/>
                                        </p:tgtEl>
                                        <p:attrNameLst>
                                          <p:attrName>style.visibility</p:attrName>
                                        </p:attrNameLst>
                                      </p:cBhvr>
                                      <p:to>
                                        <p:strVal val="visible"/>
                                      </p:to>
                                    </p:set>
                                    <p:animEffect transition="in" filter="dissolve">
                                      <p:cBhvr>
                                        <p:cTn id="68" dur="500"/>
                                        <p:tgtEl>
                                          <p:spTgt spid="66975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669757"/>
                                        </p:tgtEl>
                                        <p:attrNameLst>
                                          <p:attrName>style.visibility</p:attrName>
                                        </p:attrNameLst>
                                      </p:cBhvr>
                                      <p:to>
                                        <p:strVal val="visible"/>
                                      </p:to>
                                    </p:set>
                                    <p:animEffect transition="in" filter="dissolve">
                                      <p:cBhvr>
                                        <p:cTn id="73" dur="500"/>
                                        <p:tgtEl>
                                          <p:spTgt spid="66975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669758"/>
                                        </p:tgtEl>
                                        <p:attrNameLst>
                                          <p:attrName>style.visibility</p:attrName>
                                        </p:attrNameLst>
                                      </p:cBhvr>
                                      <p:to>
                                        <p:strVal val="visible"/>
                                      </p:to>
                                    </p:set>
                                    <p:animEffect transition="in" filter="dissolve">
                                      <p:cBhvr>
                                        <p:cTn id="78" dur="500"/>
                                        <p:tgtEl>
                                          <p:spTgt spid="66975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669753"/>
                                        </p:tgtEl>
                                        <p:attrNameLst>
                                          <p:attrName>style.visibility</p:attrName>
                                        </p:attrNameLst>
                                      </p:cBhvr>
                                      <p:to>
                                        <p:strVal val="visible"/>
                                      </p:to>
                                    </p:set>
                                    <p:animEffect transition="in" filter="dissolve">
                                      <p:cBhvr>
                                        <p:cTn id="83" dur="500"/>
                                        <p:tgtEl>
                                          <p:spTgt spid="669753"/>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669754"/>
                                        </p:tgtEl>
                                        <p:attrNameLst>
                                          <p:attrName>style.visibility</p:attrName>
                                        </p:attrNameLst>
                                      </p:cBhvr>
                                      <p:to>
                                        <p:strVal val="visible"/>
                                      </p:to>
                                    </p:set>
                                    <p:animEffect transition="in" filter="dissolve">
                                      <p:cBhvr>
                                        <p:cTn id="88" dur="500"/>
                                        <p:tgtEl>
                                          <p:spTgt spid="66975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669755"/>
                                        </p:tgtEl>
                                        <p:attrNameLst>
                                          <p:attrName>style.visibility</p:attrName>
                                        </p:attrNameLst>
                                      </p:cBhvr>
                                      <p:to>
                                        <p:strVal val="visible"/>
                                      </p:to>
                                    </p:set>
                                    <p:animEffect transition="in" filter="dissolve">
                                      <p:cBhvr>
                                        <p:cTn id="93" dur="500"/>
                                        <p:tgtEl>
                                          <p:spTgt spid="66975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669760"/>
                                        </p:tgtEl>
                                        <p:attrNameLst>
                                          <p:attrName>style.visibility</p:attrName>
                                        </p:attrNameLst>
                                      </p:cBhvr>
                                      <p:to>
                                        <p:strVal val="visible"/>
                                      </p:to>
                                    </p:set>
                                    <p:animEffect transition="in" filter="dissolve">
                                      <p:cBhvr>
                                        <p:cTn id="98" dur="500"/>
                                        <p:tgtEl>
                                          <p:spTgt spid="669760"/>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9" presetClass="entr" presetSubtype="0" fill="hold" grpId="0" nodeType="clickEffect">
                                  <p:stCondLst>
                                    <p:cond delay="0"/>
                                  </p:stCondLst>
                                  <p:childTnLst>
                                    <p:set>
                                      <p:cBhvr>
                                        <p:cTn id="102" dur="1" fill="hold">
                                          <p:stCondLst>
                                            <p:cond delay="0"/>
                                          </p:stCondLst>
                                        </p:cTn>
                                        <p:tgtEl>
                                          <p:spTgt spid="669761"/>
                                        </p:tgtEl>
                                        <p:attrNameLst>
                                          <p:attrName>style.visibility</p:attrName>
                                        </p:attrNameLst>
                                      </p:cBhvr>
                                      <p:to>
                                        <p:strVal val="visible"/>
                                      </p:to>
                                    </p:set>
                                    <p:animEffect transition="in" filter="dissolve">
                                      <p:cBhvr>
                                        <p:cTn id="103" dur="500"/>
                                        <p:tgtEl>
                                          <p:spTgt spid="669761"/>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9" presetClass="entr" presetSubtype="0" fill="hold" grpId="0" nodeType="clickEffect">
                                  <p:stCondLst>
                                    <p:cond delay="0"/>
                                  </p:stCondLst>
                                  <p:childTnLst>
                                    <p:set>
                                      <p:cBhvr>
                                        <p:cTn id="107" dur="1" fill="hold">
                                          <p:stCondLst>
                                            <p:cond delay="0"/>
                                          </p:stCondLst>
                                        </p:cTn>
                                        <p:tgtEl>
                                          <p:spTgt spid="669762"/>
                                        </p:tgtEl>
                                        <p:attrNameLst>
                                          <p:attrName>style.visibility</p:attrName>
                                        </p:attrNameLst>
                                      </p:cBhvr>
                                      <p:to>
                                        <p:strVal val="visible"/>
                                      </p:to>
                                    </p:set>
                                    <p:animEffect transition="in" filter="dissolve">
                                      <p:cBhvr>
                                        <p:cTn id="108" dur="500"/>
                                        <p:tgtEl>
                                          <p:spTgt spid="669762"/>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9" presetClass="entr" presetSubtype="0" fill="hold" grpId="0" nodeType="clickEffect">
                                  <p:stCondLst>
                                    <p:cond delay="0"/>
                                  </p:stCondLst>
                                  <p:childTnLst>
                                    <p:set>
                                      <p:cBhvr>
                                        <p:cTn id="112" dur="1" fill="hold">
                                          <p:stCondLst>
                                            <p:cond delay="0"/>
                                          </p:stCondLst>
                                        </p:cTn>
                                        <p:tgtEl>
                                          <p:spTgt spid="669763"/>
                                        </p:tgtEl>
                                        <p:attrNameLst>
                                          <p:attrName>style.visibility</p:attrName>
                                        </p:attrNameLst>
                                      </p:cBhvr>
                                      <p:to>
                                        <p:strVal val="visible"/>
                                      </p:to>
                                    </p:set>
                                    <p:animEffect transition="in" filter="dissolve">
                                      <p:cBhvr>
                                        <p:cTn id="113" dur="500"/>
                                        <p:tgtEl>
                                          <p:spTgt spid="66976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9" presetClass="entr" presetSubtype="0" fill="hold" grpId="0" nodeType="clickEffect">
                                  <p:stCondLst>
                                    <p:cond delay="0"/>
                                  </p:stCondLst>
                                  <p:childTnLst>
                                    <p:set>
                                      <p:cBhvr>
                                        <p:cTn id="117" dur="1" fill="hold">
                                          <p:stCondLst>
                                            <p:cond delay="0"/>
                                          </p:stCondLst>
                                        </p:cTn>
                                        <p:tgtEl>
                                          <p:spTgt spid="669764"/>
                                        </p:tgtEl>
                                        <p:attrNameLst>
                                          <p:attrName>style.visibility</p:attrName>
                                        </p:attrNameLst>
                                      </p:cBhvr>
                                      <p:to>
                                        <p:strVal val="visible"/>
                                      </p:to>
                                    </p:set>
                                    <p:animEffect transition="in" filter="dissolve">
                                      <p:cBhvr>
                                        <p:cTn id="118" dur="500"/>
                                        <p:tgtEl>
                                          <p:spTgt spid="669764"/>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9" presetClass="entr" presetSubtype="0" fill="hold" grpId="0" nodeType="clickEffect">
                                  <p:stCondLst>
                                    <p:cond delay="0"/>
                                  </p:stCondLst>
                                  <p:childTnLst>
                                    <p:set>
                                      <p:cBhvr>
                                        <p:cTn id="122" dur="1" fill="hold">
                                          <p:stCondLst>
                                            <p:cond delay="0"/>
                                          </p:stCondLst>
                                        </p:cTn>
                                        <p:tgtEl>
                                          <p:spTgt spid="669765"/>
                                        </p:tgtEl>
                                        <p:attrNameLst>
                                          <p:attrName>style.visibility</p:attrName>
                                        </p:attrNameLst>
                                      </p:cBhvr>
                                      <p:to>
                                        <p:strVal val="visible"/>
                                      </p:to>
                                    </p:set>
                                    <p:animEffect transition="in" filter="dissolve">
                                      <p:cBhvr>
                                        <p:cTn id="123" dur="500"/>
                                        <p:tgtEl>
                                          <p:spTgt spid="669765"/>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9" presetClass="entr" presetSubtype="0" fill="hold" grpId="0" nodeType="clickEffect">
                                  <p:stCondLst>
                                    <p:cond delay="0"/>
                                  </p:stCondLst>
                                  <p:childTnLst>
                                    <p:set>
                                      <p:cBhvr>
                                        <p:cTn id="127" dur="1" fill="hold">
                                          <p:stCondLst>
                                            <p:cond delay="0"/>
                                          </p:stCondLst>
                                        </p:cTn>
                                        <p:tgtEl>
                                          <p:spTgt spid="669766"/>
                                        </p:tgtEl>
                                        <p:attrNameLst>
                                          <p:attrName>style.visibility</p:attrName>
                                        </p:attrNameLst>
                                      </p:cBhvr>
                                      <p:to>
                                        <p:strVal val="visible"/>
                                      </p:to>
                                    </p:set>
                                    <p:animEffect transition="in" filter="dissolve">
                                      <p:cBhvr>
                                        <p:cTn id="128" dur="500"/>
                                        <p:tgtEl>
                                          <p:spTgt spid="669766"/>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9" presetClass="entr" presetSubtype="0" fill="hold" grpId="0" nodeType="clickEffect">
                                  <p:stCondLst>
                                    <p:cond delay="0"/>
                                  </p:stCondLst>
                                  <p:childTnLst>
                                    <p:set>
                                      <p:cBhvr>
                                        <p:cTn id="132" dur="1" fill="hold">
                                          <p:stCondLst>
                                            <p:cond delay="0"/>
                                          </p:stCondLst>
                                        </p:cTn>
                                        <p:tgtEl>
                                          <p:spTgt spid="669767"/>
                                        </p:tgtEl>
                                        <p:attrNameLst>
                                          <p:attrName>style.visibility</p:attrName>
                                        </p:attrNameLst>
                                      </p:cBhvr>
                                      <p:to>
                                        <p:strVal val="visible"/>
                                      </p:to>
                                    </p:set>
                                    <p:animEffect transition="in" filter="dissolve">
                                      <p:cBhvr>
                                        <p:cTn id="133" dur="500"/>
                                        <p:tgtEl>
                                          <p:spTgt spid="669767"/>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9" presetClass="entr" presetSubtype="0" fill="hold" grpId="0" nodeType="clickEffect">
                                  <p:stCondLst>
                                    <p:cond delay="0"/>
                                  </p:stCondLst>
                                  <p:childTnLst>
                                    <p:set>
                                      <p:cBhvr>
                                        <p:cTn id="137" dur="1" fill="hold">
                                          <p:stCondLst>
                                            <p:cond delay="0"/>
                                          </p:stCondLst>
                                        </p:cTn>
                                        <p:tgtEl>
                                          <p:spTgt spid="669768"/>
                                        </p:tgtEl>
                                        <p:attrNameLst>
                                          <p:attrName>style.visibility</p:attrName>
                                        </p:attrNameLst>
                                      </p:cBhvr>
                                      <p:to>
                                        <p:strVal val="visible"/>
                                      </p:to>
                                    </p:set>
                                    <p:animEffect transition="in" filter="dissolve">
                                      <p:cBhvr>
                                        <p:cTn id="138" dur="500"/>
                                        <p:tgtEl>
                                          <p:spTgt spid="669768"/>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9" presetClass="entr" presetSubtype="0" fill="hold" grpId="0" nodeType="clickEffect">
                                  <p:stCondLst>
                                    <p:cond delay="0"/>
                                  </p:stCondLst>
                                  <p:childTnLst>
                                    <p:set>
                                      <p:cBhvr>
                                        <p:cTn id="142" dur="1" fill="hold">
                                          <p:stCondLst>
                                            <p:cond delay="0"/>
                                          </p:stCondLst>
                                        </p:cTn>
                                        <p:tgtEl>
                                          <p:spTgt spid="669769"/>
                                        </p:tgtEl>
                                        <p:attrNameLst>
                                          <p:attrName>style.visibility</p:attrName>
                                        </p:attrNameLst>
                                      </p:cBhvr>
                                      <p:to>
                                        <p:strVal val="visible"/>
                                      </p:to>
                                    </p:set>
                                    <p:animEffect transition="in" filter="dissolve">
                                      <p:cBhvr>
                                        <p:cTn id="143" dur="500"/>
                                        <p:tgtEl>
                                          <p:spTgt spid="669769"/>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9" presetClass="entr" presetSubtype="0" fill="hold" grpId="0" nodeType="clickEffect">
                                  <p:stCondLst>
                                    <p:cond delay="0"/>
                                  </p:stCondLst>
                                  <p:childTnLst>
                                    <p:set>
                                      <p:cBhvr>
                                        <p:cTn id="147" dur="1" fill="hold">
                                          <p:stCondLst>
                                            <p:cond delay="0"/>
                                          </p:stCondLst>
                                        </p:cTn>
                                        <p:tgtEl>
                                          <p:spTgt spid="669770"/>
                                        </p:tgtEl>
                                        <p:attrNameLst>
                                          <p:attrName>style.visibility</p:attrName>
                                        </p:attrNameLst>
                                      </p:cBhvr>
                                      <p:to>
                                        <p:strVal val="visible"/>
                                      </p:to>
                                    </p:set>
                                    <p:animEffect transition="in" filter="dissolve">
                                      <p:cBhvr>
                                        <p:cTn id="148" dur="500"/>
                                        <p:tgtEl>
                                          <p:spTgt spid="669770"/>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9" presetClass="entr" presetSubtype="0" fill="hold" grpId="0" nodeType="clickEffect">
                                  <p:stCondLst>
                                    <p:cond delay="0"/>
                                  </p:stCondLst>
                                  <p:childTnLst>
                                    <p:set>
                                      <p:cBhvr>
                                        <p:cTn id="152" dur="1" fill="hold">
                                          <p:stCondLst>
                                            <p:cond delay="0"/>
                                          </p:stCondLst>
                                        </p:cTn>
                                        <p:tgtEl>
                                          <p:spTgt spid="669771"/>
                                        </p:tgtEl>
                                        <p:attrNameLst>
                                          <p:attrName>style.visibility</p:attrName>
                                        </p:attrNameLst>
                                      </p:cBhvr>
                                      <p:to>
                                        <p:strVal val="visible"/>
                                      </p:to>
                                    </p:set>
                                    <p:animEffect transition="in" filter="dissolve">
                                      <p:cBhvr>
                                        <p:cTn id="153" dur="500"/>
                                        <p:tgtEl>
                                          <p:spTgt spid="669771"/>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9" presetClass="entr" presetSubtype="0" fill="hold" grpId="0" nodeType="clickEffect">
                                  <p:stCondLst>
                                    <p:cond delay="0"/>
                                  </p:stCondLst>
                                  <p:childTnLst>
                                    <p:set>
                                      <p:cBhvr>
                                        <p:cTn id="157" dur="1" fill="hold">
                                          <p:stCondLst>
                                            <p:cond delay="0"/>
                                          </p:stCondLst>
                                        </p:cTn>
                                        <p:tgtEl>
                                          <p:spTgt spid="669772"/>
                                        </p:tgtEl>
                                        <p:attrNameLst>
                                          <p:attrName>style.visibility</p:attrName>
                                        </p:attrNameLst>
                                      </p:cBhvr>
                                      <p:to>
                                        <p:strVal val="visible"/>
                                      </p:to>
                                    </p:set>
                                    <p:animEffect transition="in" filter="dissolve">
                                      <p:cBhvr>
                                        <p:cTn id="158" dur="500"/>
                                        <p:tgtEl>
                                          <p:spTgt spid="669772"/>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9" presetClass="entr" presetSubtype="0" fill="hold" grpId="0" nodeType="clickEffect">
                                  <p:stCondLst>
                                    <p:cond delay="0"/>
                                  </p:stCondLst>
                                  <p:childTnLst>
                                    <p:set>
                                      <p:cBhvr>
                                        <p:cTn id="162" dur="1" fill="hold">
                                          <p:stCondLst>
                                            <p:cond delay="0"/>
                                          </p:stCondLst>
                                        </p:cTn>
                                        <p:tgtEl>
                                          <p:spTgt spid="669773"/>
                                        </p:tgtEl>
                                        <p:attrNameLst>
                                          <p:attrName>style.visibility</p:attrName>
                                        </p:attrNameLst>
                                      </p:cBhvr>
                                      <p:to>
                                        <p:strVal val="visible"/>
                                      </p:to>
                                    </p:set>
                                    <p:animEffect transition="in" filter="dissolve">
                                      <p:cBhvr>
                                        <p:cTn id="163" dur="500"/>
                                        <p:tgtEl>
                                          <p:spTgt spid="669773"/>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9" presetClass="entr" presetSubtype="0" fill="hold" grpId="0" nodeType="clickEffect">
                                  <p:stCondLst>
                                    <p:cond delay="0"/>
                                  </p:stCondLst>
                                  <p:childTnLst>
                                    <p:set>
                                      <p:cBhvr>
                                        <p:cTn id="167" dur="1" fill="hold">
                                          <p:stCondLst>
                                            <p:cond delay="0"/>
                                          </p:stCondLst>
                                        </p:cTn>
                                        <p:tgtEl>
                                          <p:spTgt spid="669774"/>
                                        </p:tgtEl>
                                        <p:attrNameLst>
                                          <p:attrName>style.visibility</p:attrName>
                                        </p:attrNameLst>
                                      </p:cBhvr>
                                      <p:to>
                                        <p:strVal val="visible"/>
                                      </p:to>
                                    </p:set>
                                    <p:animEffect transition="in" filter="dissolve">
                                      <p:cBhvr>
                                        <p:cTn id="168" dur="500"/>
                                        <p:tgtEl>
                                          <p:spTgt spid="669774"/>
                                        </p:tgtEl>
                                      </p:cBhvr>
                                    </p:animEffec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9" presetClass="entr" presetSubtype="0" fill="hold" grpId="0" nodeType="clickEffect">
                                  <p:stCondLst>
                                    <p:cond delay="0"/>
                                  </p:stCondLst>
                                  <p:childTnLst>
                                    <p:set>
                                      <p:cBhvr>
                                        <p:cTn id="172" dur="1" fill="hold">
                                          <p:stCondLst>
                                            <p:cond delay="0"/>
                                          </p:stCondLst>
                                        </p:cTn>
                                        <p:tgtEl>
                                          <p:spTgt spid="669775"/>
                                        </p:tgtEl>
                                        <p:attrNameLst>
                                          <p:attrName>style.visibility</p:attrName>
                                        </p:attrNameLst>
                                      </p:cBhvr>
                                      <p:to>
                                        <p:strVal val="visible"/>
                                      </p:to>
                                    </p:set>
                                    <p:animEffect transition="in" filter="dissolve">
                                      <p:cBhvr>
                                        <p:cTn id="173" dur="500"/>
                                        <p:tgtEl>
                                          <p:spTgt spid="669775"/>
                                        </p:tgtEl>
                                      </p:cBhvr>
                                    </p:animEffec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9" presetClass="entr" presetSubtype="0" fill="hold" grpId="0" nodeType="clickEffect">
                                  <p:stCondLst>
                                    <p:cond delay="0"/>
                                  </p:stCondLst>
                                  <p:childTnLst>
                                    <p:set>
                                      <p:cBhvr>
                                        <p:cTn id="177" dur="1" fill="hold">
                                          <p:stCondLst>
                                            <p:cond delay="0"/>
                                          </p:stCondLst>
                                        </p:cTn>
                                        <p:tgtEl>
                                          <p:spTgt spid="669776"/>
                                        </p:tgtEl>
                                        <p:attrNameLst>
                                          <p:attrName>style.visibility</p:attrName>
                                        </p:attrNameLst>
                                      </p:cBhvr>
                                      <p:to>
                                        <p:strVal val="visible"/>
                                      </p:to>
                                    </p:set>
                                    <p:animEffect transition="in" filter="dissolve">
                                      <p:cBhvr>
                                        <p:cTn id="178" dur="500"/>
                                        <p:tgtEl>
                                          <p:spTgt spid="669776"/>
                                        </p:tgtEl>
                                      </p:cBhvr>
                                    </p:animEffec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9" presetClass="entr" presetSubtype="0" fill="hold" grpId="0" nodeType="clickEffect">
                                  <p:stCondLst>
                                    <p:cond delay="0"/>
                                  </p:stCondLst>
                                  <p:childTnLst>
                                    <p:set>
                                      <p:cBhvr>
                                        <p:cTn id="182" dur="1" fill="hold">
                                          <p:stCondLst>
                                            <p:cond delay="0"/>
                                          </p:stCondLst>
                                        </p:cTn>
                                        <p:tgtEl>
                                          <p:spTgt spid="669777"/>
                                        </p:tgtEl>
                                        <p:attrNameLst>
                                          <p:attrName>style.visibility</p:attrName>
                                        </p:attrNameLst>
                                      </p:cBhvr>
                                      <p:to>
                                        <p:strVal val="visible"/>
                                      </p:to>
                                    </p:set>
                                    <p:animEffect transition="in" filter="dissolve">
                                      <p:cBhvr>
                                        <p:cTn id="183" dur="500"/>
                                        <p:tgtEl>
                                          <p:spTgt spid="669777"/>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9" presetClass="entr" presetSubtype="0" fill="hold" grpId="0" nodeType="clickEffect">
                                  <p:stCondLst>
                                    <p:cond delay="0"/>
                                  </p:stCondLst>
                                  <p:childTnLst>
                                    <p:set>
                                      <p:cBhvr>
                                        <p:cTn id="187" dur="1" fill="hold">
                                          <p:stCondLst>
                                            <p:cond delay="0"/>
                                          </p:stCondLst>
                                        </p:cTn>
                                        <p:tgtEl>
                                          <p:spTgt spid="669778"/>
                                        </p:tgtEl>
                                        <p:attrNameLst>
                                          <p:attrName>style.visibility</p:attrName>
                                        </p:attrNameLst>
                                      </p:cBhvr>
                                      <p:to>
                                        <p:strVal val="visible"/>
                                      </p:to>
                                    </p:set>
                                    <p:animEffect transition="in" filter="dissolve">
                                      <p:cBhvr>
                                        <p:cTn id="188" dur="500"/>
                                        <p:tgtEl>
                                          <p:spTgt spid="669778"/>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9" presetClass="entr" presetSubtype="0" fill="hold" grpId="0" nodeType="clickEffect">
                                  <p:stCondLst>
                                    <p:cond delay="0"/>
                                  </p:stCondLst>
                                  <p:childTnLst>
                                    <p:set>
                                      <p:cBhvr>
                                        <p:cTn id="192" dur="1" fill="hold">
                                          <p:stCondLst>
                                            <p:cond delay="0"/>
                                          </p:stCondLst>
                                        </p:cTn>
                                        <p:tgtEl>
                                          <p:spTgt spid="669779"/>
                                        </p:tgtEl>
                                        <p:attrNameLst>
                                          <p:attrName>style.visibility</p:attrName>
                                        </p:attrNameLst>
                                      </p:cBhvr>
                                      <p:to>
                                        <p:strVal val="visible"/>
                                      </p:to>
                                    </p:set>
                                    <p:animEffect transition="in" filter="dissolve">
                                      <p:cBhvr>
                                        <p:cTn id="193" dur="500"/>
                                        <p:tgtEl>
                                          <p:spTgt spid="669779"/>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9" presetClass="entr" presetSubtype="0" fill="hold" grpId="0" nodeType="clickEffect">
                                  <p:stCondLst>
                                    <p:cond delay="0"/>
                                  </p:stCondLst>
                                  <p:childTnLst>
                                    <p:set>
                                      <p:cBhvr>
                                        <p:cTn id="197" dur="1" fill="hold">
                                          <p:stCondLst>
                                            <p:cond delay="0"/>
                                          </p:stCondLst>
                                        </p:cTn>
                                        <p:tgtEl>
                                          <p:spTgt spid="669780"/>
                                        </p:tgtEl>
                                        <p:attrNameLst>
                                          <p:attrName>style.visibility</p:attrName>
                                        </p:attrNameLst>
                                      </p:cBhvr>
                                      <p:to>
                                        <p:strVal val="visible"/>
                                      </p:to>
                                    </p:set>
                                    <p:animEffect transition="in" filter="dissolve">
                                      <p:cBhvr>
                                        <p:cTn id="198" dur="500"/>
                                        <p:tgtEl>
                                          <p:spTgt spid="669780"/>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 presetClass="entr" presetSubtype="8" fill="hold" nodeType="clickEffect">
                                  <p:stCondLst>
                                    <p:cond delay="0"/>
                                  </p:stCondLst>
                                  <p:childTnLst>
                                    <p:set>
                                      <p:cBhvr>
                                        <p:cTn id="202" dur="1" fill="hold">
                                          <p:stCondLst>
                                            <p:cond delay="0"/>
                                          </p:stCondLst>
                                        </p:cTn>
                                        <p:tgtEl>
                                          <p:spTgt spid="2"/>
                                        </p:tgtEl>
                                        <p:attrNameLst>
                                          <p:attrName>style.visibility</p:attrName>
                                        </p:attrNameLst>
                                      </p:cBhvr>
                                      <p:to>
                                        <p:strVal val="visible"/>
                                      </p:to>
                                    </p:set>
                                    <p:anim calcmode="lin" valueType="num">
                                      <p:cBhvr additive="base">
                                        <p:cTn id="203" dur="500" fill="hold"/>
                                        <p:tgtEl>
                                          <p:spTgt spid="2"/>
                                        </p:tgtEl>
                                        <p:attrNameLst>
                                          <p:attrName>ppt_x</p:attrName>
                                        </p:attrNameLst>
                                      </p:cBhvr>
                                      <p:tavLst>
                                        <p:tav tm="0">
                                          <p:val>
                                            <p:strVal val="0-#ppt_w/2"/>
                                          </p:val>
                                        </p:tav>
                                        <p:tav tm="100000">
                                          <p:val>
                                            <p:strVal val="#ppt_x"/>
                                          </p:val>
                                        </p:tav>
                                      </p:tavLst>
                                    </p:anim>
                                    <p:anim calcmode="lin" valueType="num">
                                      <p:cBhvr additive="base">
                                        <p:cTn id="20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5" fill="hold" nodeType="clickPar">
                      <p:stCondLst>
                        <p:cond delay="indefinite"/>
                      </p:stCondLst>
                      <p:childTnLst>
                        <p:par>
                          <p:cTn id="206" fill="hold" nodeType="withGroup">
                            <p:stCondLst>
                              <p:cond delay="0"/>
                            </p:stCondLst>
                            <p:childTnLst>
                              <p:par>
                                <p:cTn id="207" presetID="9" presetClass="entr" presetSubtype="0" fill="hold" grpId="0" nodeType="clickEffect">
                                  <p:stCondLst>
                                    <p:cond delay="0"/>
                                  </p:stCondLst>
                                  <p:childTnLst>
                                    <p:set>
                                      <p:cBhvr>
                                        <p:cTn id="208" dur="1" fill="hold">
                                          <p:stCondLst>
                                            <p:cond delay="0"/>
                                          </p:stCondLst>
                                        </p:cTn>
                                        <p:tgtEl>
                                          <p:spTgt spid="669781"/>
                                        </p:tgtEl>
                                        <p:attrNameLst>
                                          <p:attrName>style.visibility</p:attrName>
                                        </p:attrNameLst>
                                      </p:cBhvr>
                                      <p:to>
                                        <p:strVal val="visible"/>
                                      </p:to>
                                    </p:set>
                                    <p:animEffect transition="in" filter="dissolve">
                                      <p:cBhvr>
                                        <p:cTn id="209" dur="500"/>
                                        <p:tgtEl>
                                          <p:spTgt spid="669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742" grpId="0" autoUpdateAnimBg="0"/>
      <p:bldP spid="669743" grpId="0" autoUpdateAnimBg="0"/>
      <p:bldP spid="669744" grpId="0" autoUpdateAnimBg="0"/>
      <p:bldP spid="669745" grpId="0" autoUpdateAnimBg="0"/>
      <p:bldP spid="669746" grpId="0" autoUpdateAnimBg="0"/>
      <p:bldP spid="669747" grpId="0" autoUpdateAnimBg="0"/>
      <p:bldP spid="669748" grpId="0" autoUpdateAnimBg="0"/>
      <p:bldP spid="669749" grpId="0" autoUpdateAnimBg="0"/>
      <p:bldP spid="669750" grpId="0" autoUpdateAnimBg="0"/>
      <p:bldP spid="669751" grpId="0" autoUpdateAnimBg="0"/>
      <p:bldP spid="669752" grpId="0" animBg="1"/>
      <p:bldP spid="669753" grpId="0" autoUpdateAnimBg="0"/>
      <p:bldP spid="669754" grpId="0" autoUpdateAnimBg="0"/>
      <p:bldP spid="669755" grpId="0" autoUpdateAnimBg="0"/>
      <p:bldP spid="669756" grpId="0" autoUpdateAnimBg="0"/>
      <p:bldP spid="669758" grpId="0" autoUpdateAnimBg="0"/>
      <p:bldP spid="669759" grpId="0" autoUpdateAnimBg="0"/>
      <p:bldP spid="669760" grpId="0" autoUpdateAnimBg="0"/>
      <p:bldP spid="669761" grpId="0" animBg="1"/>
      <p:bldP spid="669762" grpId="0" autoUpdateAnimBg="0"/>
      <p:bldP spid="669763" grpId="0" autoUpdateAnimBg="0"/>
      <p:bldP spid="669764" grpId="0" autoUpdateAnimBg="0"/>
      <p:bldP spid="669765" grpId="0" animBg="1"/>
      <p:bldP spid="669766" grpId="0" autoUpdateAnimBg="0"/>
      <p:bldP spid="669767" grpId="0" autoUpdateAnimBg="0"/>
      <p:bldP spid="669768" grpId="0" autoUpdateAnimBg="0"/>
      <p:bldP spid="669769" grpId="0" animBg="1"/>
      <p:bldP spid="669770" grpId="0" autoUpdateAnimBg="0"/>
      <p:bldP spid="669771" grpId="0" autoUpdateAnimBg="0"/>
      <p:bldP spid="669772" grpId="0" autoUpdateAnimBg="0"/>
      <p:bldP spid="669773" grpId="0" autoUpdateAnimBg="0"/>
      <p:bldP spid="669774" grpId="0" autoUpdateAnimBg="0"/>
      <p:bldP spid="669775" grpId="0" animBg="1"/>
      <p:bldP spid="669776" grpId="0" autoUpdateAnimBg="0"/>
      <p:bldP spid="669777" grpId="0" autoUpdateAnimBg="0"/>
      <p:bldP spid="669778" grpId="0" autoUpdateAnimBg="0"/>
      <p:bldP spid="669779" grpId="0" animBg="1"/>
      <p:bldP spid="669780" grpId="0" autoUpdateAnimBg="0"/>
      <p:bldP spid="669781"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53EC121-98BA-4634-AAB7-E49819DD7C20}" type="slidenum">
              <a:rPr lang="zh-CN" altLang="en-US" b="0" i="0" smtClean="0"/>
              <a:pPr/>
              <a:t>67</a:t>
            </a:fld>
            <a:endParaRPr lang="en-US" altLang="zh-CN" b="0" i="0" smtClean="0"/>
          </a:p>
        </p:txBody>
      </p:sp>
      <p:sp>
        <p:nvSpPr>
          <p:cNvPr id="8601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20DED3F-1DAE-4A88-8B14-5E2C68C8C39C}" type="datetime1">
              <a:rPr lang="zh-CN" altLang="en-US" sz="1800" i="0" smtClean="0"/>
              <a:pPr/>
              <a:t>2024/10/20</a:t>
            </a:fld>
            <a:endParaRPr lang="en-US" altLang="zh-CN" sz="1800" i="0" smtClean="0"/>
          </a:p>
        </p:txBody>
      </p:sp>
      <p:sp>
        <p:nvSpPr>
          <p:cNvPr id="719874" name="Rectangle 2"/>
          <p:cNvSpPr>
            <a:spLocks noGrp="1" noChangeArrowheads="1"/>
          </p:cNvSpPr>
          <p:nvPr>
            <p:ph type="title"/>
          </p:nvPr>
        </p:nvSpPr>
        <p:spPr>
          <a:xfrm>
            <a:off x="650875" y="255588"/>
            <a:ext cx="8820150" cy="658812"/>
          </a:xfrm>
        </p:spPr>
        <p:txBody>
          <a:bodyPr/>
          <a:lstStyle/>
          <a:p>
            <a:pPr>
              <a:defRPr/>
            </a:pPr>
            <a:r>
              <a:rPr lang="zh-CN" altLang="en-US" sz="4800" smtClean="0"/>
              <a:t>§2.4 费雷瑟图表及使用方法</a:t>
            </a:r>
          </a:p>
        </p:txBody>
      </p:sp>
      <p:graphicFrame>
        <p:nvGraphicFramePr>
          <p:cNvPr id="86021" name="Object 3"/>
          <p:cNvGraphicFramePr>
            <a:graphicFrameLocks noChangeAspect="1"/>
          </p:cNvGraphicFramePr>
          <p:nvPr/>
        </p:nvGraphicFramePr>
        <p:xfrm>
          <a:off x="107950" y="1066800"/>
          <a:ext cx="5580063" cy="5799138"/>
        </p:xfrm>
        <a:graphic>
          <a:graphicData uri="http://schemas.openxmlformats.org/presentationml/2006/ole">
            <mc:AlternateContent xmlns:mc="http://schemas.openxmlformats.org/markup-compatibility/2006">
              <mc:Choice xmlns:v="urn:schemas-microsoft-com:vml" Requires="v">
                <p:oleObj spid="_x0000_s86131" name="Equation" r:id="rId3" imgW="1775530" imgH="1676376" progId="Equation.DSMT4">
                  <p:embed/>
                </p:oleObj>
              </mc:Choice>
              <mc:Fallback>
                <p:oleObj name="Equation" r:id="rId3" imgW="1775530" imgH="1676376"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066800"/>
                        <a:ext cx="5580063" cy="579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2" name="Line 4"/>
          <p:cNvSpPr>
            <a:spLocks noChangeShapeType="1"/>
          </p:cNvSpPr>
          <p:nvPr/>
        </p:nvSpPr>
        <p:spPr bwMode="auto">
          <a:xfrm>
            <a:off x="611188"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23" name="Line 5"/>
          <p:cNvSpPr>
            <a:spLocks noChangeShapeType="1"/>
          </p:cNvSpPr>
          <p:nvPr/>
        </p:nvSpPr>
        <p:spPr bwMode="auto">
          <a:xfrm rot="5581267">
            <a:off x="4087019" y="2388394"/>
            <a:ext cx="534987" cy="63182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24" name="Line 6"/>
          <p:cNvSpPr>
            <a:spLocks noChangeShapeType="1"/>
          </p:cNvSpPr>
          <p:nvPr/>
        </p:nvSpPr>
        <p:spPr bwMode="auto">
          <a:xfrm>
            <a:off x="1909763" y="15684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25" name="Line 7"/>
          <p:cNvSpPr>
            <a:spLocks noChangeShapeType="1"/>
          </p:cNvSpPr>
          <p:nvPr/>
        </p:nvSpPr>
        <p:spPr bwMode="auto">
          <a:xfrm>
            <a:off x="1909763" y="3257550"/>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26" name="Line 8"/>
          <p:cNvSpPr>
            <a:spLocks noChangeShapeType="1"/>
          </p:cNvSpPr>
          <p:nvPr/>
        </p:nvSpPr>
        <p:spPr bwMode="auto">
          <a:xfrm>
            <a:off x="3024188" y="4097338"/>
            <a:ext cx="884237" cy="6540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27" name="Line 9"/>
          <p:cNvSpPr>
            <a:spLocks noChangeShapeType="1"/>
          </p:cNvSpPr>
          <p:nvPr/>
        </p:nvSpPr>
        <p:spPr bwMode="auto">
          <a:xfrm>
            <a:off x="4344988" y="5037138"/>
            <a:ext cx="731837"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28" name="Line 10"/>
          <p:cNvSpPr>
            <a:spLocks noChangeShapeType="1"/>
          </p:cNvSpPr>
          <p:nvPr/>
        </p:nvSpPr>
        <p:spPr bwMode="auto">
          <a:xfrm rot="5581267">
            <a:off x="4314032" y="4066381"/>
            <a:ext cx="660400" cy="573087"/>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29" name="Line 11"/>
          <p:cNvSpPr>
            <a:spLocks noChangeShapeType="1"/>
          </p:cNvSpPr>
          <p:nvPr/>
        </p:nvSpPr>
        <p:spPr bwMode="auto">
          <a:xfrm rot="5581267">
            <a:off x="3141663" y="1327150"/>
            <a:ext cx="555625"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0" name="Line 12"/>
          <p:cNvSpPr>
            <a:spLocks noChangeShapeType="1"/>
          </p:cNvSpPr>
          <p:nvPr/>
        </p:nvSpPr>
        <p:spPr bwMode="auto">
          <a:xfrm rot="5581267">
            <a:off x="3073400" y="3249613"/>
            <a:ext cx="733425" cy="64770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1" name="Line 13"/>
          <p:cNvSpPr>
            <a:spLocks noChangeShapeType="1"/>
          </p:cNvSpPr>
          <p:nvPr/>
        </p:nvSpPr>
        <p:spPr bwMode="auto">
          <a:xfrm>
            <a:off x="2971800" y="24336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2" name="Line 14"/>
          <p:cNvSpPr>
            <a:spLocks noChangeShapeType="1"/>
          </p:cNvSpPr>
          <p:nvPr/>
        </p:nvSpPr>
        <p:spPr bwMode="auto">
          <a:xfrm>
            <a:off x="4271963" y="33480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3" name="Line 15"/>
          <p:cNvSpPr>
            <a:spLocks noChangeShapeType="1"/>
          </p:cNvSpPr>
          <p:nvPr/>
        </p:nvSpPr>
        <p:spPr bwMode="auto">
          <a:xfrm>
            <a:off x="1909763" y="4905375"/>
            <a:ext cx="731837"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4" name="Line 16"/>
          <p:cNvSpPr>
            <a:spLocks noChangeShapeType="1"/>
          </p:cNvSpPr>
          <p:nvPr/>
        </p:nvSpPr>
        <p:spPr bwMode="auto">
          <a:xfrm>
            <a:off x="3116263"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5" name="Line 17"/>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6" name="Line 18"/>
          <p:cNvSpPr>
            <a:spLocks noChangeShapeType="1"/>
          </p:cNvSpPr>
          <p:nvPr/>
        </p:nvSpPr>
        <p:spPr bwMode="auto">
          <a:xfrm>
            <a:off x="490538" y="5889625"/>
            <a:ext cx="733425" cy="525463"/>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7" name="Line 19"/>
          <p:cNvSpPr>
            <a:spLocks noChangeShapeType="1"/>
          </p:cNvSpPr>
          <p:nvPr/>
        </p:nvSpPr>
        <p:spPr bwMode="auto">
          <a:xfrm rot="6020472">
            <a:off x="1735931" y="2316957"/>
            <a:ext cx="874713"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8" name="Line 20"/>
          <p:cNvSpPr>
            <a:spLocks noChangeShapeType="1"/>
          </p:cNvSpPr>
          <p:nvPr/>
        </p:nvSpPr>
        <p:spPr bwMode="auto">
          <a:xfrm rot="5581267">
            <a:off x="1800226" y="3983037"/>
            <a:ext cx="660400" cy="739775"/>
          </a:xfrm>
          <a:prstGeom prst="line">
            <a:avLst/>
          </a:prstGeom>
          <a:noFill/>
          <a:ln w="190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39" name="Line 21"/>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40" name="Line 22"/>
          <p:cNvSpPr>
            <a:spLocks noChangeShapeType="1"/>
          </p:cNvSpPr>
          <p:nvPr/>
        </p:nvSpPr>
        <p:spPr bwMode="auto">
          <a:xfrm rot="5581267">
            <a:off x="3063876" y="4841875"/>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41" name="Line 23"/>
          <p:cNvSpPr>
            <a:spLocks noChangeShapeType="1"/>
          </p:cNvSpPr>
          <p:nvPr/>
        </p:nvSpPr>
        <p:spPr bwMode="auto">
          <a:xfrm rot="5581267">
            <a:off x="524669" y="4995069"/>
            <a:ext cx="660400" cy="73818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42" name="Line 24"/>
          <p:cNvSpPr>
            <a:spLocks noChangeShapeType="1"/>
          </p:cNvSpPr>
          <p:nvPr/>
        </p:nvSpPr>
        <p:spPr bwMode="auto">
          <a:xfrm rot="5581267">
            <a:off x="1800226" y="5849937"/>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43" name="Line 25"/>
          <p:cNvSpPr>
            <a:spLocks noChangeShapeType="1"/>
          </p:cNvSpPr>
          <p:nvPr/>
        </p:nvSpPr>
        <p:spPr bwMode="auto">
          <a:xfrm rot="5581267">
            <a:off x="4230688" y="5715000"/>
            <a:ext cx="660400" cy="739775"/>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44" name="Line 26"/>
          <p:cNvSpPr>
            <a:spLocks noChangeShapeType="1"/>
          </p:cNvSpPr>
          <p:nvPr/>
        </p:nvSpPr>
        <p:spPr bwMode="auto">
          <a:xfrm rot="6020472">
            <a:off x="392907" y="1442244"/>
            <a:ext cx="874712" cy="679450"/>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19900" name="Rectangle 28"/>
          <p:cNvSpPr>
            <a:spLocks noChangeArrowheads="1"/>
          </p:cNvSpPr>
          <p:nvPr/>
        </p:nvSpPr>
        <p:spPr bwMode="auto">
          <a:xfrm>
            <a:off x="6178550" y="990600"/>
            <a:ext cx="2686050" cy="519113"/>
          </a:xfrm>
          <a:prstGeom prst="rect">
            <a:avLst/>
          </a:prstGeom>
          <a:noFill/>
          <a:ln w="38100">
            <a:noFill/>
            <a:miter lim="800000"/>
            <a:headEnd/>
            <a:tailEnd/>
          </a:ln>
          <a:effectLst/>
        </p:spPr>
        <p:txBody>
          <a:bodyPr wrap="none">
            <a:spAutoFit/>
          </a:bodyPr>
          <a:lstStyle/>
          <a:p>
            <a:pPr>
              <a:defRPr/>
            </a:pPr>
            <a:r>
              <a:rPr lang="zh-CN" altLang="en-US" sz="2800" i="0">
                <a:solidFill>
                  <a:srgbClr val="FF3300"/>
                </a:solidFill>
                <a:effectLst>
                  <a:outerShdw blurRad="38100" dist="38100" dir="2700000" algn="tl">
                    <a:srgbClr val="C0C0C0"/>
                  </a:outerShdw>
                </a:effectLst>
              </a:rPr>
              <a:t>贝塞尔插值公式</a:t>
            </a:r>
          </a:p>
        </p:txBody>
      </p:sp>
      <p:sp>
        <p:nvSpPr>
          <p:cNvPr id="86046" name="Text Box 29"/>
          <p:cNvSpPr txBox="1">
            <a:spLocks noChangeArrowheads="1"/>
          </p:cNvSpPr>
          <p:nvPr/>
        </p:nvSpPr>
        <p:spPr bwMode="auto">
          <a:xfrm>
            <a:off x="6300788" y="1600200"/>
            <a:ext cx="3452812"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90000"/>
              </a:lnSpc>
              <a:spcBef>
                <a:spcPct val="50000"/>
              </a:spcBef>
            </a:pPr>
            <a:r>
              <a:rPr kumimoji="1" lang="zh-CN" altLang="en-US" sz="2800" b="0" i="0">
                <a:latin typeface="Times New Roman" pitchFamily="18" charset="0"/>
                <a:sym typeface="Wingdings 2" pitchFamily="18" charset="2"/>
              </a:rPr>
              <a:t></a:t>
            </a:r>
            <a:r>
              <a:rPr kumimoji="1" lang="zh-CN" altLang="en-US" sz="2800" i="0">
                <a:latin typeface="Times New Roman" pitchFamily="18" charset="0"/>
                <a:ea typeface="楷体_GB2312" pitchFamily="49" charset="-122"/>
                <a:sym typeface="Wingdings 2" pitchFamily="18" charset="2"/>
              </a:rPr>
              <a:t>水平：</a:t>
            </a:r>
            <a:r>
              <a:rPr kumimoji="1" lang="zh-CN" altLang="en-US" sz="2800" i="0">
                <a:solidFill>
                  <a:srgbClr val="009900"/>
                </a:solidFill>
                <a:latin typeface="Times New Roman" pitchFamily="18" charset="0"/>
                <a:ea typeface="楷体_GB2312" pitchFamily="49" charset="-122"/>
                <a:sym typeface="Wingdings 2" pitchFamily="18" charset="2"/>
              </a:rPr>
              <a:t>二项式系数</a:t>
            </a:r>
            <a:r>
              <a:rPr kumimoji="1" lang="zh-CN" altLang="en-US" sz="2800" i="0">
                <a:latin typeface="Times New Roman" pitchFamily="18" charset="0"/>
                <a:ea typeface="楷体_GB2312" pitchFamily="49" charset="-122"/>
                <a:sym typeface="Wingdings 2" pitchFamily="18" charset="2"/>
              </a:rPr>
              <a:t>与位于其上下的差分的算术平均值之积作为项；</a:t>
            </a:r>
            <a:r>
              <a:rPr kumimoji="1" lang="zh-CN" altLang="en-US" sz="2800" b="0" i="0">
                <a:latin typeface="Times New Roman" pitchFamily="18" charset="0"/>
                <a:sym typeface="Wingdings 2" pitchFamily="18" charset="2"/>
              </a:rPr>
              <a:t> </a:t>
            </a:r>
          </a:p>
        </p:txBody>
      </p:sp>
      <p:sp>
        <p:nvSpPr>
          <p:cNvPr id="86047" name="Rectangle 30"/>
          <p:cNvSpPr>
            <a:spLocks noChangeArrowheads="1"/>
          </p:cNvSpPr>
          <p:nvPr/>
        </p:nvSpPr>
        <p:spPr bwMode="auto">
          <a:xfrm>
            <a:off x="825500" y="3551238"/>
            <a:ext cx="36195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86048" name="Line 33"/>
          <p:cNvSpPr>
            <a:spLocks noChangeShapeType="1"/>
          </p:cNvSpPr>
          <p:nvPr/>
        </p:nvSpPr>
        <p:spPr bwMode="auto">
          <a:xfrm>
            <a:off x="611188" y="4097338"/>
            <a:ext cx="733425" cy="525462"/>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49" name="Line 34"/>
          <p:cNvSpPr>
            <a:spLocks noChangeShapeType="1"/>
          </p:cNvSpPr>
          <p:nvPr/>
        </p:nvSpPr>
        <p:spPr bwMode="auto">
          <a:xfrm rot="5581267">
            <a:off x="631031" y="3286919"/>
            <a:ext cx="688975" cy="630238"/>
          </a:xfrm>
          <a:prstGeom prst="line">
            <a:avLst/>
          </a:prstGeom>
          <a:noFill/>
          <a:ln w="31750">
            <a:solidFill>
              <a:srgbClr val="003300"/>
            </a:solidFill>
            <a:miter lim="800000"/>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50" name="Line 35"/>
          <p:cNvSpPr>
            <a:spLocks noChangeShapeType="1"/>
          </p:cNvSpPr>
          <p:nvPr/>
        </p:nvSpPr>
        <p:spPr bwMode="auto">
          <a:xfrm flipV="1">
            <a:off x="519113" y="3152775"/>
            <a:ext cx="739775" cy="668338"/>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51" name="Text Box 36"/>
          <p:cNvSpPr txBox="1">
            <a:spLocks noChangeArrowheads="1"/>
          </p:cNvSpPr>
          <p:nvPr/>
        </p:nvSpPr>
        <p:spPr bwMode="auto">
          <a:xfrm>
            <a:off x="485775" y="3152775"/>
            <a:ext cx="48577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3200" i="0">
                <a:latin typeface="Times New Roman" pitchFamily="18" charset="0"/>
                <a:sym typeface="Wingdings 2" pitchFamily="18" charset="2"/>
              </a:rPr>
              <a:t></a:t>
            </a:r>
          </a:p>
        </p:txBody>
      </p:sp>
      <p:sp>
        <p:nvSpPr>
          <p:cNvPr id="86052" name="Line 37"/>
          <p:cNvSpPr>
            <a:spLocks noChangeShapeType="1"/>
          </p:cNvSpPr>
          <p:nvPr/>
        </p:nvSpPr>
        <p:spPr bwMode="auto">
          <a:xfrm>
            <a:off x="519113" y="4149725"/>
            <a:ext cx="771525" cy="601663"/>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53" name="Rectangle 38"/>
          <p:cNvSpPr>
            <a:spLocks noChangeArrowheads="1"/>
          </p:cNvSpPr>
          <p:nvPr/>
        </p:nvSpPr>
        <p:spPr bwMode="auto">
          <a:xfrm>
            <a:off x="539750" y="4289425"/>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sp>
        <p:nvSpPr>
          <p:cNvPr id="86054" name="Line 39"/>
          <p:cNvSpPr>
            <a:spLocks noChangeShapeType="1"/>
          </p:cNvSpPr>
          <p:nvPr/>
        </p:nvSpPr>
        <p:spPr bwMode="auto">
          <a:xfrm flipV="1">
            <a:off x="481013" y="3997325"/>
            <a:ext cx="739775" cy="0"/>
          </a:xfrm>
          <a:prstGeom prst="line">
            <a:avLst/>
          </a:prstGeom>
          <a:noFill/>
          <a:ln w="349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55" name="Line 41"/>
          <p:cNvSpPr>
            <a:spLocks noChangeShapeType="1"/>
          </p:cNvSpPr>
          <p:nvPr/>
        </p:nvSpPr>
        <p:spPr bwMode="auto">
          <a:xfrm flipV="1">
            <a:off x="441325" y="4911725"/>
            <a:ext cx="739775" cy="0"/>
          </a:xfrm>
          <a:prstGeom prst="line">
            <a:avLst/>
          </a:prstGeom>
          <a:noFill/>
          <a:ln w="127000">
            <a:solidFill>
              <a:srgbClr val="00FF00"/>
            </a:solidFill>
            <a:miter lim="800000"/>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86056" name="Rectangle 42"/>
          <p:cNvSpPr>
            <a:spLocks noChangeArrowheads="1"/>
          </p:cNvSpPr>
          <p:nvPr/>
        </p:nvSpPr>
        <p:spPr bwMode="auto">
          <a:xfrm>
            <a:off x="533400" y="4876800"/>
            <a:ext cx="36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p>
            <a:pPr algn="l" eaLnBrk="1" hangingPunct="1"/>
            <a:r>
              <a:rPr kumimoji="1" lang="zh-CN" altLang="en-US" sz="3200" i="0">
                <a:latin typeface="Times New Roman" pitchFamily="18" charset="0"/>
                <a:sym typeface="Wingdings 2" pitchFamily="18" charset="2"/>
              </a:rPr>
              <a:t></a:t>
            </a:r>
          </a:p>
        </p:txBody>
      </p:sp>
      <p:graphicFrame>
        <p:nvGraphicFramePr>
          <p:cNvPr id="86057" name="Object 43"/>
          <p:cNvGraphicFramePr>
            <a:graphicFrameLocks noChangeAspect="1"/>
          </p:cNvGraphicFramePr>
          <p:nvPr/>
        </p:nvGraphicFramePr>
        <p:xfrm>
          <a:off x="5638800" y="3124200"/>
          <a:ext cx="4275138" cy="1690688"/>
        </p:xfrm>
        <a:graphic>
          <a:graphicData uri="http://schemas.openxmlformats.org/presentationml/2006/ole">
            <mc:AlternateContent xmlns:mc="http://schemas.openxmlformats.org/markup-compatibility/2006">
              <mc:Choice xmlns:v="urn:schemas-microsoft-com:vml" Requires="v">
                <p:oleObj spid="_x0000_s86132" name="Equation" r:id="rId5" imgW="1905000" imgH="838200" progId="Equation.3">
                  <p:embed/>
                </p:oleObj>
              </mc:Choice>
              <mc:Fallback>
                <p:oleObj name="Equation" r:id="rId5" imgW="1905000" imgH="838200" progId="Equation.3">
                  <p:embed/>
                  <p:pic>
                    <p:nvPicPr>
                      <p:cNvPr id="0"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3124200"/>
                        <a:ext cx="4275138" cy="169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58" name="Object 44"/>
          <p:cNvGraphicFramePr>
            <a:graphicFrameLocks noChangeAspect="1"/>
          </p:cNvGraphicFramePr>
          <p:nvPr/>
        </p:nvGraphicFramePr>
        <p:xfrm>
          <a:off x="5638800" y="4840288"/>
          <a:ext cx="3992563" cy="2017712"/>
        </p:xfrm>
        <a:graphic>
          <a:graphicData uri="http://schemas.openxmlformats.org/presentationml/2006/ole">
            <mc:AlternateContent xmlns:mc="http://schemas.openxmlformats.org/markup-compatibility/2006">
              <mc:Choice xmlns:v="urn:schemas-microsoft-com:vml" Requires="v">
                <p:oleObj spid="_x0000_s86133" name="Equation" r:id="rId7" imgW="1841500" imgH="838200" progId="Equation.3">
                  <p:embed/>
                </p:oleObj>
              </mc:Choice>
              <mc:Fallback>
                <p:oleObj name="Equation" r:id="rId7" imgW="1841500" imgH="838200" progId="Equation.3">
                  <p:embed/>
                  <p:pic>
                    <p:nvPicPr>
                      <p:cNvPr id="0"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38800" y="4840288"/>
                        <a:ext cx="3992563" cy="2017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04BF35F-33A0-4363-9EC6-B6D77B07F92D}" type="slidenum">
              <a:rPr lang="zh-CN" altLang="en-US" b="0" i="0" smtClean="0"/>
              <a:pPr/>
              <a:t>68</a:t>
            </a:fld>
            <a:endParaRPr lang="en-US" altLang="zh-CN" b="0" i="0" smtClean="0"/>
          </a:p>
        </p:txBody>
      </p:sp>
      <p:sp>
        <p:nvSpPr>
          <p:cNvPr id="8704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F186A1F-59D9-438E-9DCE-787F2FFF4F63}" type="datetime1">
              <a:rPr lang="zh-CN" altLang="en-US" sz="1800" i="0" smtClean="0"/>
              <a:pPr/>
              <a:t>2024/10/20</a:t>
            </a:fld>
            <a:endParaRPr lang="en-US" altLang="zh-CN" sz="1800" i="0" smtClean="0"/>
          </a:p>
        </p:txBody>
      </p:sp>
      <p:sp>
        <p:nvSpPr>
          <p:cNvPr id="729090" name="Rectangle 2"/>
          <p:cNvSpPr>
            <a:spLocks noGrp="1" noChangeArrowheads="1"/>
          </p:cNvSpPr>
          <p:nvPr>
            <p:ph type="title"/>
          </p:nvPr>
        </p:nvSpPr>
        <p:spPr>
          <a:xfrm>
            <a:off x="650875" y="255588"/>
            <a:ext cx="8820150" cy="658812"/>
          </a:xfrm>
        </p:spPr>
        <p:txBody>
          <a:bodyPr/>
          <a:lstStyle/>
          <a:p>
            <a:pPr>
              <a:defRPr/>
            </a:pPr>
            <a:r>
              <a:rPr lang="zh-CN" altLang="en-US" sz="4800" smtClean="0"/>
              <a:t>§2.4 费雷瑟图表及使用方法</a:t>
            </a:r>
          </a:p>
        </p:txBody>
      </p:sp>
      <p:graphicFrame>
        <p:nvGraphicFramePr>
          <p:cNvPr id="729091" name="Object 3"/>
          <p:cNvGraphicFramePr>
            <a:graphicFrameLocks noChangeAspect="1"/>
          </p:cNvGraphicFramePr>
          <p:nvPr/>
        </p:nvGraphicFramePr>
        <p:xfrm>
          <a:off x="284163" y="1008063"/>
          <a:ext cx="8948737" cy="1049337"/>
        </p:xfrm>
        <a:graphic>
          <a:graphicData uri="http://schemas.openxmlformats.org/presentationml/2006/ole">
            <mc:AlternateContent xmlns:mc="http://schemas.openxmlformats.org/markup-compatibility/2006">
              <mc:Choice xmlns:v="urn:schemas-microsoft-com:vml" Requires="v">
                <p:oleObj spid="_x0000_s87148" name="Equation" r:id="rId3" imgW="3213100" imgH="419100" progId="Equation.3">
                  <p:embed/>
                </p:oleObj>
              </mc:Choice>
              <mc:Fallback>
                <p:oleObj name="Equation" r:id="rId3" imgW="3213100" imgH="419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163" y="1008063"/>
                        <a:ext cx="8948737" cy="1049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9092" name="Object 4"/>
          <p:cNvGraphicFramePr>
            <a:graphicFrameLocks noChangeAspect="1"/>
          </p:cNvGraphicFramePr>
          <p:nvPr/>
        </p:nvGraphicFramePr>
        <p:xfrm>
          <a:off x="395288" y="2057400"/>
          <a:ext cx="9337675" cy="1295400"/>
        </p:xfrm>
        <a:graphic>
          <a:graphicData uri="http://schemas.openxmlformats.org/presentationml/2006/ole">
            <mc:AlternateContent xmlns:mc="http://schemas.openxmlformats.org/markup-compatibility/2006">
              <mc:Choice xmlns:v="urn:schemas-microsoft-com:vml" Requires="v">
                <p:oleObj spid="_x0000_s87149" name="Equation" r:id="rId5" imgW="3352800" imgH="419100" progId="Equation.3">
                  <p:embed/>
                </p:oleObj>
              </mc:Choice>
              <mc:Fallback>
                <p:oleObj name="Equation" r:id="rId5" imgW="33528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2057400"/>
                        <a:ext cx="9337675"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9146" name="Group 58"/>
          <p:cNvGraphicFramePr>
            <a:graphicFrameLocks noGrp="1"/>
          </p:cNvGraphicFramePr>
          <p:nvPr/>
        </p:nvGraphicFramePr>
        <p:xfrm>
          <a:off x="908050" y="3581400"/>
          <a:ext cx="7739063" cy="2544773"/>
        </p:xfrm>
        <a:graphic>
          <a:graphicData uri="http://schemas.openxmlformats.org/drawingml/2006/table">
            <a:tbl>
              <a:tblPr/>
              <a:tblGrid>
                <a:gridCol w="868363"/>
                <a:gridCol w="788987"/>
                <a:gridCol w="947738"/>
                <a:gridCol w="1027112"/>
                <a:gridCol w="1027113"/>
                <a:gridCol w="1027112"/>
                <a:gridCol w="1025525"/>
                <a:gridCol w="1027113"/>
              </a:tblGrid>
              <a:tr h="533221">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r>
              <a:tr h="47545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5</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17">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6</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45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5</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-2</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30317">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x</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0</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-1</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6</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3200" b="1" i="0" u="none" strike="noStrike" cap="none" normalizeH="0" baseline="-25000" smtClean="0">
                          <a:ln>
                            <a:noFill/>
                          </a:ln>
                          <a:solidFill>
                            <a:schemeClr val="tx1"/>
                          </a:solidFill>
                          <a:effectLst/>
                          <a:latin typeface="Times New Roman" pitchFamily="18" charset="0"/>
                          <a:ea typeface="黑体" pitchFamily="2" charset="-122"/>
                        </a:rPr>
                        <a:t>-3</a:t>
                      </a:r>
                      <a:endParaRPr kumimoji="0" lang="zh-CN" altLang="en-US" sz="32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29145" name="Line 57"/>
          <p:cNvSpPr>
            <a:spLocks noChangeShapeType="1"/>
          </p:cNvSpPr>
          <p:nvPr/>
        </p:nvSpPr>
        <p:spPr bwMode="auto">
          <a:xfrm>
            <a:off x="495300" y="5410200"/>
            <a:ext cx="8750300" cy="0"/>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29091"/>
                                        </p:tgtEl>
                                        <p:attrNameLst>
                                          <p:attrName>style.visibility</p:attrName>
                                        </p:attrNameLst>
                                      </p:cBhvr>
                                      <p:to>
                                        <p:strVal val="visible"/>
                                      </p:to>
                                    </p:set>
                                    <p:anim calcmode="lin" valueType="num">
                                      <p:cBhvr additive="base">
                                        <p:cTn id="7" dur="500" fill="hold"/>
                                        <p:tgtEl>
                                          <p:spTgt spid="729091"/>
                                        </p:tgtEl>
                                        <p:attrNameLst>
                                          <p:attrName>ppt_x</p:attrName>
                                        </p:attrNameLst>
                                      </p:cBhvr>
                                      <p:tavLst>
                                        <p:tav tm="0">
                                          <p:val>
                                            <p:strVal val="0-#ppt_w/2"/>
                                          </p:val>
                                        </p:tav>
                                        <p:tav tm="100000">
                                          <p:val>
                                            <p:strVal val="#ppt_x"/>
                                          </p:val>
                                        </p:tav>
                                      </p:tavLst>
                                    </p:anim>
                                    <p:anim calcmode="lin" valueType="num">
                                      <p:cBhvr additive="base">
                                        <p:cTn id="8" dur="500" fill="hold"/>
                                        <p:tgtEl>
                                          <p:spTgt spid="72909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29092"/>
                                        </p:tgtEl>
                                        <p:attrNameLst>
                                          <p:attrName>style.visibility</p:attrName>
                                        </p:attrNameLst>
                                      </p:cBhvr>
                                      <p:to>
                                        <p:strVal val="visible"/>
                                      </p:to>
                                    </p:set>
                                    <p:anim calcmode="lin" valueType="num">
                                      <p:cBhvr additive="base">
                                        <p:cTn id="13" dur="500" fill="hold"/>
                                        <p:tgtEl>
                                          <p:spTgt spid="729092"/>
                                        </p:tgtEl>
                                        <p:attrNameLst>
                                          <p:attrName>ppt_x</p:attrName>
                                        </p:attrNameLst>
                                      </p:cBhvr>
                                      <p:tavLst>
                                        <p:tav tm="0">
                                          <p:val>
                                            <p:strVal val="0-#ppt_w/2"/>
                                          </p:val>
                                        </p:tav>
                                        <p:tav tm="100000">
                                          <p:val>
                                            <p:strVal val="#ppt_x"/>
                                          </p:val>
                                        </p:tav>
                                      </p:tavLst>
                                    </p:anim>
                                    <p:anim calcmode="lin" valueType="num">
                                      <p:cBhvr additive="base">
                                        <p:cTn id="14" dur="500" fill="hold"/>
                                        <p:tgtEl>
                                          <p:spTgt spid="72909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29146"/>
                                        </p:tgtEl>
                                        <p:attrNameLst>
                                          <p:attrName>style.visibility</p:attrName>
                                        </p:attrNameLst>
                                      </p:cBhvr>
                                      <p:to>
                                        <p:strVal val="visible"/>
                                      </p:to>
                                    </p:set>
                                    <p:anim calcmode="lin" valueType="num">
                                      <p:cBhvr additive="base">
                                        <p:cTn id="19" dur="500" fill="hold"/>
                                        <p:tgtEl>
                                          <p:spTgt spid="729146"/>
                                        </p:tgtEl>
                                        <p:attrNameLst>
                                          <p:attrName>ppt_x</p:attrName>
                                        </p:attrNameLst>
                                      </p:cBhvr>
                                      <p:tavLst>
                                        <p:tav tm="0">
                                          <p:val>
                                            <p:strVal val="0-#ppt_w/2"/>
                                          </p:val>
                                        </p:tav>
                                        <p:tav tm="100000">
                                          <p:val>
                                            <p:strVal val="#ppt_x"/>
                                          </p:val>
                                        </p:tav>
                                      </p:tavLst>
                                    </p:anim>
                                    <p:anim calcmode="lin" valueType="num">
                                      <p:cBhvr additive="base">
                                        <p:cTn id="20" dur="500" fill="hold"/>
                                        <p:tgtEl>
                                          <p:spTgt spid="72914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29145"/>
                                        </p:tgtEl>
                                        <p:attrNameLst>
                                          <p:attrName>style.visibility</p:attrName>
                                        </p:attrNameLst>
                                      </p:cBhvr>
                                      <p:to>
                                        <p:strVal val="visible"/>
                                      </p:to>
                                    </p:set>
                                    <p:anim calcmode="lin" valueType="num">
                                      <p:cBhvr additive="base">
                                        <p:cTn id="25" dur="500" fill="hold"/>
                                        <p:tgtEl>
                                          <p:spTgt spid="729145"/>
                                        </p:tgtEl>
                                        <p:attrNameLst>
                                          <p:attrName>ppt_x</p:attrName>
                                        </p:attrNameLst>
                                      </p:cBhvr>
                                      <p:tavLst>
                                        <p:tav tm="0">
                                          <p:val>
                                            <p:strVal val="0-#ppt_w/2"/>
                                          </p:val>
                                        </p:tav>
                                        <p:tav tm="100000">
                                          <p:val>
                                            <p:strVal val="#ppt_x"/>
                                          </p:val>
                                        </p:tav>
                                      </p:tavLst>
                                    </p:anim>
                                    <p:anim calcmode="lin" valueType="num">
                                      <p:cBhvr additive="base">
                                        <p:cTn id="26" dur="500" fill="hold"/>
                                        <p:tgtEl>
                                          <p:spTgt spid="7291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14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8EF893E-D7D7-4332-B2A5-55ACFE1F0F98}" type="slidenum">
              <a:rPr lang="zh-CN" altLang="en-US" b="0" i="0" smtClean="0"/>
              <a:pPr/>
              <a:t>69</a:t>
            </a:fld>
            <a:endParaRPr lang="en-US" altLang="zh-CN" b="0" i="0" smtClean="0"/>
          </a:p>
        </p:txBody>
      </p:sp>
      <p:sp>
        <p:nvSpPr>
          <p:cNvPr id="8806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26F6E23-6C36-40AB-A401-6775BFD13548}" type="datetime1">
              <a:rPr lang="zh-CN" altLang="en-US" sz="1800" i="0" smtClean="0"/>
              <a:pPr/>
              <a:t>2024/10/20</a:t>
            </a:fld>
            <a:endParaRPr lang="en-US" altLang="zh-CN" sz="1800" i="0" smtClean="0"/>
          </a:p>
        </p:txBody>
      </p:sp>
      <p:sp>
        <p:nvSpPr>
          <p:cNvPr id="730114" name="Rectangle 2"/>
          <p:cNvSpPr>
            <a:spLocks noGrp="1" noChangeArrowheads="1"/>
          </p:cNvSpPr>
          <p:nvPr>
            <p:ph type="title"/>
          </p:nvPr>
        </p:nvSpPr>
        <p:spPr>
          <a:xfrm>
            <a:off x="650875" y="255588"/>
            <a:ext cx="8820150" cy="658812"/>
          </a:xfrm>
        </p:spPr>
        <p:txBody>
          <a:bodyPr/>
          <a:lstStyle/>
          <a:p>
            <a:pPr>
              <a:defRPr/>
            </a:pPr>
            <a:r>
              <a:rPr lang="zh-CN" altLang="en-US" sz="4800" smtClean="0"/>
              <a:t>§2.4 费雷瑟图表及使用方法</a:t>
            </a:r>
          </a:p>
        </p:txBody>
      </p:sp>
      <p:sp>
        <p:nvSpPr>
          <p:cNvPr id="88069" name="Rectangle 3"/>
          <p:cNvSpPr>
            <a:spLocks noGrp="1" noChangeArrowheads="1"/>
          </p:cNvSpPr>
          <p:nvPr>
            <p:ph type="body" idx="1"/>
          </p:nvPr>
        </p:nvSpPr>
        <p:spPr>
          <a:xfrm>
            <a:off x="650875" y="1066800"/>
            <a:ext cx="8820150" cy="384175"/>
          </a:xfrm>
        </p:spPr>
        <p:txBody>
          <a:bodyPr/>
          <a:lstStyle/>
          <a:p>
            <a:r>
              <a:rPr lang="zh-CN" altLang="en-US" smtClean="0"/>
              <a:t>例5.7 已知下述数值表，求当</a:t>
            </a:r>
            <a:r>
              <a:rPr lang="en-US" altLang="zh-CN" i="1" smtClean="0"/>
              <a:t>x</a:t>
            </a:r>
            <a:r>
              <a:rPr lang="zh-CN" altLang="en-US" smtClean="0"/>
              <a:t>=1.33时对应的函数值</a:t>
            </a:r>
            <a:endParaRPr lang="en-US" altLang="zh-CN" smtClean="0"/>
          </a:p>
        </p:txBody>
      </p:sp>
      <p:graphicFrame>
        <p:nvGraphicFramePr>
          <p:cNvPr id="730210" name="Group 98"/>
          <p:cNvGraphicFramePr>
            <a:graphicFrameLocks noGrp="1"/>
          </p:cNvGraphicFramePr>
          <p:nvPr/>
        </p:nvGraphicFramePr>
        <p:xfrm>
          <a:off x="630238" y="1371600"/>
          <a:ext cx="6761162" cy="2868612"/>
        </p:xfrm>
        <a:graphic>
          <a:graphicData uri="http://schemas.openxmlformats.org/drawingml/2006/table">
            <a:tbl>
              <a:tblPr/>
              <a:tblGrid>
                <a:gridCol w="908050"/>
                <a:gridCol w="1509712"/>
                <a:gridCol w="1296988"/>
                <a:gridCol w="1446212"/>
                <a:gridCol w="1600200"/>
              </a:tblGrid>
              <a:tr h="420592">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x</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endParaRPr kumimoji="0" lang="en-US" altLang="zh-CN" sz="24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4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4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45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1.1</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0.89121</a:t>
                      </a: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935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1.2</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0.93204</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919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0.96356</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935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0.98545</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935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1.5</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2" charset="-122"/>
                        </a:rPr>
                        <a:t>0.99749</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6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30158" name="Rectangle 46"/>
          <p:cNvSpPr>
            <a:spLocks noChangeArrowheads="1"/>
          </p:cNvSpPr>
          <p:nvPr/>
        </p:nvSpPr>
        <p:spPr bwMode="auto">
          <a:xfrm>
            <a:off x="3048000" y="1981200"/>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0.04083</a:t>
            </a:r>
            <a:endParaRPr lang="zh-CN" altLang="en-US" sz="2400" i="0">
              <a:latin typeface="Times New Roman" pitchFamily="18" charset="0"/>
            </a:endParaRPr>
          </a:p>
        </p:txBody>
      </p:sp>
      <p:sp>
        <p:nvSpPr>
          <p:cNvPr id="730159" name="Rectangle 47"/>
          <p:cNvSpPr>
            <a:spLocks noChangeArrowheads="1"/>
          </p:cNvSpPr>
          <p:nvPr/>
        </p:nvSpPr>
        <p:spPr bwMode="auto">
          <a:xfrm>
            <a:off x="3048000" y="2514600"/>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0.03152</a:t>
            </a:r>
            <a:endParaRPr lang="zh-CN" altLang="en-US" sz="2400" i="0">
              <a:latin typeface="Times New Roman" pitchFamily="18" charset="0"/>
            </a:endParaRPr>
          </a:p>
        </p:txBody>
      </p:sp>
      <p:sp>
        <p:nvSpPr>
          <p:cNvPr id="730160" name="Rectangle 48"/>
          <p:cNvSpPr>
            <a:spLocks noChangeArrowheads="1"/>
          </p:cNvSpPr>
          <p:nvPr/>
        </p:nvSpPr>
        <p:spPr bwMode="auto">
          <a:xfrm>
            <a:off x="3048000" y="3048000"/>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0.02189</a:t>
            </a:r>
            <a:endParaRPr lang="zh-CN" altLang="en-US" sz="2400" i="0">
              <a:latin typeface="Times New Roman" pitchFamily="18" charset="0"/>
            </a:endParaRPr>
          </a:p>
        </p:txBody>
      </p:sp>
      <p:sp>
        <p:nvSpPr>
          <p:cNvPr id="730161" name="Rectangle 49"/>
          <p:cNvSpPr>
            <a:spLocks noChangeArrowheads="1"/>
          </p:cNvSpPr>
          <p:nvPr/>
        </p:nvSpPr>
        <p:spPr bwMode="auto">
          <a:xfrm>
            <a:off x="3048000" y="3581400"/>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0.01204</a:t>
            </a:r>
            <a:endParaRPr lang="zh-CN" altLang="en-US" sz="2400" i="0">
              <a:latin typeface="Times New Roman" pitchFamily="18" charset="0"/>
            </a:endParaRPr>
          </a:p>
        </p:txBody>
      </p:sp>
      <p:sp>
        <p:nvSpPr>
          <p:cNvPr id="730162" name="Rectangle 50"/>
          <p:cNvSpPr>
            <a:spLocks noChangeArrowheads="1"/>
          </p:cNvSpPr>
          <p:nvPr/>
        </p:nvSpPr>
        <p:spPr bwMode="auto">
          <a:xfrm>
            <a:off x="4419600" y="2286000"/>
            <a:ext cx="127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-0.00931</a:t>
            </a:r>
            <a:endParaRPr lang="zh-CN" altLang="en-US" sz="2400" i="0">
              <a:latin typeface="Times New Roman" pitchFamily="18" charset="0"/>
            </a:endParaRPr>
          </a:p>
        </p:txBody>
      </p:sp>
      <p:sp>
        <p:nvSpPr>
          <p:cNvPr id="730163" name="Rectangle 51"/>
          <p:cNvSpPr>
            <a:spLocks noChangeArrowheads="1"/>
          </p:cNvSpPr>
          <p:nvPr/>
        </p:nvSpPr>
        <p:spPr bwMode="auto">
          <a:xfrm>
            <a:off x="4448175" y="2743200"/>
            <a:ext cx="1274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-0.00963</a:t>
            </a:r>
            <a:endParaRPr lang="zh-CN" altLang="en-US" sz="2400" i="0">
              <a:latin typeface="Times New Roman" pitchFamily="18" charset="0"/>
            </a:endParaRPr>
          </a:p>
        </p:txBody>
      </p:sp>
      <p:sp>
        <p:nvSpPr>
          <p:cNvPr id="730164" name="Rectangle 52"/>
          <p:cNvSpPr>
            <a:spLocks noChangeArrowheads="1"/>
          </p:cNvSpPr>
          <p:nvPr/>
        </p:nvSpPr>
        <p:spPr bwMode="auto">
          <a:xfrm>
            <a:off x="4427538" y="3276600"/>
            <a:ext cx="1274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-0.00985</a:t>
            </a:r>
            <a:endParaRPr lang="zh-CN" altLang="en-US" sz="2400" i="0">
              <a:latin typeface="Times New Roman" pitchFamily="18" charset="0"/>
            </a:endParaRPr>
          </a:p>
        </p:txBody>
      </p:sp>
      <p:sp>
        <p:nvSpPr>
          <p:cNvPr id="730165" name="Rectangle 53"/>
          <p:cNvSpPr>
            <a:spLocks noChangeArrowheads="1"/>
          </p:cNvSpPr>
          <p:nvPr/>
        </p:nvSpPr>
        <p:spPr bwMode="auto">
          <a:xfrm>
            <a:off x="6022975" y="2514600"/>
            <a:ext cx="127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-0.00032</a:t>
            </a:r>
            <a:endParaRPr lang="zh-CN" altLang="en-US" sz="2400" i="0">
              <a:latin typeface="Times New Roman" pitchFamily="18" charset="0"/>
            </a:endParaRPr>
          </a:p>
        </p:txBody>
      </p:sp>
      <p:sp>
        <p:nvSpPr>
          <p:cNvPr id="730166" name="Rectangle 54"/>
          <p:cNvSpPr>
            <a:spLocks noChangeArrowheads="1"/>
          </p:cNvSpPr>
          <p:nvPr/>
        </p:nvSpPr>
        <p:spPr bwMode="auto">
          <a:xfrm>
            <a:off x="6022975" y="3048000"/>
            <a:ext cx="127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-0.00022</a:t>
            </a:r>
            <a:endParaRPr lang="zh-CN" altLang="en-US" sz="2400" i="0">
              <a:latin typeface="Times New Roman" pitchFamily="18" charset="0"/>
            </a:endParaRPr>
          </a:p>
        </p:txBody>
      </p:sp>
      <p:sp>
        <p:nvSpPr>
          <p:cNvPr id="730167" name="Rectangle 55"/>
          <p:cNvSpPr>
            <a:spLocks noChangeArrowheads="1"/>
          </p:cNvSpPr>
          <p:nvPr/>
        </p:nvSpPr>
        <p:spPr bwMode="auto">
          <a:xfrm>
            <a:off x="-44450" y="2819400"/>
            <a:ext cx="1187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a:solidFill>
                  <a:srgbClr val="FF3300"/>
                </a:solidFill>
                <a:latin typeface="Times New Roman" pitchFamily="18" charset="0"/>
              </a:rPr>
              <a:t>x</a:t>
            </a:r>
            <a:r>
              <a:rPr lang="zh-CN" altLang="en-US" sz="2800" i="0">
                <a:solidFill>
                  <a:srgbClr val="FF3300"/>
                </a:solidFill>
                <a:latin typeface="Times New Roman" pitchFamily="18" charset="0"/>
              </a:rPr>
              <a:t>=1.33</a:t>
            </a:r>
          </a:p>
        </p:txBody>
      </p:sp>
      <p:sp>
        <p:nvSpPr>
          <p:cNvPr id="730168" name="Line 56"/>
          <p:cNvSpPr>
            <a:spLocks noChangeShapeType="1"/>
          </p:cNvSpPr>
          <p:nvPr/>
        </p:nvSpPr>
        <p:spPr bwMode="auto">
          <a:xfrm>
            <a:off x="382588" y="3276600"/>
            <a:ext cx="6934200" cy="0"/>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730172" name="Rectangle 60"/>
          <p:cNvSpPr>
            <a:spLocks noChangeArrowheads="1"/>
          </p:cNvSpPr>
          <p:nvPr/>
        </p:nvSpPr>
        <p:spPr bwMode="auto">
          <a:xfrm>
            <a:off x="7969250" y="1752600"/>
            <a:ext cx="1030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h</a:t>
            </a:r>
            <a:r>
              <a:rPr lang="en-US" altLang="zh-CN" sz="2800" i="0">
                <a:latin typeface="Times New Roman" pitchFamily="18" charset="0"/>
                <a:sym typeface="Symbol" pitchFamily="18" charset="2"/>
              </a:rPr>
              <a:t>=0.1</a:t>
            </a:r>
            <a:endParaRPr lang="zh-CN" altLang="en-US" sz="2800" i="0">
              <a:latin typeface="Times New Roman" pitchFamily="18" charset="0"/>
              <a:sym typeface="Symbol" pitchFamily="18" charset="2"/>
            </a:endParaRPr>
          </a:p>
        </p:txBody>
      </p:sp>
      <p:graphicFrame>
        <p:nvGraphicFramePr>
          <p:cNvPr id="730173" name="Object 61"/>
          <p:cNvGraphicFramePr>
            <a:graphicFrameLocks noChangeAspect="1"/>
          </p:cNvGraphicFramePr>
          <p:nvPr/>
        </p:nvGraphicFramePr>
        <p:xfrm>
          <a:off x="7569200" y="2819400"/>
          <a:ext cx="1709738" cy="976313"/>
        </p:xfrm>
        <a:graphic>
          <a:graphicData uri="http://schemas.openxmlformats.org/presentationml/2006/ole">
            <mc:AlternateContent xmlns:mc="http://schemas.openxmlformats.org/markup-compatibility/2006">
              <mc:Choice xmlns:v="urn:schemas-microsoft-com:vml" Requires="v">
                <p:oleObj spid="_x0000_s88249" name="Equation" r:id="rId3" imgW="850531" imgH="393529" progId="Equation.3">
                  <p:embed/>
                </p:oleObj>
              </mc:Choice>
              <mc:Fallback>
                <p:oleObj name="Equation" r:id="rId3" imgW="850531" imgH="393529" progId="Equation.3">
                  <p:embed/>
                  <p:pic>
                    <p:nvPicPr>
                      <p:cNvPr id="0" name="Object 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9200" y="2819400"/>
                        <a:ext cx="1709738"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0174" name="Rectangle 62"/>
          <p:cNvSpPr>
            <a:spLocks noChangeArrowheads="1"/>
          </p:cNvSpPr>
          <p:nvPr/>
        </p:nvSpPr>
        <p:spPr bwMode="auto">
          <a:xfrm>
            <a:off x="7661275" y="3810000"/>
            <a:ext cx="831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sym typeface="Symbol" pitchFamily="18" charset="2"/>
              </a:rPr>
              <a:t>=</a:t>
            </a:r>
            <a:r>
              <a:rPr lang="en-US" altLang="zh-CN" sz="2800" i="0">
                <a:latin typeface="Times New Roman" pitchFamily="18" charset="0"/>
                <a:sym typeface="Symbol" pitchFamily="18" charset="2"/>
              </a:rPr>
              <a:t>0.3</a:t>
            </a:r>
            <a:endParaRPr lang="zh-CN" altLang="en-US" sz="2800" i="0">
              <a:latin typeface="Times New Roman" pitchFamily="18" charset="0"/>
              <a:sym typeface="Symbol" pitchFamily="18" charset="2"/>
            </a:endParaRPr>
          </a:p>
        </p:txBody>
      </p:sp>
      <p:sp>
        <p:nvSpPr>
          <p:cNvPr id="730175" name="Rectangle 63"/>
          <p:cNvSpPr>
            <a:spLocks noChangeArrowheads="1"/>
          </p:cNvSpPr>
          <p:nvPr/>
        </p:nvSpPr>
        <p:spPr bwMode="auto">
          <a:xfrm>
            <a:off x="7626350" y="2224088"/>
            <a:ext cx="1733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a:latin typeface="Times New Roman" pitchFamily="18" charset="0"/>
              </a:rPr>
              <a:t>x</a:t>
            </a:r>
            <a:r>
              <a:rPr lang="en-US" altLang="zh-CN" sz="2800" i="0" baseline="-25000">
                <a:latin typeface="Times New Roman" pitchFamily="18" charset="0"/>
              </a:rPr>
              <a:t>0</a:t>
            </a:r>
            <a:r>
              <a:rPr lang="en-US" altLang="zh-CN" sz="2800">
                <a:latin typeface="Times New Roman" pitchFamily="18" charset="0"/>
                <a:sym typeface="Symbol" pitchFamily="18" charset="2"/>
              </a:rPr>
              <a:t>= </a:t>
            </a:r>
            <a:r>
              <a:rPr lang="en-US" altLang="zh-CN" sz="2800" i="0">
                <a:latin typeface="Times New Roman" pitchFamily="18" charset="0"/>
              </a:rPr>
              <a:t>1.3</a:t>
            </a:r>
            <a:endParaRPr lang="zh-CN" altLang="en-US" sz="2800" i="0">
              <a:latin typeface="Times New Roman" pitchFamily="18" charset="0"/>
            </a:endParaRPr>
          </a:p>
        </p:txBody>
      </p:sp>
      <p:graphicFrame>
        <p:nvGraphicFramePr>
          <p:cNvPr id="730205" name="Object 93"/>
          <p:cNvGraphicFramePr>
            <a:graphicFrameLocks noChangeAspect="1"/>
          </p:cNvGraphicFramePr>
          <p:nvPr/>
        </p:nvGraphicFramePr>
        <p:xfrm>
          <a:off x="457200" y="4191000"/>
          <a:ext cx="6705600" cy="823913"/>
        </p:xfrm>
        <a:graphic>
          <a:graphicData uri="http://schemas.openxmlformats.org/presentationml/2006/ole">
            <mc:AlternateContent xmlns:mc="http://schemas.openxmlformats.org/markup-compatibility/2006">
              <mc:Choice xmlns:v="urn:schemas-microsoft-com:vml" Requires="v">
                <p:oleObj spid="_x0000_s88250" name="Equation" r:id="rId5" imgW="3263900" imgH="393700" progId="Equation.3">
                  <p:embed/>
                </p:oleObj>
              </mc:Choice>
              <mc:Fallback>
                <p:oleObj name="Equation" r:id="rId5" imgW="3263900" imgH="393700" progId="Equation.3">
                  <p:embed/>
                  <p:pic>
                    <p:nvPicPr>
                      <p:cNvPr id="0" name="Object 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4191000"/>
                        <a:ext cx="67056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0206" name="Object 94"/>
          <p:cNvGraphicFramePr>
            <a:graphicFrameLocks noChangeAspect="1"/>
          </p:cNvGraphicFramePr>
          <p:nvPr/>
        </p:nvGraphicFramePr>
        <p:xfrm>
          <a:off x="3175" y="5029200"/>
          <a:ext cx="5102225" cy="823913"/>
        </p:xfrm>
        <a:graphic>
          <a:graphicData uri="http://schemas.openxmlformats.org/presentationml/2006/ole">
            <mc:AlternateContent xmlns:mc="http://schemas.openxmlformats.org/markup-compatibility/2006">
              <mc:Choice xmlns:v="urn:schemas-microsoft-com:vml" Requires="v">
                <p:oleObj spid="_x0000_s88251" name="Equation" r:id="rId7" imgW="2438400" imgH="393700" progId="Equation.3">
                  <p:embed/>
                </p:oleObj>
              </mc:Choice>
              <mc:Fallback>
                <p:oleObj name="Equation" r:id="rId7" imgW="2438400" imgH="393700" progId="Equation.3">
                  <p:embed/>
                  <p:pic>
                    <p:nvPicPr>
                      <p:cNvPr id="0" name="Object 9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75" y="5029200"/>
                        <a:ext cx="5102225"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0208" name="Object 96"/>
          <p:cNvGraphicFramePr>
            <a:graphicFrameLocks noChangeAspect="1"/>
          </p:cNvGraphicFramePr>
          <p:nvPr/>
        </p:nvGraphicFramePr>
        <p:xfrm>
          <a:off x="4879975" y="5043488"/>
          <a:ext cx="5022850" cy="823912"/>
        </p:xfrm>
        <a:graphic>
          <a:graphicData uri="http://schemas.openxmlformats.org/presentationml/2006/ole">
            <mc:AlternateContent xmlns:mc="http://schemas.openxmlformats.org/markup-compatibility/2006">
              <mc:Choice xmlns:v="urn:schemas-microsoft-com:vml" Requires="v">
                <p:oleObj spid="_x0000_s88252" name="Equation" r:id="rId9" imgW="2400300" imgH="393700" progId="Equation.3">
                  <p:embed/>
                </p:oleObj>
              </mc:Choice>
              <mc:Fallback>
                <p:oleObj name="Equation" r:id="rId9" imgW="2400300" imgH="393700" progId="Equation.3">
                  <p:embed/>
                  <p:pic>
                    <p:nvPicPr>
                      <p:cNvPr id="0" name="Object 9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9975" y="5043488"/>
                        <a:ext cx="502285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0209" name="Object 97"/>
          <p:cNvGraphicFramePr>
            <a:graphicFrameLocks noChangeAspect="1"/>
          </p:cNvGraphicFramePr>
          <p:nvPr/>
        </p:nvGraphicFramePr>
        <p:xfrm>
          <a:off x="727075" y="5884863"/>
          <a:ext cx="7947025" cy="823912"/>
        </p:xfrm>
        <a:graphic>
          <a:graphicData uri="http://schemas.openxmlformats.org/presentationml/2006/ole">
            <mc:AlternateContent xmlns:mc="http://schemas.openxmlformats.org/markup-compatibility/2006">
              <mc:Choice xmlns:v="urn:schemas-microsoft-com:vml" Requires="v">
                <p:oleObj spid="_x0000_s88253" name="Equation" r:id="rId11" imgW="3797300" imgH="393700" progId="Equation.3">
                  <p:embed/>
                </p:oleObj>
              </mc:Choice>
              <mc:Fallback>
                <p:oleObj name="Equation" r:id="rId11" imgW="3797300" imgH="393700" progId="Equation.3">
                  <p:embed/>
                  <p:pic>
                    <p:nvPicPr>
                      <p:cNvPr id="0" name="Object 9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7075" y="5884863"/>
                        <a:ext cx="7947025"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30210"/>
                                        </p:tgtEl>
                                        <p:attrNameLst>
                                          <p:attrName>style.visibility</p:attrName>
                                        </p:attrNameLst>
                                      </p:cBhvr>
                                      <p:to>
                                        <p:strVal val="visible"/>
                                      </p:to>
                                    </p:set>
                                    <p:animEffect transition="in" filter="dissolve">
                                      <p:cBhvr>
                                        <p:cTn id="7" dur="500"/>
                                        <p:tgtEl>
                                          <p:spTgt spid="7302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30158"/>
                                        </p:tgtEl>
                                        <p:attrNameLst>
                                          <p:attrName>style.visibility</p:attrName>
                                        </p:attrNameLst>
                                      </p:cBhvr>
                                      <p:to>
                                        <p:strVal val="visible"/>
                                      </p:to>
                                    </p:set>
                                    <p:animEffect transition="in" filter="dissolve">
                                      <p:cBhvr>
                                        <p:cTn id="12" dur="500"/>
                                        <p:tgtEl>
                                          <p:spTgt spid="7301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30159"/>
                                        </p:tgtEl>
                                        <p:attrNameLst>
                                          <p:attrName>style.visibility</p:attrName>
                                        </p:attrNameLst>
                                      </p:cBhvr>
                                      <p:to>
                                        <p:strVal val="visible"/>
                                      </p:to>
                                    </p:set>
                                    <p:animEffect transition="in" filter="dissolve">
                                      <p:cBhvr>
                                        <p:cTn id="17" dur="500"/>
                                        <p:tgtEl>
                                          <p:spTgt spid="7301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30160"/>
                                        </p:tgtEl>
                                        <p:attrNameLst>
                                          <p:attrName>style.visibility</p:attrName>
                                        </p:attrNameLst>
                                      </p:cBhvr>
                                      <p:to>
                                        <p:strVal val="visible"/>
                                      </p:to>
                                    </p:set>
                                    <p:animEffect transition="in" filter="dissolve">
                                      <p:cBhvr>
                                        <p:cTn id="22" dur="500"/>
                                        <p:tgtEl>
                                          <p:spTgt spid="7301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30161"/>
                                        </p:tgtEl>
                                        <p:attrNameLst>
                                          <p:attrName>style.visibility</p:attrName>
                                        </p:attrNameLst>
                                      </p:cBhvr>
                                      <p:to>
                                        <p:strVal val="visible"/>
                                      </p:to>
                                    </p:set>
                                    <p:animEffect transition="in" filter="dissolve">
                                      <p:cBhvr>
                                        <p:cTn id="27" dur="500"/>
                                        <p:tgtEl>
                                          <p:spTgt spid="7301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30162"/>
                                        </p:tgtEl>
                                        <p:attrNameLst>
                                          <p:attrName>style.visibility</p:attrName>
                                        </p:attrNameLst>
                                      </p:cBhvr>
                                      <p:to>
                                        <p:strVal val="visible"/>
                                      </p:to>
                                    </p:set>
                                    <p:animEffect transition="in" filter="dissolve">
                                      <p:cBhvr>
                                        <p:cTn id="32" dur="500"/>
                                        <p:tgtEl>
                                          <p:spTgt spid="730162"/>
                                        </p:tgtEl>
                                      </p:cBhvr>
                                    </p:animEffect>
                                  </p:childTnLst>
                                </p:cTn>
                              </p:par>
                            </p:childTnLst>
                          </p:cTn>
                        </p:par>
                        <p:par>
                          <p:cTn id="33" fill="hold" nodeType="afterGroup">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730163"/>
                                        </p:tgtEl>
                                        <p:attrNameLst>
                                          <p:attrName>style.visibility</p:attrName>
                                        </p:attrNameLst>
                                      </p:cBhvr>
                                      <p:to>
                                        <p:strVal val="visible"/>
                                      </p:to>
                                    </p:set>
                                    <p:animEffect transition="in" filter="dissolve">
                                      <p:cBhvr>
                                        <p:cTn id="36" dur="500"/>
                                        <p:tgtEl>
                                          <p:spTgt spid="730163"/>
                                        </p:tgtEl>
                                      </p:cBhvr>
                                    </p:animEffect>
                                  </p:childTnLst>
                                </p:cTn>
                              </p:par>
                            </p:childTnLst>
                          </p:cTn>
                        </p:par>
                        <p:par>
                          <p:cTn id="37" fill="hold" nodeType="afterGroup">
                            <p:stCondLst>
                              <p:cond delay="1000"/>
                            </p:stCondLst>
                            <p:childTnLst>
                              <p:par>
                                <p:cTn id="38" presetID="9" presetClass="entr" presetSubtype="0" fill="hold" grpId="0" nodeType="afterEffect">
                                  <p:stCondLst>
                                    <p:cond delay="0"/>
                                  </p:stCondLst>
                                  <p:childTnLst>
                                    <p:set>
                                      <p:cBhvr>
                                        <p:cTn id="39" dur="1" fill="hold">
                                          <p:stCondLst>
                                            <p:cond delay="0"/>
                                          </p:stCondLst>
                                        </p:cTn>
                                        <p:tgtEl>
                                          <p:spTgt spid="730164"/>
                                        </p:tgtEl>
                                        <p:attrNameLst>
                                          <p:attrName>style.visibility</p:attrName>
                                        </p:attrNameLst>
                                      </p:cBhvr>
                                      <p:to>
                                        <p:strVal val="visible"/>
                                      </p:to>
                                    </p:set>
                                    <p:animEffect transition="in" filter="dissolve">
                                      <p:cBhvr>
                                        <p:cTn id="40" dur="500"/>
                                        <p:tgtEl>
                                          <p:spTgt spid="730164"/>
                                        </p:tgtEl>
                                      </p:cBhvr>
                                    </p:animEffect>
                                  </p:childTnLst>
                                </p:cTn>
                              </p:par>
                            </p:childTnLst>
                          </p:cTn>
                        </p:par>
                        <p:par>
                          <p:cTn id="41" fill="hold" nodeType="afterGroup">
                            <p:stCondLst>
                              <p:cond delay="1500"/>
                            </p:stCondLst>
                            <p:childTnLst>
                              <p:par>
                                <p:cTn id="42" presetID="9" presetClass="entr" presetSubtype="0" fill="hold" grpId="0" nodeType="afterEffect">
                                  <p:stCondLst>
                                    <p:cond delay="0"/>
                                  </p:stCondLst>
                                  <p:childTnLst>
                                    <p:set>
                                      <p:cBhvr>
                                        <p:cTn id="43" dur="1" fill="hold">
                                          <p:stCondLst>
                                            <p:cond delay="0"/>
                                          </p:stCondLst>
                                        </p:cTn>
                                        <p:tgtEl>
                                          <p:spTgt spid="730165"/>
                                        </p:tgtEl>
                                        <p:attrNameLst>
                                          <p:attrName>style.visibility</p:attrName>
                                        </p:attrNameLst>
                                      </p:cBhvr>
                                      <p:to>
                                        <p:strVal val="visible"/>
                                      </p:to>
                                    </p:set>
                                    <p:animEffect transition="in" filter="dissolve">
                                      <p:cBhvr>
                                        <p:cTn id="44" dur="500"/>
                                        <p:tgtEl>
                                          <p:spTgt spid="730165"/>
                                        </p:tgtEl>
                                      </p:cBhvr>
                                    </p:animEffect>
                                  </p:childTnLst>
                                </p:cTn>
                              </p:par>
                            </p:childTnLst>
                          </p:cTn>
                        </p:par>
                        <p:par>
                          <p:cTn id="45" fill="hold" nodeType="afterGroup">
                            <p:stCondLst>
                              <p:cond delay="2000"/>
                            </p:stCondLst>
                            <p:childTnLst>
                              <p:par>
                                <p:cTn id="46" presetID="9" presetClass="entr" presetSubtype="0" fill="hold" grpId="0" nodeType="afterEffect">
                                  <p:stCondLst>
                                    <p:cond delay="0"/>
                                  </p:stCondLst>
                                  <p:childTnLst>
                                    <p:set>
                                      <p:cBhvr>
                                        <p:cTn id="47" dur="1" fill="hold">
                                          <p:stCondLst>
                                            <p:cond delay="0"/>
                                          </p:stCondLst>
                                        </p:cTn>
                                        <p:tgtEl>
                                          <p:spTgt spid="730166"/>
                                        </p:tgtEl>
                                        <p:attrNameLst>
                                          <p:attrName>style.visibility</p:attrName>
                                        </p:attrNameLst>
                                      </p:cBhvr>
                                      <p:to>
                                        <p:strVal val="visible"/>
                                      </p:to>
                                    </p:set>
                                    <p:animEffect transition="in" filter="dissolve">
                                      <p:cBhvr>
                                        <p:cTn id="48" dur="500"/>
                                        <p:tgtEl>
                                          <p:spTgt spid="73016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730167"/>
                                        </p:tgtEl>
                                        <p:attrNameLst>
                                          <p:attrName>style.visibility</p:attrName>
                                        </p:attrNameLst>
                                      </p:cBhvr>
                                      <p:to>
                                        <p:strVal val="visible"/>
                                      </p:to>
                                    </p:set>
                                    <p:animEffect transition="in" filter="dissolve">
                                      <p:cBhvr>
                                        <p:cTn id="53" dur="500"/>
                                        <p:tgtEl>
                                          <p:spTgt spid="73016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730168"/>
                                        </p:tgtEl>
                                        <p:attrNameLst>
                                          <p:attrName>style.visibility</p:attrName>
                                        </p:attrNameLst>
                                      </p:cBhvr>
                                      <p:to>
                                        <p:strVal val="visible"/>
                                      </p:to>
                                    </p:set>
                                    <p:animEffect transition="in" filter="dissolve">
                                      <p:cBhvr>
                                        <p:cTn id="58" dur="500"/>
                                        <p:tgtEl>
                                          <p:spTgt spid="73016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730172"/>
                                        </p:tgtEl>
                                        <p:attrNameLst>
                                          <p:attrName>style.visibility</p:attrName>
                                        </p:attrNameLst>
                                      </p:cBhvr>
                                      <p:to>
                                        <p:strVal val="visible"/>
                                      </p:to>
                                    </p:set>
                                    <p:animEffect transition="in" filter="dissolve">
                                      <p:cBhvr>
                                        <p:cTn id="63" dur="500"/>
                                        <p:tgtEl>
                                          <p:spTgt spid="73017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730175"/>
                                        </p:tgtEl>
                                        <p:attrNameLst>
                                          <p:attrName>style.visibility</p:attrName>
                                        </p:attrNameLst>
                                      </p:cBhvr>
                                      <p:to>
                                        <p:strVal val="visible"/>
                                      </p:to>
                                    </p:set>
                                    <p:animEffect transition="in" filter="dissolve">
                                      <p:cBhvr>
                                        <p:cTn id="68" dur="500"/>
                                        <p:tgtEl>
                                          <p:spTgt spid="73017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730173"/>
                                        </p:tgtEl>
                                        <p:attrNameLst>
                                          <p:attrName>style.visibility</p:attrName>
                                        </p:attrNameLst>
                                      </p:cBhvr>
                                      <p:to>
                                        <p:strVal val="visible"/>
                                      </p:to>
                                    </p:set>
                                    <p:animEffect transition="in" filter="dissolve">
                                      <p:cBhvr>
                                        <p:cTn id="73" dur="500"/>
                                        <p:tgtEl>
                                          <p:spTgt spid="73017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nodeType="clickEffect">
                                  <p:stCondLst>
                                    <p:cond delay="0"/>
                                  </p:stCondLst>
                                  <p:childTnLst>
                                    <p:set>
                                      <p:cBhvr>
                                        <p:cTn id="77" dur="1" fill="hold">
                                          <p:stCondLst>
                                            <p:cond delay="0"/>
                                          </p:stCondLst>
                                        </p:cTn>
                                        <p:tgtEl>
                                          <p:spTgt spid="730205"/>
                                        </p:tgtEl>
                                        <p:attrNameLst>
                                          <p:attrName>style.visibility</p:attrName>
                                        </p:attrNameLst>
                                      </p:cBhvr>
                                      <p:to>
                                        <p:strVal val="visible"/>
                                      </p:to>
                                    </p:set>
                                    <p:animEffect transition="in" filter="dissolve">
                                      <p:cBhvr>
                                        <p:cTn id="78" dur="500"/>
                                        <p:tgtEl>
                                          <p:spTgt spid="73020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9" presetClass="entr" presetSubtype="0" fill="hold" nodeType="clickEffect">
                                  <p:stCondLst>
                                    <p:cond delay="0"/>
                                  </p:stCondLst>
                                  <p:childTnLst>
                                    <p:set>
                                      <p:cBhvr>
                                        <p:cTn id="82" dur="1" fill="hold">
                                          <p:stCondLst>
                                            <p:cond delay="0"/>
                                          </p:stCondLst>
                                        </p:cTn>
                                        <p:tgtEl>
                                          <p:spTgt spid="730206"/>
                                        </p:tgtEl>
                                        <p:attrNameLst>
                                          <p:attrName>style.visibility</p:attrName>
                                        </p:attrNameLst>
                                      </p:cBhvr>
                                      <p:to>
                                        <p:strVal val="visible"/>
                                      </p:to>
                                    </p:set>
                                    <p:animEffect transition="in" filter="dissolve">
                                      <p:cBhvr>
                                        <p:cTn id="83" dur="500"/>
                                        <p:tgtEl>
                                          <p:spTgt spid="73020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9" presetClass="entr" presetSubtype="0" fill="hold" nodeType="clickEffect">
                                  <p:stCondLst>
                                    <p:cond delay="0"/>
                                  </p:stCondLst>
                                  <p:childTnLst>
                                    <p:set>
                                      <p:cBhvr>
                                        <p:cTn id="87" dur="1" fill="hold">
                                          <p:stCondLst>
                                            <p:cond delay="0"/>
                                          </p:stCondLst>
                                        </p:cTn>
                                        <p:tgtEl>
                                          <p:spTgt spid="730208"/>
                                        </p:tgtEl>
                                        <p:attrNameLst>
                                          <p:attrName>style.visibility</p:attrName>
                                        </p:attrNameLst>
                                      </p:cBhvr>
                                      <p:to>
                                        <p:strVal val="visible"/>
                                      </p:to>
                                    </p:set>
                                    <p:animEffect transition="in" filter="dissolve">
                                      <p:cBhvr>
                                        <p:cTn id="88" dur="500"/>
                                        <p:tgtEl>
                                          <p:spTgt spid="730208"/>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9" presetClass="entr" presetSubtype="0" fill="hold" nodeType="clickEffect">
                                  <p:stCondLst>
                                    <p:cond delay="0"/>
                                  </p:stCondLst>
                                  <p:childTnLst>
                                    <p:set>
                                      <p:cBhvr>
                                        <p:cTn id="92" dur="1" fill="hold">
                                          <p:stCondLst>
                                            <p:cond delay="0"/>
                                          </p:stCondLst>
                                        </p:cTn>
                                        <p:tgtEl>
                                          <p:spTgt spid="730209"/>
                                        </p:tgtEl>
                                        <p:attrNameLst>
                                          <p:attrName>style.visibility</p:attrName>
                                        </p:attrNameLst>
                                      </p:cBhvr>
                                      <p:to>
                                        <p:strVal val="visible"/>
                                      </p:to>
                                    </p:set>
                                    <p:animEffect transition="in" filter="dissolve">
                                      <p:cBhvr>
                                        <p:cTn id="93" dur="500"/>
                                        <p:tgtEl>
                                          <p:spTgt spid="730209"/>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730174"/>
                                        </p:tgtEl>
                                        <p:attrNameLst>
                                          <p:attrName>style.visibility</p:attrName>
                                        </p:attrNameLst>
                                      </p:cBhvr>
                                      <p:to>
                                        <p:strVal val="visible"/>
                                      </p:to>
                                    </p:set>
                                    <p:animEffect transition="in" filter="dissolve">
                                      <p:cBhvr>
                                        <p:cTn id="98" dur="500"/>
                                        <p:tgtEl>
                                          <p:spTgt spid="730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58" grpId="0" autoUpdateAnimBg="0"/>
      <p:bldP spid="730159" grpId="0" autoUpdateAnimBg="0"/>
      <p:bldP spid="730160" grpId="0" autoUpdateAnimBg="0"/>
      <p:bldP spid="730161" grpId="0" autoUpdateAnimBg="0"/>
      <p:bldP spid="730162" grpId="0" autoUpdateAnimBg="0"/>
      <p:bldP spid="730163" grpId="0" autoUpdateAnimBg="0"/>
      <p:bldP spid="730164" grpId="0" autoUpdateAnimBg="0"/>
      <p:bldP spid="730165" grpId="0" autoUpdateAnimBg="0"/>
      <p:bldP spid="730166" grpId="0" autoUpdateAnimBg="0"/>
      <p:bldP spid="730167" grpId="0" autoUpdateAnimBg="0"/>
      <p:bldP spid="730168" grpId="0" animBg="1"/>
      <p:bldP spid="730172" grpId="0" autoUpdateAnimBg="0"/>
      <p:bldP spid="730174" grpId="0" autoUpdateAnimBg="0"/>
      <p:bldP spid="730175"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632F313-A427-4DBC-9DC4-82D885064AD9}" type="slidenum">
              <a:rPr lang="zh-CN" altLang="en-US" b="0" i="0" smtClean="0"/>
              <a:pPr/>
              <a:t>70</a:t>
            </a:fld>
            <a:endParaRPr lang="en-US" altLang="zh-CN" b="0" i="0" smtClean="0"/>
          </a:p>
        </p:txBody>
      </p:sp>
      <p:sp>
        <p:nvSpPr>
          <p:cNvPr id="94211"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7BB8205-18FF-4DE3-9647-A9ECFF7141ED}" type="datetime1">
              <a:rPr lang="zh-CN" altLang="en-US" sz="1800" i="0" smtClean="0"/>
              <a:pPr/>
              <a:t>2024/10/20</a:t>
            </a:fld>
            <a:endParaRPr lang="en-US" altLang="zh-CN" sz="1800" i="0" smtClean="0"/>
          </a:p>
        </p:txBody>
      </p:sp>
      <p:grpSp>
        <p:nvGrpSpPr>
          <p:cNvPr id="94212" name="Group 2"/>
          <p:cNvGrpSpPr>
            <a:grpSpLocks/>
          </p:cNvGrpSpPr>
          <p:nvPr/>
        </p:nvGrpSpPr>
        <p:grpSpPr bwMode="auto">
          <a:xfrm>
            <a:off x="601663" y="2036763"/>
            <a:ext cx="8607425" cy="2608262"/>
            <a:chOff x="350" y="1283"/>
            <a:chExt cx="5005" cy="1643"/>
          </a:xfrm>
        </p:grpSpPr>
        <p:sp>
          <p:nvSpPr>
            <p:cNvPr id="94214" name="Rectangle 3"/>
            <p:cNvSpPr>
              <a:spLocks noChangeArrowheads="1"/>
            </p:cNvSpPr>
            <p:nvPr/>
          </p:nvSpPr>
          <p:spPr bwMode="auto">
            <a:xfrm>
              <a:off x="483" y="1325"/>
              <a:ext cx="4780" cy="156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94215"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4216"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4217" name="AutoShape 6"/>
            <p:cNvSpPr>
              <a:spLocks noChangeArrowheads="1"/>
            </p:cNvSpPr>
            <p:nvPr/>
          </p:nvSpPr>
          <p:spPr bwMode="auto">
            <a:xfrm>
              <a:off x="377" y="1283"/>
              <a:ext cx="4974"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4218" name="AutoShape 7"/>
            <p:cNvSpPr>
              <a:spLocks noChangeArrowheads="1"/>
            </p:cNvSpPr>
            <p:nvPr/>
          </p:nvSpPr>
          <p:spPr bwMode="auto">
            <a:xfrm flipV="1">
              <a:off x="350" y="2828"/>
              <a:ext cx="5005"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4219"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699401" name="Rectangle 9"/>
          <p:cNvSpPr>
            <a:spLocks noChangeArrowheads="1"/>
          </p:cNvSpPr>
          <p:nvPr/>
        </p:nvSpPr>
        <p:spPr bwMode="auto">
          <a:xfrm>
            <a:off x="660400" y="2438400"/>
            <a:ext cx="8216900" cy="1554163"/>
          </a:xfrm>
          <a:prstGeom prst="rect">
            <a:avLst/>
          </a:prstGeom>
          <a:noFill/>
          <a:ln w="12700">
            <a:noFill/>
            <a:miter lim="800000"/>
            <a:headEnd/>
            <a:tailEnd/>
          </a:ln>
          <a:effectLst>
            <a:outerShdw dist="17961" dir="2700000" algn="ctr" rotWithShape="0">
              <a:srgbClr val="354281"/>
            </a:outerShdw>
          </a:effectLst>
        </p:spPr>
        <p:txBody>
          <a:bodyPr lIns="0" tIns="0" rIns="0" bIns="0">
            <a:spAutoFit/>
          </a:bodyPr>
          <a:lstStyle/>
          <a:p>
            <a:pPr marL="290513" indent="-290513" defTabSz="915988">
              <a:lnSpc>
                <a:spcPct val="85000"/>
              </a:lnSpc>
              <a:spcBef>
                <a:spcPct val="35000"/>
              </a:spcBef>
              <a:buClr>
                <a:srgbClr val="FF0000"/>
              </a:buClr>
              <a:buSzPct val="95000"/>
              <a:defRPr/>
            </a:pPr>
            <a:r>
              <a:rPr lang="zh-CN" altLang="en-US" sz="5400" i="0">
                <a:solidFill>
                  <a:schemeClr val="bg1"/>
                </a:solidFill>
                <a:effectLst>
                  <a:outerShdw blurRad="38100" dist="38100" dir="2700000" algn="tl">
                    <a:srgbClr val="C0C0C0"/>
                  </a:outerShdw>
                </a:effectLst>
              </a:rPr>
              <a:t>§3</a:t>
            </a:r>
            <a:r>
              <a:rPr lang="zh-CN" altLang="en-US" sz="6600" i="0">
                <a:solidFill>
                  <a:schemeClr val="bg1"/>
                </a:solidFill>
                <a:effectLst>
                  <a:outerShdw blurRad="38100" dist="38100" dir="2700000" algn="tl">
                    <a:srgbClr val="C0C0C0"/>
                  </a:outerShdw>
                </a:effectLst>
              </a:rPr>
              <a:t>  </a:t>
            </a:r>
            <a:r>
              <a:rPr lang="zh-CN" altLang="en-US" sz="5400" i="0">
                <a:solidFill>
                  <a:schemeClr val="bg1"/>
                </a:solidFill>
                <a:effectLst>
                  <a:outerShdw blurRad="38100" dist="38100" dir="2700000" algn="tl">
                    <a:srgbClr val="C0C0C0"/>
                  </a:outerShdw>
                </a:effectLst>
              </a:rPr>
              <a:t>不等距节点下的拉格朗日插值公式</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2632A58-364A-4E47-8CAD-14AD3ED6E216}" type="slidenum">
              <a:rPr lang="zh-CN" altLang="en-US" b="0" i="0" smtClean="0"/>
              <a:pPr/>
              <a:t>71</a:t>
            </a:fld>
            <a:endParaRPr lang="en-US" altLang="zh-CN" b="0" i="0" smtClean="0"/>
          </a:p>
        </p:txBody>
      </p:sp>
      <p:sp>
        <p:nvSpPr>
          <p:cNvPr id="9523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FFCBB3F-9096-4803-9D46-02D525AD08D7}" type="datetime1">
              <a:rPr lang="zh-CN" altLang="en-US" sz="1800" i="0" smtClean="0"/>
              <a:pPr/>
              <a:t>2024/10/20</a:t>
            </a:fld>
            <a:endParaRPr lang="en-US" altLang="zh-CN" sz="1800" i="0" smtClean="0"/>
          </a:p>
        </p:txBody>
      </p:sp>
      <p:sp>
        <p:nvSpPr>
          <p:cNvPr id="464898" name="Rectangle 2"/>
          <p:cNvSpPr>
            <a:spLocks noGrp="1" noChangeArrowheads="1"/>
          </p:cNvSpPr>
          <p:nvPr>
            <p:ph type="title"/>
          </p:nvPr>
        </p:nvSpPr>
        <p:spPr>
          <a:xfrm>
            <a:off x="650875" y="255588"/>
            <a:ext cx="8820150" cy="658812"/>
          </a:xfrm>
        </p:spPr>
        <p:txBody>
          <a:bodyPr/>
          <a:lstStyle/>
          <a:p>
            <a:pPr>
              <a:defRPr/>
            </a:pPr>
            <a:r>
              <a:rPr lang="zh-CN" altLang="en-US" smtClean="0"/>
              <a:t>§3.1 </a:t>
            </a:r>
            <a:r>
              <a:rPr lang="zh-CN" altLang="en-US" sz="4800" smtClean="0"/>
              <a:t>公式的建立</a:t>
            </a:r>
          </a:p>
        </p:txBody>
      </p:sp>
      <p:sp>
        <p:nvSpPr>
          <p:cNvPr id="464900" name="Rectangle 4"/>
          <p:cNvSpPr>
            <a:spLocks noChangeArrowheads="1"/>
          </p:cNvSpPr>
          <p:nvPr/>
        </p:nvSpPr>
        <p:spPr bwMode="auto">
          <a:xfrm>
            <a:off x="660400" y="1843088"/>
            <a:ext cx="28606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
        <p:nvSpPr>
          <p:cNvPr id="464902" name="Rectangle 6"/>
          <p:cNvSpPr>
            <a:spLocks noChangeArrowheads="1"/>
          </p:cNvSpPr>
          <p:nvPr/>
        </p:nvSpPr>
        <p:spPr bwMode="auto">
          <a:xfrm>
            <a:off x="3581400" y="2057400"/>
            <a:ext cx="3230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464903" name="Line 7"/>
          <p:cNvSpPr>
            <a:spLocks noChangeShapeType="1"/>
          </p:cNvSpPr>
          <p:nvPr/>
        </p:nvSpPr>
        <p:spPr bwMode="auto">
          <a:xfrm flipV="1">
            <a:off x="3562350" y="2133600"/>
            <a:ext cx="3302000" cy="14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04" name="Rectangle 8"/>
          <p:cNvSpPr>
            <a:spLocks noChangeArrowheads="1"/>
          </p:cNvSpPr>
          <p:nvPr/>
        </p:nvSpPr>
        <p:spPr bwMode="auto">
          <a:xfrm>
            <a:off x="5005388" y="16002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464905" name="Rectangle 9"/>
          <p:cNvSpPr>
            <a:spLocks noChangeArrowheads="1"/>
          </p:cNvSpPr>
          <p:nvPr/>
        </p:nvSpPr>
        <p:spPr bwMode="auto">
          <a:xfrm>
            <a:off x="2871788" y="3033713"/>
            <a:ext cx="495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sp>
        <p:nvSpPr>
          <p:cNvPr id="464907" name="Rectangle 11"/>
          <p:cNvSpPr>
            <a:spLocks noChangeArrowheads="1"/>
          </p:cNvSpPr>
          <p:nvPr/>
        </p:nvSpPr>
        <p:spPr bwMode="auto">
          <a:xfrm>
            <a:off x="3543300" y="3186113"/>
            <a:ext cx="4484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464908" name="Line 12"/>
          <p:cNvSpPr>
            <a:spLocks noChangeShapeType="1"/>
          </p:cNvSpPr>
          <p:nvPr/>
        </p:nvSpPr>
        <p:spPr bwMode="auto">
          <a:xfrm>
            <a:off x="3367088" y="3276600"/>
            <a:ext cx="4787900"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09" name="Rectangle 13"/>
          <p:cNvSpPr>
            <a:spLocks noChangeArrowheads="1"/>
          </p:cNvSpPr>
          <p:nvPr/>
        </p:nvSpPr>
        <p:spPr bwMode="auto">
          <a:xfrm>
            <a:off x="4862513" y="2728913"/>
            <a:ext cx="8397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464910" name="Rectangle 14"/>
          <p:cNvSpPr>
            <a:spLocks noChangeArrowheads="1"/>
          </p:cNvSpPr>
          <p:nvPr/>
        </p:nvSpPr>
        <p:spPr bwMode="auto">
          <a:xfrm>
            <a:off x="2859088" y="5319713"/>
            <a:ext cx="1073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grpSp>
        <p:nvGrpSpPr>
          <p:cNvPr id="2" name="Group 40"/>
          <p:cNvGrpSpPr>
            <a:grpSpLocks/>
          </p:cNvGrpSpPr>
          <p:nvPr/>
        </p:nvGrpSpPr>
        <p:grpSpPr bwMode="auto">
          <a:xfrm>
            <a:off x="3952875" y="5092700"/>
            <a:ext cx="4792663" cy="989013"/>
            <a:chOff x="2173" y="1833"/>
            <a:chExt cx="2787" cy="606"/>
          </a:xfrm>
        </p:grpSpPr>
        <p:grpSp>
          <p:nvGrpSpPr>
            <p:cNvPr id="95266" name="Group 22"/>
            <p:cNvGrpSpPr>
              <a:grpSpLocks/>
            </p:cNvGrpSpPr>
            <p:nvPr/>
          </p:nvGrpSpPr>
          <p:grpSpPr bwMode="auto">
            <a:xfrm>
              <a:off x="2173" y="2121"/>
              <a:ext cx="2787" cy="318"/>
              <a:chOff x="2173" y="2121"/>
              <a:chExt cx="2787" cy="318"/>
            </a:xfrm>
          </p:grpSpPr>
          <p:sp>
            <p:nvSpPr>
              <p:cNvPr id="95268" name="Rectangle 19"/>
              <p:cNvSpPr>
                <a:spLocks noChangeArrowheads="1"/>
              </p:cNvSpPr>
              <p:nvPr/>
            </p:nvSpPr>
            <p:spPr bwMode="auto">
              <a:xfrm>
                <a:off x="2202" y="2121"/>
                <a:ext cx="27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95269" name="Line 20"/>
              <p:cNvSpPr>
                <a:spLocks noChangeShapeType="1"/>
              </p:cNvSpPr>
              <p:nvPr/>
            </p:nvSpPr>
            <p:spPr bwMode="auto">
              <a:xfrm>
                <a:off x="2173" y="2169"/>
                <a:ext cx="27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5267" name="Rectangle 21"/>
            <p:cNvSpPr>
              <a:spLocks noChangeArrowheads="1"/>
            </p:cNvSpPr>
            <p:nvPr/>
          </p:nvSpPr>
          <p:spPr bwMode="auto">
            <a:xfrm>
              <a:off x="3039" y="1833"/>
              <a:ext cx="497"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grpSp>
      <p:sp>
        <p:nvSpPr>
          <p:cNvPr id="464919" name="Rectangle 23"/>
          <p:cNvSpPr>
            <a:spLocks noChangeArrowheads="1"/>
          </p:cNvSpPr>
          <p:nvPr/>
        </p:nvSpPr>
        <p:spPr bwMode="auto">
          <a:xfrm>
            <a:off x="3479800" y="2197100"/>
            <a:ext cx="3549650" cy="469900"/>
          </a:xfrm>
          <a:prstGeom prst="rect">
            <a:avLst/>
          </a:prstGeom>
          <a:noFill/>
          <a:ln w="254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4944" name="Rectangle 48"/>
          <p:cNvSpPr>
            <a:spLocks noChangeArrowheads="1"/>
          </p:cNvSpPr>
          <p:nvPr/>
        </p:nvSpPr>
        <p:spPr bwMode="auto">
          <a:xfrm>
            <a:off x="2859088" y="4191000"/>
            <a:ext cx="495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sp>
        <p:nvSpPr>
          <p:cNvPr id="464945" name="Rectangle 49"/>
          <p:cNvSpPr>
            <a:spLocks noChangeArrowheads="1"/>
          </p:cNvSpPr>
          <p:nvPr/>
        </p:nvSpPr>
        <p:spPr bwMode="auto">
          <a:xfrm>
            <a:off x="3529013" y="4343400"/>
            <a:ext cx="4484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464946" name="Line 50"/>
          <p:cNvSpPr>
            <a:spLocks noChangeShapeType="1"/>
          </p:cNvSpPr>
          <p:nvPr/>
        </p:nvSpPr>
        <p:spPr bwMode="auto">
          <a:xfrm>
            <a:off x="3354388" y="4433888"/>
            <a:ext cx="4787900"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47" name="Rectangle 51"/>
          <p:cNvSpPr>
            <a:spLocks noChangeArrowheads="1"/>
          </p:cNvSpPr>
          <p:nvPr/>
        </p:nvSpPr>
        <p:spPr bwMode="auto">
          <a:xfrm>
            <a:off x="4848225" y="3886200"/>
            <a:ext cx="839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464948" name="Rectangle 52"/>
          <p:cNvSpPr>
            <a:spLocks noChangeArrowheads="1"/>
          </p:cNvSpPr>
          <p:nvPr/>
        </p:nvSpPr>
        <p:spPr bwMode="auto">
          <a:xfrm>
            <a:off x="0" y="1447800"/>
            <a:ext cx="3230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0</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1</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n</a:t>
            </a:r>
            <a:r>
              <a:rPr lang="en-US" altLang="zh-CN" sz="2800" i="0">
                <a:solidFill>
                  <a:srgbClr val="FF3300"/>
                </a:solidFill>
                <a:latin typeface="Times New Roman" pitchFamily="18" charset="0"/>
              </a:rPr>
              <a:t>)</a:t>
            </a:r>
            <a:endParaRPr lang="zh-CN" altLang="en-US" sz="2800" i="0">
              <a:solidFill>
                <a:srgbClr val="FF3300"/>
              </a:solidFill>
              <a:latin typeface="Times New Roman" pitchFamily="18" charset="0"/>
            </a:endParaRPr>
          </a:p>
        </p:txBody>
      </p:sp>
      <p:sp>
        <p:nvSpPr>
          <p:cNvPr id="464950" name="Rectangle 54"/>
          <p:cNvSpPr>
            <a:spLocks noChangeArrowheads="1"/>
          </p:cNvSpPr>
          <p:nvPr/>
        </p:nvSpPr>
        <p:spPr bwMode="auto">
          <a:xfrm>
            <a:off x="5638800" y="1600200"/>
            <a:ext cx="3230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0</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1</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n</a:t>
            </a:r>
            <a:r>
              <a:rPr lang="en-US" altLang="zh-CN" sz="2800" i="0">
                <a:solidFill>
                  <a:srgbClr val="FF3300"/>
                </a:solidFill>
                <a:latin typeface="Times New Roman" pitchFamily="18" charset="0"/>
              </a:rPr>
              <a:t>)</a:t>
            </a:r>
            <a:endParaRPr lang="zh-CN" altLang="en-US" sz="2800" i="0">
              <a:solidFill>
                <a:srgbClr val="FF3300"/>
              </a:solidFill>
              <a:latin typeface="Times New Roman" pitchFamily="18" charset="0"/>
            </a:endParaRPr>
          </a:p>
        </p:txBody>
      </p:sp>
      <p:sp>
        <p:nvSpPr>
          <p:cNvPr id="464951" name="Rectangle 55"/>
          <p:cNvSpPr>
            <a:spLocks noChangeArrowheads="1"/>
          </p:cNvSpPr>
          <p:nvPr/>
        </p:nvSpPr>
        <p:spPr bwMode="auto">
          <a:xfrm>
            <a:off x="5638800" y="2667000"/>
            <a:ext cx="3230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0</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1</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n</a:t>
            </a:r>
            <a:r>
              <a:rPr lang="en-US" altLang="zh-CN" sz="2800" i="0">
                <a:solidFill>
                  <a:srgbClr val="FF3300"/>
                </a:solidFill>
                <a:latin typeface="Times New Roman" pitchFamily="18" charset="0"/>
              </a:rPr>
              <a:t>)</a:t>
            </a:r>
            <a:endParaRPr lang="zh-CN" altLang="en-US" sz="2800" i="0">
              <a:solidFill>
                <a:srgbClr val="FF3300"/>
              </a:solidFill>
              <a:latin typeface="Times New Roman" pitchFamily="18" charset="0"/>
            </a:endParaRPr>
          </a:p>
        </p:txBody>
      </p:sp>
      <p:sp>
        <p:nvSpPr>
          <p:cNvPr id="464952" name="Rectangle 56"/>
          <p:cNvSpPr>
            <a:spLocks noChangeArrowheads="1"/>
          </p:cNvSpPr>
          <p:nvPr/>
        </p:nvSpPr>
        <p:spPr bwMode="auto">
          <a:xfrm>
            <a:off x="5638800" y="3886200"/>
            <a:ext cx="3230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0</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1</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n</a:t>
            </a:r>
            <a:r>
              <a:rPr lang="en-US" altLang="zh-CN" sz="2800" i="0">
                <a:solidFill>
                  <a:srgbClr val="FF3300"/>
                </a:solidFill>
                <a:latin typeface="Times New Roman" pitchFamily="18" charset="0"/>
              </a:rPr>
              <a:t>)</a:t>
            </a:r>
            <a:endParaRPr lang="zh-CN" altLang="en-US" sz="2800" i="0">
              <a:solidFill>
                <a:srgbClr val="FF3300"/>
              </a:solidFill>
              <a:latin typeface="Times New Roman" pitchFamily="18" charset="0"/>
            </a:endParaRPr>
          </a:p>
        </p:txBody>
      </p:sp>
      <p:sp>
        <p:nvSpPr>
          <p:cNvPr id="464953" name="Rectangle 57"/>
          <p:cNvSpPr>
            <a:spLocks noChangeArrowheads="1"/>
          </p:cNvSpPr>
          <p:nvPr/>
        </p:nvSpPr>
        <p:spPr bwMode="auto">
          <a:xfrm>
            <a:off x="6172200" y="5105400"/>
            <a:ext cx="3230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0</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1</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a:solidFill>
                  <a:srgbClr val="FF3300"/>
                </a:solidFill>
                <a:latin typeface="Times New Roman" pitchFamily="18" charset="0"/>
              </a:rPr>
              <a:t>–</a:t>
            </a:r>
            <a:r>
              <a:rPr lang="en-US" altLang="zh-CN" sz="2800">
                <a:solidFill>
                  <a:srgbClr val="FF3300"/>
                </a:solidFill>
                <a:latin typeface="Times New Roman" pitchFamily="18" charset="0"/>
              </a:rPr>
              <a:t>x</a:t>
            </a:r>
            <a:r>
              <a:rPr lang="en-US" altLang="zh-CN" sz="2800" i="0" baseline="-25000">
                <a:solidFill>
                  <a:srgbClr val="FF3300"/>
                </a:solidFill>
                <a:latin typeface="Times New Roman" pitchFamily="18" charset="0"/>
              </a:rPr>
              <a:t>n</a:t>
            </a:r>
            <a:r>
              <a:rPr lang="en-US" altLang="zh-CN" sz="2800" i="0">
                <a:solidFill>
                  <a:srgbClr val="FF3300"/>
                </a:solidFill>
                <a:latin typeface="Times New Roman" pitchFamily="18" charset="0"/>
              </a:rPr>
              <a:t>)</a:t>
            </a:r>
            <a:endParaRPr lang="zh-CN" altLang="en-US" sz="2800" i="0">
              <a:solidFill>
                <a:srgbClr val="FF3300"/>
              </a:solidFill>
              <a:latin typeface="Times New Roman" pitchFamily="18" charset="0"/>
            </a:endParaRPr>
          </a:p>
        </p:txBody>
      </p:sp>
      <p:sp>
        <p:nvSpPr>
          <p:cNvPr id="464954" name="Line 58"/>
          <p:cNvSpPr>
            <a:spLocks noChangeShapeType="1"/>
          </p:cNvSpPr>
          <p:nvPr/>
        </p:nvSpPr>
        <p:spPr bwMode="auto">
          <a:xfrm>
            <a:off x="5638800" y="1600200"/>
            <a:ext cx="3352800" cy="3810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55" name="Line 59"/>
          <p:cNvSpPr>
            <a:spLocks noChangeShapeType="1"/>
          </p:cNvSpPr>
          <p:nvPr/>
        </p:nvSpPr>
        <p:spPr bwMode="auto">
          <a:xfrm>
            <a:off x="3657600" y="2209800"/>
            <a:ext cx="3352800" cy="3810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56" name="Line 60"/>
          <p:cNvSpPr>
            <a:spLocks noChangeShapeType="1"/>
          </p:cNvSpPr>
          <p:nvPr/>
        </p:nvSpPr>
        <p:spPr bwMode="auto">
          <a:xfrm>
            <a:off x="5715000" y="2743200"/>
            <a:ext cx="908050" cy="3810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57" name="Line 61"/>
          <p:cNvSpPr>
            <a:spLocks noChangeShapeType="1"/>
          </p:cNvSpPr>
          <p:nvPr/>
        </p:nvSpPr>
        <p:spPr bwMode="auto">
          <a:xfrm>
            <a:off x="7162800" y="3352800"/>
            <a:ext cx="908050" cy="3810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58" name="Line 62"/>
          <p:cNvSpPr>
            <a:spLocks noChangeShapeType="1"/>
          </p:cNvSpPr>
          <p:nvPr/>
        </p:nvSpPr>
        <p:spPr bwMode="auto">
          <a:xfrm>
            <a:off x="6477000" y="3886200"/>
            <a:ext cx="908050" cy="3810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59" name="Line 63"/>
          <p:cNvSpPr>
            <a:spLocks noChangeShapeType="1"/>
          </p:cNvSpPr>
          <p:nvPr/>
        </p:nvSpPr>
        <p:spPr bwMode="auto">
          <a:xfrm>
            <a:off x="7010400" y="4495800"/>
            <a:ext cx="908050" cy="3810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60" name="Line 64"/>
          <p:cNvSpPr>
            <a:spLocks noChangeShapeType="1"/>
          </p:cNvSpPr>
          <p:nvPr/>
        </p:nvSpPr>
        <p:spPr bwMode="auto">
          <a:xfrm>
            <a:off x="8307388" y="5181600"/>
            <a:ext cx="908050" cy="3810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61" name="Line 65"/>
          <p:cNvSpPr>
            <a:spLocks noChangeShapeType="1"/>
          </p:cNvSpPr>
          <p:nvPr/>
        </p:nvSpPr>
        <p:spPr bwMode="auto">
          <a:xfrm>
            <a:off x="7772400" y="5715000"/>
            <a:ext cx="908050" cy="3810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4962" name="AutoShape 66"/>
          <p:cNvSpPr>
            <a:spLocks noChangeArrowheads="1"/>
          </p:cNvSpPr>
          <p:nvPr/>
        </p:nvSpPr>
        <p:spPr bwMode="auto">
          <a:xfrm>
            <a:off x="457200" y="3657600"/>
            <a:ext cx="1504950" cy="609600"/>
          </a:xfrm>
          <a:prstGeom prst="wedgeRoundRectCallout">
            <a:avLst>
              <a:gd name="adj1" fmla="val 46412"/>
              <a:gd name="adj2" fmla="val -226301"/>
              <a:gd name="adj3" fmla="val 16667"/>
            </a:avLst>
          </a:prstGeom>
          <a:solidFill>
            <a:schemeClr val="accent2"/>
          </a:solidFill>
          <a:ln w="25400">
            <a:solidFill>
              <a:srgbClr val="0000FF"/>
            </a:solidFill>
            <a:miter lim="800000"/>
            <a:headEnd/>
            <a:tailEnd/>
          </a:ln>
        </p:spPr>
        <p:txBody>
          <a:bodyPr anchor="ctr"/>
          <a:lstStyle/>
          <a:p>
            <a:r>
              <a:rPr lang="en-US" altLang="zh-CN" sz="3200" i="0"/>
              <a:t>R</a:t>
            </a:r>
            <a:r>
              <a:rPr lang="en-US" altLang="zh-CN" sz="3200" i="0" baseline="-25000"/>
              <a:t>n</a:t>
            </a:r>
            <a:r>
              <a:rPr lang="en-US" altLang="zh-CN" sz="3200" i="0"/>
              <a:t>(x)</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4900"/>
                                        </p:tgtEl>
                                        <p:attrNameLst>
                                          <p:attrName>style.visibility</p:attrName>
                                        </p:attrNameLst>
                                      </p:cBhvr>
                                      <p:to>
                                        <p:strVal val="visible"/>
                                      </p:to>
                                    </p:set>
                                    <p:animEffect transition="in" filter="wipe(left)">
                                      <p:cBhvr>
                                        <p:cTn id="7" dur="500"/>
                                        <p:tgtEl>
                                          <p:spTgt spid="4649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4902"/>
                                        </p:tgtEl>
                                        <p:attrNameLst>
                                          <p:attrName>style.visibility</p:attrName>
                                        </p:attrNameLst>
                                      </p:cBhvr>
                                      <p:to>
                                        <p:strVal val="visible"/>
                                      </p:to>
                                    </p:set>
                                    <p:animEffect transition="in" filter="wipe(left)">
                                      <p:cBhvr>
                                        <p:cTn id="12" dur="500"/>
                                        <p:tgtEl>
                                          <p:spTgt spid="464902"/>
                                        </p:tgtEl>
                                      </p:cBhvr>
                                    </p:animEffect>
                                  </p:childTnLst>
                                </p:cTn>
                              </p:par>
                            </p:childTnLst>
                          </p:cTn>
                        </p:par>
                        <p:par>
                          <p:cTn id="13" fill="hold" nodeType="afterGroup">
                            <p:stCondLst>
                              <p:cond delay="500"/>
                            </p:stCondLst>
                            <p:childTnLst>
                              <p:par>
                                <p:cTn id="14" presetID="22" presetClass="entr" presetSubtype="8" fill="hold" grpId="0" nodeType="afterEffect">
                                  <p:stCondLst>
                                    <p:cond delay="4000"/>
                                  </p:stCondLst>
                                  <p:childTnLst>
                                    <p:set>
                                      <p:cBhvr>
                                        <p:cTn id="15" dur="1" fill="hold">
                                          <p:stCondLst>
                                            <p:cond delay="0"/>
                                          </p:stCondLst>
                                        </p:cTn>
                                        <p:tgtEl>
                                          <p:spTgt spid="464903"/>
                                        </p:tgtEl>
                                        <p:attrNameLst>
                                          <p:attrName>style.visibility</p:attrName>
                                        </p:attrNameLst>
                                      </p:cBhvr>
                                      <p:to>
                                        <p:strVal val="visible"/>
                                      </p:to>
                                    </p:set>
                                    <p:animEffect transition="in" filter="wipe(left)">
                                      <p:cBhvr>
                                        <p:cTn id="16" dur="500"/>
                                        <p:tgtEl>
                                          <p:spTgt spid="464903"/>
                                        </p:tgtEl>
                                      </p:cBhvr>
                                    </p:animEffect>
                                  </p:childTnLst>
                                </p:cTn>
                              </p:par>
                            </p:childTnLst>
                          </p:cTn>
                        </p:par>
                        <p:par>
                          <p:cTn id="17" fill="hold" nodeType="afterGroup">
                            <p:stCondLst>
                              <p:cond delay="5000"/>
                            </p:stCondLst>
                            <p:childTnLst>
                              <p:par>
                                <p:cTn id="18" presetID="22" presetClass="entr" presetSubtype="8" fill="hold" grpId="0" nodeType="afterEffect">
                                  <p:stCondLst>
                                    <p:cond delay="2000"/>
                                  </p:stCondLst>
                                  <p:childTnLst>
                                    <p:set>
                                      <p:cBhvr>
                                        <p:cTn id="19" dur="1" fill="hold">
                                          <p:stCondLst>
                                            <p:cond delay="0"/>
                                          </p:stCondLst>
                                        </p:cTn>
                                        <p:tgtEl>
                                          <p:spTgt spid="464904"/>
                                        </p:tgtEl>
                                        <p:attrNameLst>
                                          <p:attrName>style.visibility</p:attrName>
                                        </p:attrNameLst>
                                      </p:cBhvr>
                                      <p:to>
                                        <p:strVal val="visible"/>
                                      </p:to>
                                    </p:set>
                                    <p:animEffect transition="in" filter="wipe(left)">
                                      <p:cBhvr>
                                        <p:cTn id="20" dur="500"/>
                                        <p:tgtEl>
                                          <p:spTgt spid="46490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64905"/>
                                        </p:tgtEl>
                                        <p:attrNameLst>
                                          <p:attrName>style.visibility</p:attrName>
                                        </p:attrNameLst>
                                      </p:cBhvr>
                                      <p:to>
                                        <p:strVal val="visible"/>
                                      </p:to>
                                    </p:set>
                                    <p:animEffect transition="in" filter="wipe(left)">
                                      <p:cBhvr>
                                        <p:cTn id="25" dur="500"/>
                                        <p:tgtEl>
                                          <p:spTgt spid="464905"/>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464907"/>
                                        </p:tgtEl>
                                        <p:attrNameLst>
                                          <p:attrName>style.visibility</p:attrName>
                                        </p:attrNameLst>
                                      </p:cBhvr>
                                      <p:to>
                                        <p:strVal val="visible"/>
                                      </p:to>
                                    </p:set>
                                    <p:animEffect transition="in" filter="wipe(left)">
                                      <p:cBhvr>
                                        <p:cTn id="29" dur="500"/>
                                        <p:tgtEl>
                                          <p:spTgt spid="464907"/>
                                        </p:tgtEl>
                                      </p:cBhvr>
                                    </p:animEffect>
                                  </p:childTnLst>
                                </p:cTn>
                              </p:par>
                            </p:childTnLst>
                          </p:cTn>
                        </p:par>
                        <p:par>
                          <p:cTn id="30" fill="hold" nodeType="afterGroup">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464908"/>
                                        </p:tgtEl>
                                        <p:attrNameLst>
                                          <p:attrName>style.visibility</p:attrName>
                                        </p:attrNameLst>
                                      </p:cBhvr>
                                      <p:to>
                                        <p:strVal val="visible"/>
                                      </p:to>
                                    </p:set>
                                    <p:animEffect transition="in" filter="wipe(left)">
                                      <p:cBhvr>
                                        <p:cTn id="33" dur="500"/>
                                        <p:tgtEl>
                                          <p:spTgt spid="46490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64909"/>
                                        </p:tgtEl>
                                        <p:attrNameLst>
                                          <p:attrName>style.visibility</p:attrName>
                                        </p:attrNameLst>
                                      </p:cBhvr>
                                      <p:to>
                                        <p:strVal val="visible"/>
                                      </p:to>
                                    </p:set>
                                    <p:animEffect transition="in" filter="wipe(left)">
                                      <p:cBhvr>
                                        <p:cTn id="38" dur="500"/>
                                        <p:tgtEl>
                                          <p:spTgt spid="46490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64944"/>
                                        </p:tgtEl>
                                        <p:attrNameLst>
                                          <p:attrName>style.visibility</p:attrName>
                                        </p:attrNameLst>
                                      </p:cBhvr>
                                      <p:to>
                                        <p:strVal val="visible"/>
                                      </p:to>
                                    </p:set>
                                    <p:animEffect transition="in" filter="wipe(left)">
                                      <p:cBhvr>
                                        <p:cTn id="43" dur="500"/>
                                        <p:tgtEl>
                                          <p:spTgt spid="464944"/>
                                        </p:tgtEl>
                                      </p:cBhvr>
                                    </p:animEffect>
                                  </p:childTnLst>
                                </p:cTn>
                              </p:par>
                            </p:childTnLst>
                          </p:cTn>
                        </p:par>
                        <p:par>
                          <p:cTn id="44" fill="hold" nodeType="afterGroup">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464945"/>
                                        </p:tgtEl>
                                        <p:attrNameLst>
                                          <p:attrName>style.visibility</p:attrName>
                                        </p:attrNameLst>
                                      </p:cBhvr>
                                      <p:to>
                                        <p:strVal val="visible"/>
                                      </p:to>
                                    </p:set>
                                    <p:animEffect transition="in" filter="wipe(left)">
                                      <p:cBhvr>
                                        <p:cTn id="47" dur="500"/>
                                        <p:tgtEl>
                                          <p:spTgt spid="464945"/>
                                        </p:tgtEl>
                                      </p:cBhvr>
                                    </p:animEffect>
                                  </p:childTnLst>
                                </p:cTn>
                              </p:par>
                            </p:childTnLst>
                          </p:cTn>
                        </p:par>
                        <p:par>
                          <p:cTn id="48" fill="hold" nodeType="afterGroup">
                            <p:stCondLst>
                              <p:cond delay="1000"/>
                            </p:stCondLst>
                            <p:childTnLst>
                              <p:par>
                                <p:cTn id="49" presetID="22" presetClass="entr" presetSubtype="8" fill="hold" grpId="0" nodeType="afterEffect">
                                  <p:stCondLst>
                                    <p:cond delay="3000"/>
                                  </p:stCondLst>
                                  <p:childTnLst>
                                    <p:set>
                                      <p:cBhvr>
                                        <p:cTn id="50" dur="1" fill="hold">
                                          <p:stCondLst>
                                            <p:cond delay="0"/>
                                          </p:stCondLst>
                                        </p:cTn>
                                        <p:tgtEl>
                                          <p:spTgt spid="464946"/>
                                        </p:tgtEl>
                                        <p:attrNameLst>
                                          <p:attrName>style.visibility</p:attrName>
                                        </p:attrNameLst>
                                      </p:cBhvr>
                                      <p:to>
                                        <p:strVal val="visible"/>
                                      </p:to>
                                    </p:set>
                                    <p:animEffect transition="in" filter="wipe(left)">
                                      <p:cBhvr>
                                        <p:cTn id="51" dur="500"/>
                                        <p:tgtEl>
                                          <p:spTgt spid="46494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64947"/>
                                        </p:tgtEl>
                                        <p:attrNameLst>
                                          <p:attrName>style.visibility</p:attrName>
                                        </p:attrNameLst>
                                      </p:cBhvr>
                                      <p:to>
                                        <p:strVal val="visible"/>
                                      </p:to>
                                    </p:set>
                                    <p:animEffect transition="in" filter="wipe(left)">
                                      <p:cBhvr>
                                        <p:cTn id="56" dur="500"/>
                                        <p:tgtEl>
                                          <p:spTgt spid="46494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464910"/>
                                        </p:tgtEl>
                                        <p:attrNameLst>
                                          <p:attrName>style.visibility</p:attrName>
                                        </p:attrNameLst>
                                      </p:cBhvr>
                                      <p:to>
                                        <p:strVal val="visible"/>
                                      </p:to>
                                    </p:set>
                                    <p:animEffect transition="in" filter="wipe(left)">
                                      <p:cBhvr>
                                        <p:cTn id="61" dur="500"/>
                                        <p:tgtEl>
                                          <p:spTgt spid="46491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
                                        </p:tgtEl>
                                        <p:attrNameLst>
                                          <p:attrName>style.visibility</p:attrName>
                                        </p:attrNameLst>
                                      </p:cBhvr>
                                      <p:to>
                                        <p:strVal val="visible"/>
                                      </p:to>
                                    </p:set>
                                    <p:animEffect transition="in" filter="wipe(left)">
                                      <p:cBhvr>
                                        <p:cTn id="66" dur="500"/>
                                        <p:tgtEl>
                                          <p:spTgt spid="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464919"/>
                                        </p:tgtEl>
                                        <p:attrNameLst>
                                          <p:attrName>style.visibility</p:attrName>
                                        </p:attrNameLst>
                                      </p:cBhvr>
                                      <p:to>
                                        <p:strVal val="visible"/>
                                      </p:to>
                                    </p:set>
                                    <p:animEffect transition="in" filter="wipe(left)">
                                      <p:cBhvr>
                                        <p:cTn id="71" dur="500"/>
                                        <p:tgtEl>
                                          <p:spTgt spid="46491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464948"/>
                                        </p:tgtEl>
                                        <p:attrNameLst>
                                          <p:attrName>style.visibility</p:attrName>
                                        </p:attrNameLst>
                                      </p:cBhvr>
                                      <p:to>
                                        <p:strVal val="visible"/>
                                      </p:to>
                                    </p:set>
                                    <p:animEffect transition="in" filter="wipe(left)">
                                      <p:cBhvr>
                                        <p:cTn id="76" dur="500"/>
                                        <p:tgtEl>
                                          <p:spTgt spid="464948"/>
                                        </p:tgtEl>
                                      </p:cBhvr>
                                    </p:animEffect>
                                  </p:childTnLst>
                                </p:cTn>
                              </p:par>
                            </p:childTnLst>
                          </p:cTn>
                        </p:par>
                        <p:par>
                          <p:cTn id="77" fill="hold" nodeType="afterGroup">
                            <p:stCondLst>
                              <p:cond delay="500"/>
                            </p:stCondLst>
                            <p:childTnLst>
                              <p:par>
                                <p:cTn id="78" presetID="22" presetClass="entr" presetSubtype="8" fill="hold" grpId="0" nodeType="afterEffect">
                                  <p:stCondLst>
                                    <p:cond delay="2000"/>
                                  </p:stCondLst>
                                  <p:childTnLst>
                                    <p:set>
                                      <p:cBhvr>
                                        <p:cTn id="79" dur="1" fill="hold">
                                          <p:stCondLst>
                                            <p:cond delay="0"/>
                                          </p:stCondLst>
                                        </p:cTn>
                                        <p:tgtEl>
                                          <p:spTgt spid="464950"/>
                                        </p:tgtEl>
                                        <p:attrNameLst>
                                          <p:attrName>style.visibility</p:attrName>
                                        </p:attrNameLst>
                                      </p:cBhvr>
                                      <p:to>
                                        <p:strVal val="visible"/>
                                      </p:to>
                                    </p:set>
                                    <p:animEffect transition="in" filter="wipe(left)">
                                      <p:cBhvr>
                                        <p:cTn id="80" dur="500"/>
                                        <p:tgtEl>
                                          <p:spTgt spid="464950"/>
                                        </p:tgtEl>
                                      </p:cBhvr>
                                    </p:animEffect>
                                  </p:childTnLst>
                                </p:cTn>
                              </p:par>
                            </p:childTnLst>
                          </p:cTn>
                        </p:par>
                        <p:par>
                          <p:cTn id="81" fill="hold" nodeType="afterGroup">
                            <p:stCondLst>
                              <p:cond delay="3000"/>
                            </p:stCondLst>
                            <p:childTnLst>
                              <p:par>
                                <p:cTn id="82" presetID="22" presetClass="entr" presetSubtype="8" fill="hold" grpId="0" nodeType="afterEffect">
                                  <p:stCondLst>
                                    <p:cond delay="2000"/>
                                  </p:stCondLst>
                                  <p:childTnLst>
                                    <p:set>
                                      <p:cBhvr>
                                        <p:cTn id="83" dur="1" fill="hold">
                                          <p:stCondLst>
                                            <p:cond delay="0"/>
                                          </p:stCondLst>
                                        </p:cTn>
                                        <p:tgtEl>
                                          <p:spTgt spid="464951"/>
                                        </p:tgtEl>
                                        <p:attrNameLst>
                                          <p:attrName>style.visibility</p:attrName>
                                        </p:attrNameLst>
                                      </p:cBhvr>
                                      <p:to>
                                        <p:strVal val="visible"/>
                                      </p:to>
                                    </p:set>
                                    <p:animEffect transition="in" filter="wipe(left)">
                                      <p:cBhvr>
                                        <p:cTn id="84" dur="500"/>
                                        <p:tgtEl>
                                          <p:spTgt spid="464951"/>
                                        </p:tgtEl>
                                      </p:cBhvr>
                                    </p:animEffect>
                                  </p:childTnLst>
                                </p:cTn>
                              </p:par>
                            </p:childTnLst>
                          </p:cTn>
                        </p:par>
                        <p:par>
                          <p:cTn id="85" fill="hold" nodeType="afterGroup">
                            <p:stCondLst>
                              <p:cond delay="5500"/>
                            </p:stCondLst>
                            <p:childTnLst>
                              <p:par>
                                <p:cTn id="86" presetID="22" presetClass="entr" presetSubtype="8" fill="hold" grpId="0" nodeType="afterEffect">
                                  <p:stCondLst>
                                    <p:cond delay="2000"/>
                                  </p:stCondLst>
                                  <p:childTnLst>
                                    <p:set>
                                      <p:cBhvr>
                                        <p:cTn id="87" dur="1" fill="hold">
                                          <p:stCondLst>
                                            <p:cond delay="0"/>
                                          </p:stCondLst>
                                        </p:cTn>
                                        <p:tgtEl>
                                          <p:spTgt spid="464952"/>
                                        </p:tgtEl>
                                        <p:attrNameLst>
                                          <p:attrName>style.visibility</p:attrName>
                                        </p:attrNameLst>
                                      </p:cBhvr>
                                      <p:to>
                                        <p:strVal val="visible"/>
                                      </p:to>
                                    </p:set>
                                    <p:animEffect transition="in" filter="wipe(left)">
                                      <p:cBhvr>
                                        <p:cTn id="88" dur="500"/>
                                        <p:tgtEl>
                                          <p:spTgt spid="464952"/>
                                        </p:tgtEl>
                                      </p:cBhvr>
                                    </p:animEffect>
                                  </p:childTnLst>
                                </p:cTn>
                              </p:par>
                            </p:childTnLst>
                          </p:cTn>
                        </p:par>
                        <p:par>
                          <p:cTn id="89" fill="hold" nodeType="afterGroup">
                            <p:stCondLst>
                              <p:cond delay="8000"/>
                            </p:stCondLst>
                            <p:childTnLst>
                              <p:par>
                                <p:cTn id="90" presetID="22" presetClass="entr" presetSubtype="8" fill="hold" grpId="0" nodeType="afterEffect">
                                  <p:stCondLst>
                                    <p:cond delay="2000"/>
                                  </p:stCondLst>
                                  <p:childTnLst>
                                    <p:set>
                                      <p:cBhvr>
                                        <p:cTn id="91" dur="1" fill="hold">
                                          <p:stCondLst>
                                            <p:cond delay="0"/>
                                          </p:stCondLst>
                                        </p:cTn>
                                        <p:tgtEl>
                                          <p:spTgt spid="464953"/>
                                        </p:tgtEl>
                                        <p:attrNameLst>
                                          <p:attrName>style.visibility</p:attrName>
                                        </p:attrNameLst>
                                      </p:cBhvr>
                                      <p:to>
                                        <p:strVal val="visible"/>
                                      </p:to>
                                    </p:set>
                                    <p:animEffect transition="in" filter="wipe(left)">
                                      <p:cBhvr>
                                        <p:cTn id="92" dur="500"/>
                                        <p:tgtEl>
                                          <p:spTgt spid="46495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464954"/>
                                        </p:tgtEl>
                                        <p:attrNameLst>
                                          <p:attrName>style.visibility</p:attrName>
                                        </p:attrNameLst>
                                      </p:cBhvr>
                                      <p:to>
                                        <p:strVal val="visible"/>
                                      </p:to>
                                    </p:set>
                                    <p:animEffect transition="in" filter="wipe(left)">
                                      <p:cBhvr>
                                        <p:cTn id="97" dur="500"/>
                                        <p:tgtEl>
                                          <p:spTgt spid="464954"/>
                                        </p:tgtEl>
                                      </p:cBhvr>
                                    </p:animEffect>
                                  </p:childTnLst>
                                </p:cTn>
                              </p:par>
                            </p:childTnLst>
                          </p:cTn>
                        </p:par>
                        <p:par>
                          <p:cTn id="98" fill="hold" nodeType="afterGroup">
                            <p:stCondLst>
                              <p:cond delay="500"/>
                            </p:stCondLst>
                            <p:childTnLst>
                              <p:par>
                                <p:cTn id="99" presetID="22" presetClass="entr" presetSubtype="8" fill="hold" grpId="0" nodeType="afterEffect">
                                  <p:stCondLst>
                                    <p:cond delay="3000"/>
                                  </p:stCondLst>
                                  <p:childTnLst>
                                    <p:set>
                                      <p:cBhvr>
                                        <p:cTn id="100" dur="1" fill="hold">
                                          <p:stCondLst>
                                            <p:cond delay="0"/>
                                          </p:stCondLst>
                                        </p:cTn>
                                        <p:tgtEl>
                                          <p:spTgt spid="464955"/>
                                        </p:tgtEl>
                                        <p:attrNameLst>
                                          <p:attrName>style.visibility</p:attrName>
                                        </p:attrNameLst>
                                      </p:cBhvr>
                                      <p:to>
                                        <p:strVal val="visible"/>
                                      </p:to>
                                    </p:set>
                                    <p:animEffect transition="in" filter="wipe(left)">
                                      <p:cBhvr>
                                        <p:cTn id="101" dur="500"/>
                                        <p:tgtEl>
                                          <p:spTgt spid="464955"/>
                                        </p:tgtEl>
                                      </p:cBhvr>
                                    </p:animEffect>
                                  </p:childTnLst>
                                </p:cTn>
                              </p:par>
                            </p:childTnLst>
                          </p:cTn>
                        </p:par>
                        <p:par>
                          <p:cTn id="102" fill="hold" nodeType="afterGroup">
                            <p:stCondLst>
                              <p:cond delay="4000"/>
                            </p:stCondLst>
                            <p:childTnLst>
                              <p:par>
                                <p:cTn id="103" presetID="22" presetClass="entr" presetSubtype="8" fill="hold" grpId="0" nodeType="afterEffect">
                                  <p:stCondLst>
                                    <p:cond delay="2000"/>
                                  </p:stCondLst>
                                  <p:childTnLst>
                                    <p:set>
                                      <p:cBhvr>
                                        <p:cTn id="104" dur="1" fill="hold">
                                          <p:stCondLst>
                                            <p:cond delay="0"/>
                                          </p:stCondLst>
                                        </p:cTn>
                                        <p:tgtEl>
                                          <p:spTgt spid="464956"/>
                                        </p:tgtEl>
                                        <p:attrNameLst>
                                          <p:attrName>style.visibility</p:attrName>
                                        </p:attrNameLst>
                                      </p:cBhvr>
                                      <p:to>
                                        <p:strVal val="visible"/>
                                      </p:to>
                                    </p:set>
                                    <p:animEffect transition="in" filter="wipe(left)">
                                      <p:cBhvr>
                                        <p:cTn id="105" dur="500"/>
                                        <p:tgtEl>
                                          <p:spTgt spid="464956"/>
                                        </p:tgtEl>
                                      </p:cBhvr>
                                    </p:animEffect>
                                  </p:childTnLst>
                                </p:cTn>
                              </p:par>
                            </p:childTnLst>
                          </p:cTn>
                        </p:par>
                        <p:par>
                          <p:cTn id="106" fill="hold" nodeType="afterGroup">
                            <p:stCondLst>
                              <p:cond delay="6500"/>
                            </p:stCondLst>
                            <p:childTnLst>
                              <p:par>
                                <p:cTn id="107" presetID="22" presetClass="entr" presetSubtype="8" fill="hold" grpId="0" nodeType="afterEffect">
                                  <p:stCondLst>
                                    <p:cond delay="0"/>
                                  </p:stCondLst>
                                  <p:childTnLst>
                                    <p:set>
                                      <p:cBhvr>
                                        <p:cTn id="108" dur="1" fill="hold">
                                          <p:stCondLst>
                                            <p:cond delay="0"/>
                                          </p:stCondLst>
                                        </p:cTn>
                                        <p:tgtEl>
                                          <p:spTgt spid="464957"/>
                                        </p:tgtEl>
                                        <p:attrNameLst>
                                          <p:attrName>style.visibility</p:attrName>
                                        </p:attrNameLst>
                                      </p:cBhvr>
                                      <p:to>
                                        <p:strVal val="visible"/>
                                      </p:to>
                                    </p:set>
                                    <p:animEffect transition="in" filter="wipe(left)">
                                      <p:cBhvr>
                                        <p:cTn id="109" dur="500"/>
                                        <p:tgtEl>
                                          <p:spTgt spid="464957"/>
                                        </p:tgtEl>
                                      </p:cBhvr>
                                    </p:animEffect>
                                  </p:childTnLst>
                                </p:cTn>
                              </p:par>
                            </p:childTnLst>
                          </p:cTn>
                        </p:par>
                        <p:par>
                          <p:cTn id="110" fill="hold" nodeType="afterGroup">
                            <p:stCondLst>
                              <p:cond delay="7000"/>
                            </p:stCondLst>
                            <p:childTnLst>
                              <p:par>
                                <p:cTn id="111" presetID="22" presetClass="entr" presetSubtype="8" fill="hold" grpId="0" nodeType="afterEffect">
                                  <p:stCondLst>
                                    <p:cond delay="2000"/>
                                  </p:stCondLst>
                                  <p:childTnLst>
                                    <p:set>
                                      <p:cBhvr>
                                        <p:cTn id="112" dur="1" fill="hold">
                                          <p:stCondLst>
                                            <p:cond delay="0"/>
                                          </p:stCondLst>
                                        </p:cTn>
                                        <p:tgtEl>
                                          <p:spTgt spid="464958"/>
                                        </p:tgtEl>
                                        <p:attrNameLst>
                                          <p:attrName>style.visibility</p:attrName>
                                        </p:attrNameLst>
                                      </p:cBhvr>
                                      <p:to>
                                        <p:strVal val="visible"/>
                                      </p:to>
                                    </p:set>
                                    <p:animEffect transition="in" filter="wipe(left)">
                                      <p:cBhvr>
                                        <p:cTn id="113" dur="500"/>
                                        <p:tgtEl>
                                          <p:spTgt spid="464958"/>
                                        </p:tgtEl>
                                      </p:cBhvr>
                                    </p:animEffect>
                                  </p:childTnLst>
                                </p:cTn>
                              </p:par>
                            </p:childTnLst>
                          </p:cTn>
                        </p:par>
                        <p:par>
                          <p:cTn id="114" fill="hold" nodeType="afterGroup">
                            <p:stCondLst>
                              <p:cond delay="9500"/>
                            </p:stCondLst>
                            <p:childTnLst>
                              <p:par>
                                <p:cTn id="115" presetID="22" presetClass="entr" presetSubtype="8" fill="hold" grpId="0" nodeType="afterEffect">
                                  <p:stCondLst>
                                    <p:cond delay="0"/>
                                  </p:stCondLst>
                                  <p:childTnLst>
                                    <p:set>
                                      <p:cBhvr>
                                        <p:cTn id="116" dur="1" fill="hold">
                                          <p:stCondLst>
                                            <p:cond delay="0"/>
                                          </p:stCondLst>
                                        </p:cTn>
                                        <p:tgtEl>
                                          <p:spTgt spid="464959"/>
                                        </p:tgtEl>
                                        <p:attrNameLst>
                                          <p:attrName>style.visibility</p:attrName>
                                        </p:attrNameLst>
                                      </p:cBhvr>
                                      <p:to>
                                        <p:strVal val="visible"/>
                                      </p:to>
                                    </p:set>
                                    <p:animEffect transition="in" filter="wipe(left)">
                                      <p:cBhvr>
                                        <p:cTn id="117" dur="500"/>
                                        <p:tgtEl>
                                          <p:spTgt spid="464959"/>
                                        </p:tgtEl>
                                      </p:cBhvr>
                                    </p:animEffect>
                                  </p:childTnLst>
                                </p:cTn>
                              </p:par>
                            </p:childTnLst>
                          </p:cTn>
                        </p:par>
                        <p:par>
                          <p:cTn id="118" fill="hold" nodeType="afterGroup">
                            <p:stCondLst>
                              <p:cond delay="10000"/>
                            </p:stCondLst>
                            <p:childTnLst>
                              <p:par>
                                <p:cTn id="119" presetID="22" presetClass="entr" presetSubtype="8" fill="hold" grpId="0" nodeType="afterEffect">
                                  <p:stCondLst>
                                    <p:cond delay="2000"/>
                                  </p:stCondLst>
                                  <p:childTnLst>
                                    <p:set>
                                      <p:cBhvr>
                                        <p:cTn id="120" dur="1" fill="hold">
                                          <p:stCondLst>
                                            <p:cond delay="0"/>
                                          </p:stCondLst>
                                        </p:cTn>
                                        <p:tgtEl>
                                          <p:spTgt spid="464960"/>
                                        </p:tgtEl>
                                        <p:attrNameLst>
                                          <p:attrName>style.visibility</p:attrName>
                                        </p:attrNameLst>
                                      </p:cBhvr>
                                      <p:to>
                                        <p:strVal val="visible"/>
                                      </p:to>
                                    </p:set>
                                    <p:animEffect transition="in" filter="wipe(left)">
                                      <p:cBhvr>
                                        <p:cTn id="121" dur="500"/>
                                        <p:tgtEl>
                                          <p:spTgt spid="464960"/>
                                        </p:tgtEl>
                                      </p:cBhvr>
                                    </p:animEffect>
                                  </p:childTnLst>
                                </p:cTn>
                              </p:par>
                            </p:childTnLst>
                          </p:cTn>
                        </p:par>
                        <p:par>
                          <p:cTn id="122" fill="hold" nodeType="afterGroup">
                            <p:stCondLst>
                              <p:cond delay="12500"/>
                            </p:stCondLst>
                            <p:childTnLst>
                              <p:par>
                                <p:cTn id="123" presetID="22" presetClass="entr" presetSubtype="8" fill="hold" grpId="0" nodeType="afterEffect">
                                  <p:stCondLst>
                                    <p:cond delay="0"/>
                                  </p:stCondLst>
                                  <p:childTnLst>
                                    <p:set>
                                      <p:cBhvr>
                                        <p:cTn id="124" dur="1" fill="hold">
                                          <p:stCondLst>
                                            <p:cond delay="0"/>
                                          </p:stCondLst>
                                        </p:cTn>
                                        <p:tgtEl>
                                          <p:spTgt spid="464961"/>
                                        </p:tgtEl>
                                        <p:attrNameLst>
                                          <p:attrName>style.visibility</p:attrName>
                                        </p:attrNameLst>
                                      </p:cBhvr>
                                      <p:to>
                                        <p:strVal val="visible"/>
                                      </p:to>
                                    </p:set>
                                    <p:animEffect transition="in" filter="wipe(left)">
                                      <p:cBhvr>
                                        <p:cTn id="125" dur="500"/>
                                        <p:tgtEl>
                                          <p:spTgt spid="464961"/>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 presetClass="entr" presetSubtype="8" fill="hold" grpId="0" nodeType="clickEffect">
                                  <p:stCondLst>
                                    <p:cond delay="0"/>
                                  </p:stCondLst>
                                  <p:childTnLst>
                                    <p:set>
                                      <p:cBhvr>
                                        <p:cTn id="129" dur="1" fill="hold">
                                          <p:stCondLst>
                                            <p:cond delay="0"/>
                                          </p:stCondLst>
                                        </p:cTn>
                                        <p:tgtEl>
                                          <p:spTgt spid="464962"/>
                                        </p:tgtEl>
                                        <p:attrNameLst>
                                          <p:attrName>style.visibility</p:attrName>
                                        </p:attrNameLst>
                                      </p:cBhvr>
                                      <p:to>
                                        <p:strVal val="visible"/>
                                      </p:to>
                                    </p:set>
                                    <p:anim calcmode="lin" valueType="num">
                                      <p:cBhvr additive="base">
                                        <p:cTn id="130" dur="500" fill="hold"/>
                                        <p:tgtEl>
                                          <p:spTgt spid="464962"/>
                                        </p:tgtEl>
                                        <p:attrNameLst>
                                          <p:attrName>ppt_x</p:attrName>
                                        </p:attrNameLst>
                                      </p:cBhvr>
                                      <p:tavLst>
                                        <p:tav tm="0">
                                          <p:val>
                                            <p:strVal val="0-#ppt_w/2"/>
                                          </p:val>
                                        </p:tav>
                                        <p:tav tm="100000">
                                          <p:val>
                                            <p:strVal val="#ppt_x"/>
                                          </p:val>
                                        </p:tav>
                                      </p:tavLst>
                                    </p:anim>
                                    <p:anim calcmode="lin" valueType="num">
                                      <p:cBhvr additive="base">
                                        <p:cTn id="131" dur="500" fill="hold"/>
                                        <p:tgtEl>
                                          <p:spTgt spid="4649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0" grpId="0" autoUpdateAnimBg="0"/>
      <p:bldP spid="464902" grpId="0" autoUpdateAnimBg="0"/>
      <p:bldP spid="464903" grpId="0" animBg="1"/>
      <p:bldP spid="464904" grpId="0" autoUpdateAnimBg="0"/>
      <p:bldP spid="464905" grpId="0" autoUpdateAnimBg="0"/>
      <p:bldP spid="464907" grpId="0" autoUpdateAnimBg="0"/>
      <p:bldP spid="464908" grpId="0" animBg="1"/>
      <p:bldP spid="464909" grpId="0" autoUpdateAnimBg="0"/>
      <p:bldP spid="464910" grpId="0" autoUpdateAnimBg="0"/>
      <p:bldP spid="464919" grpId="0" animBg="1"/>
      <p:bldP spid="464944" grpId="0" autoUpdateAnimBg="0"/>
      <p:bldP spid="464945" grpId="0" autoUpdateAnimBg="0"/>
      <p:bldP spid="464946" grpId="0" animBg="1"/>
      <p:bldP spid="464947" grpId="0" autoUpdateAnimBg="0"/>
      <p:bldP spid="464948" grpId="0" autoUpdateAnimBg="0"/>
      <p:bldP spid="464950" grpId="0" autoUpdateAnimBg="0"/>
      <p:bldP spid="464951" grpId="0" autoUpdateAnimBg="0"/>
      <p:bldP spid="464952" grpId="0" autoUpdateAnimBg="0"/>
      <p:bldP spid="464953" grpId="0" autoUpdateAnimBg="0"/>
      <p:bldP spid="464954" grpId="0" animBg="1"/>
      <p:bldP spid="464955" grpId="0" animBg="1"/>
      <p:bldP spid="464956" grpId="0" animBg="1"/>
      <p:bldP spid="464957" grpId="0" animBg="1"/>
      <p:bldP spid="464958" grpId="0" animBg="1"/>
      <p:bldP spid="464959" grpId="0" animBg="1"/>
      <p:bldP spid="464960" grpId="0" animBg="1"/>
      <p:bldP spid="464961" grpId="0" animBg="1"/>
      <p:bldP spid="464962"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9B57975-03AB-4DBE-B9DC-85EE490E405D}" type="slidenum">
              <a:rPr lang="zh-CN" altLang="en-US" b="0" i="0" smtClean="0"/>
              <a:pPr/>
              <a:t>72</a:t>
            </a:fld>
            <a:endParaRPr lang="en-US" altLang="zh-CN" b="0" i="0" smtClean="0"/>
          </a:p>
        </p:txBody>
      </p:sp>
      <p:sp>
        <p:nvSpPr>
          <p:cNvPr id="9625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B5F5414-BCAD-4088-AF4F-C04A760CA7D5}" type="datetime1">
              <a:rPr lang="zh-CN" altLang="en-US" sz="1800" i="0" smtClean="0"/>
              <a:pPr/>
              <a:t>2024/10/20</a:t>
            </a:fld>
            <a:endParaRPr lang="en-US" altLang="zh-CN" sz="1800" i="0" smtClean="0"/>
          </a:p>
        </p:txBody>
      </p:sp>
      <p:sp>
        <p:nvSpPr>
          <p:cNvPr id="465922" name="Rectangle 2"/>
          <p:cNvSpPr>
            <a:spLocks noGrp="1" noChangeArrowheads="1"/>
          </p:cNvSpPr>
          <p:nvPr>
            <p:ph type="title"/>
          </p:nvPr>
        </p:nvSpPr>
        <p:spPr>
          <a:xfrm>
            <a:off x="650875" y="255588"/>
            <a:ext cx="8820150" cy="658812"/>
          </a:xfrm>
        </p:spPr>
        <p:txBody>
          <a:bodyPr/>
          <a:lstStyle/>
          <a:p>
            <a:pPr>
              <a:defRPr/>
            </a:pPr>
            <a:r>
              <a:rPr lang="zh-CN" altLang="en-US" smtClean="0"/>
              <a:t>§3.1 </a:t>
            </a:r>
            <a:r>
              <a:rPr lang="zh-CN" altLang="en-US" sz="4800" smtClean="0"/>
              <a:t>公式的建立</a:t>
            </a:r>
          </a:p>
        </p:txBody>
      </p:sp>
      <p:sp>
        <p:nvSpPr>
          <p:cNvPr id="465926" name="Rectangle 6"/>
          <p:cNvSpPr>
            <a:spLocks noChangeArrowheads="1"/>
          </p:cNvSpPr>
          <p:nvPr/>
        </p:nvSpPr>
        <p:spPr bwMode="auto">
          <a:xfrm>
            <a:off x="1184275" y="1414463"/>
            <a:ext cx="11255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 =</a:t>
            </a:r>
            <a:endParaRPr lang="zh-CN" altLang="en-US" sz="3200" i="0">
              <a:latin typeface="Times New Roman" pitchFamily="18" charset="0"/>
            </a:endParaRPr>
          </a:p>
        </p:txBody>
      </p:sp>
      <p:sp>
        <p:nvSpPr>
          <p:cNvPr id="465927" name="Rectangle 7"/>
          <p:cNvSpPr>
            <a:spLocks noChangeArrowheads="1"/>
          </p:cNvSpPr>
          <p:nvPr/>
        </p:nvSpPr>
        <p:spPr bwMode="auto">
          <a:xfrm>
            <a:off x="2498725" y="1676400"/>
            <a:ext cx="3592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465928" name="Line 8"/>
          <p:cNvSpPr>
            <a:spLocks noChangeShapeType="1"/>
          </p:cNvSpPr>
          <p:nvPr/>
        </p:nvSpPr>
        <p:spPr bwMode="auto">
          <a:xfrm>
            <a:off x="2278063" y="1752600"/>
            <a:ext cx="40338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5929" name="Rectangle 9"/>
          <p:cNvSpPr>
            <a:spLocks noChangeArrowheads="1"/>
          </p:cNvSpPr>
          <p:nvPr/>
        </p:nvSpPr>
        <p:spPr bwMode="auto">
          <a:xfrm>
            <a:off x="2606675" y="1233488"/>
            <a:ext cx="3319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2</a:t>
            </a:r>
            <a:r>
              <a:rPr lang="en-US" altLang="zh-CN" sz="2800" i="0">
                <a:latin typeface="Times New Roman" pitchFamily="18" charset="0"/>
              </a:rPr>
              <a:t>) …(</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465932" name="Rectangle 12"/>
          <p:cNvSpPr>
            <a:spLocks noChangeArrowheads="1"/>
          </p:cNvSpPr>
          <p:nvPr/>
        </p:nvSpPr>
        <p:spPr bwMode="auto">
          <a:xfrm>
            <a:off x="6346825" y="1447800"/>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endParaRPr lang="zh-CN" altLang="en-US" sz="2800" i="0">
              <a:latin typeface="Times New Roman" pitchFamily="18" charset="0"/>
            </a:endParaRPr>
          </a:p>
        </p:txBody>
      </p:sp>
      <p:sp>
        <p:nvSpPr>
          <p:cNvPr id="465933" name="Rectangle 13"/>
          <p:cNvSpPr>
            <a:spLocks noChangeArrowheads="1"/>
          </p:cNvSpPr>
          <p:nvPr/>
        </p:nvSpPr>
        <p:spPr bwMode="auto">
          <a:xfrm>
            <a:off x="1028700" y="2605088"/>
            <a:ext cx="1238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sp>
        <p:nvSpPr>
          <p:cNvPr id="465934" name="Rectangle 14"/>
          <p:cNvSpPr>
            <a:spLocks noChangeArrowheads="1"/>
          </p:cNvSpPr>
          <p:nvPr/>
        </p:nvSpPr>
        <p:spPr bwMode="auto">
          <a:xfrm>
            <a:off x="2314575" y="2819400"/>
            <a:ext cx="5097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465935" name="Line 15"/>
          <p:cNvSpPr>
            <a:spLocks noChangeShapeType="1"/>
          </p:cNvSpPr>
          <p:nvPr/>
        </p:nvSpPr>
        <p:spPr bwMode="auto">
          <a:xfrm>
            <a:off x="2195513" y="2881313"/>
            <a:ext cx="5189537" cy="14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5936" name="Rectangle 16"/>
          <p:cNvSpPr>
            <a:spLocks noChangeArrowheads="1"/>
          </p:cNvSpPr>
          <p:nvPr/>
        </p:nvSpPr>
        <p:spPr bwMode="auto">
          <a:xfrm>
            <a:off x="2447925" y="2362200"/>
            <a:ext cx="4830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465937" name="Rectangle 17"/>
          <p:cNvSpPr>
            <a:spLocks noChangeArrowheads="1"/>
          </p:cNvSpPr>
          <p:nvPr/>
        </p:nvSpPr>
        <p:spPr bwMode="auto">
          <a:xfrm>
            <a:off x="7639050" y="2528888"/>
            <a:ext cx="7858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r>
              <a:rPr lang="en-US" altLang="zh-CN" sz="2800" i="0">
                <a:latin typeface="Times New Roman" pitchFamily="18" charset="0"/>
              </a:rPr>
              <a:t>)</a:t>
            </a:r>
            <a:endParaRPr lang="zh-CN" altLang="en-US" sz="2800" i="0">
              <a:latin typeface="Times New Roman" pitchFamily="18" charset="0"/>
            </a:endParaRPr>
          </a:p>
        </p:txBody>
      </p:sp>
      <p:sp>
        <p:nvSpPr>
          <p:cNvPr id="465938" name="Rectangle 18"/>
          <p:cNvSpPr>
            <a:spLocks noChangeArrowheads="1"/>
          </p:cNvSpPr>
          <p:nvPr/>
        </p:nvSpPr>
        <p:spPr bwMode="auto">
          <a:xfrm>
            <a:off x="1079500" y="3838575"/>
            <a:ext cx="1104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800" i="0">
                <a:latin typeface="Times New Roman" pitchFamily="18" charset="0"/>
              </a:rPr>
              <a:t>+…+</a:t>
            </a:r>
          </a:p>
        </p:txBody>
      </p:sp>
      <p:sp>
        <p:nvSpPr>
          <p:cNvPr id="465939" name="Rectangle 19"/>
          <p:cNvSpPr>
            <a:spLocks noChangeArrowheads="1"/>
          </p:cNvSpPr>
          <p:nvPr/>
        </p:nvSpPr>
        <p:spPr bwMode="auto">
          <a:xfrm>
            <a:off x="2268538" y="4052888"/>
            <a:ext cx="4016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 … (</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n-1</a:t>
            </a:r>
            <a:r>
              <a:rPr lang="en-US" altLang="zh-CN" sz="2800" i="0">
                <a:latin typeface="Times New Roman" pitchFamily="18" charset="0"/>
              </a:rPr>
              <a:t>)</a:t>
            </a:r>
            <a:endParaRPr lang="zh-CN" altLang="en-US" sz="2800" i="0">
              <a:latin typeface="Times New Roman" pitchFamily="18" charset="0"/>
            </a:endParaRPr>
          </a:p>
        </p:txBody>
      </p:sp>
      <p:sp>
        <p:nvSpPr>
          <p:cNvPr id="465940" name="Line 20"/>
          <p:cNvSpPr>
            <a:spLocks noChangeShapeType="1"/>
          </p:cNvSpPr>
          <p:nvPr/>
        </p:nvSpPr>
        <p:spPr bwMode="auto">
          <a:xfrm>
            <a:off x="2195513" y="4114800"/>
            <a:ext cx="4198937" cy="11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5941" name="Rectangle 21"/>
          <p:cNvSpPr>
            <a:spLocks noChangeArrowheads="1"/>
          </p:cNvSpPr>
          <p:nvPr/>
        </p:nvSpPr>
        <p:spPr bwMode="auto">
          <a:xfrm>
            <a:off x="2270125" y="3581400"/>
            <a:ext cx="3609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1</a:t>
            </a:r>
            <a:r>
              <a:rPr lang="en-US" altLang="zh-CN" sz="2800" i="0">
                <a:latin typeface="Times New Roman" pitchFamily="18" charset="0"/>
              </a:rPr>
              <a:t>) … (</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n-1</a:t>
            </a:r>
            <a:r>
              <a:rPr lang="en-US" altLang="zh-CN" sz="2800" i="0">
                <a:latin typeface="Times New Roman" pitchFamily="18" charset="0"/>
              </a:rPr>
              <a:t>)</a:t>
            </a:r>
            <a:endParaRPr lang="zh-CN" altLang="en-US" sz="2800" i="0">
              <a:latin typeface="Times New Roman" pitchFamily="18" charset="0"/>
            </a:endParaRPr>
          </a:p>
        </p:txBody>
      </p:sp>
      <p:sp>
        <p:nvSpPr>
          <p:cNvPr id="465942" name="Rectangle 22"/>
          <p:cNvSpPr>
            <a:spLocks noChangeArrowheads="1"/>
          </p:cNvSpPr>
          <p:nvPr/>
        </p:nvSpPr>
        <p:spPr bwMode="auto">
          <a:xfrm>
            <a:off x="6475413" y="3810000"/>
            <a:ext cx="854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f</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465943" name="Rectangle 23"/>
          <p:cNvSpPr>
            <a:spLocks noChangeArrowheads="1"/>
          </p:cNvSpPr>
          <p:nvPr/>
        </p:nvSpPr>
        <p:spPr bwMode="auto">
          <a:xfrm>
            <a:off x="7250113" y="3824288"/>
            <a:ext cx="1284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 </a:t>
            </a:r>
            <a:r>
              <a:rPr lang="en-US" altLang="zh-CN" sz="2800" i="0">
                <a:latin typeface="Times New Roman" pitchFamily="18" charset="0"/>
              </a:rPr>
              <a:t>R</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465944" name="Rectangle 24"/>
          <p:cNvSpPr>
            <a:spLocks noChangeArrowheads="1"/>
          </p:cNvSpPr>
          <p:nvPr/>
        </p:nvSpPr>
        <p:spPr bwMode="auto">
          <a:xfrm>
            <a:off x="1857375" y="4724400"/>
            <a:ext cx="2452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 </a:t>
            </a:r>
            <a:r>
              <a:rPr lang="en-US" altLang="zh-CN" sz="2800" i="0">
                <a:latin typeface="Times New Roman" pitchFamily="18" charset="0"/>
              </a:rPr>
              <a:t>L</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 + </a:t>
            </a:r>
            <a:r>
              <a:rPr lang="en-US" altLang="zh-CN" sz="2800" i="0">
                <a:latin typeface="Times New Roman" pitchFamily="18" charset="0"/>
              </a:rPr>
              <a:t>R</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465945" name="AutoShape 25"/>
          <p:cNvSpPr>
            <a:spLocks noChangeArrowheads="1"/>
          </p:cNvSpPr>
          <p:nvPr/>
        </p:nvSpPr>
        <p:spPr bwMode="auto">
          <a:xfrm>
            <a:off x="1276350" y="5486400"/>
            <a:ext cx="2146300" cy="838200"/>
          </a:xfrm>
          <a:prstGeom prst="wedgeRoundRectCallout">
            <a:avLst>
              <a:gd name="adj1" fmla="val -1843"/>
              <a:gd name="adj2" fmla="val -79356"/>
              <a:gd name="adj3" fmla="val 16667"/>
            </a:avLst>
          </a:prstGeom>
          <a:solidFill>
            <a:schemeClr val="accent2"/>
          </a:solidFill>
          <a:ln w="25400">
            <a:solidFill>
              <a:srgbClr val="0000FF"/>
            </a:solidFill>
            <a:miter lim="800000"/>
            <a:headEnd/>
            <a:tailEnd/>
          </a:ln>
        </p:spPr>
        <p:txBody>
          <a:bodyPr anchor="ctr"/>
          <a:lstStyle/>
          <a:p>
            <a:r>
              <a:rPr lang="zh-CN" altLang="en-US" sz="2800" i="0"/>
              <a:t>拉格朗日插值公式</a:t>
            </a:r>
          </a:p>
        </p:txBody>
      </p:sp>
      <p:sp>
        <p:nvSpPr>
          <p:cNvPr id="465946" name="Rectangle 26"/>
          <p:cNvSpPr>
            <a:spLocks noChangeArrowheads="1"/>
          </p:cNvSpPr>
          <p:nvPr/>
        </p:nvSpPr>
        <p:spPr bwMode="auto">
          <a:xfrm>
            <a:off x="2101850" y="2514600"/>
            <a:ext cx="5530850" cy="914400"/>
          </a:xfrm>
          <a:prstGeom prst="rect">
            <a:avLst/>
          </a:prstGeom>
          <a:noFill/>
          <a:ln w="254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5947" name="AutoShape 27"/>
          <p:cNvSpPr>
            <a:spLocks noChangeArrowheads="1"/>
          </p:cNvSpPr>
          <p:nvPr/>
        </p:nvSpPr>
        <p:spPr bwMode="auto">
          <a:xfrm>
            <a:off x="7219950" y="1676400"/>
            <a:ext cx="1238250" cy="533400"/>
          </a:xfrm>
          <a:prstGeom prst="wedgeRoundRectCallout">
            <a:avLst>
              <a:gd name="adj1" fmla="val -49722"/>
              <a:gd name="adj2" fmla="val 100894"/>
              <a:gd name="adj3" fmla="val 16667"/>
            </a:avLst>
          </a:prstGeom>
          <a:solidFill>
            <a:schemeClr val="accent2"/>
          </a:solidFill>
          <a:ln w="25400">
            <a:solidFill>
              <a:srgbClr val="0000FF"/>
            </a:solidFill>
            <a:miter lim="800000"/>
            <a:headEnd/>
            <a:tailEnd/>
          </a:ln>
        </p:spPr>
        <p:txBody>
          <a:bodyPr anchor="ctr"/>
          <a:lstStyle/>
          <a:p>
            <a:r>
              <a:rPr lang="en-US" altLang="zh-CN" sz="3200">
                <a:latin typeface="Times New Roman" pitchFamily="18" charset="0"/>
              </a:rPr>
              <a:t>a</a:t>
            </a:r>
            <a:r>
              <a:rPr lang="en-US" altLang="zh-CN" sz="3200" i="0" baseline="-25000">
                <a:latin typeface="Times New Roman" pitchFamily="18" charset="0"/>
              </a:rPr>
              <a:t>i</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5926"/>
                                        </p:tgtEl>
                                        <p:attrNameLst>
                                          <p:attrName>style.visibility</p:attrName>
                                        </p:attrNameLst>
                                      </p:cBhvr>
                                      <p:to>
                                        <p:strVal val="visible"/>
                                      </p:to>
                                    </p:set>
                                    <p:animEffect transition="in" filter="dissolve">
                                      <p:cBhvr>
                                        <p:cTn id="7" dur="500"/>
                                        <p:tgtEl>
                                          <p:spTgt spid="4659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5927"/>
                                        </p:tgtEl>
                                        <p:attrNameLst>
                                          <p:attrName>style.visibility</p:attrName>
                                        </p:attrNameLst>
                                      </p:cBhvr>
                                      <p:to>
                                        <p:strVal val="visible"/>
                                      </p:to>
                                    </p:set>
                                    <p:animEffect transition="in" filter="dissolve">
                                      <p:cBhvr>
                                        <p:cTn id="12" dur="500"/>
                                        <p:tgtEl>
                                          <p:spTgt spid="4659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65928"/>
                                        </p:tgtEl>
                                        <p:attrNameLst>
                                          <p:attrName>style.visibility</p:attrName>
                                        </p:attrNameLst>
                                      </p:cBhvr>
                                      <p:to>
                                        <p:strVal val="visible"/>
                                      </p:to>
                                    </p:set>
                                    <p:animEffect transition="in" filter="dissolve">
                                      <p:cBhvr>
                                        <p:cTn id="17" dur="500"/>
                                        <p:tgtEl>
                                          <p:spTgt spid="4659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65929"/>
                                        </p:tgtEl>
                                        <p:attrNameLst>
                                          <p:attrName>style.visibility</p:attrName>
                                        </p:attrNameLst>
                                      </p:cBhvr>
                                      <p:to>
                                        <p:strVal val="visible"/>
                                      </p:to>
                                    </p:set>
                                    <p:animEffect transition="in" filter="dissolve">
                                      <p:cBhvr>
                                        <p:cTn id="22" dur="500"/>
                                        <p:tgtEl>
                                          <p:spTgt spid="4659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65932"/>
                                        </p:tgtEl>
                                        <p:attrNameLst>
                                          <p:attrName>style.visibility</p:attrName>
                                        </p:attrNameLst>
                                      </p:cBhvr>
                                      <p:to>
                                        <p:strVal val="visible"/>
                                      </p:to>
                                    </p:set>
                                    <p:animEffect transition="in" filter="dissolve">
                                      <p:cBhvr>
                                        <p:cTn id="27" dur="500"/>
                                        <p:tgtEl>
                                          <p:spTgt spid="4659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65933"/>
                                        </p:tgtEl>
                                        <p:attrNameLst>
                                          <p:attrName>style.visibility</p:attrName>
                                        </p:attrNameLst>
                                      </p:cBhvr>
                                      <p:to>
                                        <p:strVal val="visible"/>
                                      </p:to>
                                    </p:set>
                                    <p:animEffect transition="in" filter="dissolve">
                                      <p:cBhvr>
                                        <p:cTn id="32" dur="500"/>
                                        <p:tgtEl>
                                          <p:spTgt spid="4659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65934"/>
                                        </p:tgtEl>
                                        <p:attrNameLst>
                                          <p:attrName>style.visibility</p:attrName>
                                        </p:attrNameLst>
                                      </p:cBhvr>
                                      <p:to>
                                        <p:strVal val="visible"/>
                                      </p:to>
                                    </p:set>
                                    <p:animEffect transition="in" filter="dissolve">
                                      <p:cBhvr>
                                        <p:cTn id="37" dur="500"/>
                                        <p:tgtEl>
                                          <p:spTgt spid="4659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65935"/>
                                        </p:tgtEl>
                                        <p:attrNameLst>
                                          <p:attrName>style.visibility</p:attrName>
                                        </p:attrNameLst>
                                      </p:cBhvr>
                                      <p:to>
                                        <p:strVal val="visible"/>
                                      </p:to>
                                    </p:set>
                                    <p:animEffect transition="in" filter="dissolve">
                                      <p:cBhvr>
                                        <p:cTn id="42" dur="500"/>
                                        <p:tgtEl>
                                          <p:spTgt spid="4659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65936"/>
                                        </p:tgtEl>
                                        <p:attrNameLst>
                                          <p:attrName>style.visibility</p:attrName>
                                        </p:attrNameLst>
                                      </p:cBhvr>
                                      <p:to>
                                        <p:strVal val="visible"/>
                                      </p:to>
                                    </p:set>
                                    <p:animEffect transition="in" filter="dissolve">
                                      <p:cBhvr>
                                        <p:cTn id="47" dur="500"/>
                                        <p:tgtEl>
                                          <p:spTgt spid="4659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465937"/>
                                        </p:tgtEl>
                                        <p:attrNameLst>
                                          <p:attrName>style.visibility</p:attrName>
                                        </p:attrNameLst>
                                      </p:cBhvr>
                                      <p:to>
                                        <p:strVal val="visible"/>
                                      </p:to>
                                    </p:set>
                                    <p:animEffect transition="in" filter="dissolve">
                                      <p:cBhvr>
                                        <p:cTn id="52" dur="500"/>
                                        <p:tgtEl>
                                          <p:spTgt spid="46593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65938"/>
                                        </p:tgtEl>
                                        <p:attrNameLst>
                                          <p:attrName>style.visibility</p:attrName>
                                        </p:attrNameLst>
                                      </p:cBhvr>
                                      <p:to>
                                        <p:strVal val="visible"/>
                                      </p:to>
                                    </p:set>
                                    <p:animEffect transition="in" filter="dissolve">
                                      <p:cBhvr>
                                        <p:cTn id="57" dur="500"/>
                                        <p:tgtEl>
                                          <p:spTgt spid="46593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465939"/>
                                        </p:tgtEl>
                                        <p:attrNameLst>
                                          <p:attrName>style.visibility</p:attrName>
                                        </p:attrNameLst>
                                      </p:cBhvr>
                                      <p:to>
                                        <p:strVal val="visible"/>
                                      </p:to>
                                    </p:set>
                                    <p:animEffect transition="in" filter="dissolve">
                                      <p:cBhvr>
                                        <p:cTn id="62" dur="500"/>
                                        <p:tgtEl>
                                          <p:spTgt spid="46593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465940"/>
                                        </p:tgtEl>
                                        <p:attrNameLst>
                                          <p:attrName>style.visibility</p:attrName>
                                        </p:attrNameLst>
                                      </p:cBhvr>
                                      <p:to>
                                        <p:strVal val="visible"/>
                                      </p:to>
                                    </p:set>
                                    <p:animEffect transition="in" filter="dissolve">
                                      <p:cBhvr>
                                        <p:cTn id="67" dur="500"/>
                                        <p:tgtEl>
                                          <p:spTgt spid="46594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465941"/>
                                        </p:tgtEl>
                                        <p:attrNameLst>
                                          <p:attrName>style.visibility</p:attrName>
                                        </p:attrNameLst>
                                      </p:cBhvr>
                                      <p:to>
                                        <p:strVal val="visible"/>
                                      </p:to>
                                    </p:set>
                                    <p:animEffect transition="in" filter="dissolve">
                                      <p:cBhvr>
                                        <p:cTn id="72" dur="500"/>
                                        <p:tgtEl>
                                          <p:spTgt spid="46594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465942"/>
                                        </p:tgtEl>
                                        <p:attrNameLst>
                                          <p:attrName>style.visibility</p:attrName>
                                        </p:attrNameLst>
                                      </p:cBhvr>
                                      <p:to>
                                        <p:strVal val="visible"/>
                                      </p:to>
                                    </p:set>
                                    <p:animEffect transition="in" filter="dissolve">
                                      <p:cBhvr>
                                        <p:cTn id="77" dur="500"/>
                                        <p:tgtEl>
                                          <p:spTgt spid="46594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465943"/>
                                        </p:tgtEl>
                                        <p:attrNameLst>
                                          <p:attrName>style.visibility</p:attrName>
                                        </p:attrNameLst>
                                      </p:cBhvr>
                                      <p:to>
                                        <p:strVal val="visible"/>
                                      </p:to>
                                    </p:set>
                                    <p:animEffect transition="in" filter="dissolve">
                                      <p:cBhvr>
                                        <p:cTn id="82" dur="500"/>
                                        <p:tgtEl>
                                          <p:spTgt spid="46594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465944"/>
                                        </p:tgtEl>
                                        <p:attrNameLst>
                                          <p:attrName>style.visibility</p:attrName>
                                        </p:attrNameLst>
                                      </p:cBhvr>
                                      <p:to>
                                        <p:strVal val="visible"/>
                                      </p:to>
                                    </p:set>
                                    <p:animEffect transition="in" filter="dissolve">
                                      <p:cBhvr>
                                        <p:cTn id="87" dur="500"/>
                                        <p:tgtEl>
                                          <p:spTgt spid="46594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3" presetClass="entr" presetSubtype="528" fill="hold" grpId="0" nodeType="clickEffect">
                                  <p:stCondLst>
                                    <p:cond delay="0"/>
                                  </p:stCondLst>
                                  <p:childTnLst>
                                    <p:set>
                                      <p:cBhvr>
                                        <p:cTn id="91" dur="1" fill="hold">
                                          <p:stCondLst>
                                            <p:cond delay="0"/>
                                          </p:stCondLst>
                                        </p:cTn>
                                        <p:tgtEl>
                                          <p:spTgt spid="465945"/>
                                        </p:tgtEl>
                                        <p:attrNameLst>
                                          <p:attrName>style.visibility</p:attrName>
                                        </p:attrNameLst>
                                      </p:cBhvr>
                                      <p:to>
                                        <p:strVal val="visible"/>
                                      </p:to>
                                    </p:set>
                                    <p:anim calcmode="lin" valueType="num">
                                      <p:cBhvr>
                                        <p:cTn id="92" dur="500" fill="hold"/>
                                        <p:tgtEl>
                                          <p:spTgt spid="465945"/>
                                        </p:tgtEl>
                                        <p:attrNameLst>
                                          <p:attrName>ppt_w</p:attrName>
                                        </p:attrNameLst>
                                      </p:cBhvr>
                                      <p:tavLst>
                                        <p:tav tm="0">
                                          <p:val>
                                            <p:fltVal val="0"/>
                                          </p:val>
                                        </p:tav>
                                        <p:tav tm="100000">
                                          <p:val>
                                            <p:strVal val="#ppt_w"/>
                                          </p:val>
                                        </p:tav>
                                      </p:tavLst>
                                    </p:anim>
                                    <p:anim calcmode="lin" valueType="num">
                                      <p:cBhvr>
                                        <p:cTn id="93" dur="500" fill="hold"/>
                                        <p:tgtEl>
                                          <p:spTgt spid="465945"/>
                                        </p:tgtEl>
                                        <p:attrNameLst>
                                          <p:attrName>ppt_h</p:attrName>
                                        </p:attrNameLst>
                                      </p:cBhvr>
                                      <p:tavLst>
                                        <p:tav tm="0">
                                          <p:val>
                                            <p:fltVal val="0"/>
                                          </p:val>
                                        </p:tav>
                                        <p:tav tm="100000">
                                          <p:val>
                                            <p:strVal val="#ppt_h"/>
                                          </p:val>
                                        </p:tav>
                                      </p:tavLst>
                                    </p:anim>
                                    <p:anim calcmode="lin" valueType="num">
                                      <p:cBhvr>
                                        <p:cTn id="94" dur="500" fill="hold"/>
                                        <p:tgtEl>
                                          <p:spTgt spid="465945"/>
                                        </p:tgtEl>
                                        <p:attrNameLst>
                                          <p:attrName>ppt_x</p:attrName>
                                        </p:attrNameLst>
                                      </p:cBhvr>
                                      <p:tavLst>
                                        <p:tav tm="0">
                                          <p:val>
                                            <p:fltVal val="0.5"/>
                                          </p:val>
                                        </p:tav>
                                        <p:tav tm="100000">
                                          <p:val>
                                            <p:strVal val="#ppt_x"/>
                                          </p:val>
                                        </p:tav>
                                      </p:tavLst>
                                    </p:anim>
                                    <p:anim calcmode="lin" valueType="num">
                                      <p:cBhvr>
                                        <p:cTn id="95" dur="500" fill="hold"/>
                                        <p:tgtEl>
                                          <p:spTgt spid="465945"/>
                                        </p:tgtEl>
                                        <p:attrNameLst>
                                          <p:attrName>ppt_y</p:attrName>
                                        </p:attrNameLst>
                                      </p:cBhvr>
                                      <p:tavLst>
                                        <p:tav tm="0">
                                          <p:val>
                                            <p:fltVal val="0.5"/>
                                          </p:val>
                                        </p:tav>
                                        <p:tav tm="100000">
                                          <p:val>
                                            <p:strVal val="#ppt_y"/>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2" presetClass="entr" presetSubtype="8" fill="hold" grpId="0" nodeType="clickEffect">
                                  <p:stCondLst>
                                    <p:cond delay="0"/>
                                  </p:stCondLst>
                                  <p:childTnLst>
                                    <p:set>
                                      <p:cBhvr>
                                        <p:cTn id="99" dur="1" fill="hold">
                                          <p:stCondLst>
                                            <p:cond delay="0"/>
                                          </p:stCondLst>
                                        </p:cTn>
                                        <p:tgtEl>
                                          <p:spTgt spid="465946"/>
                                        </p:tgtEl>
                                        <p:attrNameLst>
                                          <p:attrName>style.visibility</p:attrName>
                                        </p:attrNameLst>
                                      </p:cBhvr>
                                      <p:to>
                                        <p:strVal val="visible"/>
                                      </p:to>
                                    </p:set>
                                    <p:anim calcmode="lin" valueType="num">
                                      <p:cBhvr additive="base">
                                        <p:cTn id="100" dur="500" fill="hold"/>
                                        <p:tgtEl>
                                          <p:spTgt spid="465946"/>
                                        </p:tgtEl>
                                        <p:attrNameLst>
                                          <p:attrName>ppt_x</p:attrName>
                                        </p:attrNameLst>
                                      </p:cBhvr>
                                      <p:tavLst>
                                        <p:tav tm="0">
                                          <p:val>
                                            <p:strVal val="0-#ppt_w/2"/>
                                          </p:val>
                                        </p:tav>
                                        <p:tav tm="100000">
                                          <p:val>
                                            <p:strVal val="#ppt_x"/>
                                          </p:val>
                                        </p:tav>
                                      </p:tavLst>
                                    </p:anim>
                                    <p:anim calcmode="lin" valueType="num">
                                      <p:cBhvr additive="base">
                                        <p:cTn id="101" dur="500" fill="hold"/>
                                        <p:tgtEl>
                                          <p:spTgt spid="465946"/>
                                        </p:tgtEl>
                                        <p:attrNameLst>
                                          <p:attrName>ppt_y</p:attrName>
                                        </p:attrNameLst>
                                      </p:cBhvr>
                                      <p:tavLst>
                                        <p:tav tm="0">
                                          <p:val>
                                            <p:strVal val="#ppt_y"/>
                                          </p:val>
                                        </p:tav>
                                        <p:tav tm="100000">
                                          <p:val>
                                            <p:strVal val="#ppt_y"/>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3" presetClass="entr" presetSubtype="528" fill="hold" grpId="0" nodeType="clickEffect">
                                  <p:stCondLst>
                                    <p:cond delay="0"/>
                                  </p:stCondLst>
                                  <p:childTnLst>
                                    <p:set>
                                      <p:cBhvr>
                                        <p:cTn id="105" dur="1" fill="hold">
                                          <p:stCondLst>
                                            <p:cond delay="0"/>
                                          </p:stCondLst>
                                        </p:cTn>
                                        <p:tgtEl>
                                          <p:spTgt spid="465947"/>
                                        </p:tgtEl>
                                        <p:attrNameLst>
                                          <p:attrName>style.visibility</p:attrName>
                                        </p:attrNameLst>
                                      </p:cBhvr>
                                      <p:to>
                                        <p:strVal val="visible"/>
                                      </p:to>
                                    </p:set>
                                    <p:anim calcmode="lin" valueType="num">
                                      <p:cBhvr>
                                        <p:cTn id="106" dur="500" fill="hold"/>
                                        <p:tgtEl>
                                          <p:spTgt spid="465947"/>
                                        </p:tgtEl>
                                        <p:attrNameLst>
                                          <p:attrName>ppt_w</p:attrName>
                                        </p:attrNameLst>
                                      </p:cBhvr>
                                      <p:tavLst>
                                        <p:tav tm="0">
                                          <p:val>
                                            <p:fltVal val="0"/>
                                          </p:val>
                                        </p:tav>
                                        <p:tav tm="100000">
                                          <p:val>
                                            <p:strVal val="#ppt_w"/>
                                          </p:val>
                                        </p:tav>
                                      </p:tavLst>
                                    </p:anim>
                                    <p:anim calcmode="lin" valueType="num">
                                      <p:cBhvr>
                                        <p:cTn id="107" dur="500" fill="hold"/>
                                        <p:tgtEl>
                                          <p:spTgt spid="465947"/>
                                        </p:tgtEl>
                                        <p:attrNameLst>
                                          <p:attrName>ppt_h</p:attrName>
                                        </p:attrNameLst>
                                      </p:cBhvr>
                                      <p:tavLst>
                                        <p:tav tm="0">
                                          <p:val>
                                            <p:fltVal val="0"/>
                                          </p:val>
                                        </p:tav>
                                        <p:tav tm="100000">
                                          <p:val>
                                            <p:strVal val="#ppt_h"/>
                                          </p:val>
                                        </p:tav>
                                      </p:tavLst>
                                    </p:anim>
                                    <p:anim calcmode="lin" valueType="num">
                                      <p:cBhvr>
                                        <p:cTn id="108" dur="500" fill="hold"/>
                                        <p:tgtEl>
                                          <p:spTgt spid="465947"/>
                                        </p:tgtEl>
                                        <p:attrNameLst>
                                          <p:attrName>ppt_x</p:attrName>
                                        </p:attrNameLst>
                                      </p:cBhvr>
                                      <p:tavLst>
                                        <p:tav tm="0">
                                          <p:val>
                                            <p:fltVal val="0.5"/>
                                          </p:val>
                                        </p:tav>
                                        <p:tav tm="100000">
                                          <p:val>
                                            <p:strVal val="#ppt_x"/>
                                          </p:val>
                                        </p:tav>
                                      </p:tavLst>
                                    </p:anim>
                                    <p:anim calcmode="lin" valueType="num">
                                      <p:cBhvr>
                                        <p:cTn id="109" dur="500" fill="hold"/>
                                        <p:tgtEl>
                                          <p:spTgt spid="46594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6" grpId="0" autoUpdateAnimBg="0"/>
      <p:bldP spid="465927" grpId="0" autoUpdateAnimBg="0"/>
      <p:bldP spid="465928" grpId="0" animBg="1"/>
      <p:bldP spid="465929" grpId="0" autoUpdateAnimBg="0"/>
      <p:bldP spid="465932" grpId="0" autoUpdateAnimBg="0"/>
      <p:bldP spid="465933" grpId="0" autoUpdateAnimBg="0"/>
      <p:bldP spid="465934" grpId="0" autoUpdateAnimBg="0"/>
      <p:bldP spid="465935" grpId="0" animBg="1"/>
      <p:bldP spid="465936" grpId="0" autoUpdateAnimBg="0"/>
      <p:bldP spid="465937" grpId="0" autoUpdateAnimBg="0"/>
      <p:bldP spid="465938" grpId="0" autoUpdateAnimBg="0"/>
      <p:bldP spid="465939" grpId="0" autoUpdateAnimBg="0"/>
      <p:bldP spid="465940" grpId="0" animBg="1"/>
      <p:bldP spid="465941" grpId="0" autoUpdateAnimBg="0"/>
      <p:bldP spid="465942" grpId="0" autoUpdateAnimBg="0"/>
      <p:bldP spid="465943" grpId="0" autoUpdateAnimBg="0"/>
      <p:bldP spid="465944" grpId="0" autoUpdateAnimBg="0"/>
      <p:bldP spid="465945" grpId="0" animBg="1" autoUpdateAnimBg="0"/>
      <p:bldP spid="465946" grpId="0" animBg="1"/>
      <p:bldP spid="465947" grpId="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6889C27-D0A5-436D-ABC9-00D9C1EB0E7A}" type="slidenum">
              <a:rPr lang="zh-CN" altLang="en-US" b="0" i="0" smtClean="0"/>
              <a:pPr/>
              <a:t>73</a:t>
            </a:fld>
            <a:endParaRPr lang="en-US" altLang="zh-CN" b="0" i="0" smtClean="0"/>
          </a:p>
        </p:txBody>
      </p:sp>
      <p:sp>
        <p:nvSpPr>
          <p:cNvPr id="9728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F3528EF-27DE-4D3B-9E85-D87A64B4E67C}" type="datetime1">
              <a:rPr lang="zh-CN" altLang="en-US" sz="1800" i="0" smtClean="0"/>
              <a:pPr/>
              <a:t>2024/10/20</a:t>
            </a:fld>
            <a:endParaRPr lang="en-US" altLang="zh-CN" sz="1800" i="0" smtClean="0"/>
          </a:p>
        </p:txBody>
      </p:sp>
      <p:sp>
        <p:nvSpPr>
          <p:cNvPr id="470018" name="Rectangle 2"/>
          <p:cNvSpPr>
            <a:spLocks noGrp="1" noChangeArrowheads="1"/>
          </p:cNvSpPr>
          <p:nvPr>
            <p:ph type="title"/>
          </p:nvPr>
        </p:nvSpPr>
        <p:spPr/>
        <p:txBody>
          <a:bodyPr/>
          <a:lstStyle/>
          <a:p>
            <a:pPr>
              <a:defRPr/>
            </a:pPr>
            <a:r>
              <a:rPr lang="zh-CN" altLang="en-US" smtClean="0"/>
              <a:t>§3.2  系数表达式</a:t>
            </a:r>
          </a:p>
        </p:txBody>
      </p:sp>
      <p:grpSp>
        <p:nvGrpSpPr>
          <p:cNvPr id="2" name="Group 9"/>
          <p:cNvGrpSpPr>
            <a:grpSpLocks/>
          </p:cNvGrpSpPr>
          <p:nvPr/>
        </p:nvGrpSpPr>
        <p:grpSpPr bwMode="auto">
          <a:xfrm>
            <a:off x="665163" y="990600"/>
            <a:ext cx="6410325" cy="976313"/>
            <a:chOff x="387" y="624"/>
            <a:chExt cx="3727" cy="615"/>
          </a:xfrm>
        </p:grpSpPr>
        <p:sp>
          <p:nvSpPr>
            <p:cNvPr id="97297" name="Rectangle 4"/>
            <p:cNvSpPr>
              <a:spLocks noChangeArrowheads="1"/>
            </p:cNvSpPr>
            <p:nvPr/>
          </p:nvSpPr>
          <p:spPr bwMode="auto">
            <a:xfrm>
              <a:off x="387" y="768"/>
              <a:ext cx="67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a:t>
              </a:r>
              <a:r>
                <a:rPr lang="en-US" altLang="zh-CN" sz="3200" i="0" baseline="-25000">
                  <a:latin typeface="Times New Roman" pitchFamily="18" charset="0"/>
                </a:rPr>
                <a:t>i</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grpSp>
          <p:nvGrpSpPr>
            <p:cNvPr id="97298" name="Group 5"/>
            <p:cNvGrpSpPr>
              <a:grpSpLocks/>
            </p:cNvGrpSpPr>
            <p:nvPr/>
          </p:nvGrpSpPr>
          <p:grpSpPr bwMode="auto">
            <a:xfrm>
              <a:off x="1081" y="624"/>
              <a:ext cx="3033" cy="615"/>
              <a:chOff x="1158" y="1008"/>
              <a:chExt cx="3033" cy="615"/>
            </a:xfrm>
          </p:grpSpPr>
          <p:sp>
            <p:nvSpPr>
              <p:cNvPr id="97299" name="Rectangle 6"/>
              <p:cNvSpPr>
                <a:spLocks noChangeArrowheads="1"/>
              </p:cNvSpPr>
              <p:nvPr/>
            </p:nvSpPr>
            <p:spPr bwMode="auto">
              <a:xfrm>
                <a:off x="1227" y="1296"/>
                <a:ext cx="29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sp>
            <p:nvSpPr>
              <p:cNvPr id="97300" name="Line 7"/>
              <p:cNvSpPr>
                <a:spLocks noChangeShapeType="1"/>
              </p:cNvSpPr>
              <p:nvPr/>
            </p:nvSpPr>
            <p:spPr bwMode="auto">
              <a:xfrm>
                <a:off x="1158" y="1335"/>
                <a:ext cx="3018" cy="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1" name="Rectangle 8"/>
              <p:cNvSpPr>
                <a:spLocks noChangeArrowheads="1"/>
              </p:cNvSpPr>
              <p:nvPr/>
            </p:nvSpPr>
            <p:spPr bwMode="auto">
              <a:xfrm>
                <a:off x="1201" y="1008"/>
                <a:ext cx="280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n</a:t>
                </a:r>
                <a:r>
                  <a:rPr lang="en-US" altLang="zh-CN" sz="2800" i="0">
                    <a:latin typeface="Times New Roman" pitchFamily="18" charset="0"/>
                  </a:rPr>
                  <a:t>)</a:t>
                </a:r>
                <a:endParaRPr lang="zh-CN" altLang="en-US" sz="2800" i="0">
                  <a:latin typeface="Times New Roman" pitchFamily="18" charset="0"/>
                </a:endParaRPr>
              </a:p>
            </p:txBody>
          </p:sp>
        </p:grpSp>
      </p:grpSp>
      <p:sp>
        <p:nvSpPr>
          <p:cNvPr id="470026" name="Rectangle 10"/>
          <p:cNvSpPr>
            <a:spLocks noChangeArrowheads="1"/>
          </p:cNvSpPr>
          <p:nvPr/>
        </p:nvSpPr>
        <p:spPr bwMode="auto">
          <a:xfrm>
            <a:off x="708025" y="2590800"/>
            <a:ext cx="1166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a</a:t>
            </a:r>
            <a:r>
              <a:rPr lang="en-US" altLang="zh-CN" sz="3200" i="0" baseline="-25000">
                <a:latin typeface="Times New Roman" pitchFamily="18" charset="0"/>
              </a:rPr>
              <a:t>i</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endParaRPr lang="zh-CN" altLang="en-US" sz="3200" i="0">
              <a:latin typeface="Times New Roman" pitchFamily="18" charset="0"/>
            </a:endParaRPr>
          </a:p>
        </p:txBody>
      </p:sp>
      <p:sp>
        <p:nvSpPr>
          <p:cNvPr id="470027" name="AutoShape 11"/>
          <p:cNvSpPr>
            <a:spLocks/>
          </p:cNvSpPr>
          <p:nvPr/>
        </p:nvSpPr>
        <p:spPr bwMode="auto">
          <a:xfrm>
            <a:off x="1898650" y="2286000"/>
            <a:ext cx="165100" cy="1143000"/>
          </a:xfrm>
          <a:prstGeom prst="leftBrace">
            <a:avLst>
              <a:gd name="adj1" fmla="val 57692"/>
              <a:gd name="adj2" fmla="val 5125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0028" name="Rectangle 12"/>
          <p:cNvSpPr>
            <a:spLocks noChangeArrowheads="1"/>
          </p:cNvSpPr>
          <p:nvPr/>
        </p:nvSpPr>
        <p:spPr bwMode="auto">
          <a:xfrm>
            <a:off x="3519488" y="2057400"/>
            <a:ext cx="1263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j</a:t>
            </a:r>
            <a:r>
              <a:rPr lang="en-US" altLang="zh-CN" sz="2800" i="0">
                <a:latin typeface="Times New Roman" pitchFamily="18" charset="0"/>
                <a:sym typeface="Symbol" pitchFamily="18" charset="2"/>
              </a:rPr>
              <a:t></a:t>
            </a:r>
            <a:r>
              <a:rPr lang="en-US" altLang="zh-CN" sz="2800">
                <a:latin typeface="Times New Roman" pitchFamily="18" charset="0"/>
              </a:rPr>
              <a:t>x</a:t>
            </a:r>
            <a:r>
              <a:rPr lang="en-US" altLang="zh-CN" sz="2800" i="0" baseline="-25000">
                <a:latin typeface="Times New Roman" pitchFamily="18" charset="0"/>
              </a:rPr>
              <a:t>i</a:t>
            </a:r>
            <a:endParaRPr lang="zh-CN" altLang="en-US" sz="2800" i="0" baseline="-25000">
              <a:latin typeface="Times New Roman" pitchFamily="18" charset="0"/>
            </a:endParaRPr>
          </a:p>
        </p:txBody>
      </p:sp>
      <p:sp>
        <p:nvSpPr>
          <p:cNvPr id="470029" name="Rectangle 13"/>
          <p:cNvSpPr>
            <a:spLocks noChangeArrowheads="1"/>
          </p:cNvSpPr>
          <p:nvPr/>
        </p:nvSpPr>
        <p:spPr bwMode="auto">
          <a:xfrm>
            <a:off x="2243138" y="2133600"/>
            <a:ext cx="3921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0</a:t>
            </a:r>
            <a:endParaRPr lang="zh-CN" altLang="en-US" sz="2800" i="0">
              <a:latin typeface="Times New Roman" pitchFamily="18" charset="0"/>
            </a:endParaRPr>
          </a:p>
        </p:txBody>
      </p:sp>
      <p:sp>
        <p:nvSpPr>
          <p:cNvPr id="470030" name="Rectangle 14"/>
          <p:cNvSpPr>
            <a:spLocks noChangeArrowheads="1"/>
          </p:cNvSpPr>
          <p:nvPr/>
        </p:nvSpPr>
        <p:spPr bwMode="auto">
          <a:xfrm>
            <a:off x="3589338" y="2895600"/>
            <a:ext cx="809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i</a:t>
            </a:r>
            <a:endParaRPr lang="zh-CN" altLang="en-US" sz="2800" i="0" baseline="-25000">
              <a:latin typeface="Times New Roman" pitchFamily="18" charset="0"/>
            </a:endParaRPr>
          </a:p>
        </p:txBody>
      </p:sp>
      <p:sp>
        <p:nvSpPr>
          <p:cNvPr id="470031" name="Rectangle 15"/>
          <p:cNvSpPr>
            <a:spLocks noChangeArrowheads="1"/>
          </p:cNvSpPr>
          <p:nvPr/>
        </p:nvSpPr>
        <p:spPr bwMode="auto">
          <a:xfrm>
            <a:off x="2228850" y="2895600"/>
            <a:ext cx="392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a:latin typeface="Times New Roman" pitchFamily="18" charset="0"/>
            </a:endParaRPr>
          </a:p>
        </p:txBody>
      </p:sp>
      <p:graphicFrame>
        <p:nvGraphicFramePr>
          <p:cNvPr id="470032" name="Object 16"/>
          <p:cNvGraphicFramePr>
            <a:graphicFrameLocks noChangeAspect="1"/>
          </p:cNvGraphicFramePr>
          <p:nvPr/>
        </p:nvGraphicFramePr>
        <p:xfrm>
          <a:off x="825500" y="3581400"/>
          <a:ext cx="2311400" cy="1343025"/>
        </p:xfrm>
        <a:graphic>
          <a:graphicData uri="http://schemas.openxmlformats.org/presentationml/2006/ole">
            <mc:AlternateContent xmlns:mc="http://schemas.openxmlformats.org/markup-compatibility/2006">
              <mc:Choice xmlns:v="urn:schemas-microsoft-com:vml" Requires="v">
                <p:oleObj spid="_x0000_s97350" name="Equation" r:id="rId3" imgW="774364" imgH="431613" progId="Equation.3">
                  <p:embed/>
                </p:oleObj>
              </mc:Choice>
              <mc:Fallback>
                <p:oleObj name="Equation" r:id="rId3" imgW="774364" imgH="431613"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00" y="3581400"/>
                        <a:ext cx="2311400" cy="1343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0033" name="Rectangle 17"/>
          <p:cNvSpPr>
            <a:spLocks noChangeArrowheads="1"/>
          </p:cNvSpPr>
          <p:nvPr/>
        </p:nvSpPr>
        <p:spPr bwMode="auto">
          <a:xfrm>
            <a:off x="4794250" y="3657600"/>
            <a:ext cx="3190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 =</a:t>
            </a:r>
            <a:r>
              <a:rPr lang="en-US" altLang="zh-CN" sz="2800">
                <a:latin typeface="Times New Roman" pitchFamily="18" charset="0"/>
              </a:rPr>
              <a:t> </a:t>
            </a:r>
            <a:r>
              <a:rPr lang="en-US" altLang="zh-CN" sz="2800" i="0">
                <a:latin typeface="Times New Roman" pitchFamily="18" charset="0"/>
              </a:rPr>
              <a:t>L</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 + </a:t>
            </a:r>
            <a:r>
              <a:rPr lang="en-US" altLang="zh-CN" sz="2800" i="0">
                <a:latin typeface="Times New Roman" pitchFamily="18" charset="0"/>
              </a:rPr>
              <a:t>R</a:t>
            </a:r>
            <a:r>
              <a:rPr lang="en-US" altLang="zh-CN" sz="2800" i="0" baseline="-25000">
                <a:latin typeface="Times New Roman" pitchFamily="18" charset="0"/>
              </a:rPr>
              <a:t>n</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endParaRPr lang="zh-CN" altLang="en-US" sz="2800" i="0">
              <a:latin typeface="Times New Roman" pitchFamily="18" charset="0"/>
            </a:endParaRPr>
          </a:p>
        </p:txBody>
      </p:sp>
      <p:sp>
        <p:nvSpPr>
          <p:cNvPr id="470034" name="Rectangle 18"/>
          <p:cNvSpPr>
            <a:spLocks noChangeArrowheads="1"/>
          </p:cNvSpPr>
          <p:nvPr/>
        </p:nvSpPr>
        <p:spPr bwMode="auto">
          <a:xfrm>
            <a:off x="4876800" y="4343400"/>
            <a:ext cx="1520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a:latin typeface="Times New Roman" pitchFamily="18" charset="0"/>
              </a:rPr>
              <a:t>f</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 = C</a:t>
            </a:r>
            <a:endParaRPr lang="zh-CN" altLang="en-US" sz="3200" i="0">
              <a:latin typeface="Times New Roman" pitchFamily="18" charset="0"/>
            </a:endParaRPr>
          </a:p>
        </p:txBody>
      </p:sp>
      <p:graphicFrame>
        <p:nvGraphicFramePr>
          <p:cNvPr id="470035" name="Object 19"/>
          <p:cNvGraphicFramePr>
            <a:graphicFrameLocks noChangeAspect="1"/>
          </p:cNvGraphicFramePr>
          <p:nvPr/>
        </p:nvGraphicFramePr>
        <p:xfrm>
          <a:off x="4953000" y="5029200"/>
          <a:ext cx="3335338" cy="1343025"/>
        </p:xfrm>
        <a:graphic>
          <a:graphicData uri="http://schemas.openxmlformats.org/presentationml/2006/ole">
            <mc:AlternateContent xmlns:mc="http://schemas.openxmlformats.org/markup-compatibility/2006">
              <mc:Choice xmlns:v="urn:schemas-microsoft-com:vml" Requires="v">
                <p:oleObj spid="_x0000_s97351" name="Equation" r:id="rId5" imgW="1117600" imgH="431800" progId="Equation.3">
                  <p:embed/>
                </p:oleObj>
              </mc:Choice>
              <mc:Fallback>
                <p:oleObj name="Equation" r:id="rId5" imgW="1117600" imgH="43180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5029200"/>
                        <a:ext cx="3335338" cy="1343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0036" name="AutoShape 20"/>
          <p:cNvSpPr>
            <a:spLocks noChangeArrowheads="1"/>
          </p:cNvSpPr>
          <p:nvPr/>
        </p:nvSpPr>
        <p:spPr bwMode="auto">
          <a:xfrm>
            <a:off x="7010400" y="2133600"/>
            <a:ext cx="2436813" cy="990600"/>
          </a:xfrm>
          <a:prstGeom prst="wedgeRoundRectCallout">
            <a:avLst>
              <a:gd name="adj1" fmla="val -93060"/>
              <a:gd name="adj2" fmla="val -63463"/>
              <a:gd name="adj3" fmla="val 16667"/>
            </a:avLst>
          </a:prstGeom>
          <a:solidFill>
            <a:schemeClr val="accent2"/>
          </a:solidFill>
          <a:ln w="25400">
            <a:solidFill>
              <a:srgbClr val="0000FF"/>
            </a:solidFill>
            <a:miter lim="800000"/>
            <a:headEnd/>
            <a:tailEnd/>
          </a:ln>
        </p:spPr>
        <p:txBody>
          <a:bodyPr anchor="ctr"/>
          <a:lstStyle/>
          <a:p>
            <a:r>
              <a:rPr lang="zh-CN" altLang="en-US" sz="3200" i="0"/>
              <a:t>插值基函数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0026"/>
                                        </p:tgtEl>
                                        <p:attrNameLst>
                                          <p:attrName>style.visibility</p:attrName>
                                        </p:attrNameLst>
                                      </p:cBhvr>
                                      <p:to>
                                        <p:strVal val="visible"/>
                                      </p:to>
                                    </p:set>
                                    <p:animEffect transition="in" filter="dissolve">
                                      <p:cBhvr>
                                        <p:cTn id="12" dur="500"/>
                                        <p:tgtEl>
                                          <p:spTgt spid="4700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0027"/>
                                        </p:tgtEl>
                                        <p:attrNameLst>
                                          <p:attrName>style.visibility</p:attrName>
                                        </p:attrNameLst>
                                      </p:cBhvr>
                                      <p:to>
                                        <p:strVal val="visible"/>
                                      </p:to>
                                    </p:set>
                                    <p:animEffect transition="in" filter="dissolve">
                                      <p:cBhvr>
                                        <p:cTn id="17" dur="500"/>
                                        <p:tgtEl>
                                          <p:spTgt spid="4700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70028"/>
                                        </p:tgtEl>
                                        <p:attrNameLst>
                                          <p:attrName>style.visibility</p:attrName>
                                        </p:attrNameLst>
                                      </p:cBhvr>
                                      <p:to>
                                        <p:strVal val="visible"/>
                                      </p:to>
                                    </p:set>
                                    <p:animEffect transition="in" filter="dissolve">
                                      <p:cBhvr>
                                        <p:cTn id="22" dur="500"/>
                                        <p:tgtEl>
                                          <p:spTgt spid="4700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70029"/>
                                        </p:tgtEl>
                                        <p:attrNameLst>
                                          <p:attrName>style.visibility</p:attrName>
                                        </p:attrNameLst>
                                      </p:cBhvr>
                                      <p:to>
                                        <p:strVal val="visible"/>
                                      </p:to>
                                    </p:set>
                                    <p:animEffect transition="in" filter="dissolve">
                                      <p:cBhvr>
                                        <p:cTn id="27" dur="500"/>
                                        <p:tgtEl>
                                          <p:spTgt spid="47002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70030"/>
                                        </p:tgtEl>
                                        <p:attrNameLst>
                                          <p:attrName>style.visibility</p:attrName>
                                        </p:attrNameLst>
                                      </p:cBhvr>
                                      <p:to>
                                        <p:strVal val="visible"/>
                                      </p:to>
                                    </p:set>
                                    <p:animEffect transition="in" filter="dissolve">
                                      <p:cBhvr>
                                        <p:cTn id="32" dur="500"/>
                                        <p:tgtEl>
                                          <p:spTgt spid="4700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70031"/>
                                        </p:tgtEl>
                                        <p:attrNameLst>
                                          <p:attrName>style.visibility</p:attrName>
                                        </p:attrNameLst>
                                      </p:cBhvr>
                                      <p:to>
                                        <p:strVal val="visible"/>
                                      </p:to>
                                    </p:set>
                                    <p:animEffect transition="in" filter="dissolve">
                                      <p:cBhvr>
                                        <p:cTn id="37" dur="500"/>
                                        <p:tgtEl>
                                          <p:spTgt spid="4700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470032"/>
                                        </p:tgtEl>
                                        <p:attrNameLst>
                                          <p:attrName>style.visibility</p:attrName>
                                        </p:attrNameLst>
                                      </p:cBhvr>
                                      <p:to>
                                        <p:strVal val="visible"/>
                                      </p:to>
                                    </p:set>
                                    <p:animEffect transition="in" filter="dissolve">
                                      <p:cBhvr>
                                        <p:cTn id="42" dur="500"/>
                                        <p:tgtEl>
                                          <p:spTgt spid="47003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70033"/>
                                        </p:tgtEl>
                                        <p:attrNameLst>
                                          <p:attrName>style.visibility</p:attrName>
                                        </p:attrNameLst>
                                      </p:cBhvr>
                                      <p:to>
                                        <p:strVal val="visible"/>
                                      </p:to>
                                    </p:set>
                                    <p:animEffect transition="in" filter="wipe(left)">
                                      <p:cBhvr>
                                        <p:cTn id="47" dur="500"/>
                                        <p:tgtEl>
                                          <p:spTgt spid="47003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70034"/>
                                        </p:tgtEl>
                                        <p:attrNameLst>
                                          <p:attrName>style.visibility</p:attrName>
                                        </p:attrNameLst>
                                      </p:cBhvr>
                                      <p:to>
                                        <p:strVal val="visible"/>
                                      </p:to>
                                    </p:set>
                                    <p:animEffect transition="in" filter="wipe(left)">
                                      <p:cBhvr>
                                        <p:cTn id="52" dur="500"/>
                                        <p:tgtEl>
                                          <p:spTgt spid="47003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70035"/>
                                        </p:tgtEl>
                                        <p:attrNameLst>
                                          <p:attrName>style.visibility</p:attrName>
                                        </p:attrNameLst>
                                      </p:cBhvr>
                                      <p:to>
                                        <p:strVal val="visible"/>
                                      </p:to>
                                    </p:set>
                                    <p:animEffect transition="in" filter="wipe(left)">
                                      <p:cBhvr>
                                        <p:cTn id="57" dur="500"/>
                                        <p:tgtEl>
                                          <p:spTgt spid="47003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70036"/>
                                        </p:tgtEl>
                                        <p:attrNameLst>
                                          <p:attrName>style.visibility</p:attrName>
                                        </p:attrNameLst>
                                      </p:cBhvr>
                                      <p:to>
                                        <p:strVal val="visible"/>
                                      </p:to>
                                    </p:set>
                                    <p:animEffect transition="in" filter="wipe(left)">
                                      <p:cBhvr>
                                        <p:cTn id="62" dur="500"/>
                                        <p:tgtEl>
                                          <p:spTgt spid="470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6" grpId="0" autoUpdateAnimBg="0"/>
      <p:bldP spid="470027" grpId="0" animBg="1"/>
      <p:bldP spid="470028" grpId="0" autoUpdateAnimBg="0"/>
      <p:bldP spid="470029" grpId="0" autoUpdateAnimBg="0"/>
      <p:bldP spid="470030" grpId="0" autoUpdateAnimBg="0"/>
      <p:bldP spid="470031" grpId="0" autoUpdateAnimBg="0"/>
      <p:bldP spid="470033" grpId="0" autoUpdateAnimBg="0"/>
      <p:bldP spid="470034" grpId="0" autoUpdateAnimBg="0"/>
      <p:bldP spid="470036" grpId="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927C540-DD8F-45D3-B827-F0201A66FB9D}" type="slidenum">
              <a:rPr lang="zh-CN" altLang="en-US" b="0" i="0" smtClean="0"/>
              <a:pPr/>
              <a:t>74</a:t>
            </a:fld>
            <a:endParaRPr lang="en-US" altLang="zh-CN" b="0" i="0" smtClean="0"/>
          </a:p>
        </p:txBody>
      </p:sp>
      <p:sp>
        <p:nvSpPr>
          <p:cNvPr id="9830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80E9CFB-6799-4114-84E1-1FBD1F4817CD}" type="datetime1">
              <a:rPr lang="zh-CN" altLang="en-US" sz="1800" i="0" smtClean="0"/>
              <a:pPr/>
              <a:t>2024/10/20</a:t>
            </a:fld>
            <a:endParaRPr lang="en-US" altLang="zh-CN" sz="1800" i="0" smtClean="0"/>
          </a:p>
        </p:txBody>
      </p:sp>
      <p:sp>
        <p:nvSpPr>
          <p:cNvPr id="808962" name="Rectangle 2"/>
          <p:cNvSpPr>
            <a:spLocks noGrp="1" noChangeArrowheads="1"/>
          </p:cNvSpPr>
          <p:nvPr>
            <p:ph type="title"/>
          </p:nvPr>
        </p:nvSpPr>
        <p:spPr/>
        <p:txBody>
          <a:bodyPr/>
          <a:lstStyle/>
          <a:p>
            <a:pPr>
              <a:defRPr/>
            </a:pPr>
            <a:r>
              <a:rPr lang="zh-CN" altLang="en-US" smtClean="0"/>
              <a:t>基函数的特点</a:t>
            </a:r>
          </a:p>
        </p:txBody>
      </p:sp>
      <p:sp>
        <p:nvSpPr>
          <p:cNvPr id="98309" name="Rectangle 3"/>
          <p:cNvSpPr>
            <a:spLocks noGrp="1" noChangeArrowheads="1"/>
          </p:cNvSpPr>
          <p:nvPr>
            <p:ph type="body" idx="1"/>
          </p:nvPr>
        </p:nvSpPr>
        <p:spPr>
          <a:xfrm>
            <a:off x="650875" y="1143000"/>
            <a:ext cx="8820150" cy="2901950"/>
          </a:xfrm>
        </p:spPr>
        <p:txBody>
          <a:bodyPr/>
          <a:lstStyle/>
          <a:p>
            <a:r>
              <a:rPr lang="zh-CN" altLang="en-US" smtClean="0"/>
              <a:t>1. 基函数的个数等于节点数。</a:t>
            </a:r>
          </a:p>
          <a:p>
            <a:r>
              <a:rPr lang="zh-CN" altLang="en-US" smtClean="0"/>
              <a:t>2. </a:t>
            </a:r>
            <a:r>
              <a:rPr lang="en-US" altLang="zh-CN" i="1" smtClean="0"/>
              <a:t>n</a:t>
            </a:r>
            <a:r>
              <a:rPr lang="en-US" altLang="zh-CN" smtClean="0"/>
              <a:t>+1</a:t>
            </a:r>
            <a:r>
              <a:rPr lang="zh-CN" altLang="en-US" smtClean="0"/>
              <a:t>个节点的基函数是</a:t>
            </a:r>
            <a:r>
              <a:rPr lang="en-US" altLang="zh-CN" i="1" smtClean="0"/>
              <a:t>n</a:t>
            </a:r>
            <a:r>
              <a:rPr lang="zh-CN" altLang="en-US" smtClean="0"/>
              <a:t>次代数多项式。</a:t>
            </a:r>
          </a:p>
          <a:p>
            <a:r>
              <a:rPr lang="zh-CN" altLang="en-US" smtClean="0"/>
              <a:t>3.  基函数和每一个节点都有关。节点确定，基函数就唯一的确定。</a:t>
            </a:r>
          </a:p>
          <a:p>
            <a:r>
              <a:rPr lang="zh-CN" altLang="en-US" smtClean="0"/>
              <a:t>4. 基函数和被插值函数无关。</a:t>
            </a:r>
          </a:p>
          <a:p>
            <a:r>
              <a:rPr lang="zh-CN" altLang="en-US" smtClean="0"/>
              <a:t>5. 基函数之和为1。</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DD95697-4476-4A0B-8C90-8B961E406D16}" type="slidenum">
              <a:rPr lang="zh-CN" altLang="en-US" b="0" i="0" smtClean="0"/>
              <a:pPr/>
              <a:t>75</a:t>
            </a:fld>
            <a:endParaRPr lang="en-US" altLang="zh-CN" b="0" i="0" smtClean="0"/>
          </a:p>
        </p:txBody>
      </p:sp>
      <p:sp>
        <p:nvSpPr>
          <p:cNvPr id="9933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D414024-9C81-44D7-AD97-998FBD5BA01E}" type="datetime1">
              <a:rPr lang="zh-CN" altLang="en-US" sz="1800" i="0" smtClean="0"/>
              <a:pPr/>
              <a:t>2024/10/20</a:t>
            </a:fld>
            <a:endParaRPr lang="en-US" altLang="zh-CN" sz="1800" i="0" smtClean="0"/>
          </a:p>
        </p:txBody>
      </p:sp>
      <p:sp>
        <p:nvSpPr>
          <p:cNvPr id="514050" name="Rectangle 2"/>
          <p:cNvSpPr>
            <a:spLocks noGrp="1" noChangeArrowheads="1"/>
          </p:cNvSpPr>
          <p:nvPr>
            <p:ph type="title"/>
          </p:nvPr>
        </p:nvSpPr>
        <p:spPr>
          <a:xfrm>
            <a:off x="650875" y="255588"/>
            <a:ext cx="8820150" cy="658812"/>
          </a:xfrm>
        </p:spPr>
        <p:txBody>
          <a:bodyPr/>
          <a:lstStyle/>
          <a:p>
            <a:pPr>
              <a:defRPr/>
            </a:pPr>
            <a:r>
              <a:rPr lang="zh-CN" altLang="en-US" sz="4800" smtClean="0"/>
              <a:t>§3.3 舍入误差估计</a:t>
            </a:r>
          </a:p>
        </p:txBody>
      </p:sp>
      <p:graphicFrame>
        <p:nvGraphicFramePr>
          <p:cNvPr id="514052" name="Object 4"/>
          <p:cNvGraphicFramePr>
            <a:graphicFrameLocks noChangeAspect="1"/>
          </p:cNvGraphicFramePr>
          <p:nvPr/>
        </p:nvGraphicFramePr>
        <p:xfrm>
          <a:off x="1295400" y="914400"/>
          <a:ext cx="2819400" cy="1143000"/>
        </p:xfrm>
        <a:graphic>
          <a:graphicData uri="http://schemas.openxmlformats.org/presentationml/2006/ole">
            <mc:AlternateContent xmlns:mc="http://schemas.openxmlformats.org/markup-compatibility/2006">
              <mc:Choice xmlns:v="urn:schemas-microsoft-com:vml" Requires="v">
                <p:oleObj spid="_x0000_s99461" name="Equation" r:id="rId3" imgW="1231366" imgH="431613" progId="Equation.3">
                  <p:embed/>
                </p:oleObj>
              </mc:Choice>
              <mc:Fallback>
                <p:oleObj name="Equation" r:id="rId3" imgW="1231366"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914400"/>
                        <a:ext cx="2819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4053" name="AutoShape 5"/>
          <p:cNvSpPr>
            <a:spLocks noChangeArrowheads="1"/>
          </p:cNvSpPr>
          <p:nvPr/>
        </p:nvSpPr>
        <p:spPr bwMode="auto">
          <a:xfrm>
            <a:off x="228600" y="1981200"/>
            <a:ext cx="685800" cy="485775"/>
          </a:xfrm>
          <a:prstGeom prst="rightArrow">
            <a:avLst>
              <a:gd name="adj1" fmla="val 50000"/>
              <a:gd name="adj2" fmla="val 35294"/>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14054" name="Object 6"/>
          <p:cNvGraphicFramePr>
            <a:graphicFrameLocks noChangeAspect="1"/>
          </p:cNvGraphicFramePr>
          <p:nvPr/>
        </p:nvGraphicFramePr>
        <p:xfrm>
          <a:off x="1335088" y="1676400"/>
          <a:ext cx="5318125" cy="1143000"/>
        </p:xfrm>
        <a:graphic>
          <a:graphicData uri="http://schemas.openxmlformats.org/presentationml/2006/ole">
            <mc:AlternateContent xmlns:mc="http://schemas.openxmlformats.org/markup-compatibility/2006">
              <mc:Choice xmlns:v="urn:schemas-microsoft-com:vml" Requires="v">
                <p:oleObj spid="_x0000_s99462" name="Equation" r:id="rId5" imgW="2324100" imgH="431800" progId="Equation.3">
                  <p:embed/>
                </p:oleObj>
              </mc:Choice>
              <mc:Fallback>
                <p:oleObj name="Equation" r:id="rId5" imgW="2324100" imgH="431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5088" y="1676400"/>
                        <a:ext cx="53181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056" name="Object 8"/>
          <p:cNvGraphicFramePr>
            <a:graphicFrameLocks noChangeAspect="1"/>
          </p:cNvGraphicFramePr>
          <p:nvPr/>
        </p:nvGraphicFramePr>
        <p:xfrm>
          <a:off x="2640013" y="2667000"/>
          <a:ext cx="2846387" cy="1143000"/>
        </p:xfrm>
        <a:graphic>
          <a:graphicData uri="http://schemas.openxmlformats.org/presentationml/2006/ole">
            <mc:AlternateContent xmlns:mc="http://schemas.openxmlformats.org/markup-compatibility/2006">
              <mc:Choice xmlns:v="urn:schemas-microsoft-com:vml" Requires="v">
                <p:oleObj spid="_x0000_s99463" name="Equation" r:id="rId7" imgW="1244600" imgH="431800" progId="Equation.3">
                  <p:embed/>
                </p:oleObj>
              </mc:Choice>
              <mc:Fallback>
                <p:oleObj name="Equation" r:id="rId7" imgW="1244600" imgH="4318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0013" y="2667000"/>
                        <a:ext cx="2846387"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4057" name="Rectangle 9"/>
          <p:cNvSpPr>
            <a:spLocks noChangeArrowheads="1"/>
          </p:cNvSpPr>
          <p:nvPr/>
        </p:nvSpPr>
        <p:spPr bwMode="auto">
          <a:xfrm>
            <a:off x="5257800" y="2965450"/>
            <a:ext cx="3998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a:t>
            </a:r>
            <a:r>
              <a:rPr lang="en-US" altLang="zh-CN" sz="2800" i="0">
                <a:latin typeface="Times New Roman" pitchFamily="18" charset="0"/>
                <a:sym typeface="Symbol" pitchFamily="18" charset="2"/>
              </a:rPr>
              <a:t></a:t>
            </a:r>
            <a:r>
              <a:rPr lang="en-US" altLang="zh-CN" sz="2800">
                <a:latin typeface="Times New Roman" pitchFamily="18" charset="0"/>
                <a:sym typeface="Symbol" pitchFamily="18" charset="2"/>
              </a:rPr>
              <a:t>y</a:t>
            </a:r>
            <a:r>
              <a:rPr lang="en-US" altLang="zh-CN" sz="2800" i="0" baseline="-25000">
                <a:latin typeface="Times New Roman" pitchFamily="18" charset="0"/>
              </a:rPr>
              <a:t>i </a:t>
            </a:r>
            <a:r>
              <a:rPr lang="en-US" altLang="zh-CN" sz="2800">
                <a:latin typeface="Times New Roman" pitchFamily="18" charset="0"/>
                <a:sym typeface="Symbol" pitchFamily="18" charset="2"/>
              </a:rPr>
              <a:t>a</a:t>
            </a:r>
            <a:r>
              <a:rPr lang="en-US" altLang="zh-CN" sz="2800" i="0" baseline="-25000">
                <a:latin typeface="Times New Roman" pitchFamily="18" charset="0"/>
              </a:rPr>
              <a:t>i</a:t>
            </a:r>
            <a:r>
              <a:rPr lang="en-US" altLang="zh-CN" sz="2800" i="0">
                <a:latin typeface="Times New Roman" pitchFamily="18" charset="0"/>
              </a:rPr>
              <a:t>(x)+ </a:t>
            </a:r>
            <a:r>
              <a:rPr lang="en-US" altLang="zh-CN" sz="2800" i="0">
                <a:latin typeface="Times New Roman" pitchFamily="18" charset="0"/>
                <a:sym typeface="Symbol" pitchFamily="18" charset="2"/>
              </a:rPr>
              <a:t></a:t>
            </a:r>
            <a:r>
              <a:rPr lang="en-US" altLang="zh-CN" sz="2800">
                <a:latin typeface="Times New Roman" pitchFamily="18" charset="0"/>
                <a:sym typeface="Symbol" pitchFamily="18" charset="2"/>
              </a:rPr>
              <a:t>a</a:t>
            </a:r>
            <a:r>
              <a:rPr lang="en-US" altLang="zh-CN" sz="2800" i="0" baseline="-25000">
                <a:latin typeface="Times New Roman" pitchFamily="18" charset="0"/>
              </a:rPr>
              <a:t>i </a:t>
            </a:r>
            <a:r>
              <a:rPr lang="en-US" altLang="zh-CN" sz="2800">
                <a:latin typeface="Times New Roman" pitchFamily="18" charset="0"/>
                <a:sym typeface="Symbol" pitchFamily="18" charset="2"/>
              </a:rPr>
              <a:t>y</a:t>
            </a:r>
            <a:r>
              <a:rPr lang="en-US" altLang="zh-CN" sz="2800" i="0" baseline="-25000">
                <a:latin typeface="Times New Roman" pitchFamily="18" charset="0"/>
              </a:rPr>
              <a:t>i </a:t>
            </a:r>
            <a:r>
              <a:rPr lang="en-US" altLang="zh-CN" sz="2800" i="0">
                <a:latin typeface="Times New Roman" pitchFamily="18" charset="0"/>
              </a:rPr>
              <a:t>+ </a:t>
            </a:r>
            <a:r>
              <a:rPr lang="en-US" altLang="zh-CN" sz="2800" i="0">
                <a:latin typeface="Times New Roman" pitchFamily="18" charset="0"/>
                <a:sym typeface="Symbol" pitchFamily="18" charset="2"/>
              </a:rPr>
              <a:t></a:t>
            </a:r>
            <a:r>
              <a:rPr lang="en-US" altLang="zh-CN" sz="2800">
                <a:latin typeface="Times New Roman" pitchFamily="18" charset="0"/>
                <a:sym typeface="Symbol" pitchFamily="18" charset="2"/>
              </a:rPr>
              <a:t>a</a:t>
            </a:r>
            <a:r>
              <a:rPr lang="en-US" altLang="zh-CN" sz="2800" i="0" baseline="-25000">
                <a:latin typeface="Times New Roman" pitchFamily="18" charset="0"/>
              </a:rPr>
              <a:t>i </a:t>
            </a:r>
            <a:r>
              <a:rPr lang="en-US" altLang="zh-CN" sz="2800" i="0">
                <a:latin typeface="Times New Roman" pitchFamily="18" charset="0"/>
                <a:sym typeface="Symbol" pitchFamily="18" charset="2"/>
              </a:rPr>
              <a:t></a:t>
            </a:r>
            <a:r>
              <a:rPr lang="en-US" altLang="zh-CN" sz="2800">
                <a:latin typeface="Times New Roman" pitchFamily="18" charset="0"/>
                <a:sym typeface="Symbol" pitchFamily="18" charset="2"/>
              </a:rPr>
              <a:t>y</a:t>
            </a:r>
            <a:r>
              <a:rPr lang="en-US" altLang="zh-CN" sz="2800" i="0" baseline="-25000">
                <a:latin typeface="Times New Roman" pitchFamily="18" charset="0"/>
              </a:rPr>
              <a:t>i </a:t>
            </a:r>
            <a:r>
              <a:rPr lang="en-US" altLang="zh-CN" sz="2800" i="0">
                <a:latin typeface="Times New Roman" pitchFamily="18" charset="0"/>
              </a:rPr>
              <a:t>]</a:t>
            </a:r>
            <a:endParaRPr lang="zh-CN" altLang="en-US" sz="2800" i="0">
              <a:latin typeface="Times New Roman" pitchFamily="18" charset="0"/>
            </a:endParaRPr>
          </a:p>
        </p:txBody>
      </p:sp>
      <p:sp>
        <p:nvSpPr>
          <p:cNvPr id="514058" name="AutoShape 10"/>
          <p:cNvSpPr>
            <a:spLocks noChangeArrowheads="1"/>
          </p:cNvSpPr>
          <p:nvPr/>
        </p:nvSpPr>
        <p:spPr bwMode="auto">
          <a:xfrm>
            <a:off x="228600" y="3857625"/>
            <a:ext cx="685800" cy="485775"/>
          </a:xfrm>
          <a:prstGeom prst="rightArrow">
            <a:avLst>
              <a:gd name="adj1" fmla="val 50000"/>
              <a:gd name="adj2" fmla="val 35294"/>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14059" name="Object 11"/>
          <p:cNvGraphicFramePr>
            <a:graphicFrameLocks noChangeAspect="1"/>
          </p:cNvGraphicFramePr>
          <p:nvPr/>
        </p:nvGraphicFramePr>
        <p:xfrm>
          <a:off x="1249363" y="3505200"/>
          <a:ext cx="5303837" cy="1143000"/>
        </p:xfrm>
        <a:graphic>
          <a:graphicData uri="http://schemas.openxmlformats.org/presentationml/2006/ole">
            <mc:AlternateContent xmlns:mc="http://schemas.openxmlformats.org/markup-compatibility/2006">
              <mc:Choice xmlns:v="urn:schemas-microsoft-com:vml" Requires="v">
                <p:oleObj spid="_x0000_s99464" name="Equation" r:id="rId9" imgW="1803400" imgH="431800" progId="Equation.3">
                  <p:embed/>
                </p:oleObj>
              </mc:Choice>
              <mc:Fallback>
                <p:oleObj name="Equation" r:id="rId9" imgW="1803400" imgH="4318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49363" y="3505200"/>
                        <a:ext cx="5303837"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070" name="Object 22"/>
          <p:cNvGraphicFramePr>
            <a:graphicFrameLocks noChangeAspect="1"/>
          </p:cNvGraphicFramePr>
          <p:nvPr/>
        </p:nvGraphicFramePr>
        <p:xfrm>
          <a:off x="1828800" y="4648200"/>
          <a:ext cx="4187825" cy="1143000"/>
        </p:xfrm>
        <a:graphic>
          <a:graphicData uri="http://schemas.openxmlformats.org/presentationml/2006/ole">
            <mc:AlternateContent xmlns:mc="http://schemas.openxmlformats.org/markup-compatibility/2006">
              <mc:Choice xmlns:v="urn:schemas-microsoft-com:vml" Requires="v">
                <p:oleObj spid="_x0000_s99465" name="Equation" r:id="rId11" imgW="1828800" imgH="431800" progId="Equation.3">
                  <p:embed/>
                </p:oleObj>
              </mc:Choice>
              <mc:Fallback>
                <p:oleObj name="Equation" r:id="rId11" imgW="1828800" imgH="431800"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28800" y="4648200"/>
                        <a:ext cx="41878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14052"/>
                                        </p:tgtEl>
                                        <p:attrNameLst>
                                          <p:attrName>style.visibility</p:attrName>
                                        </p:attrNameLst>
                                      </p:cBhvr>
                                      <p:to>
                                        <p:strVal val="visible"/>
                                      </p:to>
                                    </p:set>
                                    <p:animEffect transition="in" filter="dissolve">
                                      <p:cBhvr>
                                        <p:cTn id="7" dur="500"/>
                                        <p:tgtEl>
                                          <p:spTgt spid="5140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14053"/>
                                        </p:tgtEl>
                                        <p:attrNameLst>
                                          <p:attrName>style.visibility</p:attrName>
                                        </p:attrNameLst>
                                      </p:cBhvr>
                                      <p:to>
                                        <p:strVal val="visible"/>
                                      </p:to>
                                    </p:set>
                                    <p:animEffect transition="in" filter="dissolve">
                                      <p:cBhvr>
                                        <p:cTn id="12" dur="500"/>
                                        <p:tgtEl>
                                          <p:spTgt spid="5140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14054"/>
                                        </p:tgtEl>
                                        <p:attrNameLst>
                                          <p:attrName>style.visibility</p:attrName>
                                        </p:attrNameLst>
                                      </p:cBhvr>
                                      <p:to>
                                        <p:strVal val="visible"/>
                                      </p:to>
                                    </p:set>
                                    <p:animEffect transition="in" filter="dissolve">
                                      <p:cBhvr>
                                        <p:cTn id="17" dur="500"/>
                                        <p:tgtEl>
                                          <p:spTgt spid="5140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14056"/>
                                        </p:tgtEl>
                                        <p:attrNameLst>
                                          <p:attrName>style.visibility</p:attrName>
                                        </p:attrNameLst>
                                      </p:cBhvr>
                                      <p:to>
                                        <p:strVal val="visible"/>
                                      </p:to>
                                    </p:set>
                                    <p:animEffect transition="in" filter="dissolve">
                                      <p:cBhvr>
                                        <p:cTn id="22" dur="500"/>
                                        <p:tgtEl>
                                          <p:spTgt spid="5140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14057"/>
                                        </p:tgtEl>
                                        <p:attrNameLst>
                                          <p:attrName>style.visibility</p:attrName>
                                        </p:attrNameLst>
                                      </p:cBhvr>
                                      <p:to>
                                        <p:strVal val="visible"/>
                                      </p:to>
                                    </p:set>
                                    <p:animEffect transition="in" filter="dissolve">
                                      <p:cBhvr>
                                        <p:cTn id="27" dur="500"/>
                                        <p:tgtEl>
                                          <p:spTgt spid="5140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14058"/>
                                        </p:tgtEl>
                                        <p:attrNameLst>
                                          <p:attrName>style.visibility</p:attrName>
                                        </p:attrNameLst>
                                      </p:cBhvr>
                                      <p:to>
                                        <p:strVal val="visible"/>
                                      </p:to>
                                    </p:set>
                                    <p:animEffect transition="in" filter="dissolve">
                                      <p:cBhvr>
                                        <p:cTn id="32" dur="500"/>
                                        <p:tgtEl>
                                          <p:spTgt spid="5140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514059"/>
                                        </p:tgtEl>
                                        <p:attrNameLst>
                                          <p:attrName>style.visibility</p:attrName>
                                        </p:attrNameLst>
                                      </p:cBhvr>
                                      <p:to>
                                        <p:strVal val="visible"/>
                                      </p:to>
                                    </p:set>
                                    <p:animEffect transition="in" filter="dissolve">
                                      <p:cBhvr>
                                        <p:cTn id="37" dur="500"/>
                                        <p:tgtEl>
                                          <p:spTgt spid="5140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514070"/>
                                        </p:tgtEl>
                                        <p:attrNameLst>
                                          <p:attrName>style.visibility</p:attrName>
                                        </p:attrNameLst>
                                      </p:cBhvr>
                                      <p:to>
                                        <p:strVal val="visible"/>
                                      </p:to>
                                    </p:set>
                                    <p:animEffect transition="in" filter="dissolve">
                                      <p:cBhvr>
                                        <p:cTn id="42" dur="500"/>
                                        <p:tgtEl>
                                          <p:spTgt spid="514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3" grpId="0" animBg="1"/>
      <p:bldP spid="514057" grpId="0" autoUpdateAnimBg="0"/>
      <p:bldP spid="51405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487AB85-02FB-4925-8756-30E421671885}" type="slidenum">
              <a:rPr lang="zh-CN" altLang="en-US" b="0" i="0" smtClean="0"/>
              <a:pPr/>
              <a:t>76</a:t>
            </a:fld>
            <a:endParaRPr lang="en-US" altLang="zh-CN" b="0" i="0" smtClean="0"/>
          </a:p>
        </p:txBody>
      </p:sp>
      <p:sp>
        <p:nvSpPr>
          <p:cNvPr id="10035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F1C547C-D7E9-4187-ABEC-C3C2DDB9C10D}" type="datetime1">
              <a:rPr lang="zh-CN" altLang="en-US" sz="1800" i="0" smtClean="0"/>
              <a:pPr/>
              <a:t>2024/10/20</a:t>
            </a:fld>
            <a:endParaRPr lang="en-US" altLang="zh-CN" sz="1800" i="0" smtClean="0"/>
          </a:p>
        </p:txBody>
      </p:sp>
      <p:sp>
        <p:nvSpPr>
          <p:cNvPr id="100356" name="Rectangle 19"/>
          <p:cNvSpPr>
            <a:spLocks noChangeArrowheads="1"/>
          </p:cNvSpPr>
          <p:nvPr/>
        </p:nvSpPr>
        <p:spPr bwMode="auto">
          <a:xfrm>
            <a:off x="3892550" y="1295400"/>
            <a:ext cx="1676400" cy="914400"/>
          </a:xfrm>
          <a:prstGeom prst="rect">
            <a:avLst/>
          </a:prstGeom>
          <a:solidFill>
            <a:srgbClr val="FFFF99"/>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705538" name="Rectangle 2"/>
          <p:cNvSpPr>
            <a:spLocks noGrp="1" noChangeArrowheads="1"/>
          </p:cNvSpPr>
          <p:nvPr>
            <p:ph type="title"/>
          </p:nvPr>
        </p:nvSpPr>
        <p:spPr>
          <a:xfrm>
            <a:off x="650875" y="255588"/>
            <a:ext cx="8820150" cy="658812"/>
          </a:xfrm>
        </p:spPr>
        <p:txBody>
          <a:bodyPr/>
          <a:lstStyle/>
          <a:p>
            <a:pPr>
              <a:defRPr/>
            </a:pPr>
            <a:r>
              <a:rPr lang="zh-CN" altLang="en-US" sz="4800" smtClean="0"/>
              <a:t>§3.3 舍入误差估计</a:t>
            </a:r>
          </a:p>
        </p:txBody>
      </p:sp>
      <p:graphicFrame>
        <p:nvGraphicFramePr>
          <p:cNvPr id="705546" name="Object 10"/>
          <p:cNvGraphicFramePr>
            <a:graphicFrameLocks noChangeAspect="1"/>
          </p:cNvGraphicFramePr>
          <p:nvPr/>
        </p:nvGraphicFramePr>
        <p:xfrm>
          <a:off x="914400" y="3733800"/>
          <a:ext cx="4495800" cy="1143000"/>
        </p:xfrm>
        <a:graphic>
          <a:graphicData uri="http://schemas.openxmlformats.org/presentationml/2006/ole">
            <mc:AlternateContent xmlns:mc="http://schemas.openxmlformats.org/markup-compatibility/2006">
              <mc:Choice xmlns:v="urn:schemas-microsoft-com:vml" Requires="v">
                <p:oleObj spid="_x0000_s100465" name="Equation" r:id="rId3" imgW="1358310" imgH="431613" progId="Equation.3">
                  <p:embed/>
                </p:oleObj>
              </mc:Choice>
              <mc:Fallback>
                <p:oleObj name="Equation" r:id="rId3" imgW="1358310" imgH="431613"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733800"/>
                        <a:ext cx="44958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5547" name="Object 11"/>
          <p:cNvGraphicFramePr>
            <a:graphicFrameLocks noChangeAspect="1"/>
          </p:cNvGraphicFramePr>
          <p:nvPr/>
        </p:nvGraphicFramePr>
        <p:xfrm>
          <a:off x="1066800" y="4953000"/>
          <a:ext cx="2128838" cy="1143000"/>
        </p:xfrm>
        <a:graphic>
          <a:graphicData uri="http://schemas.openxmlformats.org/presentationml/2006/ole">
            <mc:AlternateContent xmlns:mc="http://schemas.openxmlformats.org/markup-compatibility/2006">
              <mc:Choice xmlns:v="urn:schemas-microsoft-com:vml" Requires="v">
                <p:oleObj spid="_x0000_s100466" name="Equation" r:id="rId5" imgW="812447" imgH="431613" progId="Equation.3">
                  <p:embed/>
                </p:oleObj>
              </mc:Choice>
              <mc:Fallback>
                <p:oleObj name="Equation" r:id="rId5" imgW="812447" imgH="431613"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4953000"/>
                        <a:ext cx="2128838"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5548" name="AutoShape 12"/>
          <p:cNvSpPr>
            <a:spLocks/>
          </p:cNvSpPr>
          <p:nvPr/>
        </p:nvSpPr>
        <p:spPr bwMode="auto">
          <a:xfrm>
            <a:off x="3200400" y="4876800"/>
            <a:ext cx="304800" cy="1295400"/>
          </a:xfrm>
          <a:prstGeom prst="leftBrace">
            <a:avLst>
              <a:gd name="adj1" fmla="val 35417"/>
              <a:gd name="adj2" fmla="val 48282"/>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5549" name="Rectangle 13"/>
          <p:cNvSpPr>
            <a:spLocks noChangeArrowheads="1"/>
          </p:cNvSpPr>
          <p:nvPr/>
        </p:nvSpPr>
        <p:spPr bwMode="auto">
          <a:xfrm>
            <a:off x="3657600" y="4572000"/>
            <a:ext cx="363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a:latin typeface="Times New Roman" pitchFamily="18" charset="0"/>
            </a:endParaRPr>
          </a:p>
        </p:txBody>
      </p:sp>
      <p:sp>
        <p:nvSpPr>
          <p:cNvPr id="705550" name="Rectangle 14"/>
          <p:cNvSpPr>
            <a:spLocks noChangeArrowheads="1"/>
          </p:cNvSpPr>
          <p:nvPr/>
        </p:nvSpPr>
        <p:spPr bwMode="auto">
          <a:xfrm>
            <a:off x="3479800" y="5715000"/>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&gt;1</a:t>
            </a:r>
            <a:endParaRPr lang="zh-CN" altLang="en-US" sz="2800" i="0">
              <a:latin typeface="Times New Roman" pitchFamily="18" charset="0"/>
            </a:endParaRPr>
          </a:p>
        </p:txBody>
      </p:sp>
      <p:graphicFrame>
        <p:nvGraphicFramePr>
          <p:cNvPr id="705551" name="Object 15"/>
          <p:cNvGraphicFramePr>
            <a:graphicFrameLocks noChangeAspect="1"/>
          </p:cNvGraphicFramePr>
          <p:nvPr/>
        </p:nvGraphicFramePr>
        <p:xfrm>
          <a:off x="2743200" y="2133600"/>
          <a:ext cx="4938713" cy="1143000"/>
        </p:xfrm>
        <a:graphic>
          <a:graphicData uri="http://schemas.openxmlformats.org/presentationml/2006/ole">
            <mc:AlternateContent xmlns:mc="http://schemas.openxmlformats.org/markup-compatibility/2006">
              <mc:Choice xmlns:v="urn:schemas-microsoft-com:vml" Requires="v">
                <p:oleObj spid="_x0000_s100467" name="Equation" r:id="rId7" imgW="1727200" imgH="431800" progId="Equation.3">
                  <p:embed/>
                </p:oleObj>
              </mc:Choice>
              <mc:Fallback>
                <p:oleObj name="Equation" r:id="rId7" imgW="1727200" imgH="4318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2133600"/>
                        <a:ext cx="4938713"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5552" name="Object 16"/>
          <p:cNvGraphicFramePr>
            <a:graphicFrameLocks noChangeAspect="1"/>
          </p:cNvGraphicFramePr>
          <p:nvPr/>
        </p:nvGraphicFramePr>
        <p:xfrm>
          <a:off x="609600" y="1143000"/>
          <a:ext cx="4891088" cy="1143000"/>
        </p:xfrm>
        <a:graphic>
          <a:graphicData uri="http://schemas.openxmlformats.org/presentationml/2006/ole">
            <mc:AlternateContent xmlns:mc="http://schemas.openxmlformats.org/markup-compatibility/2006">
              <mc:Choice xmlns:v="urn:schemas-microsoft-com:vml" Requires="v">
                <p:oleObj spid="_x0000_s100468" name="Equation" r:id="rId9" imgW="1955800" imgH="431800" progId="Equation.3">
                  <p:embed/>
                </p:oleObj>
              </mc:Choice>
              <mc:Fallback>
                <p:oleObj name="Equation" r:id="rId9" imgW="1955800" imgH="43180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1143000"/>
                        <a:ext cx="4891088"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65" name="Rectangle 17"/>
          <p:cNvSpPr>
            <a:spLocks noChangeArrowheads="1"/>
          </p:cNvSpPr>
          <p:nvPr/>
        </p:nvSpPr>
        <p:spPr bwMode="auto">
          <a:xfrm>
            <a:off x="2978150" y="1219200"/>
            <a:ext cx="685800" cy="914400"/>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0366" name="Rectangle 18"/>
          <p:cNvSpPr>
            <a:spLocks noChangeArrowheads="1"/>
          </p:cNvSpPr>
          <p:nvPr/>
        </p:nvSpPr>
        <p:spPr bwMode="auto">
          <a:xfrm>
            <a:off x="4730750" y="1143000"/>
            <a:ext cx="687388" cy="914400"/>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5556" name="AutoShape 20"/>
          <p:cNvSpPr>
            <a:spLocks noChangeArrowheads="1"/>
          </p:cNvSpPr>
          <p:nvPr/>
        </p:nvSpPr>
        <p:spPr bwMode="auto">
          <a:xfrm>
            <a:off x="6019800" y="4038600"/>
            <a:ext cx="3581400" cy="2819400"/>
          </a:xfrm>
          <a:prstGeom prst="wedgeRoundRectCallout">
            <a:avLst>
              <a:gd name="adj1" fmla="val -68972"/>
              <a:gd name="adj2" fmla="val -32884"/>
              <a:gd name="adj3" fmla="val 16667"/>
            </a:avLst>
          </a:prstGeom>
          <a:solidFill>
            <a:schemeClr val="accent2"/>
          </a:solidFill>
          <a:ln w="25400">
            <a:solidFill>
              <a:srgbClr val="0000FF"/>
            </a:solidFill>
            <a:miter lim="800000"/>
            <a:headEnd/>
            <a:tailEnd/>
          </a:ln>
        </p:spPr>
        <p:txBody>
          <a:bodyPr anchor="ctr"/>
          <a:lstStyle/>
          <a:p>
            <a:pPr algn="l"/>
            <a:r>
              <a:rPr lang="zh-CN" altLang="en-US" sz="3200" i="0"/>
              <a:t>结论：</a:t>
            </a:r>
          </a:p>
          <a:p>
            <a:pPr algn="l"/>
            <a:r>
              <a:rPr lang="zh-CN" altLang="en-US" sz="3200" i="0"/>
              <a:t>当拉格朗日插值公式有负系数时,对</a:t>
            </a:r>
            <a:r>
              <a:rPr lang="en-US" altLang="zh-CN" sz="3200">
                <a:latin typeface="Times New Roman" pitchFamily="18" charset="0"/>
              </a:rPr>
              <a:t>y</a:t>
            </a:r>
            <a:r>
              <a:rPr lang="en-US" altLang="zh-CN" sz="3200" baseline="-25000">
                <a:latin typeface="Times New Roman" pitchFamily="18" charset="0"/>
              </a:rPr>
              <a:t>i</a:t>
            </a:r>
            <a:r>
              <a:rPr lang="zh-CN" altLang="en-US" sz="3200" i="0"/>
              <a:t>的舍入误差有放大作用</a:t>
            </a:r>
          </a:p>
        </p:txBody>
      </p:sp>
      <p:sp>
        <p:nvSpPr>
          <p:cNvPr id="100368" name="Rectangle 21"/>
          <p:cNvSpPr>
            <a:spLocks noGrp="1" noChangeArrowheads="1"/>
          </p:cNvSpPr>
          <p:nvPr>
            <p:ph type="body" idx="1"/>
          </p:nvPr>
        </p:nvSpPr>
        <p:spPr>
          <a:xfrm>
            <a:off x="381000" y="3276600"/>
            <a:ext cx="9525000" cy="438150"/>
          </a:xfrm>
          <a:noFill/>
        </p:spPr>
        <p:txBody>
          <a:bodyPr/>
          <a:lstStyle/>
          <a:p>
            <a:r>
              <a:rPr lang="zh-CN" altLang="en-US" sz="3200" smtClean="0"/>
              <a:t>当系数没有误差时，考查函数值的误差的传播情况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05551"/>
                                        </p:tgtEl>
                                        <p:attrNameLst>
                                          <p:attrName>style.visibility</p:attrName>
                                        </p:attrNameLst>
                                      </p:cBhvr>
                                      <p:to>
                                        <p:strVal val="visible"/>
                                      </p:to>
                                    </p:set>
                                    <p:animEffect transition="in" filter="dissolve">
                                      <p:cBhvr>
                                        <p:cTn id="7" dur="500"/>
                                        <p:tgtEl>
                                          <p:spTgt spid="7055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05552"/>
                                        </p:tgtEl>
                                        <p:attrNameLst>
                                          <p:attrName>style.visibility</p:attrName>
                                        </p:attrNameLst>
                                      </p:cBhvr>
                                      <p:to>
                                        <p:strVal val="visible"/>
                                      </p:to>
                                    </p:set>
                                    <p:animEffect transition="in" filter="dissolve">
                                      <p:cBhvr>
                                        <p:cTn id="12" dur="500"/>
                                        <p:tgtEl>
                                          <p:spTgt spid="7055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05546"/>
                                        </p:tgtEl>
                                        <p:attrNameLst>
                                          <p:attrName>style.visibility</p:attrName>
                                        </p:attrNameLst>
                                      </p:cBhvr>
                                      <p:to>
                                        <p:strVal val="visible"/>
                                      </p:to>
                                    </p:set>
                                    <p:animEffect transition="in" filter="dissolve">
                                      <p:cBhvr>
                                        <p:cTn id="17" dur="500"/>
                                        <p:tgtEl>
                                          <p:spTgt spid="7055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05547"/>
                                        </p:tgtEl>
                                        <p:attrNameLst>
                                          <p:attrName>style.visibility</p:attrName>
                                        </p:attrNameLst>
                                      </p:cBhvr>
                                      <p:to>
                                        <p:strVal val="visible"/>
                                      </p:to>
                                    </p:set>
                                    <p:animEffect transition="in" filter="dissolve">
                                      <p:cBhvr>
                                        <p:cTn id="22" dur="500"/>
                                        <p:tgtEl>
                                          <p:spTgt spid="7055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05548"/>
                                        </p:tgtEl>
                                        <p:attrNameLst>
                                          <p:attrName>style.visibility</p:attrName>
                                        </p:attrNameLst>
                                      </p:cBhvr>
                                      <p:to>
                                        <p:strVal val="visible"/>
                                      </p:to>
                                    </p:set>
                                    <p:animEffect transition="in" filter="dissolve">
                                      <p:cBhvr>
                                        <p:cTn id="27" dur="500"/>
                                        <p:tgtEl>
                                          <p:spTgt spid="7055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05549"/>
                                        </p:tgtEl>
                                        <p:attrNameLst>
                                          <p:attrName>style.visibility</p:attrName>
                                        </p:attrNameLst>
                                      </p:cBhvr>
                                      <p:to>
                                        <p:strVal val="visible"/>
                                      </p:to>
                                    </p:set>
                                    <p:animEffect transition="in" filter="dissolve">
                                      <p:cBhvr>
                                        <p:cTn id="32" dur="500"/>
                                        <p:tgtEl>
                                          <p:spTgt spid="7055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05556"/>
                                        </p:tgtEl>
                                        <p:attrNameLst>
                                          <p:attrName>style.visibility</p:attrName>
                                        </p:attrNameLst>
                                      </p:cBhvr>
                                      <p:to>
                                        <p:strVal val="visible"/>
                                      </p:to>
                                    </p:set>
                                    <p:animEffect transition="in" filter="wipe(left)">
                                      <p:cBhvr>
                                        <p:cTn id="37" dur="500"/>
                                        <p:tgtEl>
                                          <p:spTgt spid="70555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05550"/>
                                        </p:tgtEl>
                                        <p:attrNameLst>
                                          <p:attrName>style.visibility</p:attrName>
                                        </p:attrNameLst>
                                      </p:cBhvr>
                                      <p:to>
                                        <p:strVal val="visible"/>
                                      </p:to>
                                    </p:set>
                                    <p:animEffect transition="in" filter="dissolve">
                                      <p:cBhvr>
                                        <p:cTn id="42" dur="500"/>
                                        <p:tgtEl>
                                          <p:spTgt spid="705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48" grpId="0" animBg="1"/>
      <p:bldP spid="705549" grpId="0" autoUpdateAnimBg="0"/>
      <p:bldP spid="705550" grpId="0" autoUpdateAnimBg="0"/>
      <p:bldP spid="705556"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6134563-D177-461B-A2B0-86126A382A62}" type="slidenum">
              <a:rPr lang="zh-CN" altLang="en-US" b="0" i="0" smtClean="0"/>
              <a:pPr/>
              <a:t>77</a:t>
            </a:fld>
            <a:endParaRPr lang="en-US" altLang="zh-CN" b="0" i="0" smtClean="0"/>
          </a:p>
        </p:txBody>
      </p:sp>
      <p:sp>
        <p:nvSpPr>
          <p:cNvPr id="10137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15C942C-41BB-45E3-9CF4-1796DBA7B24D}" type="datetime1">
              <a:rPr lang="zh-CN" altLang="en-US" sz="1800" i="0" smtClean="0"/>
              <a:pPr/>
              <a:t>2024/10/20</a:t>
            </a:fld>
            <a:endParaRPr lang="en-US" altLang="zh-CN" sz="1800" i="0" smtClean="0"/>
          </a:p>
        </p:txBody>
      </p:sp>
      <p:sp>
        <p:nvSpPr>
          <p:cNvPr id="515074" name="Rectangle 2"/>
          <p:cNvSpPr>
            <a:spLocks noGrp="1" noChangeArrowheads="1"/>
          </p:cNvSpPr>
          <p:nvPr>
            <p:ph type="title"/>
          </p:nvPr>
        </p:nvSpPr>
        <p:spPr>
          <a:xfrm>
            <a:off x="650875" y="255588"/>
            <a:ext cx="8820150" cy="658812"/>
          </a:xfrm>
        </p:spPr>
        <p:txBody>
          <a:bodyPr/>
          <a:lstStyle/>
          <a:p>
            <a:pPr>
              <a:defRPr/>
            </a:pPr>
            <a:r>
              <a:rPr lang="zh-CN" altLang="en-US" sz="4800" smtClean="0"/>
              <a:t>§3.3 舍入误差估计</a:t>
            </a:r>
          </a:p>
        </p:txBody>
      </p:sp>
      <p:sp>
        <p:nvSpPr>
          <p:cNvPr id="101381" name="Rectangle 3"/>
          <p:cNvSpPr>
            <a:spLocks noGrp="1" noChangeArrowheads="1"/>
          </p:cNvSpPr>
          <p:nvPr>
            <p:ph type="body" idx="1"/>
          </p:nvPr>
        </p:nvSpPr>
        <p:spPr>
          <a:xfrm>
            <a:off x="650875" y="1143000"/>
            <a:ext cx="8820150" cy="384175"/>
          </a:xfrm>
        </p:spPr>
        <p:txBody>
          <a:bodyPr/>
          <a:lstStyle/>
          <a:p>
            <a:r>
              <a:rPr lang="zh-CN" altLang="en-US" smtClean="0"/>
              <a:t>例5.8 估计用线性插值法计算</a:t>
            </a:r>
            <a:r>
              <a:rPr lang="en-US" altLang="zh-CN" smtClean="0"/>
              <a:t>lg47</a:t>
            </a:r>
            <a:r>
              <a:rPr lang="zh-CN" altLang="en-US" smtClean="0"/>
              <a:t>时的误差限。</a:t>
            </a:r>
          </a:p>
        </p:txBody>
      </p:sp>
      <p:graphicFrame>
        <p:nvGraphicFramePr>
          <p:cNvPr id="515076" name="Object 4"/>
          <p:cNvGraphicFramePr>
            <a:graphicFrameLocks noChangeAspect="1"/>
          </p:cNvGraphicFramePr>
          <p:nvPr/>
        </p:nvGraphicFramePr>
        <p:xfrm>
          <a:off x="2819400" y="3276600"/>
          <a:ext cx="3657600" cy="1176338"/>
        </p:xfrm>
        <a:graphic>
          <a:graphicData uri="http://schemas.openxmlformats.org/presentationml/2006/ole">
            <mc:AlternateContent xmlns:mc="http://schemas.openxmlformats.org/markup-compatibility/2006">
              <mc:Choice xmlns:v="urn:schemas-microsoft-com:vml" Requires="v">
                <p:oleObj spid="_x0000_s101477" name="Equation" r:id="rId3" imgW="1764534" imgH="444307" progId="Equation.3">
                  <p:embed/>
                </p:oleObj>
              </mc:Choice>
              <mc:Fallback>
                <p:oleObj name="Equation" r:id="rId3" imgW="1764534" imgH="44430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3276600"/>
                        <a:ext cx="3657600" cy="1176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5077" name="Rectangle 5"/>
          <p:cNvSpPr>
            <a:spLocks noChangeArrowheads="1"/>
          </p:cNvSpPr>
          <p:nvPr/>
        </p:nvSpPr>
        <p:spPr bwMode="auto">
          <a:xfrm>
            <a:off x="1447800" y="4495800"/>
            <a:ext cx="2897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algn="l"/>
            <a:r>
              <a:rPr lang="zh-CN" altLang="en-US" sz="2800" i="0">
                <a:latin typeface="Times New Roman" pitchFamily="18" charset="0"/>
              </a:rPr>
              <a:t>取</a:t>
            </a:r>
            <a:r>
              <a:rPr lang="en-US" altLang="zh-CN" sz="2800" i="0">
                <a:latin typeface="Times New Roman" pitchFamily="18" charset="0"/>
              </a:rPr>
              <a:t>x</a:t>
            </a:r>
            <a:r>
              <a:rPr lang="en-US" altLang="zh-CN" sz="2800" i="0" baseline="-25000">
                <a:latin typeface="Times New Roman" pitchFamily="18" charset="0"/>
              </a:rPr>
              <a:t>0</a:t>
            </a:r>
            <a:r>
              <a:rPr lang="en-US" altLang="zh-CN" sz="2800" i="0">
                <a:latin typeface="Times New Roman" pitchFamily="18" charset="0"/>
              </a:rPr>
              <a:t>=45,  x</a:t>
            </a:r>
            <a:r>
              <a:rPr lang="en-US" altLang="zh-CN" sz="2800" i="0" baseline="-25000">
                <a:latin typeface="Times New Roman" pitchFamily="18" charset="0"/>
              </a:rPr>
              <a:t>1</a:t>
            </a:r>
            <a:r>
              <a:rPr lang="en-US" altLang="zh-CN" sz="2800" i="0">
                <a:latin typeface="Times New Roman" pitchFamily="18" charset="0"/>
              </a:rPr>
              <a:t>=48,</a:t>
            </a:r>
          </a:p>
        </p:txBody>
      </p:sp>
      <p:graphicFrame>
        <p:nvGraphicFramePr>
          <p:cNvPr id="515078" name="Object 6"/>
          <p:cNvGraphicFramePr>
            <a:graphicFrameLocks noChangeAspect="1"/>
          </p:cNvGraphicFramePr>
          <p:nvPr/>
        </p:nvGraphicFramePr>
        <p:xfrm>
          <a:off x="762000" y="5029200"/>
          <a:ext cx="3465513" cy="919163"/>
        </p:xfrm>
        <a:graphic>
          <a:graphicData uri="http://schemas.openxmlformats.org/presentationml/2006/ole">
            <mc:AlternateContent xmlns:mc="http://schemas.openxmlformats.org/markup-compatibility/2006">
              <mc:Choice xmlns:v="urn:schemas-microsoft-com:vml" Requires="v">
                <p:oleObj spid="_x0000_s101478" name="Equation" r:id="rId5" imgW="1726451" imgH="393529" progId="Equation.3">
                  <p:embed/>
                </p:oleObj>
              </mc:Choice>
              <mc:Fallback>
                <p:oleObj name="Equation" r:id="rId5" imgW="1726451"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5029200"/>
                        <a:ext cx="3465513" cy="91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079" name="Object 7"/>
          <p:cNvGraphicFramePr>
            <a:graphicFrameLocks noChangeAspect="1"/>
          </p:cNvGraphicFramePr>
          <p:nvPr/>
        </p:nvGraphicFramePr>
        <p:xfrm>
          <a:off x="4267200" y="5257800"/>
          <a:ext cx="4572000" cy="547688"/>
        </p:xfrm>
        <a:graphic>
          <a:graphicData uri="http://schemas.openxmlformats.org/presentationml/2006/ole">
            <mc:AlternateContent xmlns:mc="http://schemas.openxmlformats.org/markup-compatibility/2006">
              <mc:Choice xmlns:v="urn:schemas-microsoft-com:vml" Requires="v">
                <p:oleObj spid="_x0000_s101479" name="Equation" r:id="rId7" imgW="1917700" imgH="228600" progId="Equation.3">
                  <p:embed/>
                </p:oleObj>
              </mc:Choice>
              <mc:Fallback>
                <p:oleObj name="Equation" r:id="rId7" imgW="1917700" imgH="228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0" y="5257800"/>
                        <a:ext cx="4572000"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5080" name="Rectangle 8"/>
          <p:cNvSpPr>
            <a:spLocks noChangeArrowheads="1"/>
          </p:cNvSpPr>
          <p:nvPr/>
        </p:nvSpPr>
        <p:spPr bwMode="auto">
          <a:xfrm>
            <a:off x="4267200" y="5791200"/>
            <a:ext cx="2254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=1.671898401</a:t>
            </a:r>
            <a:endParaRPr lang="zh-CN" altLang="en-US" sz="2800" i="0">
              <a:latin typeface="Times New Roman" pitchFamily="18" charset="0"/>
            </a:endParaRPr>
          </a:p>
        </p:txBody>
      </p:sp>
      <p:sp>
        <p:nvSpPr>
          <p:cNvPr id="101387" name="Rectangle 16"/>
          <p:cNvSpPr>
            <a:spLocks noChangeArrowheads="1"/>
          </p:cNvSpPr>
          <p:nvPr/>
        </p:nvSpPr>
        <p:spPr bwMode="auto">
          <a:xfrm>
            <a:off x="609600" y="2895600"/>
            <a:ext cx="55689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Char char="n"/>
            </a:pPr>
            <a:r>
              <a:rPr lang="zh-CN" altLang="en-US" sz="2800" i="0">
                <a:latin typeface="Times New Roman" pitchFamily="18" charset="0"/>
              </a:rPr>
              <a:t>解：应用</a:t>
            </a:r>
            <a:r>
              <a:rPr lang="en-US" altLang="zh-CN" sz="2800" i="0">
                <a:latin typeface="Times New Roman" pitchFamily="18" charset="0"/>
              </a:rPr>
              <a:t>n=1</a:t>
            </a:r>
            <a:r>
              <a:rPr lang="zh-CN" altLang="en-US" sz="2800" i="0">
                <a:latin typeface="Times New Roman" pitchFamily="18" charset="0"/>
              </a:rPr>
              <a:t>的拉格朗日插值公式</a:t>
            </a:r>
          </a:p>
        </p:txBody>
      </p:sp>
      <p:graphicFrame>
        <p:nvGraphicFramePr>
          <p:cNvPr id="515112" name="Group 40"/>
          <p:cNvGraphicFramePr>
            <a:graphicFrameLocks noGrp="1"/>
          </p:cNvGraphicFramePr>
          <p:nvPr/>
        </p:nvGraphicFramePr>
        <p:xfrm>
          <a:off x="1651000" y="1600200"/>
          <a:ext cx="6045200" cy="1066800"/>
        </p:xfrm>
        <a:graphic>
          <a:graphicData uri="http://schemas.openxmlformats.org/drawingml/2006/table">
            <a:tbl>
              <a:tblPr/>
              <a:tblGrid>
                <a:gridCol w="939800"/>
                <a:gridCol w="1676400"/>
                <a:gridCol w="1676400"/>
                <a:gridCol w="1752600"/>
              </a:tblGrid>
              <a:tr h="5334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48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lgx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1.6232493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1.6532126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1.6812413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15076"/>
                                        </p:tgtEl>
                                        <p:attrNameLst>
                                          <p:attrName>style.visibility</p:attrName>
                                        </p:attrNameLst>
                                      </p:cBhvr>
                                      <p:to>
                                        <p:strVal val="visible"/>
                                      </p:to>
                                    </p:set>
                                    <p:animEffect transition="in" filter="dissolve">
                                      <p:cBhvr>
                                        <p:cTn id="7" dur="500"/>
                                        <p:tgtEl>
                                          <p:spTgt spid="5150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15077"/>
                                        </p:tgtEl>
                                        <p:attrNameLst>
                                          <p:attrName>style.visibility</p:attrName>
                                        </p:attrNameLst>
                                      </p:cBhvr>
                                      <p:to>
                                        <p:strVal val="visible"/>
                                      </p:to>
                                    </p:set>
                                    <p:animEffect transition="in" filter="dissolve">
                                      <p:cBhvr>
                                        <p:cTn id="12" dur="500"/>
                                        <p:tgtEl>
                                          <p:spTgt spid="5150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15078"/>
                                        </p:tgtEl>
                                        <p:attrNameLst>
                                          <p:attrName>style.visibility</p:attrName>
                                        </p:attrNameLst>
                                      </p:cBhvr>
                                      <p:to>
                                        <p:strVal val="visible"/>
                                      </p:to>
                                    </p:set>
                                    <p:animEffect transition="in" filter="dissolve">
                                      <p:cBhvr>
                                        <p:cTn id="17" dur="500"/>
                                        <p:tgtEl>
                                          <p:spTgt spid="5150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15079"/>
                                        </p:tgtEl>
                                        <p:attrNameLst>
                                          <p:attrName>style.visibility</p:attrName>
                                        </p:attrNameLst>
                                      </p:cBhvr>
                                      <p:to>
                                        <p:strVal val="visible"/>
                                      </p:to>
                                    </p:set>
                                    <p:animEffect transition="in" filter="dissolve">
                                      <p:cBhvr>
                                        <p:cTn id="22" dur="500"/>
                                        <p:tgtEl>
                                          <p:spTgt spid="5150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15080"/>
                                        </p:tgtEl>
                                        <p:attrNameLst>
                                          <p:attrName>style.visibility</p:attrName>
                                        </p:attrNameLst>
                                      </p:cBhvr>
                                      <p:to>
                                        <p:strVal val="visible"/>
                                      </p:to>
                                    </p:set>
                                    <p:animEffect transition="in" filter="dissolve">
                                      <p:cBhvr>
                                        <p:cTn id="27" dur="500"/>
                                        <p:tgtEl>
                                          <p:spTgt spid="515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7" grpId="0" autoUpdateAnimBg="0"/>
      <p:bldP spid="515080"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69B427B-492D-4CCD-BB1E-CC8544131BEF}" type="slidenum">
              <a:rPr lang="zh-CN" altLang="en-US" b="0" i="0" smtClean="0"/>
              <a:pPr/>
              <a:t>78</a:t>
            </a:fld>
            <a:endParaRPr lang="en-US" altLang="zh-CN" b="0" i="0" smtClean="0"/>
          </a:p>
        </p:txBody>
      </p:sp>
      <p:sp>
        <p:nvSpPr>
          <p:cNvPr id="10240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6EF243C-28A2-482D-89F0-310AFBC75BE8}" type="datetime1">
              <a:rPr lang="zh-CN" altLang="en-US" sz="1800" i="0" smtClean="0"/>
              <a:pPr/>
              <a:t>2024/10/20</a:t>
            </a:fld>
            <a:endParaRPr lang="en-US" altLang="zh-CN" sz="1800" i="0" smtClean="0"/>
          </a:p>
        </p:txBody>
      </p:sp>
      <p:sp>
        <p:nvSpPr>
          <p:cNvPr id="706562" name="Rectangle 2"/>
          <p:cNvSpPr>
            <a:spLocks noGrp="1" noChangeArrowheads="1"/>
          </p:cNvSpPr>
          <p:nvPr>
            <p:ph type="title"/>
          </p:nvPr>
        </p:nvSpPr>
        <p:spPr>
          <a:xfrm>
            <a:off x="650875" y="255588"/>
            <a:ext cx="8820150" cy="658812"/>
          </a:xfrm>
        </p:spPr>
        <p:txBody>
          <a:bodyPr/>
          <a:lstStyle/>
          <a:p>
            <a:pPr>
              <a:defRPr/>
            </a:pPr>
            <a:r>
              <a:rPr lang="zh-CN" altLang="en-US" sz="4800" smtClean="0"/>
              <a:t>§3.3 舍入误差估计</a:t>
            </a:r>
          </a:p>
        </p:txBody>
      </p:sp>
      <p:graphicFrame>
        <p:nvGraphicFramePr>
          <p:cNvPr id="706569" name="Object 9"/>
          <p:cNvGraphicFramePr>
            <a:graphicFrameLocks noChangeAspect="1"/>
          </p:cNvGraphicFramePr>
          <p:nvPr/>
        </p:nvGraphicFramePr>
        <p:xfrm>
          <a:off x="609600" y="1371600"/>
          <a:ext cx="8270875" cy="1120775"/>
        </p:xfrm>
        <a:graphic>
          <a:graphicData uri="http://schemas.openxmlformats.org/presentationml/2006/ole">
            <mc:AlternateContent xmlns:mc="http://schemas.openxmlformats.org/markup-compatibility/2006">
              <mc:Choice xmlns:v="urn:schemas-microsoft-com:vml" Requires="v">
                <p:oleObj spid="_x0000_s102531" name="Equation" r:id="rId3" imgW="3098800" imgH="444500" progId="Equation.3">
                  <p:embed/>
                </p:oleObj>
              </mc:Choice>
              <mc:Fallback>
                <p:oleObj name="Equation" r:id="rId3" imgW="3098800" imgH="4445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371600"/>
                        <a:ext cx="8270875"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570" name="Object 10"/>
          <p:cNvGraphicFramePr>
            <a:graphicFrameLocks noChangeAspect="1"/>
          </p:cNvGraphicFramePr>
          <p:nvPr/>
        </p:nvGraphicFramePr>
        <p:xfrm>
          <a:off x="1981200" y="2514600"/>
          <a:ext cx="4543425" cy="993775"/>
        </p:xfrm>
        <a:graphic>
          <a:graphicData uri="http://schemas.openxmlformats.org/presentationml/2006/ole">
            <mc:AlternateContent xmlns:mc="http://schemas.openxmlformats.org/markup-compatibility/2006">
              <mc:Choice xmlns:v="urn:schemas-microsoft-com:vml" Requires="v">
                <p:oleObj spid="_x0000_s102532" name="Equation" r:id="rId5" imgW="1701800" imgH="393700" progId="Equation.3">
                  <p:embed/>
                </p:oleObj>
              </mc:Choice>
              <mc:Fallback>
                <p:oleObj name="Equation" r:id="rId5" imgW="1701800" imgH="3937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2514600"/>
                        <a:ext cx="4543425"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571" name="Rectangle 11"/>
          <p:cNvSpPr>
            <a:spLocks noChangeArrowheads="1"/>
          </p:cNvSpPr>
          <p:nvPr/>
        </p:nvSpPr>
        <p:spPr bwMode="auto">
          <a:xfrm>
            <a:off x="7010400" y="2743200"/>
            <a:ext cx="1890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i="0">
                <a:latin typeface="Times New Roman" pitchFamily="18" charset="0"/>
                <a:sym typeface="Symbol" pitchFamily="18" charset="2"/>
              </a:rPr>
              <a:t>[45,48])</a:t>
            </a:r>
            <a:endParaRPr lang="zh-CN" altLang="en-US" sz="2800" i="0">
              <a:latin typeface="Times New Roman" pitchFamily="18" charset="0"/>
              <a:sym typeface="Symbol" pitchFamily="18" charset="2"/>
            </a:endParaRPr>
          </a:p>
        </p:txBody>
      </p:sp>
      <p:graphicFrame>
        <p:nvGraphicFramePr>
          <p:cNvPr id="706572" name="Object 12"/>
          <p:cNvGraphicFramePr>
            <a:graphicFrameLocks noChangeAspect="1"/>
          </p:cNvGraphicFramePr>
          <p:nvPr/>
        </p:nvGraphicFramePr>
        <p:xfrm>
          <a:off x="650875" y="3657600"/>
          <a:ext cx="2168525" cy="993775"/>
        </p:xfrm>
        <a:graphic>
          <a:graphicData uri="http://schemas.openxmlformats.org/presentationml/2006/ole">
            <mc:AlternateContent xmlns:mc="http://schemas.openxmlformats.org/markup-compatibility/2006">
              <mc:Choice xmlns:v="urn:schemas-microsoft-com:vml" Requires="v">
                <p:oleObj spid="_x0000_s102533" name="Equation" r:id="rId7" imgW="812447" imgH="393529" progId="Equation.3">
                  <p:embed/>
                </p:oleObj>
              </mc:Choice>
              <mc:Fallback>
                <p:oleObj name="Equation" r:id="rId7" imgW="812447" imgH="393529"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875" y="3657600"/>
                        <a:ext cx="2168525"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573" name="Object 13"/>
          <p:cNvGraphicFramePr>
            <a:graphicFrameLocks noChangeAspect="1"/>
          </p:cNvGraphicFramePr>
          <p:nvPr/>
        </p:nvGraphicFramePr>
        <p:xfrm>
          <a:off x="3117850" y="3581400"/>
          <a:ext cx="5492750" cy="993775"/>
        </p:xfrm>
        <a:graphic>
          <a:graphicData uri="http://schemas.openxmlformats.org/presentationml/2006/ole">
            <mc:AlternateContent xmlns:mc="http://schemas.openxmlformats.org/markup-compatibility/2006">
              <mc:Choice xmlns:v="urn:schemas-microsoft-com:vml" Requires="v">
                <p:oleObj spid="_x0000_s102534" name="Equation" r:id="rId9" imgW="2057400" imgH="393700" progId="Equation.3">
                  <p:embed/>
                </p:oleObj>
              </mc:Choice>
              <mc:Fallback>
                <p:oleObj name="Equation" r:id="rId9" imgW="2057400" imgH="3937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7850" y="3581400"/>
                        <a:ext cx="5492750"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574" name="Object 14"/>
          <p:cNvGraphicFramePr>
            <a:graphicFrameLocks noChangeAspect="1"/>
          </p:cNvGraphicFramePr>
          <p:nvPr/>
        </p:nvGraphicFramePr>
        <p:xfrm>
          <a:off x="990600" y="4721225"/>
          <a:ext cx="8035925" cy="993775"/>
        </p:xfrm>
        <a:graphic>
          <a:graphicData uri="http://schemas.openxmlformats.org/presentationml/2006/ole">
            <mc:AlternateContent xmlns:mc="http://schemas.openxmlformats.org/markup-compatibility/2006">
              <mc:Choice xmlns:v="urn:schemas-microsoft-com:vml" Requires="v">
                <p:oleObj spid="_x0000_s102535" name="Equation" r:id="rId11" imgW="3009900" imgH="393700" progId="Equation.3">
                  <p:embed/>
                </p:oleObj>
              </mc:Choice>
              <mc:Fallback>
                <p:oleObj name="Equation" r:id="rId11" imgW="3009900" imgH="3937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0600" y="4721225"/>
                        <a:ext cx="8035925"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06569"/>
                                        </p:tgtEl>
                                        <p:attrNameLst>
                                          <p:attrName>style.visibility</p:attrName>
                                        </p:attrNameLst>
                                      </p:cBhvr>
                                      <p:to>
                                        <p:strVal val="visible"/>
                                      </p:to>
                                    </p:set>
                                    <p:animEffect transition="in" filter="dissolve">
                                      <p:cBhvr>
                                        <p:cTn id="7" dur="500"/>
                                        <p:tgtEl>
                                          <p:spTgt spid="7065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06570"/>
                                        </p:tgtEl>
                                        <p:attrNameLst>
                                          <p:attrName>style.visibility</p:attrName>
                                        </p:attrNameLst>
                                      </p:cBhvr>
                                      <p:to>
                                        <p:strVal val="visible"/>
                                      </p:to>
                                    </p:set>
                                    <p:animEffect transition="in" filter="dissolve">
                                      <p:cBhvr>
                                        <p:cTn id="12" dur="500"/>
                                        <p:tgtEl>
                                          <p:spTgt spid="7065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06571"/>
                                        </p:tgtEl>
                                        <p:attrNameLst>
                                          <p:attrName>style.visibility</p:attrName>
                                        </p:attrNameLst>
                                      </p:cBhvr>
                                      <p:to>
                                        <p:strVal val="visible"/>
                                      </p:to>
                                    </p:set>
                                    <p:animEffect transition="in" filter="dissolve">
                                      <p:cBhvr>
                                        <p:cTn id="17" dur="500"/>
                                        <p:tgtEl>
                                          <p:spTgt spid="7065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06572"/>
                                        </p:tgtEl>
                                        <p:attrNameLst>
                                          <p:attrName>style.visibility</p:attrName>
                                        </p:attrNameLst>
                                      </p:cBhvr>
                                      <p:to>
                                        <p:strVal val="visible"/>
                                      </p:to>
                                    </p:set>
                                    <p:animEffect transition="in" filter="dissolve">
                                      <p:cBhvr>
                                        <p:cTn id="22" dur="500"/>
                                        <p:tgtEl>
                                          <p:spTgt spid="7065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06573"/>
                                        </p:tgtEl>
                                        <p:attrNameLst>
                                          <p:attrName>style.visibility</p:attrName>
                                        </p:attrNameLst>
                                      </p:cBhvr>
                                      <p:to>
                                        <p:strVal val="visible"/>
                                      </p:to>
                                    </p:set>
                                    <p:animEffect transition="in" filter="dissolve">
                                      <p:cBhvr>
                                        <p:cTn id="27" dur="500"/>
                                        <p:tgtEl>
                                          <p:spTgt spid="7065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nodeType="clickEffect">
                                  <p:stCondLst>
                                    <p:cond delay="0"/>
                                  </p:stCondLst>
                                  <p:childTnLst>
                                    <p:set>
                                      <p:cBhvr>
                                        <p:cTn id="31" dur="1" fill="hold">
                                          <p:stCondLst>
                                            <p:cond delay="0"/>
                                          </p:stCondLst>
                                        </p:cTn>
                                        <p:tgtEl>
                                          <p:spTgt spid="706574"/>
                                        </p:tgtEl>
                                        <p:attrNameLst>
                                          <p:attrName>style.visibility</p:attrName>
                                        </p:attrNameLst>
                                      </p:cBhvr>
                                      <p:to>
                                        <p:strVal val="visible"/>
                                      </p:to>
                                    </p:set>
                                    <p:anim calcmode="lin" valueType="num">
                                      <p:cBhvr additive="base">
                                        <p:cTn id="32" dur="500" fill="hold"/>
                                        <p:tgtEl>
                                          <p:spTgt spid="706574"/>
                                        </p:tgtEl>
                                        <p:attrNameLst>
                                          <p:attrName>ppt_x</p:attrName>
                                        </p:attrNameLst>
                                      </p:cBhvr>
                                      <p:tavLst>
                                        <p:tav tm="0">
                                          <p:val>
                                            <p:strVal val="0-#ppt_w/2"/>
                                          </p:val>
                                        </p:tav>
                                        <p:tav tm="100000">
                                          <p:val>
                                            <p:strVal val="#ppt_x"/>
                                          </p:val>
                                        </p:tav>
                                      </p:tavLst>
                                    </p:anim>
                                    <p:anim calcmode="lin" valueType="num">
                                      <p:cBhvr additive="base">
                                        <p:cTn id="33" dur="500" fill="hold"/>
                                        <p:tgtEl>
                                          <p:spTgt spid="7065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71"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EC20DF8-0960-4973-9B7C-9C53D0C44963}" type="slidenum">
              <a:rPr lang="zh-CN" altLang="en-US" b="0" i="0" smtClean="0"/>
              <a:pPr/>
              <a:t>79</a:t>
            </a:fld>
            <a:endParaRPr lang="en-US" altLang="zh-CN" b="0" i="0" smtClean="0"/>
          </a:p>
        </p:txBody>
      </p:sp>
      <p:sp>
        <p:nvSpPr>
          <p:cNvPr id="1034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7B6D3A9-D9FF-4357-9BDD-5D21878DD47D}" type="datetime1">
              <a:rPr lang="zh-CN" altLang="en-US" sz="1800" i="0" smtClean="0"/>
              <a:pPr/>
              <a:t>2024/10/20</a:t>
            </a:fld>
            <a:endParaRPr lang="en-US" altLang="zh-CN" sz="1800" i="0" smtClean="0"/>
          </a:p>
        </p:txBody>
      </p:sp>
      <p:sp>
        <p:nvSpPr>
          <p:cNvPr id="516098" name="Rectangle 2"/>
          <p:cNvSpPr>
            <a:spLocks noGrp="1" noChangeArrowheads="1"/>
          </p:cNvSpPr>
          <p:nvPr>
            <p:ph type="title"/>
          </p:nvPr>
        </p:nvSpPr>
        <p:spPr>
          <a:xfrm>
            <a:off x="650875" y="255588"/>
            <a:ext cx="8820150" cy="658812"/>
          </a:xfrm>
        </p:spPr>
        <p:txBody>
          <a:bodyPr/>
          <a:lstStyle/>
          <a:p>
            <a:pPr>
              <a:defRPr/>
            </a:pPr>
            <a:r>
              <a:rPr lang="zh-CN" altLang="en-US" sz="4800" smtClean="0"/>
              <a:t>§3.3 舍入误差估计</a:t>
            </a:r>
          </a:p>
        </p:txBody>
      </p:sp>
      <p:graphicFrame>
        <p:nvGraphicFramePr>
          <p:cNvPr id="516103" name="Object 7"/>
          <p:cNvGraphicFramePr>
            <a:graphicFrameLocks noChangeAspect="1"/>
          </p:cNvGraphicFramePr>
          <p:nvPr/>
        </p:nvGraphicFramePr>
        <p:xfrm>
          <a:off x="1311275" y="3625850"/>
          <a:ext cx="288925" cy="336550"/>
        </p:xfrm>
        <a:graphic>
          <a:graphicData uri="http://schemas.openxmlformats.org/presentationml/2006/ole">
            <mc:AlternateContent xmlns:mc="http://schemas.openxmlformats.org/markup-compatibility/2006">
              <mc:Choice xmlns:v="urn:schemas-microsoft-com:vml" Requires="v">
                <p:oleObj spid="_x0000_s103534" name="Equation" r:id="rId3" imgW="126725" imgH="126725" progId="Equation.3">
                  <p:embed/>
                </p:oleObj>
              </mc:Choice>
              <mc:Fallback>
                <p:oleObj name="Equation" r:id="rId3" imgW="126725" imgH="12672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1275" y="3625850"/>
                        <a:ext cx="2889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6106" name="Rectangle 10"/>
          <p:cNvSpPr>
            <a:spLocks noChangeArrowheads="1"/>
          </p:cNvSpPr>
          <p:nvPr/>
        </p:nvSpPr>
        <p:spPr bwMode="auto">
          <a:xfrm>
            <a:off x="1600200" y="3505200"/>
            <a:ext cx="5297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 (0.3333333+1.6532126)*0.5*10</a:t>
            </a:r>
            <a:r>
              <a:rPr lang="en-US" altLang="zh-CN" sz="2800" i="0" baseline="30000">
                <a:latin typeface="Times New Roman" pitchFamily="18" charset="0"/>
              </a:rPr>
              <a:t>-7</a:t>
            </a:r>
            <a:endParaRPr lang="zh-CN" altLang="en-US" sz="2800" i="0">
              <a:latin typeface="Times New Roman" pitchFamily="18" charset="0"/>
            </a:endParaRPr>
          </a:p>
        </p:txBody>
      </p:sp>
      <p:sp>
        <p:nvSpPr>
          <p:cNvPr id="516107" name="Rectangle 11"/>
          <p:cNvSpPr>
            <a:spLocks noChangeArrowheads="1"/>
          </p:cNvSpPr>
          <p:nvPr/>
        </p:nvSpPr>
        <p:spPr bwMode="auto">
          <a:xfrm>
            <a:off x="1636713" y="3962400"/>
            <a:ext cx="52974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rPr>
              <a:t>+ (0.6666667+1.6812413)*0.5*10</a:t>
            </a:r>
            <a:r>
              <a:rPr lang="en-US" altLang="zh-CN" sz="2800" i="0" baseline="30000">
                <a:latin typeface="Times New Roman" pitchFamily="18" charset="0"/>
              </a:rPr>
              <a:t>-7</a:t>
            </a:r>
            <a:endParaRPr lang="zh-CN" altLang="en-US" sz="2800" i="0">
              <a:latin typeface="Times New Roman" pitchFamily="18" charset="0"/>
            </a:endParaRPr>
          </a:p>
        </p:txBody>
      </p:sp>
      <p:sp>
        <p:nvSpPr>
          <p:cNvPr id="516108" name="Rectangle 12"/>
          <p:cNvSpPr>
            <a:spLocks noChangeArrowheads="1"/>
          </p:cNvSpPr>
          <p:nvPr/>
        </p:nvSpPr>
        <p:spPr bwMode="auto">
          <a:xfrm>
            <a:off x="1600200" y="4495800"/>
            <a:ext cx="1558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latin typeface="Times New Roman" pitchFamily="18" charset="0"/>
                <a:sym typeface="Symbol" pitchFamily="18" charset="2"/>
              </a:rPr>
              <a:t></a:t>
            </a:r>
            <a:r>
              <a:rPr lang="en-US" altLang="zh-CN" sz="2800" i="0">
                <a:latin typeface="Times New Roman" pitchFamily="18" charset="0"/>
              </a:rPr>
              <a:t>0.2*10</a:t>
            </a:r>
            <a:r>
              <a:rPr lang="en-US" altLang="zh-CN" sz="2800" i="0" baseline="30000">
                <a:latin typeface="Times New Roman" pitchFamily="18" charset="0"/>
              </a:rPr>
              <a:t>-3</a:t>
            </a:r>
            <a:endParaRPr lang="zh-CN" altLang="en-US" sz="2800" i="0">
              <a:latin typeface="Times New Roman" pitchFamily="18" charset="0"/>
            </a:endParaRPr>
          </a:p>
        </p:txBody>
      </p:sp>
      <p:sp>
        <p:nvSpPr>
          <p:cNvPr id="516109" name="Rectangle 13"/>
          <p:cNvSpPr>
            <a:spLocks noChangeArrowheads="1"/>
          </p:cNvSpPr>
          <p:nvPr/>
        </p:nvSpPr>
        <p:spPr bwMode="auto">
          <a:xfrm>
            <a:off x="1187450" y="4953000"/>
            <a:ext cx="5041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zh-CN" altLang="en-US" sz="2800" i="0">
                <a:latin typeface="Times New Roman" pitchFamily="18" charset="0"/>
              </a:rPr>
              <a:t>对于</a:t>
            </a:r>
            <a:r>
              <a:rPr lang="en-US" altLang="zh-CN" sz="2800" i="0">
                <a:latin typeface="Times New Roman" pitchFamily="18" charset="0"/>
              </a:rPr>
              <a:t>y=1.671898401</a:t>
            </a:r>
            <a:r>
              <a:rPr lang="zh-CN" altLang="en-US" sz="2800" i="0">
                <a:latin typeface="Times New Roman" pitchFamily="18" charset="0"/>
              </a:rPr>
              <a:t>可取</a:t>
            </a:r>
            <a:r>
              <a:rPr lang="en-US" altLang="zh-CN" sz="2800" i="0">
                <a:latin typeface="Times New Roman" pitchFamily="18" charset="0"/>
              </a:rPr>
              <a:t>y=1.672</a:t>
            </a:r>
            <a:endParaRPr lang="zh-CN" altLang="en-US" sz="2800" i="0">
              <a:latin typeface="Times New Roman" pitchFamily="18" charset="0"/>
            </a:endParaRPr>
          </a:p>
        </p:txBody>
      </p:sp>
      <p:graphicFrame>
        <p:nvGraphicFramePr>
          <p:cNvPr id="103434" name="Object 14"/>
          <p:cNvGraphicFramePr>
            <a:graphicFrameLocks noChangeAspect="1"/>
          </p:cNvGraphicFramePr>
          <p:nvPr/>
        </p:nvGraphicFramePr>
        <p:xfrm>
          <a:off x="533400" y="1143000"/>
          <a:ext cx="3578225" cy="1041400"/>
        </p:xfrm>
        <a:graphic>
          <a:graphicData uri="http://schemas.openxmlformats.org/presentationml/2006/ole">
            <mc:AlternateContent xmlns:mc="http://schemas.openxmlformats.org/markup-compatibility/2006">
              <mc:Choice xmlns:v="urn:schemas-microsoft-com:vml" Requires="v">
                <p:oleObj spid="_x0000_s103535" name="Equation" r:id="rId5" imgW="1676337" imgH="343008" progId="Equation.3">
                  <p:embed/>
                </p:oleObj>
              </mc:Choice>
              <mc:Fallback>
                <p:oleObj name="Equation" r:id="rId5" imgW="1676337" imgH="343008"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143000"/>
                        <a:ext cx="3578225"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5" name="Object 15"/>
          <p:cNvGraphicFramePr>
            <a:graphicFrameLocks noChangeAspect="1"/>
          </p:cNvGraphicFramePr>
          <p:nvPr/>
        </p:nvGraphicFramePr>
        <p:xfrm>
          <a:off x="4114800" y="1371600"/>
          <a:ext cx="5029200" cy="603250"/>
        </p:xfrm>
        <a:graphic>
          <a:graphicData uri="http://schemas.openxmlformats.org/presentationml/2006/ole">
            <mc:AlternateContent xmlns:mc="http://schemas.openxmlformats.org/markup-compatibility/2006">
              <mc:Choice xmlns:v="urn:schemas-microsoft-com:vml" Requires="v">
                <p:oleObj spid="_x0000_s103536" name="Equation" r:id="rId7" imgW="1866943" imgH="175176" progId="Equation.3">
                  <p:embed/>
                </p:oleObj>
              </mc:Choice>
              <mc:Fallback>
                <p:oleObj name="Equation" r:id="rId7" imgW="1866943" imgH="175176"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1371600"/>
                        <a:ext cx="5029200"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36" name="Rectangle 16"/>
          <p:cNvSpPr>
            <a:spLocks noChangeArrowheads="1"/>
          </p:cNvSpPr>
          <p:nvPr/>
        </p:nvSpPr>
        <p:spPr bwMode="auto">
          <a:xfrm>
            <a:off x="4114800" y="2057400"/>
            <a:ext cx="2254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2800" i="0">
                <a:solidFill>
                  <a:srgbClr val="0000FF"/>
                </a:solidFill>
                <a:latin typeface="Times New Roman" pitchFamily="18" charset="0"/>
              </a:rPr>
              <a:t>=1.671898401</a:t>
            </a:r>
            <a:endParaRPr lang="zh-CN" altLang="en-US" sz="2800" i="0">
              <a:solidFill>
                <a:srgbClr val="0000FF"/>
              </a:solidFill>
              <a:latin typeface="Times New Roman" pitchFamily="18" charset="0"/>
            </a:endParaRPr>
          </a:p>
        </p:txBody>
      </p:sp>
      <p:graphicFrame>
        <p:nvGraphicFramePr>
          <p:cNvPr id="103437" name="Object 17"/>
          <p:cNvGraphicFramePr>
            <a:graphicFrameLocks noChangeAspect="1"/>
          </p:cNvGraphicFramePr>
          <p:nvPr/>
        </p:nvGraphicFramePr>
        <p:xfrm>
          <a:off x="839788" y="2286000"/>
          <a:ext cx="5176837" cy="1143000"/>
        </p:xfrm>
        <a:graphic>
          <a:graphicData uri="http://schemas.openxmlformats.org/presentationml/2006/ole">
            <mc:AlternateContent xmlns:mc="http://schemas.openxmlformats.org/markup-compatibility/2006">
              <mc:Choice xmlns:v="urn:schemas-microsoft-com:vml" Requires="v">
                <p:oleObj spid="_x0000_s103537" name="Equation" r:id="rId9" imgW="1904977" imgH="381024" progId="Equation.3">
                  <p:embed/>
                </p:oleObj>
              </mc:Choice>
              <mc:Fallback>
                <p:oleObj name="Equation" r:id="rId9" imgW="1904977" imgH="381024"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9788" y="2286000"/>
                        <a:ext cx="5176837"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16103"/>
                                        </p:tgtEl>
                                        <p:attrNameLst>
                                          <p:attrName>style.visibility</p:attrName>
                                        </p:attrNameLst>
                                      </p:cBhvr>
                                      <p:to>
                                        <p:strVal val="visible"/>
                                      </p:to>
                                    </p:set>
                                    <p:animEffect transition="in" filter="dissolve">
                                      <p:cBhvr>
                                        <p:cTn id="7" dur="500"/>
                                        <p:tgtEl>
                                          <p:spTgt spid="516103"/>
                                        </p:tgtEl>
                                      </p:cBhvr>
                                    </p:animEffect>
                                  </p:childTnLst>
                                </p:cTn>
                              </p:par>
                            </p:childTnLst>
                          </p:cTn>
                        </p:par>
                        <p:par>
                          <p:cTn id="8" fill="hold" nodeType="afterGroup">
                            <p:stCondLst>
                              <p:cond delay="500"/>
                            </p:stCondLst>
                            <p:childTnLst>
                              <p:par>
                                <p:cTn id="9" presetID="9" presetClass="entr" presetSubtype="0" fill="hold" grpId="0" nodeType="afterEffect">
                                  <p:stCondLst>
                                    <p:cond delay="3000"/>
                                  </p:stCondLst>
                                  <p:childTnLst>
                                    <p:set>
                                      <p:cBhvr>
                                        <p:cTn id="10" dur="1" fill="hold">
                                          <p:stCondLst>
                                            <p:cond delay="0"/>
                                          </p:stCondLst>
                                        </p:cTn>
                                        <p:tgtEl>
                                          <p:spTgt spid="516106"/>
                                        </p:tgtEl>
                                        <p:attrNameLst>
                                          <p:attrName>style.visibility</p:attrName>
                                        </p:attrNameLst>
                                      </p:cBhvr>
                                      <p:to>
                                        <p:strVal val="visible"/>
                                      </p:to>
                                    </p:set>
                                    <p:animEffect transition="in" filter="dissolve">
                                      <p:cBhvr>
                                        <p:cTn id="11" dur="500"/>
                                        <p:tgtEl>
                                          <p:spTgt spid="51610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16107"/>
                                        </p:tgtEl>
                                        <p:attrNameLst>
                                          <p:attrName>style.visibility</p:attrName>
                                        </p:attrNameLst>
                                      </p:cBhvr>
                                      <p:to>
                                        <p:strVal val="visible"/>
                                      </p:to>
                                    </p:set>
                                    <p:animEffect transition="in" filter="dissolve">
                                      <p:cBhvr>
                                        <p:cTn id="16" dur="500"/>
                                        <p:tgtEl>
                                          <p:spTgt spid="51610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516108"/>
                                        </p:tgtEl>
                                        <p:attrNameLst>
                                          <p:attrName>style.visibility</p:attrName>
                                        </p:attrNameLst>
                                      </p:cBhvr>
                                      <p:to>
                                        <p:strVal val="visible"/>
                                      </p:to>
                                    </p:set>
                                    <p:animEffect transition="in" filter="dissolve">
                                      <p:cBhvr>
                                        <p:cTn id="21" dur="500"/>
                                        <p:tgtEl>
                                          <p:spTgt spid="5161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516109"/>
                                        </p:tgtEl>
                                        <p:attrNameLst>
                                          <p:attrName>style.visibility</p:attrName>
                                        </p:attrNameLst>
                                      </p:cBhvr>
                                      <p:to>
                                        <p:strVal val="visible"/>
                                      </p:to>
                                    </p:set>
                                    <p:animEffect transition="in" filter="dissolve">
                                      <p:cBhvr>
                                        <p:cTn id="26" dur="500"/>
                                        <p:tgtEl>
                                          <p:spTgt spid="516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06" grpId="0" autoUpdateAnimBg="0"/>
      <p:bldP spid="516107" grpId="0" autoUpdateAnimBg="0"/>
      <p:bldP spid="516108" grpId="0" autoUpdateAnimBg="0"/>
      <p:bldP spid="516109"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5292898-56CA-4713-B1F8-A01D02050372}" type="slidenum">
              <a:rPr lang="zh-CN" altLang="en-US" b="0" i="0" smtClean="0"/>
              <a:pPr/>
              <a:t>80</a:t>
            </a:fld>
            <a:endParaRPr lang="en-US" altLang="zh-CN" b="0" i="0" smtClean="0"/>
          </a:p>
        </p:txBody>
      </p:sp>
      <p:sp>
        <p:nvSpPr>
          <p:cNvPr id="10445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18822F4-07C2-4ADC-9A63-33366DA99D1B}" type="datetime1">
              <a:rPr lang="zh-CN" altLang="en-US" sz="1800" i="0" smtClean="0"/>
              <a:pPr/>
              <a:t>2024/10/20</a:t>
            </a:fld>
            <a:endParaRPr lang="en-US" altLang="zh-CN" sz="1800" i="0" smtClean="0"/>
          </a:p>
        </p:txBody>
      </p:sp>
      <p:sp>
        <p:nvSpPr>
          <p:cNvPr id="710658" name="Rectangle 2"/>
          <p:cNvSpPr>
            <a:spLocks noGrp="1" noChangeArrowheads="1"/>
          </p:cNvSpPr>
          <p:nvPr>
            <p:ph type="title"/>
          </p:nvPr>
        </p:nvSpPr>
        <p:spPr>
          <a:xfrm>
            <a:off x="650875" y="255588"/>
            <a:ext cx="8820150" cy="658812"/>
          </a:xfrm>
        </p:spPr>
        <p:txBody>
          <a:bodyPr/>
          <a:lstStyle/>
          <a:p>
            <a:pPr>
              <a:defRPr/>
            </a:pPr>
            <a:r>
              <a:rPr lang="zh-CN" altLang="en-US" sz="4800" smtClean="0"/>
              <a:t>§3.3 舍入误差估计</a:t>
            </a:r>
          </a:p>
        </p:txBody>
      </p:sp>
      <p:sp>
        <p:nvSpPr>
          <p:cNvPr id="104453" name="Rectangle 5"/>
          <p:cNvSpPr>
            <a:spLocks noGrp="1" noChangeArrowheads="1"/>
          </p:cNvSpPr>
          <p:nvPr>
            <p:ph type="body" idx="1"/>
          </p:nvPr>
        </p:nvSpPr>
        <p:spPr>
          <a:xfrm>
            <a:off x="650875" y="1143000"/>
            <a:ext cx="8820150" cy="1685925"/>
          </a:xfrm>
        </p:spPr>
        <p:txBody>
          <a:bodyPr/>
          <a:lstStyle/>
          <a:p>
            <a:r>
              <a:rPr lang="zh-CN" altLang="en-US" smtClean="0">
                <a:latin typeface="宋体" pitchFamily="2" charset="-122"/>
              </a:rPr>
              <a:t>例5.9 设        ，当取</a:t>
            </a:r>
            <a:r>
              <a:rPr lang="en-US" altLang="zh-CN" i="1" smtClean="0"/>
              <a:t>x</a:t>
            </a:r>
            <a:r>
              <a:rPr lang="en-US" altLang="zh-CN" baseline="-30000" smtClean="0"/>
              <a:t>0</a:t>
            </a:r>
            <a:r>
              <a:rPr lang="en-US" altLang="zh-CN" smtClean="0"/>
              <a:t>=1.74,</a:t>
            </a:r>
            <a:r>
              <a:rPr lang="en-US" altLang="zh-CN" i="1" smtClean="0"/>
              <a:t> x</a:t>
            </a:r>
            <a:r>
              <a:rPr lang="en-US" altLang="zh-CN" baseline="-30000" smtClean="0"/>
              <a:t>1</a:t>
            </a:r>
            <a:r>
              <a:rPr lang="en-US" altLang="zh-CN" smtClean="0"/>
              <a:t>=1.76,</a:t>
            </a:r>
            <a:r>
              <a:rPr lang="en-US" altLang="zh-CN" i="1" smtClean="0"/>
              <a:t> x</a:t>
            </a:r>
            <a:r>
              <a:rPr lang="en-US" altLang="zh-CN" i="1" baseline="-30000" smtClean="0"/>
              <a:t>2</a:t>
            </a:r>
            <a:r>
              <a:rPr lang="en-US" altLang="zh-CN" smtClean="0"/>
              <a:t>=1.78</a:t>
            </a:r>
            <a:r>
              <a:rPr lang="zh-CN" altLang="en-US" smtClean="0">
                <a:latin typeface="宋体" pitchFamily="2" charset="-122"/>
              </a:rPr>
              <a:t>建立拉格朗日插值公式计算</a:t>
            </a:r>
            <a:r>
              <a:rPr lang="en-US" altLang="zh-CN" i="1" smtClean="0"/>
              <a:t>x</a:t>
            </a:r>
            <a:r>
              <a:rPr lang="en-US" altLang="zh-CN" smtClean="0"/>
              <a:t>=1.75</a:t>
            </a:r>
            <a:r>
              <a:rPr lang="zh-CN" altLang="en-US" smtClean="0">
                <a:latin typeface="宋体" pitchFamily="2" charset="-122"/>
              </a:rPr>
              <a:t>的函数值时，函数值</a:t>
            </a:r>
            <a:r>
              <a:rPr lang="en-US" altLang="zh-CN" i="1" smtClean="0"/>
              <a:t>y</a:t>
            </a:r>
            <a:r>
              <a:rPr lang="en-US" altLang="zh-CN" baseline="-30000" smtClean="0"/>
              <a:t>0</a:t>
            </a:r>
            <a:r>
              <a:rPr lang="en-US" altLang="zh-CN" smtClean="0"/>
              <a:t>,</a:t>
            </a:r>
            <a:r>
              <a:rPr lang="en-US" altLang="zh-CN" i="1" smtClean="0"/>
              <a:t> y</a:t>
            </a:r>
            <a:r>
              <a:rPr lang="en-US" altLang="zh-CN" baseline="-30000" smtClean="0"/>
              <a:t>1</a:t>
            </a:r>
            <a:r>
              <a:rPr lang="en-US" altLang="zh-CN" smtClean="0"/>
              <a:t>,</a:t>
            </a:r>
            <a:r>
              <a:rPr lang="en-US" altLang="zh-CN" i="1" smtClean="0"/>
              <a:t> y</a:t>
            </a:r>
            <a:r>
              <a:rPr lang="en-US" altLang="zh-CN" baseline="-30000" smtClean="0"/>
              <a:t>2</a:t>
            </a:r>
            <a:r>
              <a:rPr lang="zh-CN" altLang="en-US" smtClean="0">
                <a:latin typeface="宋体" pitchFamily="2" charset="-122"/>
              </a:rPr>
              <a:t>应取几位小数？</a:t>
            </a:r>
            <a:r>
              <a:rPr lang="zh-CN" altLang="en-US" smtClean="0"/>
              <a:t> </a:t>
            </a:r>
          </a:p>
          <a:p>
            <a:r>
              <a:rPr lang="zh-CN" altLang="en-US" smtClean="0"/>
              <a:t>解：建立二次拉格朗日插值公式计算得</a:t>
            </a:r>
          </a:p>
        </p:txBody>
      </p:sp>
      <p:graphicFrame>
        <p:nvGraphicFramePr>
          <p:cNvPr id="104454" name="Object 6"/>
          <p:cNvGraphicFramePr>
            <a:graphicFrameLocks noChangeAspect="1"/>
          </p:cNvGraphicFramePr>
          <p:nvPr/>
        </p:nvGraphicFramePr>
        <p:xfrm>
          <a:off x="2363788" y="1066800"/>
          <a:ext cx="1370012" cy="525463"/>
        </p:xfrm>
        <a:graphic>
          <a:graphicData uri="http://schemas.openxmlformats.org/presentationml/2006/ole">
            <mc:AlternateContent xmlns:mc="http://schemas.openxmlformats.org/markup-compatibility/2006">
              <mc:Choice xmlns:v="urn:schemas-microsoft-com:vml" Requires="v">
                <p:oleObj spid="_x0000_s104604" r:id="rId3" imgW="609336" imgH="203112" progId="Equation.3">
                  <p:embed/>
                </p:oleObj>
              </mc:Choice>
              <mc:Fallback>
                <p:oleObj r:id="rId3" imgW="609336" imgH="203112"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3788" y="1066800"/>
                        <a:ext cx="1370012"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0664" name="Object 8"/>
          <p:cNvGraphicFramePr>
            <a:graphicFrameLocks noChangeAspect="1"/>
          </p:cNvGraphicFramePr>
          <p:nvPr/>
        </p:nvGraphicFramePr>
        <p:xfrm>
          <a:off x="609600" y="2895600"/>
          <a:ext cx="8991600" cy="1906588"/>
        </p:xfrm>
        <a:graphic>
          <a:graphicData uri="http://schemas.openxmlformats.org/presentationml/2006/ole">
            <mc:AlternateContent xmlns:mc="http://schemas.openxmlformats.org/markup-compatibility/2006">
              <mc:Choice xmlns:v="urn:schemas-microsoft-com:vml" Requires="v">
                <p:oleObj spid="_x0000_s104605" name="Equation" r:id="rId5" imgW="4254500" imgH="863600" progId="Equation.3">
                  <p:embed/>
                </p:oleObj>
              </mc:Choice>
              <mc:Fallback>
                <p:oleObj name="Equation" r:id="rId5" imgW="4254500" imgH="8636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895600"/>
                        <a:ext cx="8991600" cy="190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0665" name="Object 9"/>
          <p:cNvGraphicFramePr>
            <a:graphicFrameLocks noChangeAspect="1"/>
          </p:cNvGraphicFramePr>
          <p:nvPr/>
        </p:nvGraphicFramePr>
        <p:xfrm>
          <a:off x="4648200" y="3886200"/>
          <a:ext cx="3811588" cy="868363"/>
        </p:xfrm>
        <a:graphic>
          <a:graphicData uri="http://schemas.openxmlformats.org/presentationml/2006/ole">
            <mc:AlternateContent xmlns:mc="http://schemas.openxmlformats.org/markup-compatibility/2006">
              <mc:Choice xmlns:v="urn:schemas-microsoft-com:vml" Requires="v">
                <p:oleObj spid="_x0000_s104606" name="Equation" r:id="rId7" imgW="1803400" imgH="393700" progId="Equation.3">
                  <p:embed/>
                </p:oleObj>
              </mc:Choice>
              <mc:Fallback>
                <p:oleObj name="Equation" r:id="rId7" imgW="1803400" imgH="3937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200" y="3886200"/>
                        <a:ext cx="3811588"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0666" name="Object 10"/>
          <p:cNvGraphicFramePr>
            <a:graphicFrameLocks noChangeAspect="1"/>
          </p:cNvGraphicFramePr>
          <p:nvPr/>
        </p:nvGraphicFramePr>
        <p:xfrm>
          <a:off x="1676400" y="4800600"/>
          <a:ext cx="3865563" cy="503238"/>
        </p:xfrm>
        <a:graphic>
          <a:graphicData uri="http://schemas.openxmlformats.org/presentationml/2006/ole">
            <mc:AlternateContent xmlns:mc="http://schemas.openxmlformats.org/markup-compatibility/2006">
              <mc:Choice xmlns:v="urn:schemas-microsoft-com:vml" Requires="v">
                <p:oleObj spid="_x0000_s104607" name="Equation" r:id="rId9" imgW="1828800" imgH="228600" progId="Equation.3">
                  <p:embed/>
                </p:oleObj>
              </mc:Choice>
              <mc:Fallback>
                <p:oleObj name="Equation" r:id="rId9" imgW="1828800" imgH="228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6400" y="4800600"/>
                        <a:ext cx="3865563"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0667" name="Object 11"/>
          <p:cNvGraphicFramePr>
            <a:graphicFrameLocks noChangeAspect="1"/>
          </p:cNvGraphicFramePr>
          <p:nvPr/>
        </p:nvGraphicFramePr>
        <p:xfrm>
          <a:off x="533400" y="5181600"/>
          <a:ext cx="9321800" cy="1057275"/>
        </p:xfrm>
        <a:graphic>
          <a:graphicData uri="http://schemas.openxmlformats.org/presentationml/2006/ole">
            <mc:AlternateContent xmlns:mc="http://schemas.openxmlformats.org/markup-compatibility/2006">
              <mc:Choice xmlns:v="urn:schemas-microsoft-com:vml" Requires="v">
                <p:oleObj spid="_x0000_s104608" name="Equation" r:id="rId11" imgW="3746500" imgH="419100" progId="Equation.3">
                  <p:embed/>
                </p:oleObj>
              </mc:Choice>
              <mc:Fallback>
                <p:oleObj name="Equation" r:id="rId11" imgW="3746500" imgH="4191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400" y="5181600"/>
                        <a:ext cx="9321800"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0668" name="Object 12"/>
          <p:cNvGraphicFramePr>
            <a:graphicFrameLocks noChangeAspect="1"/>
          </p:cNvGraphicFramePr>
          <p:nvPr/>
        </p:nvGraphicFramePr>
        <p:xfrm>
          <a:off x="2133600" y="6019800"/>
          <a:ext cx="1770063" cy="512763"/>
        </p:xfrm>
        <a:graphic>
          <a:graphicData uri="http://schemas.openxmlformats.org/presentationml/2006/ole">
            <mc:AlternateContent xmlns:mc="http://schemas.openxmlformats.org/markup-compatibility/2006">
              <mc:Choice xmlns:v="urn:schemas-microsoft-com:vml" Requires="v">
                <p:oleObj spid="_x0000_s104609" name="Equation" r:id="rId13" imgW="710891" imgH="203112" progId="Equation.3">
                  <p:embed/>
                </p:oleObj>
              </mc:Choice>
              <mc:Fallback>
                <p:oleObj name="Equation" r:id="rId13" imgW="710891" imgH="203112"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33600" y="6019800"/>
                        <a:ext cx="1770063"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10664"/>
                                        </p:tgtEl>
                                        <p:attrNameLst>
                                          <p:attrName>style.visibility</p:attrName>
                                        </p:attrNameLst>
                                      </p:cBhvr>
                                      <p:to>
                                        <p:strVal val="visible"/>
                                      </p:to>
                                    </p:set>
                                    <p:animEffect transition="in" filter="dissolve">
                                      <p:cBhvr>
                                        <p:cTn id="7" dur="500"/>
                                        <p:tgtEl>
                                          <p:spTgt spid="7106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10665"/>
                                        </p:tgtEl>
                                        <p:attrNameLst>
                                          <p:attrName>style.visibility</p:attrName>
                                        </p:attrNameLst>
                                      </p:cBhvr>
                                      <p:to>
                                        <p:strVal val="visible"/>
                                      </p:to>
                                    </p:set>
                                    <p:animEffect transition="in" filter="dissolve">
                                      <p:cBhvr>
                                        <p:cTn id="12" dur="500"/>
                                        <p:tgtEl>
                                          <p:spTgt spid="7106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10666"/>
                                        </p:tgtEl>
                                        <p:attrNameLst>
                                          <p:attrName>style.visibility</p:attrName>
                                        </p:attrNameLst>
                                      </p:cBhvr>
                                      <p:to>
                                        <p:strVal val="visible"/>
                                      </p:to>
                                    </p:set>
                                    <p:animEffect transition="in" filter="dissolve">
                                      <p:cBhvr>
                                        <p:cTn id="17" dur="500"/>
                                        <p:tgtEl>
                                          <p:spTgt spid="7106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10667"/>
                                        </p:tgtEl>
                                        <p:attrNameLst>
                                          <p:attrName>style.visibility</p:attrName>
                                        </p:attrNameLst>
                                      </p:cBhvr>
                                      <p:to>
                                        <p:strVal val="visible"/>
                                      </p:to>
                                    </p:set>
                                    <p:animEffect transition="in" filter="dissolve">
                                      <p:cBhvr>
                                        <p:cTn id="22" dur="500"/>
                                        <p:tgtEl>
                                          <p:spTgt spid="7106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10668"/>
                                        </p:tgtEl>
                                        <p:attrNameLst>
                                          <p:attrName>style.visibility</p:attrName>
                                        </p:attrNameLst>
                                      </p:cBhvr>
                                      <p:to>
                                        <p:strVal val="visible"/>
                                      </p:to>
                                    </p:set>
                                    <p:animEffect transition="in" filter="dissolve">
                                      <p:cBhvr>
                                        <p:cTn id="27" dur="500"/>
                                        <p:tgtEl>
                                          <p:spTgt spid="710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69B4BF0-FC90-4C59-948C-F1E1BCDF9D71}" type="slidenum">
              <a:rPr lang="zh-CN" altLang="en-US" b="0" i="0" smtClean="0"/>
              <a:pPr/>
              <a:t>81</a:t>
            </a:fld>
            <a:endParaRPr lang="en-US" altLang="zh-CN" b="0" i="0" smtClean="0"/>
          </a:p>
        </p:txBody>
      </p:sp>
      <p:sp>
        <p:nvSpPr>
          <p:cNvPr id="10547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55CB21E-FD9A-492C-9C26-4C302E3B7521}" type="datetime1">
              <a:rPr lang="zh-CN" altLang="en-US" sz="1800" i="0" smtClean="0"/>
              <a:pPr/>
              <a:t>2024/10/20</a:t>
            </a:fld>
            <a:endParaRPr lang="en-US" altLang="zh-CN" sz="1800" i="0" smtClean="0"/>
          </a:p>
        </p:txBody>
      </p:sp>
      <p:sp>
        <p:nvSpPr>
          <p:cNvPr id="727042" name="Rectangle 2"/>
          <p:cNvSpPr>
            <a:spLocks noGrp="1" noChangeArrowheads="1"/>
          </p:cNvSpPr>
          <p:nvPr>
            <p:ph type="title"/>
          </p:nvPr>
        </p:nvSpPr>
        <p:spPr>
          <a:xfrm>
            <a:off x="650875" y="255588"/>
            <a:ext cx="8820150" cy="658812"/>
          </a:xfrm>
        </p:spPr>
        <p:txBody>
          <a:bodyPr/>
          <a:lstStyle/>
          <a:p>
            <a:pPr>
              <a:defRPr/>
            </a:pPr>
            <a:r>
              <a:rPr lang="zh-CN" altLang="en-US" sz="4800" smtClean="0"/>
              <a:t>§3.3 舍入误差估计</a:t>
            </a:r>
          </a:p>
        </p:txBody>
      </p:sp>
      <p:graphicFrame>
        <p:nvGraphicFramePr>
          <p:cNvPr id="727044" name="Object 4"/>
          <p:cNvGraphicFramePr>
            <a:graphicFrameLocks noChangeAspect="1"/>
          </p:cNvGraphicFramePr>
          <p:nvPr/>
        </p:nvGraphicFramePr>
        <p:xfrm>
          <a:off x="450850" y="1295400"/>
          <a:ext cx="7100888" cy="538163"/>
        </p:xfrm>
        <a:graphic>
          <a:graphicData uri="http://schemas.openxmlformats.org/presentationml/2006/ole">
            <mc:AlternateContent xmlns:mc="http://schemas.openxmlformats.org/markup-compatibility/2006">
              <mc:Choice xmlns:v="urn:schemas-microsoft-com:vml" Requires="v">
                <p:oleObj spid="_x0000_s105602" name="Equation" r:id="rId3" imgW="2641600" imgH="203200" progId="Equation.3">
                  <p:embed/>
                </p:oleObj>
              </mc:Choice>
              <mc:Fallback>
                <p:oleObj name="Equation" r:id="rId3" imgW="2641600" imgH="203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850" y="1295400"/>
                        <a:ext cx="7100888"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045" name="Object 5"/>
          <p:cNvGraphicFramePr>
            <a:graphicFrameLocks noChangeAspect="1"/>
          </p:cNvGraphicFramePr>
          <p:nvPr/>
        </p:nvGraphicFramePr>
        <p:xfrm>
          <a:off x="533400" y="1981200"/>
          <a:ext cx="4711700" cy="604838"/>
        </p:xfrm>
        <a:graphic>
          <a:graphicData uri="http://schemas.openxmlformats.org/presentationml/2006/ole">
            <mc:AlternateContent xmlns:mc="http://schemas.openxmlformats.org/markup-compatibility/2006">
              <mc:Choice xmlns:v="urn:schemas-microsoft-com:vml" Requires="v">
                <p:oleObj spid="_x0000_s105603" name="Equation" r:id="rId5" imgW="1752600" imgH="228600" progId="Equation.3">
                  <p:embed/>
                </p:oleObj>
              </mc:Choice>
              <mc:Fallback>
                <p:oleObj name="Equation" r:id="rId5" imgW="17526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981200"/>
                        <a:ext cx="47117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046" name="Object 6"/>
          <p:cNvGraphicFramePr>
            <a:graphicFrameLocks noChangeAspect="1"/>
          </p:cNvGraphicFramePr>
          <p:nvPr/>
        </p:nvGraphicFramePr>
        <p:xfrm>
          <a:off x="762000" y="2590800"/>
          <a:ext cx="4914900" cy="1109663"/>
        </p:xfrm>
        <a:graphic>
          <a:graphicData uri="http://schemas.openxmlformats.org/presentationml/2006/ole">
            <mc:AlternateContent xmlns:mc="http://schemas.openxmlformats.org/markup-compatibility/2006">
              <mc:Choice xmlns:v="urn:schemas-microsoft-com:vml" Requires="v">
                <p:oleObj spid="_x0000_s105604" name="Equation" r:id="rId7" imgW="1828800" imgH="419100" progId="Equation.3">
                  <p:embed/>
                </p:oleObj>
              </mc:Choice>
              <mc:Fallback>
                <p:oleObj name="Equation" r:id="rId7" imgW="1828800" imgH="4191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2590800"/>
                        <a:ext cx="4914900" cy="1109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047" name="Object 7"/>
          <p:cNvGraphicFramePr>
            <a:graphicFrameLocks noChangeAspect="1"/>
          </p:cNvGraphicFramePr>
          <p:nvPr/>
        </p:nvGraphicFramePr>
        <p:xfrm>
          <a:off x="838200" y="3810000"/>
          <a:ext cx="3762375" cy="536575"/>
        </p:xfrm>
        <a:graphic>
          <a:graphicData uri="http://schemas.openxmlformats.org/presentationml/2006/ole">
            <mc:AlternateContent xmlns:mc="http://schemas.openxmlformats.org/markup-compatibility/2006">
              <mc:Choice xmlns:v="urn:schemas-microsoft-com:vml" Requires="v">
                <p:oleObj spid="_x0000_s105605" name="Equation" r:id="rId9" imgW="1511300" imgH="203200" progId="Equation.3">
                  <p:embed/>
                </p:oleObj>
              </mc:Choice>
              <mc:Fallback>
                <p:oleObj name="Equation" r:id="rId9" imgW="1511300" imgH="2032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8200" y="3810000"/>
                        <a:ext cx="37623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048" name="Object 8"/>
          <p:cNvGraphicFramePr>
            <a:graphicFrameLocks noChangeAspect="1"/>
          </p:cNvGraphicFramePr>
          <p:nvPr/>
        </p:nvGraphicFramePr>
        <p:xfrm>
          <a:off x="914400" y="4648200"/>
          <a:ext cx="2901950" cy="604838"/>
        </p:xfrm>
        <a:graphic>
          <a:graphicData uri="http://schemas.openxmlformats.org/presentationml/2006/ole">
            <mc:AlternateContent xmlns:mc="http://schemas.openxmlformats.org/markup-compatibility/2006">
              <mc:Choice xmlns:v="urn:schemas-microsoft-com:vml" Requires="v">
                <p:oleObj spid="_x0000_s105606" name="Equation" r:id="rId11" imgW="1079500" imgH="228600" progId="Equation.3">
                  <p:embed/>
                </p:oleObj>
              </mc:Choice>
              <mc:Fallback>
                <p:oleObj name="Equation" r:id="rId11" imgW="1079500" imgH="2286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4400" y="4648200"/>
                        <a:ext cx="290195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27044"/>
                                        </p:tgtEl>
                                        <p:attrNameLst>
                                          <p:attrName>style.visibility</p:attrName>
                                        </p:attrNameLst>
                                      </p:cBhvr>
                                      <p:to>
                                        <p:strVal val="visible"/>
                                      </p:to>
                                    </p:set>
                                    <p:animEffect transition="in" filter="dissolve">
                                      <p:cBhvr>
                                        <p:cTn id="7" dur="500"/>
                                        <p:tgtEl>
                                          <p:spTgt spid="7270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27045"/>
                                        </p:tgtEl>
                                        <p:attrNameLst>
                                          <p:attrName>style.visibility</p:attrName>
                                        </p:attrNameLst>
                                      </p:cBhvr>
                                      <p:to>
                                        <p:strVal val="visible"/>
                                      </p:to>
                                    </p:set>
                                    <p:animEffect transition="in" filter="dissolve">
                                      <p:cBhvr>
                                        <p:cTn id="12" dur="500"/>
                                        <p:tgtEl>
                                          <p:spTgt spid="7270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27046"/>
                                        </p:tgtEl>
                                        <p:attrNameLst>
                                          <p:attrName>style.visibility</p:attrName>
                                        </p:attrNameLst>
                                      </p:cBhvr>
                                      <p:to>
                                        <p:strVal val="visible"/>
                                      </p:to>
                                    </p:set>
                                    <p:animEffect transition="in" filter="dissolve">
                                      <p:cBhvr>
                                        <p:cTn id="17" dur="500"/>
                                        <p:tgtEl>
                                          <p:spTgt spid="7270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27047"/>
                                        </p:tgtEl>
                                        <p:attrNameLst>
                                          <p:attrName>style.visibility</p:attrName>
                                        </p:attrNameLst>
                                      </p:cBhvr>
                                      <p:to>
                                        <p:strVal val="visible"/>
                                      </p:to>
                                    </p:set>
                                    <p:animEffect transition="in" filter="dissolve">
                                      <p:cBhvr>
                                        <p:cTn id="22" dur="500"/>
                                        <p:tgtEl>
                                          <p:spTgt spid="7270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27048"/>
                                        </p:tgtEl>
                                        <p:attrNameLst>
                                          <p:attrName>style.visibility</p:attrName>
                                        </p:attrNameLst>
                                      </p:cBhvr>
                                      <p:to>
                                        <p:strVal val="visible"/>
                                      </p:to>
                                    </p:set>
                                    <p:animEffect transition="in" filter="dissolve">
                                      <p:cBhvr>
                                        <p:cTn id="27" dur="500"/>
                                        <p:tgtEl>
                                          <p:spTgt spid="727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00D653E-0689-4B92-A58C-EEDD426FC41A}" type="slidenum">
              <a:rPr lang="zh-CN" altLang="en-US" b="0" i="0" smtClean="0"/>
              <a:pPr/>
              <a:t>82</a:t>
            </a:fld>
            <a:endParaRPr lang="en-US" altLang="zh-CN" b="0" i="0" smtClean="0"/>
          </a:p>
        </p:txBody>
      </p:sp>
      <p:sp>
        <p:nvSpPr>
          <p:cNvPr id="106499"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06C5BA7-A024-4529-B821-710B50FF4347}" type="datetime1">
              <a:rPr lang="zh-CN" altLang="en-US" sz="1800" i="0" smtClean="0"/>
              <a:pPr/>
              <a:t>2024/10/20</a:t>
            </a:fld>
            <a:endParaRPr lang="en-US" altLang="zh-CN" sz="1800" i="0" smtClean="0"/>
          </a:p>
        </p:txBody>
      </p:sp>
      <p:grpSp>
        <p:nvGrpSpPr>
          <p:cNvPr id="106500" name="Group 2"/>
          <p:cNvGrpSpPr>
            <a:grpSpLocks/>
          </p:cNvGrpSpPr>
          <p:nvPr/>
        </p:nvGrpSpPr>
        <p:grpSpPr bwMode="auto">
          <a:xfrm>
            <a:off x="601663" y="2036763"/>
            <a:ext cx="8607425" cy="2608262"/>
            <a:chOff x="350" y="1283"/>
            <a:chExt cx="5005" cy="1643"/>
          </a:xfrm>
        </p:grpSpPr>
        <p:sp>
          <p:nvSpPr>
            <p:cNvPr id="106502" name="Rectangle 3"/>
            <p:cNvSpPr>
              <a:spLocks noChangeArrowheads="1"/>
            </p:cNvSpPr>
            <p:nvPr/>
          </p:nvSpPr>
          <p:spPr bwMode="auto">
            <a:xfrm>
              <a:off x="483" y="1325"/>
              <a:ext cx="4780" cy="156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106503"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6504"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6505" name="AutoShape 6"/>
            <p:cNvSpPr>
              <a:spLocks noChangeArrowheads="1"/>
            </p:cNvSpPr>
            <p:nvPr/>
          </p:nvSpPr>
          <p:spPr bwMode="auto">
            <a:xfrm>
              <a:off x="377" y="1283"/>
              <a:ext cx="4974"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6506" name="AutoShape 7"/>
            <p:cNvSpPr>
              <a:spLocks noChangeArrowheads="1"/>
            </p:cNvSpPr>
            <p:nvPr/>
          </p:nvSpPr>
          <p:spPr bwMode="auto">
            <a:xfrm flipV="1">
              <a:off x="350" y="2828"/>
              <a:ext cx="5005"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6507"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703497" name="Rectangle 9"/>
          <p:cNvSpPr>
            <a:spLocks noChangeArrowheads="1"/>
          </p:cNvSpPr>
          <p:nvPr/>
        </p:nvSpPr>
        <p:spPr bwMode="auto">
          <a:xfrm>
            <a:off x="660400" y="2438400"/>
            <a:ext cx="8216900" cy="1554163"/>
          </a:xfrm>
          <a:prstGeom prst="rect">
            <a:avLst/>
          </a:prstGeom>
          <a:noFill/>
          <a:ln w="12700">
            <a:noFill/>
            <a:miter lim="800000"/>
            <a:headEnd/>
            <a:tailEnd/>
          </a:ln>
          <a:effectLst>
            <a:outerShdw dist="17961" dir="2700000" algn="ctr" rotWithShape="0">
              <a:srgbClr val="354281"/>
            </a:outerShdw>
          </a:effectLst>
        </p:spPr>
        <p:txBody>
          <a:bodyPr lIns="0" tIns="0" rIns="0" bIns="0">
            <a:spAutoFit/>
          </a:bodyPr>
          <a:lstStyle/>
          <a:p>
            <a:pPr marL="290513" indent="-290513" defTabSz="915988">
              <a:lnSpc>
                <a:spcPct val="85000"/>
              </a:lnSpc>
              <a:spcBef>
                <a:spcPct val="35000"/>
              </a:spcBef>
              <a:buClr>
                <a:srgbClr val="FF0000"/>
              </a:buClr>
              <a:buSzPct val="95000"/>
              <a:defRPr/>
            </a:pPr>
            <a:r>
              <a:rPr lang="zh-CN" altLang="en-US" sz="5400" i="0">
                <a:solidFill>
                  <a:schemeClr val="bg1"/>
                </a:solidFill>
                <a:effectLst>
                  <a:outerShdw blurRad="38100" dist="38100" dir="2700000" algn="tl">
                    <a:srgbClr val="C0C0C0"/>
                  </a:outerShdw>
                </a:effectLst>
              </a:rPr>
              <a:t>§4</a:t>
            </a:r>
            <a:r>
              <a:rPr lang="zh-CN" altLang="en-US" sz="6600" i="0">
                <a:solidFill>
                  <a:schemeClr val="bg1"/>
                </a:solidFill>
                <a:effectLst>
                  <a:outerShdw blurRad="38100" dist="38100" dir="2700000" algn="tl">
                    <a:srgbClr val="C0C0C0"/>
                  </a:outerShdw>
                </a:effectLst>
              </a:rPr>
              <a:t>  </a:t>
            </a:r>
            <a:r>
              <a:rPr lang="zh-CN" altLang="en-US" sz="5400" i="0">
                <a:solidFill>
                  <a:schemeClr val="bg1"/>
                </a:solidFill>
                <a:effectLst>
                  <a:outerShdw blurRad="38100" dist="38100" dir="2700000" algn="tl">
                    <a:srgbClr val="C0C0C0"/>
                  </a:outerShdw>
                </a:effectLst>
              </a:rPr>
              <a:t>等距节点下的拉格朗日插值公式</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3F64F1D-6A73-40AF-B5B6-E5C60D72D1A3}" type="slidenum">
              <a:rPr lang="zh-CN" altLang="en-US" b="0" i="0" smtClean="0"/>
              <a:pPr/>
              <a:t>83</a:t>
            </a:fld>
            <a:endParaRPr lang="en-US" altLang="zh-CN" b="0" i="0" smtClean="0"/>
          </a:p>
        </p:txBody>
      </p:sp>
      <p:sp>
        <p:nvSpPr>
          <p:cNvPr id="10752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B57F037-8D66-4400-A714-C082944BD566}" type="datetime1">
              <a:rPr lang="zh-CN" altLang="en-US" sz="1800" i="0" smtClean="0"/>
              <a:pPr/>
              <a:t>2024/10/20</a:t>
            </a:fld>
            <a:endParaRPr lang="en-US" altLang="zh-CN" sz="1800" i="0" smtClean="0"/>
          </a:p>
        </p:txBody>
      </p:sp>
      <p:sp>
        <p:nvSpPr>
          <p:cNvPr id="471042" name="Rectangle 2"/>
          <p:cNvSpPr>
            <a:spLocks noGrp="1" noChangeArrowheads="1"/>
          </p:cNvSpPr>
          <p:nvPr>
            <p:ph type="title"/>
          </p:nvPr>
        </p:nvSpPr>
        <p:spPr>
          <a:xfrm>
            <a:off x="650875" y="365125"/>
            <a:ext cx="8820150" cy="549275"/>
          </a:xfrm>
        </p:spPr>
        <p:txBody>
          <a:bodyPr/>
          <a:lstStyle/>
          <a:p>
            <a:pPr>
              <a:defRPr/>
            </a:pPr>
            <a:r>
              <a:rPr lang="zh-CN" altLang="en-US" sz="4000" smtClean="0"/>
              <a:t>§4.1 等距节点下的拉格朗日插值公式</a:t>
            </a:r>
          </a:p>
        </p:txBody>
      </p:sp>
      <p:sp>
        <p:nvSpPr>
          <p:cNvPr id="471043" name="Rectangle 3"/>
          <p:cNvSpPr>
            <a:spLocks noGrp="1" noChangeArrowheads="1"/>
          </p:cNvSpPr>
          <p:nvPr>
            <p:ph type="body" idx="1"/>
          </p:nvPr>
        </p:nvSpPr>
        <p:spPr>
          <a:xfrm>
            <a:off x="650875" y="1143000"/>
            <a:ext cx="8820150" cy="384175"/>
          </a:xfrm>
        </p:spPr>
        <p:txBody>
          <a:bodyPr/>
          <a:lstStyle/>
          <a:p>
            <a:r>
              <a:rPr lang="zh-CN" altLang="en-US" smtClean="0"/>
              <a:t>等距节点下的拉格朗日插值公式</a:t>
            </a:r>
          </a:p>
        </p:txBody>
      </p:sp>
      <p:sp>
        <p:nvSpPr>
          <p:cNvPr id="471044" name="Rectangle 4"/>
          <p:cNvSpPr>
            <a:spLocks noChangeArrowheads="1"/>
          </p:cNvSpPr>
          <p:nvPr/>
        </p:nvSpPr>
        <p:spPr bwMode="auto">
          <a:xfrm>
            <a:off x="149225" y="1628775"/>
            <a:ext cx="1600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i</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a:t>
            </a:r>
            <a:r>
              <a:rPr lang="en-US" altLang="zh-CN" sz="3200">
                <a:latin typeface="Times New Roman" pitchFamily="18" charset="0"/>
              </a:rPr>
              <a:t>ih</a:t>
            </a:r>
            <a:endParaRPr lang="zh-CN" altLang="en-US" sz="3200">
              <a:latin typeface="Times New Roman" pitchFamily="18" charset="0"/>
            </a:endParaRPr>
          </a:p>
        </p:txBody>
      </p:sp>
      <p:sp>
        <p:nvSpPr>
          <p:cNvPr id="471045" name="Rectangle 5"/>
          <p:cNvSpPr>
            <a:spLocks noChangeArrowheads="1"/>
          </p:cNvSpPr>
          <p:nvPr/>
        </p:nvSpPr>
        <p:spPr bwMode="auto">
          <a:xfrm>
            <a:off x="163513" y="2438400"/>
            <a:ext cx="682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t </a:t>
            </a:r>
            <a:r>
              <a:rPr lang="en-US" altLang="zh-CN" sz="3200" i="0">
                <a:latin typeface="Times New Roman" pitchFamily="18" charset="0"/>
              </a:rPr>
              <a:t>=</a:t>
            </a:r>
            <a:endParaRPr lang="zh-CN" altLang="en-US" sz="3200" i="0">
              <a:latin typeface="Times New Roman" pitchFamily="18" charset="0"/>
            </a:endParaRPr>
          </a:p>
        </p:txBody>
      </p:sp>
      <p:sp>
        <p:nvSpPr>
          <p:cNvPr id="471046" name="Rectangle 6"/>
          <p:cNvSpPr>
            <a:spLocks noChangeArrowheads="1"/>
          </p:cNvSpPr>
          <p:nvPr/>
        </p:nvSpPr>
        <p:spPr bwMode="auto">
          <a:xfrm>
            <a:off x="801688" y="2163763"/>
            <a:ext cx="9302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471047" name="Line 7"/>
          <p:cNvSpPr>
            <a:spLocks noChangeShapeType="1"/>
          </p:cNvSpPr>
          <p:nvPr/>
        </p:nvSpPr>
        <p:spPr bwMode="auto">
          <a:xfrm>
            <a:off x="823913" y="2743200"/>
            <a:ext cx="908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48" name="Rectangle 8"/>
          <p:cNvSpPr>
            <a:spLocks noChangeArrowheads="1"/>
          </p:cNvSpPr>
          <p:nvPr/>
        </p:nvSpPr>
        <p:spPr bwMode="auto">
          <a:xfrm>
            <a:off x="1057275" y="2667000"/>
            <a:ext cx="444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h</a:t>
            </a:r>
            <a:endParaRPr lang="zh-CN" altLang="en-US" sz="3200">
              <a:latin typeface="Times New Roman" pitchFamily="18" charset="0"/>
            </a:endParaRPr>
          </a:p>
        </p:txBody>
      </p:sp>
      <p:sp>
        <p:nvSpPr>
          <p:cNvPr id="471049" name="AutoShape 9"/>
          <p:cNvSpPr>
            <a:spLocks noChangeArrowheads="1"/>
          </p:cNvSpPr>
          <p:nvPr/>
        </p:nvSpPr>
        <p:spPr bwMode="auto">
          <a:xfrm>
            <a:off x="1979613" y="1752600"/>
            <a:ext cx="577850" cy="381000"/>
          </a:xfrm>
          <a:prstGeom prst="rightArrow">
            <a:avLst>
              <a:gd name="adj1" fmla="val 50000"/>
              <a:gd name="adj2" fmla="val 37917"/>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050" name="Rectangle 10"/>
          <p:cNvSpPr>
            <a:spLocks noChangeArrowheads="1"/>
          </p:cNvSpPr>
          <p:nvPr/>
        </p:nvSpPr>
        <p:spPr bwMode="auto">
          <a:xfrm>
            <a:off x="2720975" y="1600200"/>
            <a:ext cx="1570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i</a:t>
            </a:r>
            <a:r>
              <a:rPr lang="en-US" altLang="zh-CN" sz="3200" i="0">
                <a:latin typeface="Times New Roman" pitchFamily="18" charset="0"/>
              </a:rPr>
              <a:t>-</a:t>
            </a:r>
            <a:r>
              <a:rPr lang="en-US" altLang="zh-CN" sz="3200">
                <a:latin typeface="Times New Roman" pitchFamily="18" charset="0"/>
              </a:rPr>
              <a:t>ih</a:t>
            </a:r>
            <a:r>
              <a:rPr lang="en-US" altLang="zh-CN" sz="3200" i="0" baseline="-25000">
                <a:latin typeface="Times New Roman" pitchFamily="18" charset="0"/>
              </a:rPr>
              <a:t> </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471051" name="AutoShape 11"/>
          <p:cNvSpPr>
            <a:spLocks/>
          </p:cNvSpPr>
          <p:nvPr/>
        </p:nvSpPr>
        <p:spPr bwMode="auto">
          <a:xfrm>
            <a:off x="4373563" y="1905000"/>
            <a:ext cx="165100" cy="1066800"/>
          </a:xfrm>
          <a:prstGeom prst="rightBrace">
            <a:avLst>
              <a:gd name="adj1" fmla="val 53846"/>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053" name="Rectangle 13"/>
          <p:cNvSpPr>
            <a:spLocks noChangeArrowheads="1"/>
          </p:cNvSpPr>
          <p:nvPr/>
        </p:nvSpPr>
        <p:spPr bwMode="auto">
          <a:xfrm>
            <a:off x="4635500" y="2133600"/>
            <a:ext cx="682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t </a:t>
            </a:r>
            <a:r>
              <a:rPr lang="en-US" altLang="zh-CN" sz="3200" i="0">
                <a:latin typeface="Times New Roman" pitchFamily="18" charset="0"/>
              </a:rPr>
              <a:t>=</a:t>
            </a:r>
            <a:endParaRPr lang="zh-CN" altLang="en-US" sz="3200" i="0">
              <a:latin typeface="Times New Roman" pitchFamily="18" charset="0"/>
            </a:endParaRPr>
          </a:p>
        </p:txBody>
      </p:sp>
      <p:sp>
        <p:nvSpPr>
          <p:cNvPr id="471054" name="Rectangle 14"/>
          <p:cNvSpPr>
            <a:spLocks noChangeArrowheads="1"/>
          </p:cNvSpPr>
          <p:nvPr/>
        </p:nvSpPr>
        <p:spPr bwMode="auto">
          <a:xfrm>
            <a:off x="5199063" y="1858963"/>
            <a:ext cx="1854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a:latin typeface="Times New Roman" pitchFamily="18" charset="0"/>
              </a:rPr>
              <a:t>- (</a:t>
            </a:r>
            <a:r>
              <a:rPr lang="en-US" altLang="zh-CN" sz="3200">
                <a:latin typeface="Times New Roman" pitchFamily="18" charset="0"/>
              </a:rPr>
              <a:t>x</a:t>
            </a:r>
            <a:r>
              <a:rPr lang="en-US" altLang="zh-CN" sz="3200" i="0" baseline="-25000">
                <a:latin typeface="Times New Roman" pitchFamily="18" charset="0"/>
              </a:rPr>
              <a:t>i</a:t>
            </a:r>
            <a:r>
              <a:rPr lang="en-US" altLang="zh-CN" sz="3200" i="0">
                <a:latin typeface="Times New Roman" pitchFamily="18" charset="0"/>
              </a:rPr>
              <a:t>-</a:t>
            </a:r>
            <a:r>
              <a:rPr lang="en-US" altLang="zh-CN" sz="3200">
                <a:latin typeface="Times New Roman" pitchFamily="18" charset="0"/>
              </a:rPr>
              <a:t>ih</a:t>
            </a:r>
            <a:r>
              <a:rPr lang="en-US" altLang="zh-CN" sz="3200" i="0">
                <a:latin typeface="Times New Roman" pitchFamily="18" charset="0"/>
              </a:rPr>
              <a:t>)</a:t>
            </a:r>
            <a:r>
              <a:rPr lang="en-US" altLang="zh-CN" sz="3200" i="0" baseline="-25000">
                <a:latin typeface="Times New Roman" pitchFamily="18" charset="0"/>
              </a:rPr>
              <a:t> </a:t>
            </a:r>
            <a:endParaRPr lang="zh-CN" altLang="en-US" sz="3200" i="0" baseline="-25000">
              <a:latin typeface="Times New Roman" pitchFamily="18" charset="0"/>
            </a:endParaRPr>
          </a:p>
        </p:txBody>
      </p:sp>
      <p:sp>
        <p:nvSpPr>
          <p:cNvPr id="471055" name="Line 15"/>
          <p:cNvSpPr>
            <a:spLocks noChangeShapeType="1"/>
          </p:cNvSpPr>
          <p:nvPr/>
        </p:nvSpPr>
        <p:spPr bwMode="auto">
          <a:xfrm>
            <a:off x="5295900" y="2438400"/>
            <a:ext cx="15541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56" name="Rectangle 16"/>
          <p:cNvSpPr>
            <a:spLocks noChangeArrowheads="1"/>
          </p:cNvSpPr>
          <p:nvPr/>
        </p:nvSpPr>
        <p:spPr bwMode="auto">
          <a:xfrm>
            <a:off x="5529263" y="2362200"/>
            <a:ext cx="4429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h</a:t>
            </a:r>
            <a:endParaRPr lang="zh-CN" altLang="en-US" sz="3200">
              <a:latin typeface="Times New Roman" pitchFamily="18" charset="0"/>
            </a:endParaRPr>
          </a:p>
        </p:txBody>
      </p:sp>
      <p:sp>
        <p:nvSpPr>
          <p:cNvPr id="471058" name="AutoShape 18"/>
          <p:cNvSpPr>
            <a:spLocks noChangeArrowheads="1"/>
          </p:cNvSpPr>
          <p:nvPr/>
        </p:nvSpPr>
        <p:spPr bwMode="auto">
          <a:xfrm>
            <a:off x="6932613" y="2286000"/>
            <a:ext cx="577850" cy="381000"/>
          </a:xfrm>
          <a:prstGeom prst="rightArrow">
            <a:avLst>
              <a:gd name="adj1" fmla="val 50000"/>
              <a:gd name="adj2" fmla="val 37917"/>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 name="Group 23"/>
          <p:cNvGrpSpPr>
            <a:grpSpLocks/>
          </p:cNvGrpSpPr>
          <p:nvPr/>
        </p:nvGrpSpPr>
        <p:grpSpPr bwMode="auto">
          <a:xfrm>
            <a:off x="7512050" y="1889125"/>
            <a:ext cx="2214563" cy="1082675"/>
            <a:chOff x="4520" y="1248"/>
            <a:chExt cx="1288" cy="682"/>
          </a:xfrm>
        </p:grpSpPr>
        <p:sp>
          <p:nvSpPr>
            <p:cNvPr id="107569" name="Rectangle 19"/>
            <p:cNvSpPr>
              <a:spLocks noChangeArrowheads="1"/>
            </p:cNvSpPr>
            <p:nvPr/>
          </p:nvSpPr>
          <p:spPr bwMode="auto">
            <a:xfrm>
              <a:off x="4520" y="1421"/>
              <a:ext cx="39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t </a:t>
              </a:r>
              <a:r>
                <a:rPr lang="en-US" altLang="zh-CN" sz="3200" i="0">
                  <a:latin typeface="Times New Roman" pitchFamily="18" charset="0"/>
                </a:rPr>
                <a:t>=</a:t>
              </a:r>
              <a:endParaRPr lang="zh-CN" altLang="en-US" sz="3200" i="0">
                <a:latin typeface="Times New Roman" pitchFamily="18" charset="0"/>
              </a:endParaRPr>
            </a:p>
          </p:txBody>
        </p:sp>
        <p:sp>
          <p:nvSpPr>
            <p:cNvPr id="107570" name="Rectangle 20"/>
            <p:cNvSpPr>
              <a:spLocks noChangeArrowheads="1"/>
            </p:cNvSpPr>
            <p:nvPr/>
          </p:nvSpPr>
          <p:spPr bwMode="auto">
            <a:xfrm>
              <a:off x="4988" y="1248"/>
              <a:ext cx="79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i</a:t>
              </a:r>
              <a:r>
                <a:rPr lang="en-US" altLang="zh-CN" sz="3200" i="0">
                  <a:latin typeface="Times New Roman" pitchFamily="18" charset="0"/>
                </a:rPr>
                <a:t>+</a:t>
              </a:r>
              <a:r>
                <a:rPr lang="en-US" altLang="zh-CN" sz="3200">
                  <a:latin typeface="Times New Roman" pitchFamily="18" charset="0"/>
                </a:rPr>
                <a:t>ih</a:t>
              </a:r>
              <a:endParaRPr lang="zh-CN" altLang="en-US" sz="3200" i="0" baseline="-25000">
                <a:latin typeface="Times New Roman" pitchFamily="18" charset="0"/>
              </a:endParaRPr>
            </a:p>
          </p:txBody>
        </p:sp>
        <p:sp>
          <p:nvSpPr>
            <p:cNvPr id="107571" name="Line 21"/>
            <p:cNvSpPr>
              <a:spLocks noChangeShapeType="1"/>
            </p:cNvSpPr>
            <p:nvPr/>
          </p:nvSpPr>
          <p:spPr bwMode="auto">
            <a:xfrm>
              <a:off x="4904" y="1613"/>
              <a:ext cx="9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72" name="Rectangle 22"/>
            <p:cNvSpPr>
              <a:spLocks noChangeArrowheads="1"/>
            </p:cNvSpPr>
            <p:nvPr/>
          </p:nvSpPr>
          <p:spPr bwMode="auto">
            <a:xfrm>
              <a:off x="5040" y="1565"/>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h</a:t>
              </a:r>
              <a:endParaRPr lang="zh-CN" altLang="en-US" sz="3200">
                <a:latin typeface="Times New Roman" pitchFamily="18" charset="0"/>
              </a:endParaRPr>
            </a:p>
          </p:txBody>
        </p:sp>
      </p:grpSp>
      <p:sp>
        <p:nvSpPr>
          <p:cNvPr id="471064" name="AutoShape 24"/>
          <p:cNvSpPr>
            <a:spLocks noChangeArrowheads="1"/>
          </p:cNvSpPr>
          <p:nvPr/>
        </p:nvSpPr>
        <p:spPr bwMode="auto">
          <a:xfrm>
            <a:off x="247650" y="3352800"/>
            <a:ext cx="577850" cy="381000"/>
          </a:xfrm>
          <a:prstGeom prst="rightArrow">
            <a:avLst>
              <a:gd name="adj1" fmla="val 50000"/>
              <a:gd name="adj2" fmla="val 37917"/>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065" name="Rectangle 25"/>
          <p:cNvSpPr>
            <a:spLocks noChangeArrowheads="1"/>
          </p:cNvSpPr>
          <p:nvPr/>
        </p:nvSpPr>
        <p:spPr bwMode="auto">
          <a:xfrm>
            <a:off x="941388" y="3200400"/>
            <a:ext cx="8001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i</a:t>
            </a:r>
            <a:endParaRPr lang="zh-CN" altLang="en-US" sz="3200" i="0" baseline="-25000">
              <a:latin typeface="Times New Roman" pitchFamily="18" charset="0"/>
            </a:endParaRPr>
          </a:p>
        </p:txBody>
      </p:sp>
      <p:sp>
        <p:nvSpPr>
          <p:cNvPr id="471066" name="Rectangle 26"/>
          <p:cNvSpPr>
            <a:spLocks noChangeArrowheads="1"/>
          </p:cNvSpPr>
          <p:nvPr/>
        </p:nvSpPr>
        <p:spPr bwMode="auto">
          <a:xfrm>
            <a:off x="1806575" y="3230563"/>
            <a:ext cx="1225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r>
              <a:rPr lang="en-US" altLang="zh-CN" sz="3200">
                <a:latin typeface="Times New Roman" pitchFamily="18" charset="0"/>
              </a:rPr>
              <a:t>th</a:t>
            </a:r>
            <a:r>
              <a:rPr lang="en-US" altLang="zh-CN" sz="3200" i="0">
                <a:latin typeface="Times New Roman" pitchFamily="18" charset="0"/>
              </a:rPr>
              <a:t>-</a:t>
            </a:r>
            <a:r>
              <a:rPr lang="en-US" altLang="zh-CN" sz="3200">
                <a:latin typeface="Times New Roman" pitchFamily="18" charset="0"/>
              </a:rPr>
              <a:t>ih</a:t>
            </a:r>
            <a:endParaRPr lang="zh-CN" altLang="en-US" sz="3200">
              <a:latin typeface="Times New Roman" pitchFamily="18" charset="0"/>
            </a:endParaRPr>
          </a:p>
        </p:txBody>
      </p:sp>
      <p:sp>
        <p:nvSpPr>
          <p:cNvPr id="471067" name="AutoShape 27"/>
          <p:cNvSpPr>
            <a:spLocks noChangeArrowheads="1"/>
          </p:cNvSpPr>
          <p:nvPr/>
        </p:nvSpPr>
        <p:spPr bwMode="auto">
          <a:xfrm>
            <a:off x="3136900" y="3352800"/>
            <a:ext cx="577850" cy="381000"/>
          </a:xfrm>
          <a:prstGeom prst="rightArrow">
            <a:avLst>
              <a:gd name="adj1" fmla="val 50000"/>
              <a:gd name="adj2" fmla="val 37917"/>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068" name="Rectangle 28"/>
          <p:cNvSpPr>
            <a:spLocks noChangeArrowheads="1"/>
          </p:cNvSpPr>
          <p:nvPr/>
        </p:nvSpPr>
        <p:spPr bwMode="auto">
          <a:xfrm>
            <a:off x="3830638" y="3200400"/>
            <a:ext cx="8001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i</a:t>
            </a:r>
            <a:endParaRPr lang="zh-CN" altLang="en-US" sz="3200" i="0" baseline="-25000">
              <a:latin typeface="Times New Roman" pitchFamily="18" charset="0"/>
            </a:endParaRPr>
          </a:p>
        </p:txBody>
      </p:sp>
      <p:sp>
        <p:nvSpPr>
          <p:cNvPr id="471069" name="Rectangle 29"/>
          <p:cNvSpPr>
            <a:spLocks noChangeArrowheads="1"/>
          </p:cNvSpPr>
          <p:nvPr/>
        </p:nvSpPr>
        <p:spPr bwMode="auto">
          <a:xfrm>
            <a:off x="4619625" y="3230563"/>
            <a:ext cx="1377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a:t>
            </a:r>
            <a:r>
              <a:rPr lang="en-US" altLang="zh-CN" sz="3200">
                <a:latin typeface="Times New Roman" pitchFamily="18" charset="0"/>
              </a:rPr>
              <a:t>h</a:t>
            </a:r>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a:t>
            </a:r>
            <a:r>
              <a:rPr lang="en-US" altLang="zh-CN" sz="3200">
                <a:latin typeface="Times New Roman" pitchFamily="18" charset="0"/>
              </a:rPr>
              <a:t>i</a:t>
            </a:r>
            <a:r>
              <a:rPr lang="en-US" altLang="zh-CN" sz="3200" i="0">
                <a:latin typeface="Times New Roman" pitchFamily="18" charset="0"/>
              </a:rPr>
              <a:t>)</a:t>
            </a:r>
            <a:endParaRPr lang="zh-CN" altLang="en-US" sz="3200" i="0">
              <a:latin typeface="Times New Roman" pitchFamily="18" charset="0"/>
            </a:endParaRPr>
          </a:p>
        </p:txBody>
      </p:sp>
      <p:graphicFrame>
        <p:nvGraphicFramePr>
          <p:cNvPr id="471070" name="Object 30"/>
          <p:cNvGraphicFramePr>
            <a:graphicFrameLocks noChangeAspect="1"/>
          </p:cNvGraphicFramePr>
          <p:nvPr/>
        </p:nvGraphicFramePr>
        <p:xfrm>
          <a:off x="82550" y="3810000"/>
          <a:ext cx="9658350" cy="1122363"/>
        </p:xfrm>
        <a:graphic>
          <a:graphicData uri="http://schemas.openxmlformats.org/presentationml/2006/ole">
            <mc:AlternateContent xmlns:mc="http://schemas.openxmlformats.org/markup-compatibility/2006">
              <mc:Choice xmlns:v="urn:schemas-microsoft-com:vml" Requires="v">
                <p:oleObj spid="_x0000_s107621" name="Equation" r:id="rId3" imgW="4241800" imgH="444500" progId="Equation.3">
                  <p:embed/>
                </p:oleObj>
              </mc:Choice>
              <mc:Fallback>
                <p:oleObj name="Equation" r:id="rId3" imgW="4241800" imgH="444500" progId="Equation.3">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0" y="3810000"/>
                        <a:ext cx="9658350"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71" name="Object 31"/>
          <p:cNvGraphicFramePr>
            <a:graphicFrameLocks noChangeAspect="1"/>
          </p:cNvGraphicFramePr>
          <p:nvPr/>
        </p:nvGraphicFramePr>
        <p:xfrm>
          <a:off x="165100" y="4953000"/>
          <a:ext cx="993775" cy="1066800"/>
        </p:xfrm>
        <a:graphic>
          <a:graphicData uri="http://schemas.openxmlformats.org/presentationml/2006/ole">
            <mc:AlternateContent xmlns:mc="http://schemas.openxmlformats.org/markup-compatibility/2006">
              <mc:Choice xmlns:v="urn:schemas-microsoft-com:vml" Requires="v">
                <p:oleObj spid="_x0000_s107622" name="Equation" r:id="rId5" imgW="418918" imgH="431613" progId="Equation.3">
                  <p:embed/>
                </p:oleObj>
              </mc:Choice>
              <mc:Fallback>
                <p:oleObj name="Equation" r:id="rId5" imgW="418918" imgH="431613" progId="Equation.3">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100" y="4953000"/>
                        <a:ext cx="99377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72" name="Line 32"/>
          <p:cNvSpPr>
            <a:spLocks noChangeShapeType="1"/>
          </p:cNvSpPr>
          <p:nvPr/>
        </p:nvSpPr>
        <p:spPr bwMode="auto">
          <a:xfrm>
            <a:off x="1073150" y="5486400"/>
            <a:ext cx="5861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73" name="Rectangle 33"/>
          <p:cNvSpPr>
            <a:spLocks noChangeArrowheads="1"/>
          </p:cNvSpPr>
          <p:nvPr/>
        </p:nvSpPr>
        <p:spPr bwMode="auto">
          <a:xfrm>
            <a:off x="1114425" y="5000625"/>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th</a:t>
            </a:r>
            <a:endParaRPr lang="zh-CN" altLang="en-US" sz="2800">
              <a:latin typeface="Times New Roman" pitchFamily="18" charset="0"/>
            </a:endParaRPr>
          </a:p>
        </p:txBody>
      </p:sp>
      <p:sp>
        <p:nvSpPr>
          <p:cNvPr id="471074" name="Rectangle 34"/>
          <p:cNvSpPr>
            <a:spLocks noChangeArrowheads="1"/>
          </p:cNvSpPr>
          <p:nvPr/>
        </p:nvSpPr>
        <p:spPr bwMode="auto">
          <a:xfrm>
            <a:off x="1458913" y="5000625"/>
            <a:ext cx="11001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1)</a:t>
            </a:r>
            <a:r>
              <a:rPr lang="en-US" altLang="zh-CN" sz="2800">
                <a:latin typeface="Times New Roman" pitchFamily="18" charset="0"/>
              </a:rPr>
              <a:t>h</a:t>
            </a:r>
            <a:endParaRPr lang="zh-CN" altLang="en-US" sz="2800">
              <a:latin typeface="Times New Roman" pitchFamily="18" charset="0"/>
            </a:endParaRPr>
          </a:p>
        </p:txBody>
      </p:sp>
      <p:sp>
        <p:nvSpPr>
          <p:cNvPr id="471075" name="Rectangle 35"/>
          <p:cNvSpPr>
            <a:spLocks noChangeArrowheads="1"/>
          </p:cNvSpPr>
          <p:nvPr/>
        </p:nvSpPr>
        <p:spPr bwMode="auto">
          <a:xfrm>
            <a:off x="2393950" y="4967288"/>
            <a:ext cx="584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grpSp>
        <p:nvGrpSpPr>
          <p:cNvPr id="3" name="Group 38"/>
          <p:cNvGrpSpPr>
            <a:grpSpLocks/>
          </p:cNvGrpSpPr>
          <p:nvPr/>
        </p:nvGrpSpPr>
        <p:grpSpPr bwMode="auto">
          <a:xfrm>
            <a:off x="2724150" y="5029200"/>
            <a:ext cx="1431925" cy="519113"/>
            <a:chOff x="1584" y="3168"/>
            <a:chExt cx="833" cy="327"/>
          </a:xfrm>
        </p:grpSpPr>
        <p:sp>
          <p:nvSpPr>
            <p:cNvPr id="107567" name="Rectangle 36"/>
            <p:cNvSpPr>
              <a:spLocks noChangeArrowheads="1"/>
            </p:cNvSpPr>
            <p:nvPr/>
          </p:nvSpPr>
          <p:spPr bwMode="auto">
            <a:xfrm>
              <a:off x="1584" y="3168"/>
              <a:ext cx="83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 </a:t>
              </a:r>
              <a:r>
                <a:rPr lang="en-US" altLang="zh-CN" sz="2800">
                  <a:latin typeface="Times New Roman" pitchFamily="18" charset="0"/>
                </a:rPr>
                <a:t>i</a:t>
              </a:r>
              <a:r>
                <a:rPr lang="en-US" altLang="zh-CN" sz="2800" i="0">
                  <a:latin typeface="Times New Roman" pitchFamily="18" charset="0"/>
                </a:rPr>
                <a:t>-1)</a:t>
              </a:r>
              <a:r>
                <a:rPr lang="en-US" altLang="zh-CN" sz="2800">
                  <a:latin typeface="Times New Roman" pitchFamily="18" charset="0"/>
                </a:rPr>
                <a:t>h</a:t>
              </a:r>
              <a:endParaRPr lang="zh-CN" altLang="en-US" sz="2800">
                <a:latin typeface="Times New Roman" pitchFamily="18" charset="0"/>
              </a:endParaRPr>
            </a:p>
          </p:txBody>
        </p:sp>
        <p:sp>
          <p:nvSpPr>
            <p:cNvPr id="107568" name="Line 37"/>
            <p:cNvSpPr>
              <a:spLocks noChangeShapeType="1"/>
            </p:cNvSpPr>
            <p:nvPr/>
          </p:nvSpPr>
          <p:spPr bwMode="auto">
            <a:xfrm>
              <a:off x="1920"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39"/>
          <p:cNvGrpSpPr>
            <a:grpSpLocks/>
          </p:cNvGrpSpPr>
          <p:nvPr/>
        </p:nvGrpSpPr>
        <p:grpSpPr bwMode="auto">
          <a:xfrm>
            <a:off x="3970338" y="5029200"/>
            <a:ext cx="1524000" cy="519113"/>
            <a:chOff x="1558" y="3168"/>
            <a:chExt cx="886" cy="327"/>
          </a:xfrm>
        </p:grpSpPr>
        <p:sp>
          <p:nvSpPr>
            <p:cNvPr id="107565" name="Rectangle 40"/>
            <p:cNvSpPr>
              <a:spLocks noChangeArrowheads="1"/>
            </p:cNvSpPr>
            <p:nvPr/>
          </p:nvSpPr>
          <p:spPr bwMode="auto">
            <a:xfrm>
              <a:off x="1558" y="3168"/>
              <a:ext cx="88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 </a:t>
              </a:r>
              <a:r>
                <a:rPr lang="en-US" altLang="zh-CN" sz="2800">
                  <a:latin typeface="Times New Roman" pitchFamily="18" charset="0"/>
                </a:rPr>
                <a:t>i</a:t>
              </a:r>
              <a:r>
                <a:rPr lang="en-US" altLang="zh-CN" sz="2800" i="0">
                  <a:latin typeface="Times New Roman" pitchFamily="18" charset="0"/>
                </a:rPr>
                <a:t>+1)</a:t>
              </a:r>
              <a:r>
                <a:rPr lang="en-US" altLang="zh-CN" sz="2800">
                  <a:latin typeface="Times New Roman" pitchFamily="18" charset="0"/>
                </a:rPr>
                <a:t>h</a:t>
              </a:r>
              <a:endParaRPr lang="zh-CN" altLang="en-US" sz="2800">
                <a:latin typeface="Times New Roman" pitchFamily="18" charset="0"/>
              </a:endParaRPr>
            </a:p>
          </p:txBody>
        </p:sp>
        <p:sp>
          <p:nvSpPr>
            <p:cNvPr id="107566" name="Line 41"/>
            <p:cNvSpPr>
              <a:spLocks noChangeShapeType="1"/>
            </p:cNvSpPr>
            <p:nvPr/>
          </p:nvSpPr>
          <p:spPr bwMode="auto">
            <a:xfrm>
              <a:off x="1920"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082" name="Rectangle 42"/>
          <p:cNvSpPr>
            <a:spLocks noChangeArrowheads="1"/>
          </p:cNvSpPr>
          <p:nvPr/>
        </p:nvSpPr>
        <p:spPr bwMode="auto">
          <a:xfrm>
            <a:off x="5365750" y="4953000"/>
            <a:ext cx="58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sp>
        <p:nvSpPr>
          <p:cNvPr id="471083" name="Rectangle 43"/>
          <p:cNvSpPr>
            <a:spLocks noChangeArrowheads="1"/>
          </p:cNvSpPr>
          <p:nvPr/>
        </p:nvSpPr>
        <p:spPr bwMode="auto">
          <a:xfrm>
            <a:off x="5768975" y="5029200"/>
            <a:ext cx="1122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a:t>
            </a:r>
            <a:r>
              <a:rPr lang="en-US" altLang="zh-CN" sz="2800">
                <a:latin typeface="Times New Roman" pitchFamily="18" charset="0"/>
              </a:rPr>
              <a:t>n</a:t>
            </a:r>
            <a:r>
              <a:rPr lang="en-US" altLang="zh-CN" sz="2800" i="0">
                <a:latin typeface="Times New Roman" pitchFamily="18" charset="0"/>
              </a:rPr>
              <a:t>)</a:t>
            </a:r>
            <a:r>
              <a:rPr lang="en-US" altLang="zh-CN" sz="2800">
                <a:latin typeface="Times New Roman" pitchFamily="18" charset="0"/>
              </a:rPr>
              <a:t>h</a:t>
            </a:r>
            <a:endParaRPr lang="zh-CN" altLang="en-US" sz="2800">
              <a:latin typeface="Times New Roman" pitchFamily="18" charset="0"/>
            </a:endParaRPr>
          </a:p>
        </p:txBody>
      </p:sp>
      <p:sp>
        <p:nvSpPr>
          <p:cNvPr id="471084" name="Rectangle 44"/>
          <p:cNvSpPr>
            <a:spLocks noChangeArrowheads="1"/>
          </p:cNvSpPr>
          <p:nvPr/>
        </p:nvSpPr>
        <p:spPr bwMode="auto">
          <a:xfrm>
            <a:off x="1092200" y="54244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ih</a:t>
            </a:r>
            <a:endParaRPr lang="zh-CN" altLang="en-US" sz="2800">
              <a:latin typeface="Times New Roman" pitchFamily="18" charset="0"/>
            </a:endParaRPr>
          </a:p>
        </p:txBody>
      </p:sp>
      <p:sp>
        <p:nvSpPr>
          <p:cNvPr id="471085" name="Rectangle 45"/>
          <p:cNvSpPr>
            <a:spLocks noChangeArrowheads="1"/>
          </p:cNvSpPr>
          <p:nvPr/>
        </p:nvSpPr>
        <p:spPr bwMode="auto">
          <a:xfrm>
            <a:off x="1458913" y="5424488"/>
            <a:ext cx="11001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(i-1)h</a:t>
            </a:r>
            <a:endParaRPr lang="zh-CN" altLang="en-US" sz="2800">
              <a:latin typeface="Times New Roman" pitchFamily="18" charset="0"/>
            </a:endParaRPr>
          </a:p>
        </p:txBody>
      </p:sp>
      <p:sp>
        <p:nvSpPr>
          <p:cNvPr id="471086" name="Rectangle 46"/>
          <p:cNvSpPr>
            <a:spLocks noChangeArrowheads="1"/>
          </p:cNvSpPr>
          <p:nvPr/>
        </p:nvSpPr>
        <p:spPr bwMode="auto">
          <a:xfrm>
            <a:off x="2476500" y="5348288"/>
            <a:ext cx="584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sp>
        <p:nvSpPr>
          <p:cNvPr id="471087" name="Rectangle 47"/>
          <p:cNvSpPr>
            <a:spLocks noChangeArrowheads="1"/>
          </p:cNvSpPr>
          <p:nvPr/>
        </p:nvSpPr>
        <p:spPr bwMode="auto">
          <a:xfrm>
            <a:off x="2806700" y="5424488"/>
            <a:ext cx="606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2h</a:t>
            </a:r>
            <a:endParaRPr lang="zh-CN" altLang="en-US" sz="2800">
              <a:latin typeface="Times New Roman" pitchFamily="18" charset="0"/>
            </a:endParaRPr>
          </a:p>
        </p:txBody>
      </p:sp>
      <p:sp>
        <p:nvSpPr>
          <p:cNvPr id="471088" name="Rectangle 48"/>
          <p:cNvSpPr>
            <a:spLocks noChangeArrowheads="1"/>
          </p:cNvSpPr>
          <p:nvPr/>
        </p:nvSpPr>
        <p:spPr bwMode="auto">
          <a:xfrm>
            <a:off x="3302000" y="5424488"/>
            <a:ext cx="606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1h</a:t>
            </a:r>
            <a:endParaRPr lang="zh-CN" altLang="en-US" sz="2800">
              <a:latin typeface="Times New Roman" pitchFamily="18" charset="0"/>
            </a:endParaRPr>
          </a:p>
        </p:txBody>
      </p:sp>
      <p:sp>
        <p:nvSpPr>
          <p:cNvPr id="471089" name="Rectangle 49"/>
          <p:cNvSpPr>
            <a:spLocks noChangeArrowheads="1"/>
          </p:cNvSpPr>
          <p:nvPr/>
        </p:nvSpPr>
        <p:spPr bwMode="auto">
          <a:xfrm>
            <a:off x="3714750" y="5410200"/>
            <a:ext cx="993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(-1)h</a:t>
            </a:r>
            <a:endParaRPr lang="zh-CN" altLang="en-US" sz="2800">
              <a:latin typeface="Times New Roman" pitchFamily="18" charset="0"/>
            </a:endParaRPr>
          </a:p>
        </p:txBody>
      </p:sp>
      <p:sp>
        <p:nvSpPr>
          <p:cNvPr id="471092" name="Rectangle 52"/>
          <p:cNvSpPr>
            <a:spLocks noChangeArrowheads="1"/>
          </p:cNvSpPr>
          <p:nvPr/>
        </p:nvSpPr>
        <p:spPr bwMode="auto">
          <a:xfrm>
            <a:off x="4540250" y="5348288"/>
            <a:ext cx="584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sp>
        <p:nvSpPr>
          <p:cNvPr id="471093" name="Rectangle 53"/>
          <p:cNvSpPr>
            <a:spLocks noChangeArrowheads="1"/>
          </p:cNvSpPr>
          <p:nvPr/>
        </p:nvSpPr>
        <p:spPr bwMode="auto">
          <a:xfrm>
            <a:off x="4953000" y="5410200"/>
            <a:ext cx="1509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(-(n-i))h</a:t>
            </a:r>
            <a:endParaRPr lang="zh-CN" altLang="en-US" sz="2800">
              <a:latin typeface="Times New Roman" pitchFamily="18" charset="0"/>
            </a:endParaRPr>
          </a:p>
        </p:txBody>
      </p:sp>
      <p:sp>
        <p:nvSpPr>
          <p:cNvPr id="471094" name="Rectangle 54"/>
          <p:cNvSpPr>
            <a:spLocks noChangeArrowheads="1"/>
          </p:cNvSpPr>
          <p:nvPr/>
        </p:nvSpPr>
        <p:spPr bwMode="auto">
          <a:xfrm>
            <a:off x="6794500" y="5135563"/>
            <a:ext cx="939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f(x</a:t>
            </a:r>
            <a:r>
              <a:rPr lang="en-US" altLang="zh-CN" sz="3200" i="0" baseline="-25000">
                <a:latin typeface="Times New Roman" pitchFamily="18" charset="0"/>
              </a:rPr>
              <a:t>i</a:t>
            </a:r>
            <a:r>
              <a:rPr lang="en-US" altLang="zh-CN" sz="3200" i="0">
                <a:latin typeface="Times New Roman" pitchFamily="18" charset="0"/>
              </a:rPr>
              <a:t>)</a:t>
            </a:r>
            <a:endParaRPr lang="zh-CN" altLang="en-US" sz="3200" i="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71043">
                                            <p:txEl>
                                              <p:pRg st="0" end="0"/>
                                            </p:txEl>
                                          </p:spTgt>
                                        </p:tgtEl>
                                        <p:attrNameLst>
                                          <p:attrName>style.visibility</p:attrName>
                                        </p:attrNameLst>
                                      </p:cBhvr>
                                      <p:to>
                                        <p:strVal val="visible"/>
                                      </p:to>
                                    </p:set>
                                    <p:animEffect transition="in" filter="wipe(left)">
                                      <p:cBhvr>
                                        <p:cTn id="7" dur="75"/>
                                        <p:tgtEl>
                                          <p:spTgt spid="4710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471044"/>
                                        </p:tgtEl>
                                        <p:attrNameLst>
                                          <p:attrName>style.visibility</p:attrName>
                                        </p:attrNameLst>
                                      </p:cBhvr>
                                      <p:to>
                                        <p:strVal val="visible"/>
                                      </p:to>
                                    </p:set>
                                    <p:animEffect transition="in" filter="wipe(left)">
                                      <p:cBhvr>
                                        <p:cTn id="12" dur="75"/>
                                        <p:tgtEl>
                                          <p:spTgt spid="4710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471045"/>
                                        </p:tgtEl>
                                        <p:attrNameLst>
                                          <p:attrName>style.visibility</p:attrName>
                                        </p:attrNameLst>
                                      </p:cBhvr>
                                      <p:to>
                                        <p:strVal val="visible"/>
                                      </p:to>
                                    </p:set>
                                    <p:animEffect transition="in" filter="wipe(left)">
                                      <p:cBhvr>
                                        <p:cTn id="17" dur="75"/>
                                        <p:tgtEl>
                                          <p:spTgt spid="4710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471046"/>
                                        </p:tgtEl>
                                        <p:attrNameLst>
                                          <p:attrName>style.visibility</p:attrName>
                                        </p:attrNameLst>
                                      </p:cBhvr>
                                      <p:to>
                                        <p:strVal val="visible"/>
                                      </p:to>
                                    </p:set>
                                    <p:animEffect transition="in" filter="wipe(left)">
                                      <p:cBhvr>
                                        <p:cTn id="22" dur="75"/>
                                        <p:tgtEl>
                                          <p:spTgt spid="4710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71047"/>
                                        </p:tgtEl>
                                        <p:attrNameLst>
                                          <p:attrName>style.visibility</p:attrName>
                                        </p:attrNameLst>
                                      </p:cBhvr>
                                      <p:to>
                                        <p:strVal val="visible"/>
                                      </p:to>
                                    </p:set>
                                    <p:animEffect transition="in" filter="dissolve">
                                      <p:cBhvr>
                                        <p:cTn id="27" dur="500"/>
                                        <p:tgtEl>
                                          <p:spTgt spid="4710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471048"/>
                                        </p:tgtEl>
                                        <p:attrNameLst>
                                          <p:attrName>style.visibility</p:attrName>
                                        </p:attrNameLst>
                                      </p:cBhvr>
                                      <p:to>
                                        <p:strVal val="visible"/>
                                      </p:to>
                                    </p:set>
                                    <p:animEffect transition="in" filter="wipe(left)">
                                      <p:cBhvr>
                                        <p:cTn id="32" dur="75"/>
                                        <p:tgtEl>
                                          <p:spTgt spid="4710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71049"/>
                                        </p:tgtEl>
                                        <p:attrNameLst>
                                          <p:attrName>style.visibility</p:attrName>
                                        </p:attrNameLst>
                                      </p:cBhvr>
                                      <p:to>
                                        <p:strVal val="visible"/>
                                      </p:to>
                                    </p:set>
                                    <p:animEffect transition="in" filter="dissolve">
                                      <p:cBhvr>
                                        <p:cTn id="37" dur="500"/>
                                        <p:tgtEl>
                                          <p:spTgt spid="47104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471050"/>
                                        </p:tgtEl>
                                        <p:attrNameLst>
                                          <p:attrName>style.visibility</p:attrName>
                                        </p:attrNameLst>
                                      </p:cBhvr>
                                      <p:to>
                                        <p:strVal val="visible"/>
                                      </p:to>
                                    </p:set>
                                    <p:animEffect transition="in" filter="wipe(left)">
                                      <p:cBhvr>
                                        <p:cTn id="42" dur="75"/>
                                        <p:tgtEl>
                                          <p:spTgt spid="47105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71051"/>
                                        </p:tgtEl>
                                        <p:attrNameLst>
                                          <p:attrName>style.visibility</p:attrName>
                                        </p:attrNameLst>
                                      </p:cBhvr>
                                      <p:to>
                                        <p:strVal val="visible"/>
                                      </p:to>
                                    </p:set>
                                    <p:animEffect transition="in" filter="dissolve">
                                      <p:cBhvr>
                                        <p:cTn id="47" dur="500"/>
                                        <p:tgtEl>
                                          <p:spTgt spid="47105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471053"/>
                                        </p:tgtEl>
                                        <p:attrNameLst>
                                          <p:attrName>style.visibility</p:attrName>
                                        </p:attrNameLst>
                                      </p:cBhvr>
                                      <p:to>
                                        <p:strVal val="visible"/>
                                      </p:to>
                                    </p:set>
                                    <p:animEffect transition="in" filter="wipe(left)">
                                      <p:cBhvr>
                                        <p:cTn id="52" dur="75"/>
                                        <p:tgtEl>
                                          <p:spTgt spid="47105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471054"/>
                                        </p:tgtEl>
                                        <p:attrNameLst>
                                          <p:attrName>style.visibility</p:attrName>
                                        </p:attrNameLst>
                                      </p:cBhvr>
                                      <p:to>
                                        <p:strVal val="visible"/>
                                      </p:to>
                                    </p:set>
                                    <p:animEffect transition="in" filter="wipe(left)">
                                      <p:cBhvr>
                                        <p:cTn id="57" dur="75"/>
                                        <p:tgtEl>
                                          <p:spTgt spid="47105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471055"/>
                                        </p:tgtEl>
                                        <p:attrNameLst>
                                          <p:attrName>style.visibility</p:attrName>
                                        </p:attrNameLst>
                                      </p:cBhvr>
                                      <p:to>
                                        <p:strVal val="visible"/>
                                      </p:to>
                                    </p:set>
                                    <p:animEffect transition="in" filter="dissolve">
                                      <p:cBhvr>
                                        <p:cTn id="62" dur="500"/>
                                        <p:tgtEl>
                                          <p:spTgt spid="47105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iterate type="lt">
                                    <p:tmPct val="100000"/>
                                  </p:iterate>
                                  <p:childTnLst>
                                    <p:set>
                                      <p:cBhvr>
                                        <p:cTn id="66" dur="1" fill="hold">
                                          <p:stCondLst>
                                            <p:cond delay="0"/>
                                          </p:stCondLst>
                                        </p:cTn>
                                        <p:tgtEl>
                                          <p:spTgt spid="471056"/>
                                        </p:tgtEl>
                                        <p:attrNameLst>
                                          <p:attrName>style.visibility</p:attrName>
                                        </p:attrNameLst>
                                      </p:cBhvr>
                                      <p:to>
                                        <p:strVal val="visible"/>
                                      </p:to>
                                    </p:set>
                                    <p:animEffect transition="in" filter="wipe(left)">
                                      <p:cBhvr>
                                        <p:cTn id="67" dur="75"/>
                                        <p:tgtEl>
                                          <p:spTgt spid="47105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471058"/>
                                        </p:tgtEl>
                                        <p:attrNameLst>
                                          <p:attrName>style.visibility</p:attrName>
                                        </p:attrNameLst>
                                      </p:cBhvr>
                                      <p:to>
                                        <p:strVal val="visible"/>
                                      </p:to>
                                    </p:set>
                                    <p:animEffect transition="in" filter="dissolve">
                                      <p:cBhvr>
                                        <p:cTn id="72" dur="500"/>
                                        <p:tgtEl>
                                          <p:spTgt spid="47105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dissolve">
                                      <p:cBhvr>
                                        <p:cTn id="77" dur="500"/>
                                        <p:tgtEl>
                                          <p:spTgt spid="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471064"/>
                                        </p:tgtEl>
                                        <p:attrNameLst>
                                          <p:attrName>style.visibility</p:attrName>
                                        </p:attrNameLst>
                                      </p:cBhvr>
                                      <p:to>
                                        <p:strVal val="visible"/>
                                      </p:to>
                                    </p:set>
                                    <p:animEffect transition="in" filter="dissolve">
                                      <p:cBhvr>
                                        <p:cTn id="82" dur="500"/>
                                        <p:tgtEl>
                                          <p:spTgt spid="47106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iterate type="lt">
                                    <p:tmPct val="100000"/>
                                  </p:iterate>
                                  <p:childTnLst>
                                    <p:set>
                                      <p:cBhvr>
                                        <p:cTn id="86" dur="1" fill="hold">
                                          <p:stCondLst>
                                            <p:cond delay="0"/>
                                          </p:stCondLst>
                                        </p:cTn>
                                        <p:tgtEl>
                                          <p:spTgt spid="471065"/>
                                        </p:tgtEl>
                                        <p:attrNameLst>
                                          <p:attrName>style.visibility</p:attrName>
                                        </p:attrNameLst>
                                      </p:cBhvr>
                                      <p:to>
                                        <p:strVal val="visible"/>
                                      </p:to>
                                    </p:set>
                                    <p:animEffect transition="in" filter="wipe(left)">
                                      <p:cBhvr>
                                        <p:cTn id="87" dur="75"/>
                                        <p:tgtEl>
                                          <p:spTgt spid="47106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iterate type="lt">
                                    <p:tmPct val="100000"/>
                                  </p:iterate>
                                  <p:childTnLst>
                                    <p:set>
                                      <p:cBhvr>
                                        <p:cTn id="91" dur="1" fill="hold">
                                          <p:stCondLst>
                                            <p:cond delay="0"/>
                                          </p:stCondLst>
                                        </p:cTn>
                                        <p:tgtEl>
                                          <p:spTgt spid="471066"/>
                                        </p:tgtEl>
                                        <p:attrNameLst>
                                          <p:attrName>style.visibility</p:attrName>
                                        </p:attrNameLst>
                                      </p:cBhvr>
                                      <p:to>
                                        <p:strVal val="visible"/>
                                      </p:to>
                                    </p:set>
                                    <p:animEffect transition="in" filter="wipe(left)">
                                      <p:cBhvr>
                                        <p:cTn id="92" dur="75"/>
                                        <p:tgtEl>
                                          <p:spTgt spid="47106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471067"/>
                                        </p:tgtEl>
                                        <p:attrNameLst>
                                          <p:attrName>style.visibility</p:attrName>
                                        </p:attrNameLst>
                                      </p:cBhvr>
                                      <p:to>
                                        <p:strVal val="visible"/>
                                      </p:to>
                                    </p:set>
                                    <p:animEffect transition="in" filter="dissolve">
                                      <p:cBhvr>
                                        <p:cTn id="97" dur="500"/>
                                        <p:tgtEl>
                                          <p:spTgt spid="47106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iterate type="lt">
                                    <p:tmPct val="100000"/>
                                  </p:iterate>
                                  <p:childTnLst>
                                    <p:set>
                                      <p:cBhvr>
                                        <p:cTn id="101" dur="1" fill="hold">
                                          <p:stCondLst>
                                            <p:cond delay="0"/>
                                          </p:stCondLst>
                                        </p:cTn>
                                        <p:tgtEl>
                                          <p:spTgt spid="471068"/>
                                        </p:tgtEl>
                                        <p:attrNameLst>
                                          <p:attrName>style.visibility</p:attrName>
                                        </p:attrNameLst>
                                      </p:cBhvr>
                                      <p:to>
                                        <p:strVal val="visible"/>
                                      </p:to>
                                    </p:set>
                                    <p:animEffect transition="in" filter="wipe(left)">
                                      <p:cBhvr>
                                        <p:cTn id="102" dur="75"/>
                                        <p:tgtEl>
                                          <p:spTgt spid="47106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iterate type="lt">
                                    <p:tmPct val="100000"/>
                                  </p:iterate>
                                  <p:childTnLst>
                                    <p:set>
                                      <p:cBhvr>
                                        <p:cTn id="106" dur="1" fill="hold">
                                          <p:stCondLst>
                                            <p:cond delay="0"/>
                                          </p:stCondLst>
                                        </p:cTn>
                                        <p:tgtEl>
                                          <p:spTgt spid="471069"/>
                                        </p:tgtEl>
                                        <p:attrNameLst>
                                          <p:attrName>style.visibility</p:attrName>
                                        </p:attrNameLst>
                                      </p:cBhvr>
                                      <p:to>
                                        <p:strVal val="visible"/>
                                      </p:to>
                                    </p:set>
                                    <p:animEffect transition="in" filter="wipe(left)">
                                      <p:cBhvr>
                                        <p:cTn id="107" dur="75"/>
                                        <p:tgtEl>
                                          <p:spTgt spid="47106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9" presetClass="entr" presetSubtype="0" fill="hold" nodeType="clickEffect">
                                  <p:stCondLst>
                                    <p:cond delay="0"/>
                                  </p:stCondLst>
                                  <p:childTnLst>
                                    <p:set>
                                      <p:cBhvr>
                                        <p:cTn id="111" dur="1" fill="hold">
                                          <p:stCondLst>
                                            <p:cond delay="0"/>
                                          </p:stCondLst>
                                        </p:cTn>
                                        <p:tgtEl>
                                          <p:spTgt spid="471070"/>
                                        </p:tgtEl>
                                        <p:attrNameLst>
                                          <p:attrName>style.visibility</p:attrName>
                                        </p:attrNameLst>
                                      </p:cBhvr>
                                      <p:to>
                                        <p:strVal val="visible"/>
                                      </p:to>
                                    </p:set>
                                    <p:animEffect transition="in" filter="dissolve">
                                      <p:cBhvr>
                                        <p:cTn id="112" dur="500"/>
                                        <p:tgtEl>
                                          <p:spTgt spid="47107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9" presetClass="entr" presetSubtype="0" fill="hold" nodeType="clickEffect">
                                  <p:stCondLst>
                                    <p:cond delay="0"/>
                                  </p:stCondLst>
                                  <p:childTnLst>
                                    <p:set>
                                      <p:cBhvr>
                                        <p:cTn id="116" dur="1" fill="hold">
                                          <p:stCondLst>
                                            <p:cond delay="0"/>
                                          </p:stCondLst>
                                        </p:cTn>
                                        <p:tgtEl>
                                          <p:spTgt spid="471071"/>
                                        </p:tgtEl>
                                        <p:attrNameLst>
                                          <p:attrName>style.visibility</p:attrName>
                                        </p:attrNameLst>
                                      </p:cBhvr>
                                      <p:to>
                                        <p:strVal val="visible"/>
                                      </p:to>
                                    </p:set>
                                    <p:animEffect transition="in" filter="dissolve">
                                      <p:cBhvr>
                                        <p:cTn id="117" dur="500"/>
                                        <p:tgtEl>
                                          <p:spTgt spid="471071"/>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9" presetClass="entr" presetSubtype="0" fill="hold" grpId="0" nodeType="clickEffect">
                                  <p:stCondLst>
                                    <p:cond delay="0"/>
                                  </p:stCondLst>
                                  <p:childTnLst>
                                    <p:set>
                                      <p:cBhvr>
                                        <p:cTn id="121" dur="1" fill="hold">
                                          <p:stCondLst>
                                            <p:cond delay="0"/>
                                          </p:stCondLst>
                                        </p:cTn>
                                        <p:tgtEl>
                                          <p:spTgt spid="471072"/>
                                        </p:tgtEl>
                                        <p:attrNameLst>
                                          <p:attrName>style.visibility</p:attrName>
                                        </p:attrNameLst>
                                      </p:cBhvr>
                                      <p:to>
                                        <p:strVal val="visible"/>
                                      </p:to>
                                    </p:set>
                                    <p:animEffect transition="in" filter="dissolve">
                                      <p:cBhvr>
                                        <p:cTn id="122" dur="500"/>
                                        <p:tgtEl>
                                          <p:spTgt spid="471072"/>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iterate type="lt">
                                    <p:tmPct val="100000"/>
                                  </p:iterate>
                                  <p:childTnLst>
                                    <p:set>
                                      <p:cBhvr>
                                        <p:cTn id="126" dur="1" fill="hold">
                                          <p:stCondLst>
                                            <p:cond delay="0"/>
                                          </p:stCondLst>
                                        </p:cTn>
                                        <p:tgtEl>
                                          <p:spTgt spid="471073"/>
                                        </p:tgtEl>
                                        <p:attrNameLst>
                                          <p:attrName>style.visibility</p:attrName>
                                        </p:attrNameLst>
                                      </p:cBhvr>
                                      <p:to>
                                        <p:strVal val="visible"/>
                                      </p:to>
                                    </p:set>
                                    <p:animEffect transition="in" filter="wipe(left)">
                                      <p:cBhvr>
                                        <p:cTn id="127" dur="75"/>
                                        <p:tgtEl>
                                          <p:spTgt spid="471073"/>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iterate type="lt">
                                    <p:tmPct val="100000"/>
                                  </p:iterate>
                                  <p:childTnLst>
                                    <p:set>
                                      <p:cBhvr>
                                        <p:cTn id="131" dur="1" fill="hold">
                                          <p:stCondLst>
                                            <p:cond delay="0"/>
                                          </p:stCondLst>
                                        </p:cTn>
                                        <p:tgtEl>
                                          <p:spTgt spid="471074"/>
                                        </p:tgtEl>
                                        <p:attrNameLst>
                                          <p:attrName>style.visibility</p:attrName>
                                        </p:attrNameLst>
                                      </p:cBhvr>
                                      <p:to>
                                        <p:strVal val="visible"/>
                                      </p:to>
                                    </p:set>
                                    <p:animEffect transition="in" filter="wipe(left)">
                                      <p:cBhvr>
                                        <p:cTn id="132" dur="75"/>
                                        <p:tgtEl>
                                          <p:spTgt spid="471074"/>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iterate type="lt">
                                    <p:tmPct val="100000"/>
                                  </p:iterate>
                                  <p:childTnLst>
                                    <p:set>
                                      <p:cBhvr>
                                        <p:cTn id="136" dur="1" fill="hold">
                                          <p:stCondLst>
                                            <p:cond delay="0"/>
                                          </p:stCondLst>
                                        </p:cTn>
                                        <p:tgtEl>
                                          <p:spTgt spid="471075"/>
                                        </p:tgtEl>
                                        <p:attrNameLst>
                                          <p:attrName>style.visibility</p:attrName>
                                        </p:attrNameLst>
                                      </p:cBhvr>
                                      <p:to>
                                        <p:strVal val="visible"/>
                                      </p:to>
                                    </p:set>
                                    <p:animEffect transition="in" filter="wipe(left)">
                                      <p:cBhvr>
                                        <p:cTn id="137" dur="75"/>
                                        <p:tgtEl>
                                          <p:spTgt spid="471075"/>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9" presetClass="entr" presetSubtype="0" fill="hold" nodeType="clickEffect">
                                  <p:stCondLst>
                                    <p:cond delay="0"/>
                                  </p:stCondLst>
                                  <p:childTnLst>
                                    <p:set>
                                      <p:cBhvr>
                                        <p:cTn id="141" dur="1" fill="hold">
                                          <p:stCondLst>
                                            <p:cond delay="0"/>
                                          </p:stCondLst>
                                        </p:cTn>
                                        <p:tgtEl>
                                          <p:spTgt spid="3"/>
                                        </p:tgtEl>
                                        <p:attrNameLst>
                                          <p:attrName>style.visibility</p:attrName>
                                        </p:attrNameLst>
                                      </p:cBhvr>
                                      <p:to>
                                        <p:strVal val="visible"/>
                                      </p:to>
                                    </p:set>
                                    <p:animEffect transition="in" filter="dissolve">
                                      <p:cBhvr>
                                        <p:cTn id="142" dur="500"/>
                                        <p:tgtEl>
                                          <p:spTgt spid="3"/>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9" presetClass="entr" presetSubtype="0" fill="hold" nodeType="clickEffect">
                                  <p:stCondLst>
                                    <p:cond delay="0"/>
                                  </p:stCondLst>
                                  <p:childTnLst>
                                    <p:set>
                                      <p:cBhvr>
                                        <p:cTn id="146" dur="1" fill="hold">
                                          <p:stCondLst>
                                            <p:cond delay="0"/>
                                          </p:stCondLst>
                                        </p:cTn>
                                        <p:tgtEl>
                                          <p:spTgt spid="4"/>
                                        </p:tgtEl>
                                        <p:attrNameLst>
                                          <p:attrName>style.visibility</p:attrName>
                                        </p:attrNameLst>
                                      </p:cBhvr>
                                      <p:to>
                                        <p:strVal val="visible"/>
                                      </p:to>
                                    </p:set>
                                    <p:animEffect transition="in" filter="dissolve">
                                      <p:cBhvr>
                                        <p:cTn id="147" dur="500"/>
                                        <p:tgtEl>
                                          <p:spTgt spid="4"/>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grpId="0" nodeType="clickEffect">
                                  <p:stCondLst>
                                    <p:cond delay="0"/>
                                  </p:stCondLst>
                                  <p:iterate type="lt">
                                    <p:tmPct val="100000"/>
                                  </p:iterate>
                                  <p:childTnLst>
                                    <p:set>
                                      <p:cBhvr>
                                        <p:cTn id="151" dur="1" fill="hold">
                                          <p:stCondLst>
                                            <p:cond delay="0"/>
                                          </p:stCondLst>
                                        </p:cTn>
                                        <p:tgtEl>
                                          <p:spTgt spid="471082"/>
                                        </p:tgtEl>
                                        <p:attrNameLst>
                                          <p:attrName>style.visibility</p:attrName>
                                        </p:attrNameLst>
                                      </p:cBhvr>
                                      <p:to>
                                        <p:strVal val="visible"/>
                                      </p:to>
                                    </p:set>
                                    <p:animEffect transition="in" filter="wipe(left)">
                                      <p:cBhvr>
                                        <p:cTn id="152" dur="75"/>
                                        <p:tgtEl>
                                          <p:spTgt spid="471082"/>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grpId="0" nodeType="clickEffect">
                                  <p:stCondLst>
                                    <p:cond delay="0"/>
                                  </p:stCondLst>
                                  <p:iterate type="lt">
                                    <p:tmPct val="100000"/>
                                  </p:iterate>
                                  <p:childTnLst>
                                    <p:set>
                                      <p:cBhvr>
                                        <p:cTn id="156" dur="1" fill="hold">
                                          <p:stCondLst>
                                            <p:cond delay="0"/>
                                          </p:stCondLst>
                                        </p:cTn>
                                        <p:tgtEl>
                                          <p:spTgt spid="471083"/>
                                        </p:tgtEl>
                                        <p:attrNameLst>
                                          <p:attrName>style.visibility</p:attrName>
                                        </p:attrNameLst>
                                      </p:cBhvr>
                                      <p:to>
                                        <p:strVal val="visible"/>
                                      </p:to>
                                    </p:set>
                                    <p:animEffect transition="in" filter="wipe(left)">
                                      <p:cBhvr>
                                        <p:cTn id="157" dur="75"/>
                                        <p:tgtEl>
                                          <p:spTgt spid="471083"/>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grpId="0" nodeType="clickEffect">
                                  <p:stCondLst>
                                    <p:cond delay="0"/>
                                  </p:stCondLst>
                                  <p:iterate type="lt">
                                    <p:tmPct val="100000"/>
                                  </p:iterate>
                                  <p:childTnLst>
                                    <p:set>
                                      <p:cBhvr>
                                        <p:cTn id="161" dur="1" fill="hold">
                                          <p:stCondLst>
                                            <p:cond delay="0"/>
                                          </p:stCondLst>
                                        </p:cTn>
                                        <p:tgtEl>
                                          <p:spTgt spid="471084"/>
                                        </p:tgtEl>
                                        <p:attrNameLst>
                                          <p:attrName>style.visibility</p:attrName>
                                        </p:attrNameLst>
                                      </p:cBhvr>
                                      <p:to>
                                        <p:strVal val="visible"/>
                                      </p:to>
                                    </p:set>
                                    <p:animEffect transition="in" filter="wipe(left)">
                                      <p:cBhvr>
                                        <p:cTn id="162" dur="75"/>
                                        <p:tgtEl>
                                          <p:spTgt spid="471084"/>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grpId="0" nodeType="clickEffect">
                                  <p:stCondLst>
                                    <p:cond delay="0"/>
                                  </p:stCondLst>
                                  <p:iterate type="lt">
                                    <p:tmPct val="100000"/>
                                  </p:iterate>
                                  <p:childTnLst>
                                    <p:set>
                                      <p:cBhvr>
                                        <p:cTn id="166" dur="1" fill="hold">
                                          <p:stCondLst>
                                            <p:cond delay="0"/>
                                          </p:stCondLst>
                                        </p:cTn>
                                        <p:tgtEl>
                                          <p:spTgt spid="471085"/>
                                        </p:tgtEl>
                                        <p:attrNameLst>
                                          <p:attrName>style.visibility</p:attrName>
                                        </p:attrNameLst>
                                      </p:cBhvr>
                                      <p:to>
                                        <p:strVal val="visible"/>
                                      </p:to>
                                    </p:set>
                                    <p:animEffect transition="in" filter="wipe(left)">
                                      <p:cBhvr>
                                        <p:cTn id="167" dur="75"/>
                                        <p:tgtEl>
                                          <p:spTgt spid="471085"/>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grpId="0" nodeType="clickEffect">
                                  <p:stCondLst>
                                    <p:cond delay="0"/>
                                  </p:stCondLst>
                                  <p:iterate type="lt">
                                    <p:tmPct val="100000"/>
                                  </p:iterate>
                                  <p:childTnLst>
                                    <p:set>
                                      <p:cBhvr>
                                        <p:cTn id="171" dur="1" fill="hold">
                                          <p:stCondLst>
                                            <p:cond delay="0"/>
                                          </p:stCondLst>
                                        </p:cTn>
                                        <p:tgtEl>
                                          <p:spTgt spid="471086"/>
                                        </p:tgtEl>
                                        <p:attrNameLst>
                                          <p:attrName>style.visibility</p:attrName>
                                        </p:attrNameLst>
                                      </p:cBhvr>
                                      <p:to>
                                        <p:strVal val="visible"/>
                                      </p:to>
                                    </p:set>
                                    <p:animEffect transition="in" filter="wipe(left)">
                                      <p:cBhvr>
                                        <p:cTn id="172" dur="75"/>
                                        <p:tgtEl>
                                          <p:spTgt spid="471086"/>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grpId="0" nodeType="clickEffect">
                                  <p:stCondLst>
                                    <p:cond delay="0"/>
                                  </p:stCondLst>
                                  <p:iterate type="lt">
                                    <p:tmPct val="100000"/>
                                  </p:iterate>
                                  <p:childTnLst>
                                    <p:set>
                                      <p:cBhvr>
                                        <p:cTn id="176" dur="1" fill="hold">
                                          <p:stCondLst>
                                            <p:cond delay="0"/>
                                          </p:stCondLst>
                                        </p:cTn>
                                        <p:tgtEl>
                                          <p:spTgt spid="471087"/>
                                        </p:tgtEl>
                                        <p:attrNameLst>
                                          <p:attrName>style.visibility</p:attrName>
                                        </p:attrNameLst>
                                      </p:cBhvr>
                                      <p:to>
                                        <p:strVal val="visible"/>
                                      </p:to>
                                    </p:set>
                                    <p:animEffect transition="in" filter="wipe(left)">
                                      <p:cBhvr>
                                        <p:cTn id="177" dur="75"/>
                                        <p:tgtEl>
                                          <p:spTgt spid="471087"/>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8" fill="hold" grpId="0" nodeType="clickEffect">
                                  <p:stCondLst>
                                    <p:cond delay="0"/>
                                  </p:stCondLst>
                                  <p:iterate type="lt">
                                    <p:tmPct val="100000"/>
                                  </p:iterate>
                                  <p:childTnLst>
                                    <p:set>
                                      <p:cBhvr>
                                        <p:cTn id="181" dur="1" fill="hold">
                                          <p:stCondLst>
                                            <p:cond delay="0"/>
                                          </p:stCondLst>
                                        </p:cTn>
                                        <p:tgtEl>
                                          <p:spTgt spid="471088"/>
                                        </p:tgtEl>
                                        <p:attrNameLst>
                                          <p:attrName>style.visibility</p:attrName>
                                        </p:attrNameLst>
                                      </p:cBhvr>
                                      <p:to>
                                        <p:strVal val="visible"/>
                                      </p:to>
                                    </p:set>
                                    <p:animEffect transition="in" filter="wipe(left)">
                                      <p:cBhvr>
                                        <p:cTn id="182" dur="75"/>
                                        <p:tgtEl>
                                          <p:spTgt spid="471088"/>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8" fill="hold" grpId="0" nodeType="clickEffect">
                                  <p:stCondLst>
                                    <p:cond delay="0"/>
                                  </p:stCondLst>
                                  <p:iterate type="lt">
                                    <p:tmPct val="100000"/>
                                  </p:iterate>
                                  <p:childTnLst>
                                    <p:set>
                                      <p:cBhvr>
                                        <p:cTn id="186" dur="1" fill="hold">
                                          <p:stCondLst>
                                            <p:cond delay="0"/>
                                          </p:stCondLst>
                                        </p:cTn>
                                        <p:tgtEl>
                                          <p:spTgt spid="471089"/>
                                        </p:tgtEl>
                                        <p:attrNameLst>
                                          <p:attrName>style.visibility</p:attrName>
                                        </p:attrNameLst>
                                      </p:cBhvr>
                                      <p:to>
                                        <p:strVal val="visible"/>
                                      </p:to>
                                    </p:set>
                                    <p:animEffect transition="in" filter="wipe(left)">
                                      <p:cBhvr>
                                        <p:cTn id="187" dur="75"/>
                                        <p:tgtEl>
                                          <p:spTgt spid="471089"/>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8" fill="hold" grpId="0" nodeType="clickEffect">
                                  <p:stCondLst>
                                    <p:cond delay="0"/>
                                  </p:stCondLst>
                                  <p:iterate type="lt">
                                    <p:tmPct val="100000"/>
                                  </p:iterate>
                                  <p:childTnLst>
                                    <p:set>
                                      <p:cBhvr>
                                        <p:cTn id="191" dur="1" fill="hold">
                                          <p:stCondLst>
                                            <p:cond delay="0"/>
                                          </p:stCondLst>
                                        </p:cTn>
                                        <p:tgtEl>
                                          <p:spTgt spid="471092"/>
                                        </p:tgtEl>
                                        <p:attrNameLst>
                                          <p:attrName>style.visibility</p:attrName>
                                        </p:attrNameLst>
                                      </p:cBhvr>
                                      <p:to>
                                        <p:strVal val="visible"/>
                                      </p:to>
                                    </p:set>
                                    <p:animEffect transition="in" filter="wipe(left)">
                                      <p:cBhvr>
                                        <p:cTn id="192" dur="75"/>
                                        <p:tgtEl>
                                          <p:spTgt spid="471092"/>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8" fill="hold" grpId="0" nodeType="clickEffect">
                                  <p:stCondLst>
                                    <p:cond delay="0"/>
                                  </p:stCondLst>
                                  <p:iterate type="lt">
                                    <p:tmPct val="100000"/>
                                  </p:iterate>
                                  <p:childTnLst>
                                    <p:set>
                                      <p:cBhvr>
                                        <p:cTn id="196" dur="1" fill="hold">
                                          <p:stCondLst>
                                            <p:cond delay="0"/>
                                          </p:stCondLst>
                                        </p:cTn>
                                        <p:tgtEl>
                                          <p:spTgt spid="471093"/>
                                        </p:tgtEl>
                                        <p:attrNameLst>
                                          <p:attrName>style.visibility</p:attrName>
                                        </p:attrNameLst>
                                      </p:cBhvr>
                                      <p:to>
                                        <p:strVal val="visible"/>
                                      </p:to>
                                    </p:set>
                                    <p:animEffect transition="in" filter="wipe(left)">
                                      <p:cBhvr>
                                        <p:cTn id="197" dur="75"/>
                                        <p:tgtEl>
                                          <p:spTgt spid="471093"/>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8" fill="hold" grpId="0" nodeType="clickEffect">
                                  <p:stCondLst>
                                    <p:cond delay="0"/>
                                  </p:stCondLst>
                                  <p:iterate type="lt">
                                    <p:tmPct val="100000"/>
                                  </p:iterate>
                                  <p:childTnLst>
                                    <p:set>
                                      <p:cBhvr>
                                        <p:cTn id="201" dur="1" fill="hold">
                                          <p:stCondLst>
                                            <p:cond delay="0"/>
                                          </p:stCondLst>
                                        </p:cTn>
                                        <p:tgtEl>
                                          <p:spTgt spid="471094"/>
                                        </p:tgtEl>
                                        <p:attrNameLst>
                                          <p:attrName>style.visibility</p:attrName>
                                        </p:attrNameLst>
                                      </p:cBhvr>
                                      <p:to>
                                        <p:strVal val="visible"/>
                                      </p:to>
                                    </p:set>
                                    <p:animEffect transition="in" filter="wipe(left)">
                                      <p:cBhvr>
                                        <p:cTn id="202" dur="75"/>
                                        <p:tgtEl>
                                          <p:spTgt spid="471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3" grpId="0" build="p" bldLvl="2" autoUpdateAnimBg="0"/>
      <p:bldP spid="471044" grpId="0" autoUpdateAnimBg="0"/>
      <p:bldP spid="471045" grpId="0" autoUpdateAnimBg="0"/>
      <p:bldP spid="471046" grpId="0" autoUpdateAnimBg="0"/>
      <p:bldP spid="471047" grpId="0" animBg="1"/>
      <p:bldP spid="471048" grpId="0" autoUpdateAnimBg="0"/>
      <p:bldP spid="471049" grpId="0" animBg="1"/>
      <p:bldP spid="471050" grpId="0" autoUpdateAnimBg="0"/>
      <p:bldP spid="471051" grpId="0" animBg="1"/>
      <p:bldP spid="471053" grpId="0" autoUpdateAnimBg="0"/>
      <p:bldP spid="471054" grpId="0" autoUpdateAnimBg="0"/>
      <p:bldP spid="471055" grpId="0" animBg="1"/>
      <p:bldP spid="471056" grpId="0" autoUpdateAnimBg="0"/>
      <p:bldP spid="471058" grpId="0" animBg="1"/>
      <p:bldP spid="471064" grpId="0" animBg="1"/>
      <p:bldP spid="471065" grpId="0" autoUpdateAnimBg="0"/>
      <p:bldP spid="471066" grpId="0" autoUpdateAnimBg="0"/>
      <p:bldP spid="471067" grpId="0" animBg="1"/>
      <p:bldP spid="471068" grpId="0" autoUpdateAnimBg="0"/>
      <p:bldP spid="471069" grpId="0" autoUpdateAnimBg="0"/>
      <p:bldP spid="471072" grpId="0" animBg="1"/>
      <p:bldP spid="471073" grpId="0" autoUpdateAnimBg="0"/>
      <p:bldP spid="471074" grpId="0" autoUpdateAnimBg="0"/>
      <p:bldP spid="471075" grpId="0" autoUpdateAnimBg="0"/>
      <p:bldP spid="471082" grpId="0" autoUpdateAnimBg="0"/>
      <p:bldP spid="471083" grpId="0" autoUpdateAnimBg="0"/>
      <p:bldP spid="471084" grpId="0" autoUpdateAnimBg="0"/>
      <p:bldP spid="471085" grpId="0" autoUpdateAnimBg="0"/>
      <p:bldP spid="471086" grpId="0" autoUpdateAnimBg="0"/>
      <p:bldP spid="471087" grpId="0" autoUpdateAnimBg="0"/>
      <p:bldP spid="471088" grpId="0" autoUpdateAnimBg="0"/>
      <p:bldP spid="471089" grpId="0" autoUpdateAnimBg="0"/>
      <p:bldP spid="471092" grpId="0" autoUpdateAnimBg="0"/>
      <p:bldP spid="471093" grpId="0" autoUpdateAnimBg="0"/>
      <p:bldP spid="471094"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35DCEC1-6E91-470C-8681-077532192E78}" type="slidenum">
              <a:rPr lang="zh-CN" altLang="en-US" b="0" i="0" smtClean="0"/>
              <a:pPr/>
              <a:t>84</a:t>
            </a:fld>
            <a:endParaRPr lang="en-US" altLang="zh-CN" b="0" i="0" smtClean="0"/>
          </a:p>
        </p:txBody>
      </p:sp>
      <p:sp>
        <p:nvSpPr>
          <p:cNvPr id="10854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303504E-8DF7-4A4A-8247-B4C47E1676FA}" type="datetime1">
              <a:rPr lang="zh-CN" altLang="en-US" sz="1800" i="0" smtClean="0"/>
              <a:pPr/>
              <a:t>2024/10/20</a:t>
            </a:fld>
            <a:endParaRPr lang="en-US" altLang="zh-CN" sz="1800" i="0" smtClean="0"/>
          </a:p>
        </p:txBody>
      </p:sp>
      <p:sp>
        <p:nvSpPr>
          <p:cNvPr id="472066" name="Rectangle 2"/>
          <p:cNvSpPr>
            <a:spLocks noGrp="1" noChangeArrowheads="1"/>
          </p:cNvSpPr>
          <p:nvPr>
            <p:ph type="title"/>
          </p:nvPr>
        </p:nvSpPr>
        <p:spPr>
          <a:xfrm>
            <a:off x="650875" y="365125"/>
            <a:ext cx="8820150" cy="549275"/>
          </a:xfrm>
        </p:spPr>
        <p:txBody>
          <a:bodyPr/>
          <a:lstStyle/>
          <a:p>
            <a:pPr>
              <a:defRPr/>
            </a:pPr>
            <a:r>
              <a:rPr lang="zh-CN" altLang="en-US" sz="4000" smtClean="0"/>
              <a:t>§4.1 等距节点下的拉格朗日插值公式</a:t>
            </a:r>
          </a:p>
        </p:txBody>
      </p:sp>
      <p:grpSp>
        <p:nvGrpSpPr>
          <p:cNvPr id="2" name="Group 48"/>
          <p:cNvGrpSpPr>
            <a:grpSpLocks/>
          </p:cNvGrpSpPr>
          <p:nvPr/>
        </p:nvGrpSpPr>
        <p:grpSpPr bwMode="auto">
          <a:xfrm>
            <a:off x="933450" y="990600"/>
            <a:ext cx="7569200" cy="1066800"/>
            <a:chOff x="543" y="624"/>
            <a:chExt cx="4401" cy="672"/>
          </a:xfrm>
        </p:grpSpPr>
        <p:graphicFrame>
          <p:nvGraphicFramePr>
            <p:cNvPr id="108579" name="Object 4"/>
            <p:cNvGraphicFramePr>
              <a:graphicFrameLocks noChangeAspect="1"/>
            </p:cNvGraphicFramePr>
            <p:nvPr/>
          </p:nvGraphicFramePr>
          <p:xfrm>
            <a:off x="543" y="624"/>
            <a:ext cx="578" cy="672"/>
          </p:xfrm>
          <a:graphic>
            <a:graphicData uri="http://schemas.openxmlformats.org/presentationml/2006/ole">
              <mc:AlternateContent xmlns:mc="http://schemas.openxmlformats.org/markup-compatibility/2006">
                <mc:Choice xmlns:v="urn:schemas-microsoft-com:vml" Requires="v">
                  <p:oleObj spid="_x0000_s108674" name="Equation" r:id="rId3" imgW="418918" imgH="431613" progId="Equation.3">
                    <p:embed/>
                  </p:oleObj>
                </mc:Choice>
                <mc:Fallback>
                  <p:oleObj name="Equation" r:id="rId3" imgW="418918"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 y="624"/>
                          <a:ext cx="578"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8580" name="Group 29"/>
            <p:cNvGrpSpPr>
              <a:grpSpLocks/>
            </p:cNvGrpSpPr>
            <p:nvPr/>
          </p:nvGrpSpPr>
          <p:grpSpPr bwMode="auto">
            <a:xfrm>
              <a:off x="1071" y="624"/>
              <a:ext cx="3408" cy="375"/>
              <a:chOff x="1071" y="624"/>
              <a:chExt cx="3408" cy="375"/>
            </a:xfrm>
          </p:grpSpPr>
          <p:sp>
            <p:nvSpPr>
              <p:cNvPr id="108590" name="Line 5"/>
              <p:cNvSpPr>
                <a:spLocks noChangeShapeType="1"/>
              </p:cNvSpPr>
              <p:nvPr/>
            </p:nvSpPr>
            <p:spPr bwMode="auto">
              <a:xfrm>
                <a:off x="1071" y="960"/>
                <a:ext cx="34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91" name="Rectangle 6"/>
              <p:cNvSpPr>
                <a:spLocks noChangeArrowheads="1"/>
              </p:cNvSpPr>
              <p:nvPr/>
            </p:nvSpPr>
            <p:spPr bwMode="auto">
              <a:xfrm>
                <a:off x="1146" y="654"/>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t</a:t>
                </a:r>
                <a:endParaRPr lang="zh-CN" altLang="en-US" sz="2800">
                  <a:latin typeface="Times New Roman" pitchFamily="18" charset="0"/>
                </a:endParaRPr>
              </a:p>
            </p:txBody>
          </p:sp>
          <p:sp>
            <p:nvSpPr>
              <p:cNvPr id="108592" name="Rectangle 7"/>
              <p:cNvSpPr>
                <a:spLocks noChangeArrowheads="1"/>
              </p:cNvSpPr>
              <p:nvPr/>
            </p:nvSpPr>
            <p:spPr bwMode="auto">
              <a:xfrm>
                <a:off x="1357" y="654"/>
                <a:ext cx="5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1)</a:t>
                </a:r>
                <a:endParaRPr lang="zh-CN" altLang="en-US" sz="2800">
                  <a:latin typeface="Times New Roman" pitchFamily="18" charset="0"/>
                </a:endParaRPr>
              </a:p>
            </p:txBody>
          </p:sp>
          <p:sp>
            <p:nvSpPr>
              <p:cNvPr id="108593" name="Rectangle 8"/>
              <p:cNvSpPr>
                <a:spLocks noChangeArrowheads="1"/>
              </p:cNvSpPr>
              <p:nvPr/>
            </p:nvSpPr>
            <p:spPr bwMode="auto">
              <a:xfrm>
                <a:off x="1839" y="633"/>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grpSp>
            <p:nvGrpSpPr>
              <p:cNvPr id="108594" name="Group 9"/>
              <p:cNvGrpSpPr>
                <a:grpSpLocks/>
              </p:cNvGrpSpPr>
              <p:nvPr/>
            </p:nvGrpSpPr>
            <p:grpSpPr bwMode="auto">
              <a:xfrm>
                <a:off x="2093" y="672"/>
                <a:ext cx="708" cy="327"/>
                <a:chOff x="1646" y="3168"/>
                <a:chExt cx="708" cy="327"/>
              </a:xfrm>
            </p:grpSpPr>
            <p:sp>
              <p:nvSpPr>
                <p:cNvPr id="108600" name="Rectangle 10"/>
                <p:cNvSpPr>
                  <a:spLocks noChangeArrowheads="1"/>
                </p:cNvSpPr>
                <p:nvPr/>
              </p:nvSpPr>
              <p:spPr bwMode="auto">
                <a:xfrm>
                  <a:off x="1646" y="3168"/>
                  <a:ext cx="7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 </a:t>
                  </a:r>
                  <a:r>
                    <a:rPr lang="en-US" altLang="zh-CN" sz="2800">
                      <a:latin typeface="Times New Roman" pitchFamily="18" charset="0"/>
                    </a:rPr>
                    <a:t>i</a:t>
                  </a:r>
                  <a:r>
                    <a:rPr lang="en-US" altLang="zh-CN" sz="2800" i="0">
                      <a:latin typeface="Times New Roman" pitchFamily="18" charset="0"/>
                    </a:rPr>
                    <a:t>-1)</a:t>
                  </a:r>
                  <a:endParaRPr lang="zh-CN" altLang="en-US" sz="2800">
                    <a:latin typeface="Times New Roman" pitchFamily="18" charset="0"/>
                  </a:endParaRPr>
                </a:p>
              </p:txBody>
            </p:sp>
            <p:sp>
              <p:nvSpPr>
                <p:cNvPr id="108601" name="Line 11"/>
                <p:cNvSpPr>
                  <a:spLocks noChangeShapeType="1"/>
                </p:cNvSpPr>
                <p:nvPr/>
              </p:nvSpPr>
              <p:spPr bwMode="auto">
                <a:xfrm>
                  <a:off x="1920"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8595" name="Group 12"/>
              <p:cNvGrpSpPr>
                <a:grpSpLocks/>
              </p:cNvGrpSpPr>
              <p:nvPr/>
            </p:nvGrpSpPr>
            <p:grpSpPr bwMode="auto">
              <a:xfrm>
                <a:off x="2818" y="672"/>
                <a:ext cx="761" cy="327"/>
                <a:chOff x="1620" y="3168"/>
                <a:chExt cx="761" cy="327"/>
              </a:xfrm>
            </p:grpSpPr>
            <p:sp>
              <p:nvSpPr>
                <p:cNvPr id="108598" name="Rectangle 13"/>
                <p:cNvSpPr>
                  <a:spLocks noChangeArrowheads="1"/>
                </p:cNvSpPr>
                <p:nvPr/>
              </p:nvSpPr>
              <p:spPr bwMode="auto">
                <a:xfrm>
                  <a:off x="1620" y="3168"/>
                  <a:ext cx="76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 </a:t>
                  </a:r>
                  <a:r>
                    <a:rPr lang="en-US" altLang="zh-CN" sz="2800">
                      <a:latin typeface="Times New Roman" pitchFamily="18" charset="0"/>
                    </a:rPr>
                    <a:t>i</a:t>
                  </a:r>
                  <a:r>
                    <a:rPr lang="en-US" altLang="zh-CN" sz="2800" i="0">
                      <a:latin typeface="Times New Roman" pitchFamily="18" charset="0"/>
                    </a:rPr>
                    <a:t>+1)</a:t>
                  </a:r>
                  <a:endParaRPr lang="zh-CN" altLang="en-US" sz="2800">
                    <a:latin typeface="Times New Roman" pitchFamily="18" charset="0"/>
                  </a:endParaRPr>
                </a:p>
              </p:txBody>
            </p:sp>
            <p:sp>
              <p:nvSpPr>
                <p:cNvPr id="108599" name="Line 14"/>
                <p:cNvSpPr>
                  <a:spLocks noChangeShapeType="1"/>
                </p:cNvSpPr>
                <p:nvPr/>
              </p:nvSpPr>
              <p:spPr bwMode="auto">
                <a:xfrm>
                  <a:off x="1920"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8596" name="Rectangle 15"/>
              <p:cNvSpPr>
                <a:spLocks noChangeArrowheads="1"/>
              </p:cNvSpPr>
              <p:nvPr/>
            </p:nvSpPr>
            <p:spPr bwMode="auto">
              <a:xfrm>
                <a:off x="3567" y="624"/>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sp>
            <p:nvSpPr>
              <p:cNvPr id="108597" name="Rectangle 16"/>
              <p:cNvSpPr>
                <a:spLocks noChangeArrowheads="1"/>
              </p:cNvSpPr>
              <p:nvPr/>
            </p:nvSpPr>
            <p:spPr bwMode="auto">
              <a:xfrm>
                <a:off x="3863" y="672"/>
                <a:ext cx="5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a:t>
                </a:r>
                <a:r>
                  <a:rPr lang="en-US" altLang="zh-CN" sz="2800">
                    <a:latin typeface="Times New Roman" pitchFamily="18" charset="0"/>
                  </a:rPr>
                  <a:t>n</a:t>
                </a:r>
                <a:r>
                  <a:rPr lang="en-US" altLang="zh-CN" sz="2800" i="0">
                    <a:latin typeface="Times New Roman" pitchFamily="18" charset="0"/>
                  </a:rPr>
                  <a:t>)</a:t>
                </a:r>
                <a:endParaRPr lang="zh-CN" altLang="en-US" sz="2800">
                  <a:latin typeface="Times New Roman" pitchFamily="18" charset="0"/>
                </a:endParaRPr>
              </a:p>
            </p:txBody>
          </p:sp>
        </p:grpSp>
        <p:sp>
          <p:nvSpPr>
            <p:cNvPr id="108581" name="Rectangle 17"/>
            <p:cNvSpPr>
              <a:spLocks noChangeArrowheads="1"/>
            </p:cNvSpPr>
            <p:nvPr/>
          </p:nvSpPr>
          <p:spPr bwMode="auto">
            <a:xfrm>
              <a:off x="1133" y="921"/>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i</a:t>
              </a:r>
              <a:endParaRPr lang="zh-CN" altLang="en-US" sz="2800">
                <a:latin typeface="Times New Roman" pitchFamily="18" charset="0"/>
              </a:endParaRPr>
            </a:p>
          </p:txBody>
        </p:sp>
        <p:sp>
          <p:nvSpPr>
            <p:cNvPr id="108582" name="Rectangle 18"/>
            <p:cNvSpPr>
              <a:spLocks noChangeArrowheads="1"/>
            </p:cNvSpPr>
            <p:nvPr/>
          </p:nvSpPr>
          <p:spPr bwMode="auto">
            <a:xfrm>
              <a:off x="1376" y="921"/>
              <a:ext cx="4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(i</a:t>
              </a:r>
              <a:r>
                <a:rPr lang="en-US" altLang="zh-CN" sz="2800" i="0">
                  <a:latin typeface="Times New Roman" pitchFamily="18" charset="0"/>
                </a:rPr>
                <a:t>-1</a:t>
              </a:r>
              <a:r>
                <a:rPr lang="en-US" altLang="zh-CN" sz="2800">
                  <a:latin typeface="Times New Roman" pitchFamily="18" charset="0"/>
                </a:rPr>
                <a:t>)</a:t>
              </a:r>
              <a:endParaRPr lang="zh-CN" altLang="en-US" sz="2800">
                <a:latin typeface="Times New Roman" pitchFamily="18" charset="0"/>
              </a:endParaRPr>
            </a:p>
          </p:txBody>
        </p:sp>
        <p:sp>
          <p:nvSpPr>
            <p:cNvPr id="108583" name="Rectangle 19"/>
            <p:cNvSpPr>
              <a:spLocks noChangeArrowheads="1"/>
            </p:cNvSpPr>
            <p:nvPr/>
          </p:nvSpPr>
          <p:spPr bwMode="auto">
            <a:xfrm>
              <a:off x="1887" y="873"/>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sp>
          <p:nvSpPr>
            <p:cNvPr id="108584" name="Rectangle 20"/>
            <p:cNvSpPr>
              <a:spLocks noChangeArrowheads="1"/>
            </p:cNvSpPr>
            <p:nvPr/>
          </p:nvSpPr>
          <p:spPr bwMode="auto">
            <a:xfrm>
              <a:off x="2149" y="921"/>
              <a:ext cx="21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2</a:t>
              </a:r>
              <a:endParaRPr lang="zh-CN" altLang="en-US" sz="2800" i="0">
                <a:latin typeface="Times New Roman" pitchFamily="18" charset="0"/>
              </a:endParaRPr>
            </a:p>
          </p:txBody>
        </p:sp>
        <p:sp>
          <p:nvSpPr>
            <p:cNvPr id="108585" name="Rectangle 21"/>
            <p:cNvSpPr>
              <a:spLocks noChangeArrowheads="1"/>
            </p:cNvSpPr>
            <p:nvPr/>
          </p:nvSpPr>
          <p:spPr bwMode="auto">
            <a:xfrm>
              <a:off x="2437" y="921"/>
              <a:ext cx="21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a:latin typeface="Times New Roman" pitchFamily="18" charset="0"/>
              </a:endParaRPr>
            </a:p>
          </p:txBody>
        </p:sp>
        <p:sp>
          <p:nvSpPr>
            <p:cNvPr id="108586" name="Rectangle 22"/>
            <p:cNvSpPr>
              <a:spLocks noChangeArrowheads="1"/>
            </p:cNvSpPr>
            <p:nvPr/>
          </p:nvSpPr>
          <p:spPr bwMode="auto">
            <a:xfrm>
              <a:off x="2686" y="912"/>
              <a:ext cx="41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a:latin typeface="Times New Roman" pitchFamily="18" charset="0"/>
              </a:endParaRPr>
            </a:p>
          </p:txBody>
        </p:sp>
        <p:sp>
          <p:nvSpPr>
            <p:cNvPr id="108587" name="Rectangle 23"/>
            <p:cNvSpPr>
              <a:spLocks noChangeArrowheads="1"/>
            </p:cNvSpPr>
            <p:nvPr/>
          </p:nvSpPr>
          <p:spPr bwMode="auto">
            <a:xfrm>
              <a:off x="3087" y="873"/>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sp>
          <p:nvSpPr>
            <p:cNvPr id="108588" name="Rectangle 24"/>
            <p:cNvSpPr>
              <a:spLocks noChangeArrowheads="1"/>
            </p:cNvSpPr>
            <p:nvPr/>
          </p:nvSpPr>
          <p:spPr bwMode="auto">
            <a:xfrm>
              <a:off x="3417" y="912"/>
              <a:ext cx="6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n-</a:t>
              </a:r>
              <a:r>
                <a:rPr lang="en-US" altLang="zh-CN" sz="2800" i="0">
                  <a:latin typeface="Times New Roman" pitchFamily="18" charset="0"/>
                </a:rPr>
                <a:t>i))</a:t>
              </a:r>
              <a:endParaRPr lang="zh-CN" altLang="en-US" sz="2800" i="0">
                <a:latin typeface="Times New Roman" pitchFamily="18" charset="0"/>
              </a:endParaRPr>
            </a:p>
          </p:txBody>
        </p:sp>
        <p:sp>
          <p:nvSpPr>
            <p:cNvPr id="108589" name="Rectangle 25"/>
            <p:cNvSpPr>
              <a:spLocks noChangeArrowheads="1"/>
            </p:cNvSpPr>
            <p:nvPr/>
          </p:nvSpPr>
          <p:spPr bwMode="auto">
            <a:xfrm>
              <a:off x="4398" y="739"/>
              <a:ext cx="54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f(x</a:t>
              </a:r>
              <a:r>
                <a:rPr lang="en-US" altLang="zh-CN" sz="3200" i="0" baseline="-25000">
                  <a:latin typeface="Times New Roman" pitchFamily="18" charset="0"/>
                </a:rPr>
                <a:t>i</a:t>
              </a:r>
              <a:r>
                <a:rPr lang="en-US" altLang="zh-CN" sz="3200" i="0">
                  <a:latin typeface="Times New Roman" pitchFamily="18" charset="0"/>
                </a:rPr>
                <a:t>)</a:t>
              </a:r>
              <a:endParaRPr lang="zh-CN" altLang="en-US" sz="3200" i="0">
                <a:latin typeface="Times New Roman" pitchFamily="18" charset="0"/>
              </a:endParaRPr>
            </a:p>
          </p:txBody>
        </p:sp>
      </p:grpSp>
      <p:graphicFrame>
        <p:nvGraphicFramePr>
          <p:cNvPr id="472091" name="Object 27"/>
          <p:cNvGraphicFramePr>
            <a:graphicFrameLocks noChangeAspect="1"/>
          </p:cNvGraphicFramePr>
          <p:nvPr/>
        </p:nvGraphicFramePr>
        <p:xfrm>
          <a:off x="987425" y="1905000"/>
          <a:ext cx="993775" cy="1066800"/>
        </p:xfrm>
        <a:graphic>
          <a:graphicData uri="http://schemas.openxmlformats.org/presentationml/2006/ole">
            <mc:AlternateContent xmlns:mc="http://schemas.openxmlformats.org/markup-compatibility/2006">
              <mc:Choice xmlns:v="urn:schemas-microsoft-com:vml" Requires="v">
                <p:oleObj spid="_x0000_s108675" name="Equation" r:id="rId5" imgW="418918" imgH="431613" progId="Equation.3">
                  <p:embed/>
                </p:oleObj>
              </mc:Choice>
              <mc:Fallback>
                <p:oleObj name="Equation" r:id="rId5" imgW="418918" imgH="431613"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7425" y="1905000"/>
                        <a:ext cx="99377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2092" name="Line 28"/>
          <p:cNvSpPr>
            <a:spLocks noChangeShapeType="1"/>
          </p:cNvSpPr>
          <p:nvPr/>
        </p:nvSpPr>
        <p:spPr bwMode="auto">
          <a:xfrm>
            <a:off x="1816100" y="2438400"/>
            <a:ext cx="6604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 name="Group 43"/>
          <p:cNvGrpSpPr>
            <a:grpSpLocks/>
          </p:cNvGrpSpPr>
          <p:nvPr/>
        </p:nvGrpSpPr>
        <p:grpSpPr bwMode="auto">
          <a:xfrm>
            <a:off x="2136775" y="1843088"/>
            <a:ext cx="5580063" cy="595312"/>
            <a:chOff x="1242" y="1104"/>
            <a:chExt cx="3245" cy="375"/>
          </a:xfrm>
        </p:grpSpPr>
        <p:sp>
          <p:nvSpPr>
            <p:cNvPr id="108568" name="Rectangle 32"/>
            <p:cNvSpPr>
              <a:spLocks noChangeArrowheads="1"/>
            </p:cNvSpPr>
            <p:nvPr/>
          </p:nvSpPr>
          <p:spPr bwMode="auto">
            <a:xfrm>
              <a:off x="1242" y="1134"/>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t</a:t>
              </a:r>
              <a:endParaRPr lang="zh-CN" altLang="en-US" sz="2800">
                <a:latin typeface="Times New Roman" pitchFamily="18" charset="0"/>
              </a:endParaRPr>
            </a:p>
          </p:txBody>
        </p:sp>
        <p:sp>
          <p:nvSpPr>
            <p:cNvPr id="108569" name="Rectangle 33"/>
            <p:cNvSpPr>
              <a:spLocks noChangeArrowheads="1"/>
            </p:cNvSpPr>
            <p:nvPr/>
          </p:nvSpPr>
          <p:spPr bwMode="auto">
            <a:xfrm>
              <a:off x="1453" y="1134"/>
              <a:ext cx="5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1)</a:t>
              </a:r>
              <a:endParaRPr lang="zh-CN" altLang="en-US" sz="2800">
                <a:latin typeface="Times New Roman" pitchFamily="18" charset="0"/>
              </a:endParaRPr>
            </a:p>
          </p:txBody>
        </p:sp>
        <p:sp>
          <p:nvSpPr>
            <p:cNvPr id="108570" name="Rectangle 34"/>
            <p:cNvSpPr>
              <a:spLocks noChangeArrowheads="1"/>
            </p:cNvSpPr>
            <p:nvPr/>
          </p:nvSpPr>
          <p:spPr bwMode="auto">
            <a:xfrm>
              <a:off x="1935" y="1113"/>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grpSp>
          <p:nvGrpSpPr>
            <p:cNvPr id="108571" name="Group 35"/>
            <p:cNvGrpSpPr>
              <a:grpSpLocks/>
            </p:cNvGrpSpPr>
            <p:nvPr/>
          </p:nvGrpSpPr>
          <p:grpSpPr bwMode="auto">
            <a:xfrm>
              <a:off x="2189" y="1152"/>
              <a:ext cx="708" cy="327"/>
              <a:chOff x="1646" y="3168"/>
              <a:chExt cx="708" cy="327"/>
            </a:xfrm>
          </p:grpSpPr>
          <p:sp>
            <p:nvSpPr>
              <p:cNvPr id="108577" name="Rectangle 36"/>
              <p:cNvSpPr>
                <a:spLocks noChangeArrowheads="1"/>
              </p:cNvSpPr>
              <p:nvPr/>
            </p:nvSpPr>
            <p:spPr bwMode="auto">
              <a:xfrm>
                <a:off x="1646" y="3168"/>
                <a:ext cx="7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 </a:t>
                </a:r>
                <a:r>
                  <a:rPr lang="en-US" altLang="zh-CN" sz="2800">
                    <a:latin typeface="Times New Roman" pitchFamily="18" charset="0"/>
                  </a:rPr>
                  <a:t>i</a:t>
                </a:r>
                <a:r>
                  <a:rPr lang="en-US" altLang="zh-CN" sz="2800" i="0">
                    <a:latin typeface="Times New Roman" pitchFamily="18" charset="0"/>
                  </a:rPr>
                  <a:t>-1)</a:t>
                </a:r>
                <a:endParaRPr lang="zh-CN" altLang="en-US" sz="2800">
                  <a:latin typeface="Times New Roman" pitchFamily="18" charset="0"/>
                </a:endParaRPr>
              </a:p>
            </p:txBody>
          </p:sp>
          <p:sp>
            <p:nvSpPr>
              <p:cNvPr id="108578" name="Line 37"/>
              <p:cNvSpPr>
                <a:spLocks noChangeShapeType="1"/>
              </p:cNvSpPr>
              <p:nvPr/>
            </p:nvSpPr>
            <p:spPr bwMode="auto">
              <a:xfrm>
                <a:off x="1920"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8572" name="Group 38"/>
            <p:cNvGrpSpPr>
              <a:grpSpLocks/>
            </p:cNvGrpSpPr>
            <p:nvPr/>
          </p:nvGrpSpPr>
          <p:grpSpPr bwMode="auto">
            <a:xfrm>
              <a:off x="2914" y="1152"/>
              <a:ext cx="761" cy="327"/>
              <a:chOff x="1620" y="3168"/>
              <a:chExt cx="761" cy="327"/>
            </a:xfrm>
          </p:grpSpPr>
          <p:sp>
            <p:nvSpPr>
              <p:cNvPr id="108575" name="Rectangle 39"/>
              <p:cNvSpPr>
                <a:spLocks noChangeArrowheads="1"/>
              </p:cNvSpPr>
              <p:nvPr/>
            </p:nvSpPr>
            <p:spPr bwMode="auto">
              <a:xfrm>
                <a:off x="1620" y="3168"/>
                <a:ext cx="76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 </a:t>
                </a:r>
                <a:r>
                  <a:rPr lang="en-US" altLang="zh-CN" sz="2800">
                    <a:latin typeface="Times New Roman" pitchFamily="18" charset="0"/>
                  </a:rPr>
                  <a:t>i</a:t>
                </a:r>
                <a:r>
                  <a:rPr lang="en-US" altLang="zh-CN" sz="2800" i="0">
                    <a:latin typeface="Times New Roman" pitchFamily="18" charset="0"/>
                  </a:rPr>
                  <a:t>+1)</a:t>
                </a:r>
                <a:endParaRPr lang="zh-CN" altLang="en-US" sz="2800">
                  <a:latin typeface="Times New Roman" pitchFamily="18" charset="0"/>
                </a:endParaRPr>
              </a:p>
            </p:txBody>
          </p:sp>
          <p:sp>
            <p:nvSpPr>
              <p:cNvPr id="108576" name="Line 40"/>
              <p:cNvSpPr>
                <a:spLocks noChangeShapeType="1"/>
              </p:cNvSpPr>
              <p:nvPr/>
            </p:nvSpPr>
            <p:spPr bwMode="auto">
              <a:xfrm>
                <a:off x="1920" y="321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8573" name="Rectangle 41"/>
            <p:cNvSpPr>
              <a:spLocks noChangeArrowheads="1"/>
            </p:cNvSpPr>
            <p:nvPr/>
          </p:nvSpPr>
          <p:spPr bwMode="auto">
            <a:xfrm>
              <a:off x="3663" y="1104"/>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a:latin typeface="Times New Roman" pitchFamily="18" charset="0"/>
              </a:endParaRPr>
            </a:p>
          </p:txBody>
        </p:sp>
        <p:sp>
          <p:nvSpPr>
            <p:cNvPr id="108574" name="Rectangle 42"/>
            <p:cNvSpPr>
              <a:spLocks noChangeArrowheads="1"/>
            </p:cNvSpPr>
            <p:nvPr/>
          </p:nvSpPr>
          <p:spPr bwMode="auto">
            <a:xfrm>
              <a:off x="3959" y="1152"/>
              <a:ext cx="5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i="0">
                  <a:latin typeface="Times New Roman" pitchFamily="18" charset="0"/>
                </a:rPr>
                <a:t>-</a:t>
              </a:r>
              <a:r>
                <a:rPr lang="en-US" altLang="zh-CN" sz="2800">
                  <a:latin typeface="Times New Roman" pitchFamily="18" charset="0"/>
                </a:rPr>
                <a:t>n</a:t>
              </a:r>
              <a:r>
                <a:rPr lang="en-US" altLang="zh-CN" sz="2800" i="0">
                  <a:latin typeface="Times New Roman" pitchFamily="18" charset="0"/>
                </a:rPr>
                <a:t>)</a:t>
              </a:r>
              <a:endParaRPr lang="zh-CN" altLang="en-US" sz="2800">
                <a:latin typeface="Times New Roman" pitchFamily="18" charset="0"/>
              </a:endParaRPr>
            </a:p>
          </p:txBody>
        </p:sp>
      </p:grpSp>
      <p:sp>
        <p:nvSpPr>
          <p:cNvPr id="472108" name="Rectangle 44"/>
          <p:cNvSpPr>
            <a:spLocks noChangeArrowheads="1"/>
          </p:cNvSpPr>
          <p:nvPr/>
        </p:nvSpPr>
        <p:spPr bwMode="auto">
          <a:xfrm>
            <a:off x="1898650" y="1600200"/>
            <a:ext cx="2641600" cy="381000"/>
          </a:xfrm>
          <a:prstGeom prst="rect">
            <a:avLst/>
          </a:prstGeom>
          <a:noFill/>
          <a:ln w="254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2109" name="Rectangle 45"/>
          <p:cNvSpPr>
            <a:spLocks noChangeArrowheads="1"/>
          </p:cNvSpPr>
          <p:nvPr/>
        </p:nvSpPr>
        <p:spPr bwMode="auto">
          <a:xfrm>
            <a:off x="2165350" y="2438400"/>
            <a:ext cx="434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i</a:t>
            </a:r>
            <a:r>
              <a:rPr lang="en-US" altLang="zh-CN" sz="2800" i="0">
                <a:latin typeface="Times New Roman" pitchFamily="18" charset="0"/>
              </a:rPr>
              <a:t>!</a:t>
            </a:r>
            <a:endParaRPr lang="zh-CN" altLang="en-US" sz="2800" i="0">
              <a:latin typeface="Times New Roman" pitchFamily="18" charset="0"/>
            </a:endParaRPr>
          </a:p>
        </p:txBody>
      </p:sp>
      <p:sp>
        <p:nvSpPr>
          <p:cNvPr id="472110" name="Rectangle 46"/>
          <p:cNvSpPr>
            <a:spLocks noChangeArrowheads="1"/>
          </p:cNvSpPr>
          <p:nvPr/>
        </p:nvSpPr>
        <p:spPr bwMode="auto">
          <a:xfrm>
            <a:off x="2655888" y="2376488"/>
            <a:ext cx="10842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(-1)</a:t>
            </a:r>
            <a:r>
              <a:rPr lang="en-US" altLang="zh-CN" sz="2800" baseline="30000">
                <a:latin typeface="Times New Roman" pitchFamily="18" charset="0"/>
              </a:rPr>
              <a:t>n-i</a:t>
            </a:r>
            <a:endParaRPr lang="zh-CN" altLang="en-US" sz="2800" baseline="30000">
              <a:latin typeface="Times New Roman" pitchFamily="18" charset="0"/>
            </a:endParaRPr>
          </a:p>
        </p:txBody>
      </p:sp>
      <p:sp>
        <p:nvSpPr>
          <p:cNvPr id="472111" name="Rectangle 47"/>
          <p:cNvSpPr>
            <a:spLocks noChangeArrowheads="1"/>
          </p:cNvSpPr>
          <p:nvPr/>
        </p:nvSpPr>
        <p:spPr bwMode="auto">
          <a:xfrm>
            <a:off x="3651250" y="2376488"/>
            <a:ext cx="1036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(n-i)</a:t>
            </a:r>
            <a:r>
              <a:rPr lang="en-US" altLang="zh-CN" sz="2800" i="0">
                <a:latin typeface="Times New Roman" pitchFamily="18" charset="0"/>
              </a:rPr>
              <a:t>!</a:t>
            </a:r>
            <a:endParaRPr lang="zh-CN" altLang="en-US" sz="2800" i="0">
              <a:latin typeface="Times New Roman" pitchFamily="18" charset="0"/>
            </a:endParaRPr>
          </a:p>
        </p:txBody>
      </p:sp>
      <p:sp>
        <p:nvSpPr>
          <p:cNvPr id="472113" name="Rectangle 49"/>
          <p:cNvSpPr>
            <a:spLocks noChangeArrowheads="1"/>
          </p:cNvSpPr>
          <p:nvPr/>
        </p:nvSpPr>
        <p:spPr bwMode="auto">
          <a:xfrm>
            <a:off x="8472488" y="2057400"/>
            <a:ext cx="9382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f(x</a:t>
            </a:r>
            <a:r>
              <a:rPr lang="en-US" altLang="zh-CN" sz="3200" i="0" baseline="-25000">
                <a:latin typeface="Times New Roman" pitchFamily="18" charset="0"/>
              </a:rPr>
              <a:t>i</a:t>
            </a:r>
            <a:r>
              <a:rPr lang="en-US" altLang="zh-CN" sz="3200" i="0">
                <a:latin typeface="Times New Roman" pitchFamily="18" charset="0"/>
              </a:rPr>
              <a:t>)</a:t>
            </a:r>
            <a:endParaRPr lang="zh-CN" altLang="en-US" sz="3200" i="0">
              <a:latin typeface="Times New Roman" pitchFamily="18" charset="0"/>
            </a:endParaRPr>
          </a:p>
        </p:txBody>
      </p:sp>
      <p:sp>
        <p:nvSpPr>
          <p:cNvPr id="472114" name="Rectangle 50"/>
          <p:cNvSpPr>
            <a:spLocks noChangeArrowheads="1"/>
          </p:cNvSpPr>
          <p:nvPr/>
        </p:nvSpPr>
        <p:spPr bwMode="auto">
          <a:xfrm>
            <a:off x="7566025" y="1905000"/>
            <a:ext cx="798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(t-i)</a:t>
            </a:r>
            <a:endParaRPr lang="zh-CN" altLang="en-US" sz="2800">
              <a:latin typeface="Times New Roman" pitchFamily="18" charset="0"/>
            </a:endParaRPr>
          </a:p>
        </p:txBody>
      </p:sp>
      <p:sp>
        <p:nvSpPr>
          <p:cNvPr id="472115" name="Rectangle 51"/>
          <p:cNvSpPr>
            <a:spLocks noChangeArrowheads="1"/>
          </p:cNvSpPr>
          <p:nvPr/>
        </p:nvSpPr>
        <p:spPr bwMode="auto">
          <a:xfrm>
            <a:off x="7566025" y="2376488"/>
            <a:ext cx="7985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(t-i)</a:t>
            </a:r>
            <a:endParaRPr lang="zh-CN" altLang="en-US" sz="2800">
              <a:latin typeface="Times New Roman" pitchFamily="18" charset="0"/>
            </a:endParaRPr>
          </a:p>
        </p:txBody>
      </p:sp>
      <p:graphicFrame>
        <p:nvGraphicFramePr>
          <p:cNvPr id="472116" name="Object 52"/>
          <p:cNvGraphicFramePr>
            <a:graphicFrameLocks noChangeAspect="1"/>
          </p:cNvGraphicFramePr>
          <p:nvPr/>
        </p:nvGraphicFramePr>
        <p:xfrm>
          <a:off x="990600" y="2819400"/>
          <a:ext cx="993775" cy="1066800"/>
        </p:xfrm>
        <a:graphic>
          <a:graphicData uri="http://schemas.openxmlformats.org/presentationml/2006/ole">
            <mc:AlternateContent xmlns:mc="http://schemas.openxmlformats.org/markup-compatibility/2006">
              <mc:Choice xmlns:v="urn:schemas-microsoft-com:vml" Requires="v">
                <p:oleObj spid="_x0000_s108676" name="Equation" r:id="rId6" imgW="418918" imgH="431613" progId="Equation.3">
                  <p:embed/>
                </p:oleObj>
              </mc:Choice>
              <mc:Fallback>
                <p:oleObj name="Equation" r:id="rId6" imgW="418918" imgH="431613" progId="Equation.3">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819400"/>
                        <a:ext cx="99377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2117" name="Line 53"/>
          <p:cNvSpPr>
            <a:spLocks noChangeShapeType="1"/>
          </p:cNvSpPr>
          <p:nvPr/>
        </p:nvSpPr>
        <p:spPr bwMode="auto">
          <a:xfrm>
            <a:off x="1981200" y="3352800"/>
            <a:ext cx="2146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2118" name="Rectangle 54"/>
          <p:cNvSpPr>
            <a:spLocks noChangeArrowheads="1"/>
          </p:cNvSpPr>
          <p:nvPr/>
        </p:nvSpPr>
        <p:spPr bwMode="auto">
          <a:xfrm>
            <a:off x="1898650" y="2909888"/>
            <a:ext cx="1085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(-1)</a:t>
            </a:r>
            <a:r>
              <a:rPr lang="en-US" altLang="zh-CN" sz="2800" baseline="30000">
                <a:latin typeface="Times New Roman" pitchFamily="18" charset="0"/>
              </a:rPr>
              <a:t>n-i</a:t>
            </a:r>
            <a:endParaRPr lang="zh-CN" altLang="en-US" sz="2800" baseline="30000">
              <a:latin typeface="Times New Roman" pitchFamily="18" charset="0"/>
            </a:endParaRPr>
          </a:p>
        </p:txBody>
      </p:sp>
      <p:sp>
        <p:nvSpPr>
          <p:cNvPr id="472119" name="Rectangle 55"/>
          <p:cNvSpPr>
            <a:spLocks noChangeArrowheads="1"/>
          </p:cNvSpPr>
          <p:nvPr/>
        </p:nvSpPr>
        <p:spPr bwMode="auto">
          <a:xfrm>
            <a:off x="2971800" y="2909888"/>
            <a:ext cx="908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t</a:t>
            </a:r>
            <a:r>
              <a:rPr lang="en-US" altLang="zh-CN" sz="2800" i="0" baseline="30000">
                <a:latin typeface="Times New Roman" pitchFamily="18" charset="0"/>
              </a:rPr>
              <a:t>[</a:t>
            </a:r>
            <a:r>
              <a:rPr lang="en-US" altLang="zh-CN" sz="2800" baseline="30000">
                <a:latin typeface="Times New Roman" pitchFamily="18" charset="0"/>
              </a:rPr>
              <a:t>n+</a:t>
            </a:r>
            <a:r>
              <a:rPr lang="en-US" altLang="zh-CN" sz="2800" i="0" baseline="30000">
                <a:latin typeface="Times New Roman" pitchFamily="18" charset="0"/>
              </a:rPr>
              <a:t>1]</a:t>
            </a:r>
            <a:endParaRPr lang="zh-CN" altLang="en-US" sz="2800" i="0" baseline="30000">
              <a:latin typeface="Times New Roman" pitchFamily="18" charset="0"/>
            </a:endParaRPr>
          </a:p>
        </p:txBody>
      </p:sp>
      <p:sp>
        <p:nvSpPr>
          <p:cNvPr id="472120" name="Rectangle 56"/>
          <p:cNvSpPr>
            <a:spLocks noChangeArrowheads="1"/>
          </p:cNvSpPr>
          <p:nvPr/>
        </p:nvSpPr>
        <p:spPr bwMode="auto">
          <a:xfrm>
            <a:off x="1979613" y="3290888"/>
            <a:ext cx="2065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i</a:t>
            </a:r>
            <a:r>
              <a:rPr lang="en-US" altLang="zh-CN" sz="2800" i="0">
                <a:latin typeface="Times New Roman" pitchFamily="18" charset="0"/>
              </a:rPr>
              <a:t>! </a:t>
            </a:r>
            <a:r>
              <a:rPr lang="en-US" altLang="zh-CN" sz="2800">
                <a:latin typeface="Times New Roman" pitchFamily="18" charset="0"/>
              </a:rPr>
              <a:t>(n-i)</a:t>
            </a:r>
            <a:r>
              <a:rPr lang="en-US" altLang="zh-CN" sz="2800" i="0">
                <a:latin typeface="Times New Roman" pitchFamily="18" charset="0"/>
              </a:rPr>
              <a:t>! </a:t>
            </a:r>
            <a:r>
              <a:rPr lang="en-US" altLang="zh-CN" sz="2800">
                <a:latin typeface="Times New Roman" pitchFamily="18" charset="0"/>
              </a:rPr>
              <a:t>(t-i)</a:t>
            </a:r>
            <a:endParaRPr lang="zh-CN" altLang="en-US" sz="2800">
              <a:latin typeface="Times New Roman" pitchFamily="18" charset="0"/>
            </a:endParaRPr>
          </a:p>
        </p:txBody>
      </p:sp>
      <p:sp>
        <p:nvSpPr>
          <p:cNvPr id="472121" name="Rectangle 57"/>
          <p:cNvSpPr>
            <a:spLocks noChangeArrowheads="1"/>
          </p:cNvSpPr>
          <p:nvPr/>
        </p:nvSpPr>
        <p:spPr bwMode="auto">
          <a:xfrm>
            <a:off x="4127500" y="3048000"/>
            <a:ext cx="939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f(x</a:t>
            </a:r>
            <a:r>
              <a:rPr lang="en-US" altLang="zh-CN" sz="3200" i="0" baseline="-25000">
                <a:latin typeface="Times New Roman" pitchFamily="18" charset="0"/>
              </a:rPr>
              <a:t>i</a:t>
            </a:r>
            <a:r>
              <a:rPr lang="en-US" altLang="zh-CN" sz="3200" i="0">
                <a:latin typeface="Times New Roman" pitchFamily="18" charset="0"/>
              </a:rPr>
              <a:t>)</a:t>
            </a:r>
            <a:endParaRPr lang="zh-CN" altLang="en-US" sz="3200" i="0">
              <a:latin typeface="Times New Roman" pitchFamily="18" charset="0"/>
            </a:endParaRPr>
          </a:p>
        </p:txBody>
      </p:sp>
      <p:sp>
        <p:nvSpPr>
          <p:cNvPr id="472122" name="Rectangle 58"/>
          <p:cNvSpPr>
            <a:spLocks noChangeArrowheads="1"/>
          </p:cNvSpPr>
          <p:nvPr/>
        </p:nvSpPr>
        <p:spPr bwMode="auto">
          <a:xfrm>
            <a:off x="1898650" y="2057400"/>
            <a:ext cx="6604000" cy="4572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2123" name="Rectangle 59"/>
          <p:cNvSpPr>
            <a:spLocks noChangeArrowheads="1"/>
          </p:cNvSpPr>
          <p:nvPr/>
        </p:nvSpPr>
        <p:spPr bwMode="auto">
          <a:xfrm>
            <a:off x="3054350" y="2895600"/>
            <a:ext cx="825500" cy="457200"/>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72091"/>
                                        </p:tgtEl>
                                        <p:attrNameLst>
                                          <p:attrName>style.visibility</p:attrName>
                                        </p:attrNameLst>
                                      </p:cBhvr>
                                      <p:to>
                                        <p:strVal val="visible"/>
                                      </p:to>
                                    </p:set>
                                    <p:animEffect transition="in" filter="dissolve">
                                      <p:cBhvr>
                                        <p:cTn id="12" dur="500"/>
                                        <p:tgtEl>
                                          <p:spTgt spid="4720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2092"/>
                                        </p:tgtEl>
                                        <p:attrNameLst>
                                          <p:attrName>style.visibility</p:attrName>
                                        </p:attrNameLst>
                                      </p:cBhvr>
                                      <p:to>
                                        <p:strVal val="visible"/>
                                      </p:to>
                                    </p:set>
                                    <p:animEffect transition="in" filter="dissolve">
                                      <p:cBhvr>
                                        <p:cTn id="17" dur="500"/>
                                        <p:tgtEl>
                                          <p:spTgt spid="4720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528" fill="hold" grpId="0" nodeType="clickEffect">
                                  <p:stCondLst>
                                    <p:cond delay="0"/>
                                  </p:stCondLst>
                                  <p:childTnLst>
                                    <p:set>
                                      <p:cBhvr>
                                        <p:cTn id="26" dur="1" fill="hold">
                                          <p:stCondLst>
                                            <p:cond delay="0"/>
                                          </p:stCondLst>
                                        </p:cTn>
                                        <p:tgtEl>
                                          <p:spTgt spid="472108"/>
                                        </p:tgtEl>
                                        <p:attrNameLst>
                                          <p:attrName>style.visibility</p:attrName>
                                        </p:attrNameLst>
                                      </p:cBhvr>
                                      <p:to>
                                        <p:strVal val="visible"/>
                                      </p:to>
                                    </p:set>
                                    <p:anim calcmode="lin" valueType="num">
                                      <p:cBhvr>
                                        <p:cTn id="27" dur="500" fill="hold"/>
                                        <p:tgtEl>
                                          <p:spTgt spid="472108"/>
                                        </p:tgtEl>
                                        <p:attrNameLst>
                                          <p:attrName>ppt_w</p:attrName>
                                        </p:attrNameLst>
                                      </p:cBhvr>
                                      <p:tavLst>
                                        <p:tav tm="0">
                                          <p:val>
                                            <p:fltVal val="0"/>
                                          </p:val>
                                        </p:tav>
                                        <p:tav tm="100000">
                                          <p:val>
                                            <p:strVal val="#ppt_w"/>
                                          </p:val>
                                        </p:tav>
                                      </p:tavLst>
                                    </p:anim>
                                    <p:anim calcmode="lin" valueType="num">
                                      <p:cBhvr>
                                        <p:cTn id="28" dur="500" fill="hold"/>
                                        <p:tgtEl>
                                          <p:spTgt spid="472108"/>
                                        </p:tgtEl>
                                        <p:attrNameLst>
                                          <p:attrName>ppt_h</p:attrName>
                                        </p:attrNameLst>
                                      </p:cBhvr>
                                      <p:tavLst>
                                        <p:tav tm="0">
                                          <p:val>
                                            <p:fltVal val="0"/>
                                          </p:val>
                                        </p:tav>
                                        <p:tav tm="100000">
                                          <p:val>
                                            <p:strVal val="#ppt_h"/>
                                          </p:val>
                                        </p:tav>
                                      </p:tavLst>
                                    </p:anim>
                                    <p:anim calcmode="lin" valueType="num">
                                      <p:cBhvr>
                                        <p:cTn id="29" dur="500" fill="hold"/>
                                        <p:tgtEl>
                                          <p:spTgt spid="472108"/>
                                        </p:tgtEl>
                                        <p:attrNameLst>
                                          <p:attrName>ppt_x</p:attrName>
                                        </p:attrNameLst>
                                      </p:cBhvr>
                                      <p:tavLst>
                                        <p:tav tm="0">
                                          <p:val>
                                            <p:fltVal val="0.5"/>
                                          </p:val>
                                        </p:tav>
                                        <p:tav tm="100000">
                                          <p:val>
                                            <p:strVal val="#ppt_x"/>
                                          </p:val>
                                        </p:tav>
                                      </p:tavLst>
                                    </p:anim>
                                    <p:anim calcmode="lin" valueType="num">
                                      <p:cBhvr>
                                        <p:cTn id="30" dur="500" fill="hold"/>
                                        <p:tgtEl>
                                          <p:spTgt spid="472108"/>
                                        </p:tgtEl>
                                        <p:attrNameLst>
                                          <p:attrName>ppt_y</p:attrName>
                                        </p:attrNameLst>
                                      </p:cBhvr>
                                      <p:tavLst>
                                        <p:tav tm="0">
                                          <p:val>
                                            <p:fltVal val="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472109"/>
                                        </p:tgtEl>
                                        <p:attrNameLst>
                                          <p:attrName>style.visibility</p:attrName>
                                        </p:attrNameLst>
                                      </p:cBhvr>
                                      <p:to>
                                        <p:strVal val="visible"/>
                                      </p:to>
                                    </p:set>
                                    <p:animEffect transition="in" filter="wipe(left)">
                                      <p:cBhvr>
                                        <p:cTn id="35" dur="75"/>
                                        <p:tgtEl>
                                          <p:spTgt spid="47210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iterate type="lt">
                                    <p:tmPct val="100000"/>
                                  </p:iterate>
                                  <p:childTnLst>
                                    <p:set>
                                      <p:cBhvr>
                                        <p:cTn id="39" dur="1" fill="hold">
                                          <p:stCondLst>
                                            <p:cond delay="0"/>
                                          </p:stCondLst>
                                        </p:cTn>
                                        <p:tgtEl>
                                          <p:spTgt spid="472110"/>
                                        </p:tgtEl>
                                        <p:attrNameLst>
                                          <p:attrName>style.visibility</p:attrName>
                                        </p:attrNameLst>
                                      </p:cBhvr>
                                      <p:to>
                                        <p:strVal val="visible"/>
                                      </p:to>
                                    </p:set>
                                    <p:animEffect transition="in" filter="wipe(left)">
                                      <p:cBhvr>
                                        <p:cTn id="40" dur="75"/>
                                        <p:tgtEl>
                                          <p:spTgt spid="47211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iterate type="lt">
                                    <p:tmPct val="100000"/>
                                  </p:iterate>
                                  <p:childTnLst>
                                    <p:set>
                                      <p:cBhvr>
                                        <p:cTn id="44" dur="1" fill="hold">
                                          <p:stCondLst>
                                            <p:cond delay="0"/>
                                          </p:stCondLst>
                                        </p:cTn>
                                        <p:tgtEl>
                                          <p:spTgt spid="472111"/>
                                        </p:tgtEl>
                                        <p:attrNameLst>
                                          <p:attrName>style.visibility</p:attrName>
                                        </p:attrNameLst>
                                      </p:cBhvr>
                                      <p:to>
                                        <p:strVal val="visible"/>
                                      </p:to>
                                    </p:set>
                                    <p:animEffect transition="in" filter="wipe(left)">
                                      <p:cBhvr>
                                        <p:cTn id="45" dur="75"/>
                                        <p:tgtEl>
                                          <p:spTgt spid="47211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iterate type="lt">
                                    <p:tmPct val="100000"/>
                                  </p:iterate>
                                  <p:childTnLst>
                                    <p:set>
                                      <p:cBhvr>
                                        <p:cTn id="49" dur="1" fill="hold">
                                          <p:stCondLst>
                                            <p:cond delay="0"/>
                                          </p:stCondLst>
                                        </p:cTn>
                                        <p:tgtEl>
                                          <p:spTgt spid="472113"/>
                                        </p:tgtEl>
                                        <p:attrNameLst>
                                          <p:attrName>style.visibility</p:attrName>
                                        </p:attrNameLst>
                                      </p:cBhvr>
                                      <p:to>
                                        <p:strVal val="visible"/>
                                      </p:to>
                                    </p:set>
                                    <p:animEffect transition="in" filter="wipe(left)">
                                      <p:cBhvr>
                                        <p:cTn id="50" dur="75"/>
                                        <p:tgtEl>
                                          <p:spTgt spid="47211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iterate type="lt">
                                    <p:tmPct val="100000"/>
                                  </p:iterate>
                                  <p:childTnLst>
                                    <p:set>
                                      <p:cBhvr>
                                        <p:cTn id="54" dur="1" fill="hold">
                                          <p:stCondLst>
                                            <p:cond delay="0"/>
                                          </p:stCondLst>
                                        </p:cTn>
                                        <p:tgtEl>
                                          <p:spTgt spid="472114"/>
                                        </p:tgtEl>
                                        <p:attrNameLst>
                                          <p:attrName>style.visibility</p:attrName>
                                        </p:attrNameLst>
                                      </p:cBhvr>
                                      <p:to>
                                        <p:strVal val="visible"/>
                                      </p:to>
                                    </p:set>
                                    <p:animEffect transition="in" filter="wipe(left)">
                                      <p:cBhvr>
                                        <p:cTn id="55" dur="75"/>
                                        <p:tgtEl>
                                          <p:spTgt spid="47211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iterate type="lt">
                                    <p:tmPct val="100000"/>
                                  </p:iterate>
                                  <p:childTnLst>
                                    <p:set>
                                      <p:cBhvr>
                                        <p:cTn id="59" dur="1" fill="hold">
                                          <p:stCondLst>
                                            <p:cond delay="0"/>
                                          </p:stCondLst>
                                        </p:cTn>
                                        <p:tgtEl>
                                          <p:spTgt spid="472115"/>
                                        </p:tgtEl>
                                        <p:attrNameLst>
                                          <p:attrName>style.visibility</p:attrName>
                                        </p:attrNameLst>
                                      </p:cBhvr>
                                      <p:to>
                                        <p:strVal val="visible"/>
                                      </p:to>
                                    </p:set>
                                    <p:animEffect transition="in" filter="wipe(left)">
                                      <p:cBhvr>
                                        <p:cTn id="60" dur="75"/>
                                        <p:tgtEl>
                                          <p:spTgt spid="47211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nodeType="clickEffect">
                                  <p:stCondLst>
                                    <p:cond delay="0"/>
                                  </p:stCondLst>
                                  <p:childTnLst>
                                    <p:set>
                                      <p:cBhvr>
                                        <p:cTn id="64" dur="1" fill="hold">
                                          <p:stCondLst>
                                            <p:cond delay="0"/>
                                          </p:stCondLst>
                                        </p:cTn>
                                        <p:tgtEl>
                                          <p:spTgt spid="472116"/>
                                        </p:tgtEl>
                                        <p:attrNameLst>
                                          <p:attrName>style.visibility</p:attrName>
                                        </p:attrNameLst>
                                      </p:cBhvr>
                                      <p:to>
                                        <p:strVal val="visible"/>
                                      </p:to>
                                    </p:set>
                                    <p:animEffect transition="in" filter="dissolve">
                                      <p:cBhvr>
                                        <p:cTn id="65" dur="500"/>
                                        <p:tgtEl>
                                          <p:spTgt spid="47211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472117"/>
                                        </p:tgtEl>
                                        <p:attrNameLst>
                                          <p:attrName>style.visibility</p:attrName>
                                        </p:attrNameLst>
                                      </p:cBhvr>
                                      <p:to>
                                        <p:strVal val="visible"/>
                                      </p:to>
                                    </p:set>
                                    <p:animEffect transition="in" filter="dissolve">
                                      <p:cBhvr>
                                        <p:cTn id="70" dur="500"/>
                                        <p:tgtEl>
                                          <p:spTgt spid="47211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iterate type="lt">
                                    <p:tmPct val="100000"/>
                                  </p:iterate>
                                  <p:childTnLst>
                                    <p:set>
                                      <p:cBhvr>
                                        <p:cTn id="74" dur="1" fill="hold">
                                          <p:stCondLst>
                                            <p:cond delay="0"/>
                                          </p:stCondLst>
                                        </p:cTn>
                                        <p:tgtEl>
                                          <p:spTgt spid="472118"/>
                                        </p:tgtEl>
                                        <p:attrNameLst>
                                          <p:attrName>style.visibility</p:attrName>
                                        </p:attrNameLst>
                                      </p:cBhvr>
                                      <p:to>
                                        <p:strVal val="visible"/>
                                      </p:to>
                                    </p:set>
                                    <p:animEffect transition="in" filter="wipe(left)">
                                      <p:cBhvr>
                                        <p:cTn id="75" dur="75"/>
                                        <p:tgtEl>
                                          <p:spTgt spid="47211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iterate type="lt">
                                    <p:tmPct val="100000"/>
                                  </p:iterate>
                                  <p:childTnLst>
                                    <p:set>
                                      <p:cBhvr>
                                        <p:cTn id="79" dur="1" fill="hold">
                                          <p:stCondLst>
                                            <p:cond delay="0"/>
                                          </p:stCondLst>
                                        </p:cTn>
                                        <p:tgtEl>
                                          <p:spTgt spid="472119"/>
                                        </p:tgtEl>
                                        <p:attrNameLst>
                                          <p:attrName>style.visibility</p:attrName>
                                        </p:attrNameLst>
                                      </p:cBhvr>
                                      <p:to>
                                        <p:strVal val="visible"/>
                                      </p:to>
                                    </p:set>
                                    <p:animEffect transition="in" filter="wipe(left)">
                                      <p:cBhvr>
                                        <p:cTn id="80" dur="75"/>
                                        <p:tgtEl>
                                          <p:spTgt spid="47211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iterate type="lt">
                                    <p:tmPct val="100000"/>
                                  </p:iterate>
                                  <p:childTnLst>
                                    <p:set>
                                      <p:cBhvr>
                                        <p:cTn id="84" dur="1" fill="hold">
                                          <p:stCondLst>
                                            <p:cond delay="0"/>
                                          </p:stCondLst>
                                        </p:cTn>
                                        <p:tgtEl>
                                          <p:spTgt spid="472120"/>
                                        </p:tgtEl>
                                        <p:attrNameLst>
                                          <p:attrName>style.visibility</p:attrName>
                                        </p:attrNameLst>
                                      </p:cBhvr>
                                      <p:to>
                                        <p:strVal val="visible"/>
                                      </p:to>
                                    </p:set>
                                    <p:animEffect transition="in" filter="wipe(left)">
                                      <p:cBhvr>
                                        <p:cTn id="85" dur="75"/>
                                        <p:tgtEl>
                                          <p:spTgt spid="472120"/>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iterate type="lt">
                                    <p:tmPct val="100000"/>
                                  </p:iterate>
                                  <p:childTnLst>
                                    <p:set>
                                      <p:cBhvr>
                                        <p:cTn id="89" dur="1" fill="hold">
                                          <p:stCondLst>
                                            <p:cond delay="0"/>
                                          </p:stCondLst>
                                        </p:cTn>
                                        <p:tgtEl>
                                          <p:spTgt spid="472121"/>
                                        </p:tgtEl>
                                        <p:attrNameLst>
                                          <p:attrName>style.visibility</p:attrName>
                                        </p:attrNameLst>
                                      </p:cBhvr>
                                      <p:to>
                                        <p:strVal val="visible"/>
                                      </p:to>
                                    </p:set>
                                    <p:animEffect transition="in" filter="wipe(left)">
                                      <p:cBhvr>
                                        <p:cTn id="90" dur="75"/>
                                        <p:tgtEl>
                                          <p:spTgt spid="472121"/>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528" fill="hold" grpId="0" nodeType="clickEffect">
                                  <p:stCondLst>
                                    <p:cond delay="0"/>
                                  </p:stCondLst>
                                  <p:childTnLst>
                                    <p:set>
                                      <p:cBhvr>
                                        <p:cTn id="94" dur="1" fill="hold">
                                          <p:stCondLst>
                                            <p:cond delay="0"/>
                                          </p:stCondLst>
                                        </p:cTn>
                                        <p:tgtEl>
                                          <p:spTgt spid="472122"/>
                                        </p:tgtEl>
                                        <p:attrNameLst>
                                          <p:attrName>style.visibility</p:attrName>
                                        </p:attrNameLst>
                                      </p:cBhvr>
                                      <p:to>
                                        <p:strVal val="visible"/>
                                      </p:to>
                                    </p:set>
                                    <p:anim calcmode="lin" valueType="num">
                                      <p:cBhvr>
                                        <p:cTn id="95" dur="500" fill="hold"/>
                                        <p:tgtEl>
                                          <p:spTgt spid="472122"/>
                                        </p:tgtEl>
                                        <p:attrNameLst>
                                          <p:attrName>ppt_w</p:attrName>
                                        </p:attrNameLst>
                                      </p:cBhvr>
                                      <p:tavLst>
                                        <p:tav tm="0">
                                          <p:val>
                                            <p:fltVal val="0"/>
                                          </p:val>
                                        </p:tav>
                                        <p:tav tm="100000">
                                          <p:val>
                                            <p:strVal val="#ppt_w"/>
                                          </p:val>
                                        </p:tav>
                                      </p:tavLst>
                                    </p:anim>
                                    <p:anim calcmode="lin" valueType="num">
                                      <p:cBhvr>
                                        <p:cTn id="96" dur="500" fill="hold"/>
                                        <p:tgtEl>
                                          <p:spTgt spid="472122"/>
                                        </p:tgtEl>
                                        <p:attrNameLst>
                                          <p:attrName>ppt_h</p:attrName>
                                        </p:attrNameLst>
                                      </p:cBhvr>
                                      <p:tavLst>
                                        <p:tav tm="0">
                                          <p:val>
                                            <p:fltVal val="0"/>
                                          </p:val>
                                        </p:tav>
                                        <p:tav tm="100000">
                                          <p:val>
                                            <p:strVal val="#ppt_h"/>
                                          </p:val>
                                        </p:tav>
                                      </p:tavLst>
                                    </p:anim>
                                    <p:anim calcmode="lin" valueType="num">
                                      <p:cBhvr>
                                        <p:cTn id="97" dur="500" fill="hold"/>
                                        <p:tgtEl>
                                          <p:spTgt spid="472122"/>
                                        </p:tgtEl>
                                        <p:attrNameLst>
                                          <p:attrName>ppt_x</p:attrName>
                                        </p:attrNameLst>
                                      </p:cBhvr>
                                      <p:tavLst>
                                        <p:tav tm="0">
                                          <p:val>
                                            <p:fltVal val="0.5"/>
                                          </p:val>
                                        </p:tav>
                                        <p:tav tm="100000">
                                          <p:val>
                                            <p:strVal val="#ppt_x"/>
                                          </p:val>
                                        </p:tav>
                                      </p:tavLst>
                                    </p:anim>
                                    <p:anim calcmode="lin" valueType="num">
                                      <p:cBhvr>
                                        <p:cTn id="98" dur="500" fill="hold"/>
                                        <p:tgtEl>
                                          <p:spTgt spid="472122"/>
                                        </p:tgtEl>
                                        <p:attrNameLst>
                                          <p:attrName>ppt_y</p:attrName>
                                        </p:attrNameLst>
                                      </p:cBhvr>
                                      <p:tavLst>
                                        <p:tav tm="0">
                                          <p:val>
                                            <p:fltVal val="0.5"/>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3" presetClass="entr" presetSubtype="528" fill="hold" grpId="0" nodeType="clickEffect">
                                  <p:stCondLst>
                                    <p:cond delay="0"/>
                                  </p:stCondLst>
                                  <p:childTnLst>
                                    <p:set>
                                      <p:cBhvr>
                                        <p:cTn id="102" dur="1" fill="hold">
                                          <p:stCondLst>
                                            <p:cond delay="0"/>
                                          </p:stCondLst>
                                        </p:cTn>
                                        <p:tgtEl>
                                          <p:spTgt spid="472123"/>
                                        </p:tgtEl>
                                        <p:attrNameLst>
                                          <p:attrName>style.visibility</p:attrName>
                                        </p:attrNameLst>
                                      </p:cBhvr>
                                      <p:to>
                                        <p:strVal val="visible"/>
                                      </p:to>
                                    </p:set>
                                    <p:anim calcmode="lin" valueType="num">
                                      <p:cBhvr>
                                        <p:cTn id="103" dur="500" fill="hold"/>
                                        <p:tgtEl>
                                          <p:spTgt spid="472123"/>
                                        </p:tgtEl>
                                        <p:attrNameLst>
                                          <p:attrName>ppt_w</p:attrName>
                                        </p:attrNameLst>
                                      </p:cBhvr>
                                      <p:tavLst>
                                        <p:tav tm="0">
                                          <p:val>
                                            <p:fltVal val="0"/>
                                          </p:val>
                                        </p:tav>
                                        <p:tav tm="100000">
                                          <p:val>
                                            <p:strVal val="#ppt_w"/>
                                          </p:val>
                                        </p:tav>
                                      </p:tavLst>
                                    </p:anim>
                                    <p:anim calcmode="lin" valueType="num">
                                      <p:cBhvr>
                                        <p:cTn id="104" dur="500" fill="hold"/>
                                        <p:tgtEl>
                                          <p:spTgt spid="472123"/>
                                        </p:tgtEl>
                                        <p:attrNameLst>
                                          <p:attrName>ppt_h</p:attrName>
                                        </p:attrNameLst>
                                      </p:cBhvr>
                                      <p:tavLst>
                                        <p:tav tm="0">
                                          <p:val>
                                            <p:fltVal val="0"/>
                                          </p:val>
                                        </p:tav>
                                        <p:tav tm="100000">
                                          <p:val>
                                            <p:strVal val="#ppt_h"/>
                                          </p:val>
                                        </p:tav>
                                      </p:tavLst>
                                    </p:anim>
                                    <p:anim calcmode="lin" valueType="num">
                                      <p:cBhvr>
                                        <p:cTn id="105" dur="500" fill="hold"/>
                                        <p:tgtEl>
                                          <p:spTgt spid="472123"/>
                                        </p:tgtEl>
                                        <p:attrNameLst>
                                          <p:attrName>ppt_x</p:attrName>
                                        </p:attrNameLst>
                                      </p:cBhvr>
                                      <p:tavLst>
                                        <p:tav tm="0">
                                          <p:val>
                                            <p:fltVal val="0.5"/>
                                          </p:val>
                                        </p:tav>
                                        <p:tav tm="100000">
                                          <p:val>
                                            <p:strVal val="#ppt_x"/>
                                          </p:val>
                                        </p:tav>
                                      </p:tavLst>
                                    </p:anim>
                                    <p:anim calcmode="lin" valueType="num">
                                      <p:cBhvr>
                                        <p:cTn id="106" dur="500" fill="hold"/>
                                        <p:tgtEl>
                                          <p:spTgt spid="47212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92" grpId="0" animBg="1"/>
      <p:bldP spid="472108" grpId="0" animBg="1"/>
      <p:bldP spid="472109" grpId="0" autoUpdateAnimBg="0"/>
      <p:bldP spid="472110" grpId="0" autoUpdateAnimBg="0"/>
      <p:bldP spid="472111" grpId="0" autoUpdateAnimBg="0"/>
      <p:bldP spid="472113" grpId="0" autoUpdateAnimBg="0"/>
      <p:bldP spid="472114" grpId="0" autoUpdateAnimBg="0"/>
      <p:bldP spid="472115" grpId="0" autoUpdateAnimBg="0"/>
      <p:bldP spid="472117" grpId="0" animBg="1"/>
      <p:bldP spid="472118" grpId="0" autoUpdateAnimBg="0"/>
      <p:bldP spid="472119" grpId="0" autoUpdateAnimBg="0"/>
      <p:bldP spid="472120" grpId="0" autoUpdateAnimBg="0"/>
      <p:bldP spid="472121" grpId="0" autoUpdateAnimBg="0"/>
      <p:bldP spid="472122" grpId="0" animBg="1"/>
      <p:bldP spid="47212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FA42250-D2B4-4AB1-9EA8-AFF650C5E644}" type="slidenum">
              <a:rPr lang="zh-CN" altLang="en-US" b="0" i="0" smtClean="0"/>
              <a:pPr/>
              <a:t>85</a:t>
            </a:fld>
            <a:endParaRPr lang="en-US" altLang="zh-CN" b="0" i="0" smtClean="0"/>
          </a:p>
        </p:txBody>
      </p:sp>
      <p:sp>
        <p:nvSpPr>
          <p:cNvPr id="10957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2E8FB3F-B35B-4ED2-828D-3E0FFBE71C30}" type="datetime1">
              <a:rPr lang="zh-CN" altLang="en-US" sz="1800" i="0" smtClean="0"/>
              <a:pPr/>
              <a:t>2024/10/20</a:t>
            </a:fld>
            <a:endParaRPr lang="en-US" altLang="zh-CN" sz="1800" i="0" smtClean="0"/>
          </a:p>
        </p:txBody>
      </p:sp>
      <p:sp>
        <p:nvSpPr>
          <p:cNvPr id="759810" name="Rectangle 2"/>
          <p:cNvSpPr>
            <a:spLocks noGrp="1" noChangeArrowheads="1"/>
          </p:cNvSpPr>
          <p:nvPr>
            <p:ph type="title"/>
          </p:nvPr>
        </p:nvSpPr>
        <p:spPr/>
        <p:txBody>
          <a:bodyPr/>
          <a:lstStyle/>
          <a:p>
            <a:pPr>
              <a:defRPr/>
            </a:pPr>
            <a:r>
              <a:rPr lang="zh-CN" altLang="en-US" smtClean="0"/>
              <a:t>分段插值法</a:t>
            </a:r>
          </a:p>
        </p:txBody>
      </p:sp>
      <p:sp>
        <p:nvSpPr>
          <p:cNvPr id="13" name="Text Box 4"/>
          <p:cNvSpPr txBox="1">
            <a:spLocks noChangeArrowheads="1"/>
          </p:cNvSpPr>
          <p:nvPr/>
        </p:nvSpPr>
        <p:spPr bwMode="auto">
          <a:xfrm>
            <a:off x="488504" y="1268760"/>
            <a:ext cx="77311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altLang="zh-CN" sz="2400" b="1" i="0" u="none" strike="noStrike" kern="0" cap="none" spc="0" normalizeH="0" baseline="0" noProof="0" dirty="0" smtClean="0">
                <a:ln>
                  <a:noFill/>
                </a:ln>
                <a:solidFill>
                  <a:srgbClr val="FF0066"/>
                </a:solidFill>
                <a:effectLst/>
                <a:uLnTx/>
                <a:uFillTx/>
                <a:ea typeface="楷体_GB2312" pitchFamily="49" charset="-122"/>
                <a:sym typeface="Wingdings 2" pitchFamily="18" charset="2"/>
              </a:rPr>
              <a:t>  </a:t>
            </a:r>
            <a:r>
              <a:rPr kumimoji="0" lang="zh-CN" altLang="en-US" sz="2400" b="1" i="0" u="none" strike="noStrike" kern="0" cap="none" spc="0" normalizeH="0" baseline="0" noProof="0" dirty="0" smtClean="0">
                <a:ln>
                  <a:noFill/>
                </a:ln>
                <a:solidFill>
                  <a:srgbClr val="000000"/>
                </a:solidFill>
                <a:effectLst/>
                <a:uLnTx/>
                <a:uFillTx/>
                <a:ea typeface="楷体_GB2312" pitchFamily="49" charset="-122"/>
              </a:rPr>
              <a:t>用</a:t>
            </a:r>
            <a:r>
              <a:rPr kumimoji="0" lang="en-US" altLang="zh-CN" sz="2400" b="1" i="0" u="none" strike="noStrike" kern="0" cap="none" spc="0" normalizeH="0" baseline="0" noProof="0" dirty="0" smtClean="0">
                <a:ln>
                  <a:noFill/>
                </a:ln>
                <a:solidFill>
                  <a:srgbClr val="000000"/>
                </a:solidFill>
                <a:effectLst/>
                <a:uLnTx/>
                <a:uFillTx/>
                <a:ea typeface="楷体_GB2312" pitchFamily="49" charset="-122"/>
              </a:rPr>
              <a:t>Lagrange</a:t>
            </a:r>
            <a:r>
              <a:rPr kumimoji="0" lang="zh-CN" altLang="zh-CN" sz="2400" b="1" i="0" u="none" strike="noStrike" kern="0" cap="none" spc="0" normalizeH="0" baseline="0" noProof="0" dirty="0" smtClean="0">
                <a:ln>
                  <a:noFill/>
                </a:ln>
                <a:solidFill>
                  <a:srgbClr val="000000"/>
                </a:solidFill>
                <a:effectLst/>
                <a:uLnTx/>
                <a:uFillTx/>
                <a:ea typeface="楷体_GB2312" pitchFamily="49" charset="-122"/>
              </a:rPr>
              <a:t>插值多项式</a:t>
            </a:r>
            <a:r>
              <a:rPr kumimoji="0" lang="zh-CN" altLang="en-US" sz="2400" b="1" i="0" u="none" strike="noStrike" kern="0" cap="none" spc="0" normalizeH="0" baseline="0" noProof="0" dirty="0" smtClean="0">
                <a:ln>
                  <a:noFill/>
                </a:ln>
                <a:solidFill>
                  <a:srgbClr val="000000"/>
                </a:solidFill>
                <a:effectLst/>
                <a:uLnTx/>
                <a:uFillTx/>
                <a:ea typeface="楷体_GB2312" pitchFamily="49" charset="-122"/>
              </a:rPr>
              <a:t> </a:t>
            </a:r>
            <a:r>
              <a:rPr kumimoji="0" lang="en-US" altLang="zh-CN" sz="2400" b="1" i="1" u="none" strike="noStrike" kern="0" cap="none" spc="0" normalizeH="0" baseline="0" noProof="0" dirty="0" smtClean="0">
                <a:ln>
                  <a:noFill/>
                </a:ln>
                <a:solidFill>
                  <a:srgbClr val="000000"/>
                </a:solidFill>
                <a:effectLst/>
                <a:uLnTx/>
                <a:uFillTx/>
                <a:ea typeface="楷体_GB2312" pitchFamily="49" charset="-122"/>
              </a:rPr>
              <a:t>L</a:t>
            </a:r>
            <a:r>
              <a:rPr kumimoji="0" lang="en-US" altLang="zh-CN" sz="2400" b="1" i="1" u="none" strike="noStrike" kern="0" cap="none" spc="0" normalizeH="0" baseline="-25000" noProof="0" dirty="0" smtClean="0">
                <a:ln>
                  <a:noFill/>
                </a:ln>
                <a:solidFill>
                  <a:srgbClr val="000000"/>
                </a:solidFill>
                <a:effectLst/>
                <a:uLnTx/>
                <a:uFillTx/>
                <a:ea typeface="楷体_GB2312" pitchFamily="49" charset="-122"/>
              </a:rPr>
              <a:t>n</a:t>
            </a:r>
            <a:r>
              <a:rPr kumimoji="0" lang="en-US" altLang="zh-CN" sz="2400" b="1" i="0" u="none" strike="noStrike" kern="0" cap="none" spc="0" normalizeH="0" baseline="0" noProof="0" dirty="0" smtClean="0">
                <a:ln>
                  <a:noFill/>
                </a:ln>
                <a:solidFill>
                  <a:srgbClr val="000000"/>
                </a:solidFill>
                <a:effectLst/>
                <a:uLnTx/>
                <a:uFillTx/>
                <a:ea typeface="楷体_GB2312" pitchFamily="49" charset="-122"/>
              </a:rPr>
              <a:t>(</a:t>
            </a:r>
            <a:r>
              <a:rPr kumimoji="0" lang="en-US" altLang="zh-CN" sz="2400" b="1" i="1" u="none" strike="noStrike" kern="0" cap="none" spc="0" normalizeH="0" baseline="0" noProof="0" dirty="0" smtClean="0">
                <a:ln>
                  <a:noFill/>
                </a:ln>
                <a:solidFill>
                  <a:srgbClr val="000000"/>
                </a:solidFill>
                <a:effectLst/>
                <a:uLnTx/>
                <a:uFillTx/>
                <a:ea typeface="楷体_GB2312" pitchFamily="49" charset="-122"/>
              </a:rPr>
              <a:t>x</a:t>
            </a:r>
            <a:r>
              <a:rPr kumimoji="0" lang="en-US" altLang="zh-CN" sz="2400" b="1" i="0" u="none" strike="noStrike" kern="0" cap="none" spc="0" normalizeH="0" baseline="0" noProof="0" dirty="0" smtClean="0">
                <a:ln>
                  <a:noFill/>
                </a:ln>
                <a:solidFill>
                  <a:srgbClr val="000000"/>
                </a:solidFill>
                <a:effectLst/>
                <a:uLnTx/>
                <a:uFillTx/>
                <a:ea typeface="楷体_GB2312" pitchFamily="49" charset="-122"/>
              </a:rPr>
              <a:t>)</a:t>
            </a:r>
            <a:r>
              <a:rPr kumimoji="0" lang="zh-CN" altLang="zh-CN" sz="2400" b="1" i="0" u="none" strike="noStrike" kern="0" cap="none" spc="0" normalizeH="0" baseline="0" noProof="0" dirty="0" smtClean="0">
                <a:ln>
                  <a:noFill/>
                </a:ln>
                <a:solidFill>
                  <a:srgbClr val="000000"/>
                </a:solidFill>
                <a:effectLst/>
                <a:uLnTx/>
                <a:uFillTx/>
                <a:ea typeface="楷体_GB2312" pitchFamily="49" charset="-122"/>
              </a:rPr>
              <a:t>近似 </a:t>
            </a:r>
            <a:r>
              <a:rPr kumimoji="0" lang="en-US" altLang="zh-CN" sz="2400" b="1" i="1" u="none" strike="noStrike" kern="0" cap="none" spc="0" normalizeH="0" baseline="0" noProof="0" dirty="0" smtClean="0">
                <a:ln>
                  <a:noFill/>
                </a:ln>
                <a:solidFill>
                  <a:srgbClr val="000000"/>
                </a:solidFill>
                <a:effectLst/>
                <a:uLnTx/>
                <a:uFillTx/>
                <a:ea typeface="楷体_GB2312" pitchFamily="49" charset="-122"/>
              </a:rPr>
              <a:t>f </a:t>
            </a:r>
            <a:r>
              <a:rPr kumimoji="0" lang="en-US" altLang="zh-CN" sz="2400" b="1" i="0" u="none" strike="noStrike" kern="0" cap="none" spc="0" normalizeH="0" baseline="0" noProof="0" dirty="0" smtClean="0">
                <a:ln>
                  <a:noFill/>
                </a:ln>
                <a:solidFill>
                  <a:srgbClr val="000000"/>
                </a:solidFill>
                <a:effectLst/>
                <a:uLnTx/>
                <a:uFillTx/>
                <a:ea typeface="楷体_GB2312" pitchFamily="49" charset="-122"/>
              </a:rPr>
              <a:t>(</a:t>
            </a:r>
            <a:r>
              <a:rPr kumimoji="0" lang="en-US" altLang="zh-CN" sz="2400" b="1" i="1" u="none" strike="noStrike" kern="0" cap="none" spc="0" normalizeH="0" baseline="0" noProof="0" dirty="0" smtClean="0">
                <a:ln>
                  <a:noFill/>
                </a:ln>
                <a:solidFill>
                  <a:srgbClr val="000000"/>
                </a:solidFill>
                <a:effectLst/>
                <a:uLnTx/>
                <a:uFillTx/>
                <a:ea typeface="楷体_GB2312" pitchFamily="49" charset="-122"/>
              </a:rPr>
              <a:t>x</a:t>
            </a:r>
            <a:r>
              <a:rPr kumimoji="0" lang="en-US" altLang="zh-CN" sz="2400" b="1" i="0" u="none" strike="noStrike" kern="0" cap="none" spc="0" normalizeH="0" baseline="0" noProof="0" dirty="0" smtClean="0">
                <a:ln>
                  <a:noFill/>
                </a:ln>
                <a:solidFill>
                  <a:srgbClr val="000000"/>
                </a:solidFill>
                <a:effectLst/>
                <a:uLnTx/>
                <a:uFillTx/>
                <a:ea typeface="楷体_GB2312" pitchFamily="49" charset="-122"/>
              </a:rPr>
              <a:t>),  </a:t>
            </a:r>
            <a:r>
              <a:rPr kumimoji="0" lang="zh-CN" altLang="zh-CN" sz="2400" b="1" i="0" u="none" strike="noStrike" kern="0" cap="none" spc="0" normalizeH="0" baseline="0" noProof="0" dirty="0" smtClean="0">
                <a:ln>
                  <a:noFill/>
                </a:ln>
                <a:solidFill>
                  <a:srgbClr val="000000"/>
                </a:solidFill>
                <a:effectLst/>
                <a:uLnTx/>
                <a:uFillTx/>
                <a:ea typeface="楷体_GB2312" pitchFamily="49" charset="-122"/>
              </a:rPr>
              <a:t>是否插值节点个数</a:t>
            </a:r>
            <a:r>
              <a:rPr kumimoji="0" lang="en-US" altLang="zh-CN" sz="2400" b="1" i="1" u="none" strike="noStrike" kern="0" cap="none" spc="0" normalizeH="0" baseline="0" noProof="0" dirty="0" smtClean="0">
                <a:ln>
                  <a:noFill/>
                </a:ln>
                <a:solidFill>
                  <a:srgbClr val="000000"/>
                </a:solidFill>
                <a:effectLst/>
                <a:uLnTx/>
                <a:uFillTx/>
                <a:ea typeface="楷体_GB2312" pitchFamily="49" charset="-122"/>
              </a:rPr>
              <a:t>n</a:t>
            </a:r>
            <a:r>
              <a:rPr kumimoji="0" lang="zh-CN" altLang="zh-CN" sz="2400" b="1" i="0" u="none" strike="noStrike" kern="0" cap="none" spc="0" normalizeH="0" baseline="0" noProof="0" dirty="0" smtClean="0">
                <a:ln>
                  <a:noFill/>
                </a:ln>
                <a:solidFill>
                  <a:srgbClr val="000000"/>
                </a:solidFill>
                <a:effectLst/>
                <a:uLnTx/>
                <a:uFillTx/>
                <a:ea typeface="楷体_GB2312" pitchFamily="49" charset="-122"/>
              </a:rPr>
              <a:t>越多</a:t>
            </a:r>
            <a:r>
              <a:rPr kumimoji="0" lang="en-US" altLang="zh-CN" sz="2400" b="1" i="0" u="none" strike="noStrike" kern="0" cap="none" spc="0" normalizeH="0" baseline="0" noProof="0" dirty="0" smtClean="0">
                <a:ln>
                  <a:noFill/>
                </a:ln>
                <a:solidFill>
                  <a:srgbClr val="000000"/>
                </a:solidFill>
                <a:effectLst/>
                <a:uLnTx/>
                <a:uFillTx/>
                <a:ea typeface="楷体_GB2312" pitchFamily="49" charset="-122"/>
              </a:rPr>
              <a:t>, </a:t>
            </a:r>
            <a:r>
              <a:rPr kumimoji="0" lang="zh-CN" altLang="zh-CN" sz="2400" b="1" i="0" u="none" strike="noStrike" kern="0" cap="none" spc="0" normalizeH="0" baseline="0" noProof="0" dirty="0" smtClean="0">
                <a:ln>
                  <a:noFill/>
                </a:ln>
                <a:solidFill>
                  <a:srgbClr val="000000"/>
                </a:solidFill>
                <a:effectLst/>
                <a:uLnTx/>
                <a:uFillTx/>
                <a:ea typeface="楷体_GB2312" pitchFamily="49" charset="-122"/>
              </a:rPr>
              <a:t>其逼近精度越高呢</a:t>
            </a:r>
            <a:r>
              <a:rPr kumimoji="0" lang="en-US" altLang="zh-CN" sz="2400" b="1" i="0" u="none" strike="noStrike" kern="0" cap="none" spc="0" normalizeH="0" baseline="0" noProof="0" dirty="0" smtClean="0">
                <a:ln>
                  <a:noFill/>
                </a:ln>
                <a:solidFill>
                  <a:srgbClr val="000000"/>
                </a:solidFill>
                <a:effectLst/>
                <a:uLnTx/>
                <a:uFillTx/>
                <a:ea typeface="楷体_GB2312" pitchFamily="49" charset="-122"/>
              </a:rPr>
              <a:t>?</a:t>
            </a:r>
            <a:endParaRPr kumimoji="0" lang="zh-CN" altLang="zh-CN" sz="2400" b="1" i="0" u="none" strike="noStrike" kern="0" cap="none" spc="0" normalizeH="0" baseline="0" noProof="0" dirty="0" smtClean="0">
              <a:ln>
                <a:noFill/>
              </a:ln>
              <a:solidFill>
                <a:srgbClr val="000000"/>
              </a:solidFill>
              <a:effectLst/>
              <a:uLnTx/>
              <a:uFillTx/>
              <a:ea typeface="楷体_GB2312" pitchFamily="49" charset="-122"/>
            </a:endParaRPr>
          </a:p>
          <a:p>
            <a:pPr marL="0" marR="0" lvl="0" indent="0" algn="l" defTabSz="914400" eaLnBrk="1" fontAlgn="auto" latinLnBrk="0" hangingPunct="1">
              <a:lnSpc>
                <a:spcPct val="150000"/>
              </a:lnSpc>
              <a:spcBef>
                <a:spcPts val="0"/>
              </a:spcBef>
              <a:spcAft>
                <a:spcPts val="0"/>
              </a:spcAft>
              <a:buClrTx/>
              <a:buSzTx/>
              <a:buFontTx/>
              <a:buNone/>
              <a:tabLst/>
              <a:defRPr/>
            </a:pPr>
            <a:r>
              <a:rPr kumimoji="0" lang="en-US" altLang="zh-CN" sz="2400" b="1" i="0" u="none" strike="noStrike" kern="0" cap="none" spc="0" normalizeH="0" baseline="0" noProof="0" dirty="0" smtClean="0">
                <a:ln>
                  <a:noFill/>
                </a:ln>
                <a:solidFill>
                  <a:srgbClr val="FF0066"/>
                </a:solidFill>
                <a:effectLst/>
                <a:uLnTx/>
                <a:uFillTx/>
                <a:ea typeface="楷体_GB2312" pitchFamily="49" charset="-122"/>
                <a:sym typeface="Wingdings 2" pitchFamily="18" charset="2"/>
              </a:rPr>
              <a:t>  </a:t>
            </a:r>
            <a:r>
              <a:rPr kumimoji="0" lang="zh-CN" altLang="zh-CN" sz="2400" b="1" i="0" u="none" strike="noStrike" kern="0" cap="none" spc="0" normalizeH="0" baseline="0" noProof="0" dirty="0" smtClean="0">
                <a:ln>
                  <a:noFill/>
                </a:ln>
                <a:solidFill>
                  <a:srgbClr val="000000"/>
                </a:solidFill>
                <a:effectLst/>
                <a:uLnTx/>
                <a:uFillTx/>
                <a:ea typeface="楷体_GB2312" pitchFamily="49" charset="-122"/>
              </a:rPr>
              <a:t>回答是</a:t>
            </a:r>
            <a:r>
              <a:rPr kumimoji="0" lang="zh-CN" altLang="zh-CN" sz="2400" b="1" i="0" u="sng" strike="noStrike" kern="0" cap="none" spc="0" normalizeH="0" baseline="0" noProof="0" dirty="0" smtClean="0">
                <a:ln>
                  <a:noFill/>
                </a:ln>
                <a:solidFill>
                  <a:srgbClr val="FF0066"/>
                </a:solidFill>
                <a:effectLst/>
                <a:uLnTx/>
                <a:uFillTx/>
                <a:ea typeface="楷体_GB2312" pitchFamily="49" charset="-122"/>
              </a:rPr>
              <a:t>否定</a:t>
            </a:r>
            <a:r>
              <a:rPr kumimoji="0" lang="zh-CN" altLang="zh-CN" sz="2400" b="1" i="0" u="none" strike="noStrike" kern="0" cap="none" spc="0" normalizeH="0" baseline="0" noProof="0" dirty="0" smtClean="0">
                <a:ln>
                  <a:noFill/>
                </a:ln>
                <a:solidFill>
                  <a:srgbClr val="000000"/>
                </a:solidFill>
                <a:effectLst/>
                <a:uLnTx/>
                <a:uFillTx/>
                <a:ea typeface="楷体_GB2312" pitchFamily="49" charset="-122"/>
              </a:rPr>
              <a:t>的！</a:t>
            </a:r>
          </a:p>
          <a:p>
            <a:pPr marL="0" marR="0" lvl="0" indent="0" algn="l" defTabSz="914400" eaLnBrk="1" fontAlgn="auto" latinLnBrk="0" hangingPunct="1">
              <a:lnSpc>
                <a:spcPct val="15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srgbClr val="FF0066"/>
                </a:solidFill>
                <a:effectLst/>
                <a:uLnTx/>
                <a:uFillTx/>
                <a:ea typeface="楷体_GB2312" pitchFamily="49" charset="-122"/>
                <a:sym typeface="Wingdings 2" pitchFamily="18" charset="2"/>
              </a:rPr>
              <a:t></a:t>
            </a:r>
            <a:r>
              <a:rPr kumimoji="0" lang="zh-CN" altLang="zh-CN" sz="2400" b="1" i="0" u="none" strike="noStrike" kern="0" cap="none" spc="0" normalizeH="0" baseline="0" noProof="0" dirty="0" smtClean="0">
                <a:ln>
                  <a:noFill/>
                </a:ln>
                <a:solidFill>
                  <a:srgbClr val="000000"/>
                </a:solidFill>
                <a:effectLst/>
                <a:uLnTx/>
                <a:uFillTx/>
                <a:ea typeface="楷体_GB2312" pitchFamily="49" charset="-122"/>
              </a:rPr>
              <a:t>  20世纪初</a:t>
            </a:r>
            <a:r>
              <a:rPr kumimoji="0" lang="en-US" altLang="zh-CN" sz="2400" b="1" i="0" u="none" strike="noStrike" kern="0" cap="none" spc="0" normalizeH="0" baseline="0" noProof="0" dirty="0" err="1" smtClean="0">
                <a:ln>
                  <a:noFill/>
                </a:ln>
                <a:solidFill>
                  <a:srgbClr val="000000"/>
                </a:solidFill>
                <a:effectLst/>
                <a:uLnTx/>
                <a:uFillTx/>
                <a:ea typeface="楷体_GB2312" pitchFamily="49" charset="-122"/>
              </a:rPr>
              <a:t>Runge</a:t>
            </a:r>
            <a:r>
              <a:rPr kumimoji="0" lang="zh-CN" altLang="zh-CN" sz="2400" b="1" i="0" u="none" strike="noStrike" kern="0" cap="none" spc="0" normalizeH="0" baseline="0" noProof="0" dirty="0" smtClean="0">
                <a:ln>
                  <a:noFill/>
                </a:ln>
                <a:solidFill>
                  <a:srgbClr val="000000"/>
                </a:solidFill>
                <a:effectLst/>
                <a:uLnTx/>
                <a:uFillTx/>
                <a:ea typeface="楷体_GB2312" pitchFamily="49" charset="-122"/>
              </a:rPr>
              <a:t>给出了一个非常著名的例子</a:t>
            </a:r>
          </a:p>
        </p:txBody>
      </p:sp>
      <p:graphicFrame>
        <p:nvGraphicFramePr>
          <p:cNvPr id="14" name="Object 5"/>
          <p:cNvGraphicFramePr>
            <a:graphicFrameLocks noChangeAspect="1"/>
          </p:cNvGraphicFramePr>
          <p:nvPr>
            <p:extLst>
              <p:ext uri="{D42A27DB-BD31-4B8C-83A1-F6EECF244321}">
                <p14:modId xmlns:p14="http://schemas.microsoft.com/office/powerpoint/2010/main" val="2304416673"/>
              </p:ext>
            </p:extLst>
          </p:nvPr>
        </p:nvGraphicFramePr>
        <p:xfrm>
          <a:off x="1352600" y="3789040"/>
          <a:ext cx="5110163" cy="1006475"/>
        </p:xfrm>
        <a:graphic>
          <a:graphicData uri="http://schemas.openxmlformats.org/presentationml/2006/ole">
            <mc:AlternateContent xmlns:mc="http://schemas.openxmlformats.org/markup-compatibility/2006">
              <mc:Choice xmlns:v="urn:schemas-microsoft-com:vml" Requires="v">
                <p:oleObj spid="_x0000_s109631" name="Equation" r:id="rId3" imgW="4254480" imgH="838080" progId="Equation.3">
                  <p:embed/>
                </p:oleObj>
              </mc:Choice>
              <mc:Fallback>
                <p:oleObj name="Equation" r:id="rId3" imgW="4254480" imgH="8380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600" y="3789040"/>
                        <a:ext cx="5110163" cy="1006475"/>
                      </a:xfrm>
                      <a:prstGeom prst="rect">
                        <a:avLst/>
                      </a:prstGeom>
                      <a:solidFill>
                        <a:srgbClr val="FFC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Text Box 6"/>
          <p:cNvSpPr txBox="1">
            <a:spLocks noChangeArrowheads="1"/>
          </p:cNvSpPr>
          <p:nvPr/>
        </p:nvSpPr>
        <p:spPr bwMode="auto">
          <a:xfrm>
            <a:off x="2443742" y="5038403"/>
            <a:ext cx="23198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ea typeface="楷体_GB2312" pitchFamily="49" charset="-122"/>
              </a:rPr>
              <a:t>采用等距节点插值</a:t>
            </a:r>
            <a:r>
              <a:rPr lang="en-US" altLang="zh-CN" b="1" dirty="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5">
                                            <p:txEl>
                                              <p:pRg st="0" end="0"/>
                                            </p:txEl>
                                          </p:spTgt>
                                        </p:tgtEl>
                                        <p:attrNameLst>
                                          <p:attrName>style.visibility</p:attrName>
                                        </p:attrNameLst>
                                      </p:cBhvr>
                                      <p:to>
                                        <p:strVal val="visible"/>
                                      </p:to>
                                    </p:set>
                                    <p:animEffect transition="in" filter="wipe(left)">
                                      <p:cBhvr>
                                        <p:cTn id="26"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utoUpdateAnimBg="0"/>
      <p:bldP spid="15" grpId="0" build="p" autoUpdateAnimBg="0" advAuto="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9E87F0E-A260-4104-89C8-F49C09042EAF}" type="slidenum">
              <a:rPr lang="zh-CN" altLang="en-US" smtClean="0"/>
              <a:pPr>
                <a:defRPr/>
              </a:pPr>
              <a:t>86</a:t>
            </a:fld>
            <a:endParaRPr lang="en-US" altLang="zh-CN"/>
          </a:p>
        </p:txBody>
      </p:sp>
      <p:sp>
        <p:nvSpPr>
          <p:cNvPr id="5" name="日期占位符 4"/>
          <p:cNvSpPr>
            <a:spLocks noGrp="1"/>
          </p:cNvSpPr>
          <p:nvPr>
            <p:ph type="dt" sz="half" idx="11"/>
          </p:nvPr>
        </p:nvSpPr>
        <p:spPr/>
        <p:txBody>
          <a:bodyPr/>
          <a:lstStyle/>
          <a:p>
            <a:pPr>
              <a:defRPr/>
            </a:pPr>
            <a:fld id="{E990F945-4D3E-46DB-A135-6EC2CF9E5B37}" type="datetime1">
              <a:rPr lang="zh-CN" altLang="en-US" smtClean="0"/>
              <a:pPr>
                <a:defRPr/>
              </a:pPr>
              <a:t>2024/10/20</a:t>
            </a:fld>
            <a:endParaRPr lang="en-US" altLang="zh-CN"/>
          </a:p>
        </p:txBody>
      </p:sp>
      <p:pic>
        <p:nvPicPr>
          <p:cNvPr id="7" name="Picture 2" descr="poly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066800"/>
            <a:ext cx="7315200" cy="5486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Object 3"/>
          <p:cNvGraphicFramePr>
            <a:graphicFrameLocks noChangeAspect="1"/>
          </p:cNvGraphicFramePr>
          <p:nvPr/>
        </p:nvGraphicFramePr>
        <p:xfrm>
          <a:off x="3162300" y="4572000"/>
          <a:ext cx="2400300" cy="838200"/>
        </p:xfrm>
        <a:graphic>
          <a:graphicData uri="http://schemas.openxmlformats.org/presentationml/2006/ole">
            <mc:AlternateContent xmlns:mc="http://schemas.openxmlformats.org/markup-compatibility/2006">
              <mc:Choice xmlns:v="urn:schemas-microsoft-com:vml" Requires="v">
                <p:oleObj spid="_x0000_s241700" name="Equation" r:id="rId4" imgW="2400120" imgH="838080" progId="Equation.3">
                  <p:embed/>
                </p:oleObj>
              </mc:Choice>
              <mc:Fallback>
                <p:oleObj name="Equation" r:id="rId4" imgW="2400120" imgH="8380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2300" y="4572000"/>
                        <a:ext cx="24003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Line 4"/>
          <p:cNvSpPr>
            <a:spLocks noChangeShapeType="1"/>
          </p:cNvSpPr>
          <p:nvPr/>
        </p:nvSpPr>
        <p:spPr bwMode="auto">
          <a:xfrm>
            <a:off x="1905000" y="4660900"/>
            <a:ext cx="5626100" cy="0"/>
          </a:xfrm>
          <a:prstGeom prst="line">
            <a:avLst/>
          </a:prstGeom>
          <a:noFill/>
          <a:ln w="9525">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 name="Object 5"/>
          <p:cNvGraphicFramePr>
            <a:graphicFrameLocks noChangeAspect="1"/>
          </p:cNvGraphicFramePr>
          <p:nvPr/>
        </p:nvGraphicFramePr>
        <p:xfrm>
          <a:off x="2438400" y="2590800"/>
          <a:ext cx="862013" cy="419100"/>
        </p:xfrm>
        <a:graphic>
          <a:graphicData uri="http://schemas.openxmlformats.org/presentationml/2006/ole">
            <mc:AlternateContent xmlns:mc="http://schemas.openxmlformats.org/markup-compatibility/2006">
              <mc:Choice xmlns:v="urn:schemas-microsoft-com:vml" Requires="v">
                <p:oleObj spid="_x0000_s241701" name="Equation" r:id="rId6" imgW="863280" imgH="419040" progId="Equation.3">
                  <p:embed/>
                </p:oleObj>
              </mc:Choice>
              <mc:Fallback>
                <p:oleObj name="Equation" r:id="rId6" imgW="86328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8400" y="2590800"/>
                        <a:ext cx="8620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7515527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9E87F0E-A260-4104-89C8-F49C09042EAF}" type="slidenum">
              <a:rPr lang="zh-CN" altLang="en-US" smtClean="0"/>
              <a:pPr>
                <a:defRPr/>
              </a:pPr>
              <a:t>87</a:t>
            </a:fld>
            <a:endParaRPr lang="en-US" altLang="zh-CN"/>
          </a:p>
        </p:txBody>
      </p:sp>
      <p:sp>
        <p:nvSpPr>
          <p:cNvPr id="5" name="日期占位符 4"/>
          <p:cNvSpPr>
            <a:spLocks noGrp="1"/>
          </p:cNvSpPr>
          <p:nvPr>
            <p:ph type="dt" sz="half" idx="11"/>
          </p:nvPr>
        </p:nvSpPr>
        <p:spPr/>
        <p:txBody>
          <a:bodyPr/>
          <a:lstStyle/>
          <a:p>
            <a:pPr>
              <a:defRPr/>
            </a:pPr>
            <a:fld id="{E990F945-4D3E-46DB-A135-6EC2CF9E5B37}" type="datetime1">
              <a:rPr lang="zh-CN" altLang="en-US" smtClean="0"/>
              <a:pPr>
                <a:defRPr/>
              </a:pPr>
              <a:t>2024/10/20</a:t>
            </a:fld>
            <a:endParaRPr lang="en-US" altLang="zh-CN"/>
          </a:p>
        </p:txBody>
      </p:sp>
      <p:pic>
        <p:nvPicPr>
          <p:cNvPr id="6" name="Picture 2" descr="poly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64" y="44624"/>
            <a:ext cx="7777162" cy="5832475"/>
          </a:xfrm>
          <a:prstGeom prst="rect">
            <a:avLst/>
          </a:prstGeom>
          <a:noFill/>
          <a:extLst>
            <a:ext uri="{909E8E84-426E-40DD-AFC4-6F175D3DCCD1}">
              <a14:hiddenFill xmlns:a14="http://schemas.microsoft.com/office/drawing/2010/main">
                <a:solidFill>
                  <a:srgbClr val="FFFFFF"/>
                </a:solidFill>
              </a14:hiddenFill>
            </a:ext>
          </a:extLst>
        </p:spPr>
      </p:pic>
      <p:sp>
        <p:nvSpPr>
          <p:cNvPr id="7" name="Line 4"/>
          <p:cNvSpPr>
            <a:spLocks noChangeShapeType="1"/>
          </p:cNvSpPr>
          <p:nvPr/>
        </p:nvSpPr>
        <p:spPr bwMode="auto">
          <a:xfrm>
            <a:off x="2242046" y="5157787"/>
            <a:ext cx="6032500" cy="0"/>
          </a:xfrm>
          <a:prstGeom prst="line">
            <a:avLst/>
          </a:prstGeom>
          <a:noFill/>
          <a:ln w="9525">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 name="Object 5"/>
          <p:cNvGraphicFramePr>
            <a:graphicFrameLocks noChangeAspect="1"/>
          </p:cNvGraphicFramePr>
          <p:nvPr>
            <p:extLst>
              <p:ext uri="{D42A27DB-BD31-4B8C-83A1-F6EECF244321}">
                <p14:modId xmlns:p14="http://schemas.microsoft.com/office/powerpoint/2010/main" val="1772550206"/>
              </p:ext>
            </p:extLst>
          </p:nvPr>
        </p:nvGraphicFramePr>
        <p:xfrm>
          <a:off x="2609726" y="3795886"/>
          <a:ext cx="2400300" cy="838200"/>
        </p:xfrm>
        <a:graphic>
          <a:graphicData uri="http://schemas.openxmlformats.org/presentationml/2006/ole">
            <mc:AlternateContent xmlns:mc="http://schemas.openxmlformats.org/markup-compatibility/2006">
              <mc:Choice xmlns:v="urn:schemas-microsoft-com:vml" Requires="v">
                <p:oleObj spid="_x0000_s242724" name="Equation" r:id="rId4" imgW="2400120" imgH="838080" progId="Equation.3">
                  <p:embed/>
                </p:oleObj>
              </mc:Choice>
              <mc:Fallback>
                <p:oleObj name="Equation" r:id="rId4" imgW="2400120" imgH="8380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9726" y="3795886"/>
                        <a:ext cx="24003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3345390560"/>
              </p:ext>
            </p:extLst>
          </p:nvPr>
        </p:nvGraphicFramePr>
        <p:xfrm>
          <a:off x="1835026" y="1809924"/>
          <a:ext cx="965200" cy="430212"/>
        </p:xfrm>
        <a:graphic>
          <a:graphicData uri="http://schemas.openxmlformats.org/presentationml/2006/ole">
            <mc:AlternateContent xmlns:mc="http://schemas.openxmlformats.org/markup-compatibility/2006">
              <mc:Choice xmlns:v="urn:schemas-microsoft-com:vml" Requires="v">
                <p:oleObj spid="_x0000_s242725" name="Equation" r:id="rId6" imgW="965160" imgH="431640" progId="Equation.3">
                  <p:embed/>
                </p:oleObj>
              </mc:Choice>
              <mc:Fallback>
                <p:oleObj name="Equation" r:id="rId6" imgW="96516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5026" y="1809924"/>
                        <a:ext cx="965200"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2"/>
          <p:cNvSpPr txBox="1">
            <a:spLocks noChangeArrowheads="1"/>
          </p:cNvSpPr>
          <p:nvPr/>
        </p:nvSpPr>
        <p:spPr bwMode="auto">
          <a:xfrm>
            <a:off x="7257256" y="1929055"/>
            <a:ext cx="2465536" cy="321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45000"/>
              </a:lnSpc>
            </a:pPr>
            <a:r>
              <a:rPr lang="en-US" altLang="zh-CN" b="1" dirty="0" smtClean="0">
                <a:solidFill>
                  <a:schemeClr val="tx1"/>
                </a:solidFill>
                <a:ea typeface="楷体_GB2312" pitchFamily="49" charset="-122"/>
              </a:rPr>
              <a:t>Lagrange</a:t>
            </a:r>
            <a:r>
              <a:rPr lang="zh-CN" altLang="zh-CN" b="1" dirty="0">
                <a:solidFill>
                  <a:schemeClr val="tx1"/>
                </a:solidFill>
                <a:ea typeface="楷体_GB2312" pitchFamily="49" charset="-122"/>
              </a:rPr>
              <a:t>插值多项式</a:t>
            </a:r>
            <a:r>
              <a:rPr lang="en-US" altLang="zh-CN" b="1" i="1" dirty="0">
                <a:solidFill>
                  <a:schemeClr val="tx1"/>
                </a:solidFill>
                <a:ea typeface="楷体_GB2312" pitchFamily="49" charset="-122"/>
              </a:rPr>
              <a:t>L</a:t>
            </a:r>
            <a:r>
              <a:rPr lang="en-US" altLang="zh-CN" b="1" baseline="-25000" dirty="0">
                <a:solidFill>
                  <a:schemeClr val="tx1"/>
                </a:solidFill>
                <a:ea typeface="楷体_GB2312" pitchFamily="49" charset="-122"/>
              </a:rPr>
              <a:t>10</a:t>
            </a:r>
            <a:r>
              <a:rPr lang="en-US" altLang="zh-CN" b="1" dirty="0">
                <a:solidFill>
                  <a:schemeClr val="tx1"/>
                </a:solidFill>
                <a:ea typeface="楷体_GB2312" pitchFamily="49" charset="-122"/>
              </a:rPr>
              <a:t>(</a:t>
            </a:r>
            <a:r>
              <a:rPr lang="en-US" altLang="zh-CN" b="1" i="1" dirty="0">
                <a:solidFill>
                  <a:schemeClr val="tx1"/>
                </a:solidFill>
                <a:ea typeface="楷体_GB2312" pitchFamily="49" charset="-122"/>
              </a:rPr>
              <a:t>x</a:t>
            </a:r>
            <a:r>
              <a:rPr lang="en-US" altLang="zh-CN" b="1" dirty="0">
                <a:solidFill>
                  <a:schemeClr val="tx1"/>
                </a:solidFill>
                <a:ea typeface="楷体_GB2312" pitchFamily="49" charset="-122"/>
              </a:rPr>
              <a:t>)</a:t>
            </a:r>
            <a:r>
              <a:rPr lang="zh-CN" altLang="zh-CN" b="1" dirty="0">
                <a:solidFill>
                  <a:schemeClr val="tx1"/>
                </a:solidFill>
                <a:ea typeface="楷体_GB2312" pitchFamily="49" charset="-122"/>
              </a:rPr>
              <a:t>仅在区间中部能较好地逼近 </a:t>
            </a:r>
            <a:r>
              <a:rPr lang="en-US" altLang="zh-CN" b="1" i="1" dirty="0">
                <a:solidFill>
                  <a:schemeClr val="tx1"/>
                </a:solidFill>
                <a:ea typeface="楷体_GB2312" pitchFamily="49" charset="-122"/>
              </a:rPr>
              <a:t>f </a:t>
            </a:r>
            <a:r>
              <a:rPr lang="en-US" altLang="zh-CN" b="1" dirty="0">
                <a:solidFill>
                  <a:schemeClr val="tx1"/>
                </a:solidFill>
                <a:ea typeface="楷体_GB2312" pitchFamily="49" charset="-122"/>
              </a:rPr>
              <a:t>(</a:t>
            </a:r>
            <a:r>
              <a:rPr lang="en-US" altLang="zh-CN" b="1" i="1" dirty="0">
                <a:solidFill>
                  <a:schemeClr val="tx1"/>
                </a:solidFill>
                <a:ea typeface="楷体_GB2312" pitchFamily="49" charset="-122"/>
              </a:rPr>
              <a:t>x</a:t>
            </a:r>
            <a:r>
              <a:rPr lang="en-US" altLang="zh-CN" b="1" dirty="0">
                <a:solidFill>
                  <a:schemeClr val="tx1"/>
                </a:solidFill>
                <a:ea typeface="楷体_GB2312" pitchFamily="49" charset="-122"/>
              </a:rPr>
              <a:t>),  </a:t>
            </a:r>
            <a:r>
              <a:rPr lang="zh-CN" altLang="zh-CN" b="1" dirty="0">
                <a:solidFill>
                  <a:schemeClr val="tx1"/>
                </a:solidFill>
                <a:ea typeface="楷体_GB2312" pitchFamily="49" charset="-122"/>
              </a:rPr>
              <a:t>在其他部位差异较大</a:t>
            </a:r>
            <a:r>
              <a:rPr lang="en-US" altLang="zh-CN" b="1" dirty="0">
                <a:solidFill>
                  <a:schemeClr val="tx1"/>
                </a:solidFill>
                <a:ea typeface="楷体_GB2312" pitchFamily="49" charset="-122"/>
              </a:rPr>
              <a:t>, </a:t>
            </a:r>
            <a:r>
              <a:rPr lang="zh-CN" altLang="zh-CN" b="1" dirty="0">
                <a:solidFill>
                  <a:schemeClr val="tx1"/>
                </a:solidFill>
                <a:ea typeface="楷体_GB2312" pitchFamily="49" charset="-122"/>
              </a:rPr>
              <a:t>而且越接近区间端点</a:t>
            </a:r>
            <a:r>
              <a:rPr lang="en-US" altLang="zh-CN" b="1" dirty="0">
                <a:solidFill>
                  <a:schemeClr val="tx1"/>
                </a:solidFill>
                <a:ea typeface="楷体_GB2312" pitchFamily="49" charset="-122"/>
              </a:rPr>
              <a:t>, </a:t>
            </a:r>
            <a:r>
              <a:rPr lang="zh-CN" altLang="zh-CN" b="1" dirty="0">
                <a:solidFill>
                  <a:schemeClr val="tx1"/>
                </a:solidFill>
                <a:ea typeface="楷体_GB2312" pitchFamily="49" charset="-122"/>
              </a:rPr>
              <a:t>逼近效果越差.</a:t>
            </a:r>
          </a:p>
        </p:txBody>
      </p:sp>
      <p:sp>
        <p:nvSpPr>
          <p:cNvPr id="11" name="Text Box 3"/>
          <p:cNvSpPr txBox="1">
            <a:spLocks noChangeArrowheads="1"/>
          </p:cNvSpPr>
          <p:nvPr/>
        </p:nvSpPr>
        <p:spPr bwMode="auto">
          <a:xfrm>
            <a:off x="865808" y="5517232"/>
            <a:ext cx="8784976" cy="928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45000"/>
              </a:lnSpc>
            </a:pPr>
            <a:r>
              <a:rPr lang="en-US" altLang="zh-CN" b="1" i="0" dirty="0">
                <a:solidFill>
                  <a:srgbClr val="FF0066"/>
                </a:solidFill>
                <a:ea typeface="楷体_GB2312" pitchFamily="49" charset="-122"/>
                <a:sym typeface="Wingdings 2" pitchFamily="18" charset="2"/>
              </a:rPr>
              <a:t> </a:t>
            </a:r>
            <a:r>
              <a:rPr lang="zh-CN" altLang="zh-CN" b="1" i="0" dirty="0">
                <a:solidFill>
                  <a:schemeClr val="tx1"/>
                </a:solidFill>
                <a:ea typeface="楷体_GB2312" pitchFamily="49" charset="-122"/>
              </a:rPr>
              <a:t>可以证明当节点个数</a:t>
            </a:r>
            <a:r>
              <a:rPr lang="en-US" altLang="zh-CN" b="1" i="0" dirty="0">
                <a:solidFill>
                  <a:schemeClr val="tx1"/>
                </a:solidFill>
                <a:ea typeface="楷体_GB2312" pitchFamily="49" charset="-122"/>
              </a:rPr>
              <a:t>n</a:t>
            </a:r>
            <a:r>
              <a:rPr lang="zh-CN" altLang="zh-CN" b="1" i="0" dirty="0">
                <a:solidFill>
                  <a:schemeClr val="tx1"/>
                </a:solidFill>
                <a:ea typeface="楷体_GB2312" pitchFamily="49" charset="-122"/>
              </a:rPr>
              <a:t>趋于无穷时</a:t>
            </a:r>
            <a:r>
              <a:rPr lang="en-US" altLang="zh-CN" b="1" i="0" dirty="0">
                <a:solidFill>
                  <a:schemeClr val="tx1"/>
                </a:solidFill>
                <a:ea typeface="楷体_GB2312" pitchFamily="49" charset="-122"/>
              </a:rPr>
              <a:t>, </a:t>
            </a:r>
            <a:r>
              <a:rPr lang="zh-CN" altLang="zh-CN" b="1" i="0" dirty="0">
                <a:solidFill>
                  <a:schemeClr val="tx1"/>
                </a:solidFill>
                <a:ea typeface="楷体_GB2312" pitchFamily="49" charset="-122"/>
              </a:rPr>
              <a:t>存在一个常数</a:t>
            </a:r>
            <a:r>
              <a:rPr lang="en-US" altLang="zh-CN" b="1" i="0" dirty="0">
                <a:solidFill>
                  <a:schemeClr val="tx1"/>
                </a:solidFill>
                <a:ea typeface="楷体_GB2312" pitchFamily="49" charset="-122"/>
              </a:rPr>
              <a:t>c,  c</a:t>
            </a:r>
            <a:r>
              <a:rPr lang="en-US" altLang="zh-CN" b="1" i="0" dirty="0">
                <a:solidFill>
                  <a:schemeClr val="tx1"/>
                </a:solidFill>
                <a:ea typeface="楷体_GB2312" pitchFamily="49" charset="-122"/>
                <a:sym typeface="Symbol" pitchFamily="18" charset="2"/>
              </a:rPr>
              <a:t>0.726, </a:t>
            </a:r>
            <a:r>
              <a:rPr lang="zh-CN" altLang="zh-CN" b="1" i="0" dirty="0">
                <a:solidFill>
                  <a:schemeClr val="tx1"/>
                </a:solidFill>
                <a:ea typeface="楷体_GB2312" pitchFamily="49" charset="-122"/>
                <a:sym typeface="Symbol" pitchFamily="18" charset="2"/>
              </a:rPr>
              <a:t>使得当|</a:t>
            </a:r>
            <a:r>
              <a:rPr lang="en-US" altLang="zh-CN" b="1" i="0" dirty="0">
                <a:solidFill>
                  <a:schemeClr val="tx1"/>
                </a:solidFill>
                <a:ea typeface="楷体_GB2312" pitchFamily="49" charset="-122"/>
                <a:sym typeface="Symbol" pitchFamily="18" charset="2"/>
              </a:rPr>
              <a:t>x|c</a:t>
            </a:r>
            <a:r>
              <a:rPr lang="zh-CN" altLang="zh-CN" b="1" i="0" dirty="0">
                <a:solidFill>
                  <a:schemeClr val="tx1"/>
                </a:solidFill>
                <a:ea typeface="楷体_GB2312" pitchFamily="49" charset="-122"/>
                <a:sym typeface="Symbol" pitchFamily="18" charset="2"/>
              </a:rPr>
              <a:t>时</a:t>
            </a:r>
            <a:r>
              <a:rPr lang="en-US" altLang="zh-CN" b="1" i="0" dirty="0">
                <a:solidFill>
                  <a:schemeClr val="tx1"/>
                </a:solidFill>
                <a:ea typeface="楷体_GB2312" pitchFamily="49" charset="-122"/>
                <a:sym typeface="Symbol" pitchFamily="18" charset="2"/>
              </a:rPr>
              <a:t>, </a:t>
            </a:r>
            <a:r>
              <a:rPr lang="en-US" altLang="zh-CN" b="1" i="0" dirty="0">
                <a:solidFill>
                  <a:schemeClr val="tx1"/>
                </a:solidFill>
                <a:ea typeface="楷体_GB2312" pitchFamily="49" charset="-122"/>
              </a:rPr>
              <a:t>L</a:t>
            </a:r>
            <a:r>
              <a:rPr lang="en-US" altLang="zh-CN" b="1" i="0" baseline="-25000" dirty="0">
                <a:solidFill>
                  <a:schemeClr val="tx1"/>
                </a:solidFill>
                <a:ea typeface="楷体_GB2312" pitchFamily="49" charset="-122"/>
              </a:rPr>
              <a:t>n</a:t>
            </a:r>
            <a:r>
              <a:rPr lang="en-US" altLang="zh-CN" b="1" i="0" dirty="0">
                <a:solidFill>
                  <a:schemeClr val="tx1"/>
                </a:solidFill>
                <a:ea typeface="楷体_GB2312" pitchFamily="49" charset="-122"/>
              </a:rPr>
              <a:t>(x)</a:t>
            </a:r>
            <a:r>
              <a:rPr lang="en-US" altLang="zh-CN" b="1" i="0" dirty="0">
                <a:solidFill>
                  <a:schemeClr val="tx1"/>
                </a:solidFill>
                <a:ea typeface="楷体_GB2312" pitchFamily="49" charset="-122"/>
                <a:sym typeface="Symbol" pitchFamily="18" charset="2"/>
              </a:rPr>
              <a:t> f (x) (n),  </a:t>
            </a:r>
            <a:r>
              <a:rPr lang="zh-CN" altLang="zh-CN" b="1" i="0" dirty="0">
                <a:solidFill>
                  <a:schemeClr val="tx1"/>
                </a:solidFill>
                <a:ea typeface="楷体_GB2312" pitchFamily="49" charset="-122"/>
                <a:sym typeface="Symbol" pitchFamily="18" charset="2"/>
              </a:rPr>
              <a:t>而当|</a:t>
            </a:r>
            <a:r>
              <a:rPr lang="en-US" altLang="zh-CN" b="1" i="0" dirty="0">
                <a:solidFill>
                  <a:schemeClr val="tx1"/>
                </a:solidFill>
                <a:ea typeface="楷体_GB2312" pitchFamily="49" charset="-122"/>
                <a:sym typeface="Symbol" pitchFamily="18" charset="2"/>
              </a:rPr>
              <a:t>x|&gt;c</a:t>
            </a:r>
            <a:r>
              <a:rPr lang="zh-CN" altLang="zh-CN" b="1" i="0" dirty="0">
                <a:solidFill>
                  <a:schemeClr val="tx1"/>
                </a:solidFill>
                <a:ea typeface="楷体_GB2312" pitchFamily="49" charset="-122"/>
                <a:sym typeface="Symbol" pitchFamily="18" charset="2"/>
              </a:rPr>
              <a:t>时{</a:t>
            </a:r>
            <a:r>
              <a:rPr lang="en-US" altLang="zh-CN" b="1" i="0" dirty="0">
                <a:solidFill>
                  <a:schemeClr val="tx1"/>
                </a:solidFill>
                <a:ea typeface="楷体_GB2312" pitchFamily="49" charset="-122"/>
                <a:sym typeface="Symbol" pitchFamily="18" charset="2"/>
              </a:rPr>
              <a:t>L</a:t>
            </a:r>
            <a:r>
              <a:rPr lang="en-US" altLang="zh-CN" b="1" i="0" baseline="-25000" dirty="0">
                <a:solidFill>
                  <a:schemeClr val="tx1"/>
                </a:solidFill>
                <a:ea typeface="楷体_GB2312" pitchFamily="49" charset="-122"/>
                <a:sym typeface="Symbol" pitchFamily="18" charset="2"/>
              </a:rPr>
              <a:t>n</a:t>
            </a:r>
            <a:r>
              <a:rPr lang="en-US" altLang="zh-CN" b="1" i="0" dirty="0">
                <a:solidFill>
                  <a:schemeClr val="tx1"/>
                </a:solidFill>
                <a:ea typeface="楷体_GB2312" pitchFamily="49" charset="-122"/>
                <a:sym typeface="Symbol" pitchFamily="18" charset="2"/>
              </a:rPr>
              <a:t>(x)}</a:t>
            </a:r>
            <a:r>
              <a:rPr lang="zh-CN" altLang="zh-CN" b="1" i="0" dirty="0">
                <a:solidFill>
                  <a:schemeClr val="tx1"/>
                </a:solidFill>
                <a:ea typeface="楷体_GB2312" pitchFamily="49" charset="-122"/>
                <a:sym typeface="Symbol" pitchFamily="18" charset="2"/>
              </a:rPr>
              <a:t>发散. 这一现象称为</a:t>
            </a:r>
            <a:r>
              <a:rPr lang="en-US" altLang="zh-CN" b="1" i="0" u="sng" dirty="0" err="1">
                <a:solidFill>
                  <a:srgbClr val="FF0066"/>
                </a:solidFill>
                <a:ea typeface="楷体_GB2312" pitchFamily="49" charset="-122"/>
                <a:sym typeface="Symbol" pitchFamily="18" charset="2"/>
              </a:rPr>
              <a:t>Runge</a:t>
            </a:r>
            <a:r>
              <a:rPr lang="zh-CN" altLang="zh-CN" b="1" i="0" u="sng" dirty="0">
                <a:solidFill>
                  <a:srgbClr val="FF0066"/>
                </a:solidFill>
                <a:ea typeface="楷体_GB2312" pitchFamily="49" charset="-122"/>
                <a:sym typeface="Symbol" pitchFamily="18" charset="2"/>
              </a:rPr>
              <a:t>现象</a:t>
            </a:r>
            <a:r>
              <a:rPr lang="zh-CN" altLang="zh-CN" b="1" i="0" dirty="0">
                <a:solidFill>
                  <a:schemeClr val="tx1"/>
                </a:solidFill>
                <a:ea typeface="楷体_GB2312" pitchFamily="49" charset="-122"/>
                <a:sym typeface="Symbol" pitchFamily="18" charset="2"/>
              </a:rPr>
              <a:t>. </a:t>
            </a:r>
          </a:p>
        </p:txBody>
      </p:sp>
    </p:spTree>
    <p:extLst>
      <p:ext uri="{BB962C8B-B14F-4D97-AF65-F5344CB8AC3E}">
        <p14:creationId xmlns:p14="http://schemas.microsoft.com/office/powerpoint/2010/main" val="321068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5711931-6EAE-4F12-BA73-211588719D28}" type="slidenum">
              <a:rPr lang="zh-CN" altLang="en-US" b="0" i="0" smtClean="0"/>
              <a:pPr/>
              <a:t>88</a:t>
            </a:fld>
            <a:endParaRPr lang="en-US" altLang="zh-CN" b="0" i="0" smtClean="0"/>
          </a:p>
        </p:txBody>
      </p:sp>
      <p:sp>
        <p:nvSpPr>
          <p:cNvPr id="11161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4531F07-E27D-47B1-988D-15D92D26B32B}" type="datetime1">
              <a:rPr lang="zh-CN" altLang="en-US" sz="1800" i="0" smtClean="0"/>
              <a:pPr/>
              <a:t>2024/10/20</a:t>
            </a:fld>
            <a:endParaRPr lang="en-US" altLang="zh-CN" sz="1800" i="0" smtClean="0"/>
          </a:p>
        </p:txBody>
      </p:sp>
      <p:sp>
        <p:nvSpPr>
          <p:cNvPr id="814082" name="Rectangle 2"/>
          <p:cNvSpPr>
            <a:spLocks noGrp="1" noChangeArrowheads="1"/>
          </p:cNvSpPr>
          <p:nvPr>
            <p:ph type="title"/>
          </p:nvPr>
        </p:nvSpPr>
        <p:spPr/>
        <p:txBody>
          <a:bodyPr/>
          <a:lstStyle/>
          <a:p>
            <a:pPr>
              <a:defRPr/>
            </a:pPr>
            <a:r>
              <a:rPr lang="zh-CN" altLang="en-US" smtClean="0"/>
              <a:t>分段插值法</a:t>
            </a:r>
          </a:p>
        </p:txBody>
      </p:sp>
      <p:sp>
        <p:nvSpPr>
          <p:cNvPr id="111621" name="Rectangle 3"/>
          <p:cNvSpPr>
            <a:spLocks noGrp="1" noChangeArrowheads="1"/>
          </p:cNvSpPr>
          <p:nvPr>
            <p:ph type="body" idx="1"/>
          </p:nvPr>
        </p:nvSpPr>
        <p:spPr>
          <a:xfrm>
            <a:off x="457200" y="4513263"/>
            <a:ext cx="9074150" cy="2133600"/>
          </a:xfrm>
        </p:spPr>
        <p:txBody>
          <a:bodyPr/>
          <a:lstStyle/>
          <a:p>
            <a:pPr>
              <a:lnSpc>
                <a:spcPct val="80000"/>
              </a:lnSpc>
              <a:spcBef>
                <a:spcPct val="10000"/>
              </a:spcBef>
            </a:pPr>
            <a:r>
              <a:rPr lang="zh-CN" altLang="en-US" dirty="0" smtClean="0"/>
              <a:t>当</a:t>
            </a:r>
            <a:r>
              <a:rPr lang="en-US" altLang="zh-CN" i="1" dirty="0" smtClean="0"/>
              <a:t>n</a:t>
            </a:r>
            <a:r>
              <a:rPr lang="zh-CN" altLang="en-US" dirty="0" smtClean="0"/>
              <a:t>增大时</a:t>
            </a:r>
            <a:r>
              <a:rPr lang="en-US" altLang="zh-CN" dirty="0" smtClean="0"/>
              <a:t>( </a:t>
            </a:r>
            <a:r>
              <a:rPr lang="en-US" altLang="zh-CN" i="1" dirty="0" smtClean="0"/>
              <a:t>n</a:t>
            </a:r>
            <a:r>
              <a:rPr lang="zh-CN" altLang="en-US" dirty="0" smtClean="0"/>
              <a:t>＝</a:t>
            </a:r>
            <a:r>
              <a:rPr lang="en-US" altLang="zh-CN" dirty="0" smtClean="0"/>
              <a:t>10)</a:t>
            </a:r>
            <a:r>
              <a:rPr lang="zh-CN" altLang="en-US" dirty="0" smtClean="0"/>
              <a:t>，部分区间上插值多项式截断误差偏大的现象严重。</a:t>
            </a:r>
          </a:p>
          <a:p>
            <a:pPr>
              <a:lnSpc>
                <a:spcPct val="80000"/>
              </a:lnSpc>
              <a:spcBef>
                <a:spcPct val="10000"/>
              </a:spcBef>
            </a:pPr>
            <a:r>
              <a:rPr lang="zh-CN" altLang="en-US" dirty="0" smtClean="0"/>
              <a:t>当节点增加时，插值多项式依然不能很好地逼近被插函数的现象(插值多项式不收敛)就是</a:t>
            </a:r>
            <a:r>
              <a:rPr lang="en-US" altLang="zh-CN" dirty="0" err="1" smtClean="0"/>
              <a:t>Runge</a:t>
            </a:r>
            <a:r>
              <a:rPr lang="zh-CN" altLang="en-US" dirty="0" smtClean="0"/>
              <a:t>现象。</a:t>
            </a:r>
          </a:p>
          <a:p>
            <a:pPr>
              <a:lnSpc>
                <a:spcPct val="80000"/>
              </a:lnSpc>
              <a:spcBef>
                <a:spcPct val="10000"/>
              </a:spcBef>
            </a:pPr>
            <a:r>
              <a:rPr lang="zh-CN" altLang="en-US" dirty="0" smtClean="0">
                <a:solidFill>
                  <a:srgbClr val="FF0000"/>
                </a:solidFill>
              </a:rPr>
              <a:t>为避免龙格现象和不稳定，通常限定</a:t>
            </a:r>
            <a:r>
              <a:rPr lang="en-US" altLang="zh-CN" i="1" dirty="0" smtClean="0">
                <a:solidFill>
                  <a:srgbClr val="FF0000"/>
                </a:solidFill>
              </a:rPr>
              <a:t>n</a:t>
            </a:r>
            <a:r>
              <a:rPr lang="en-US" altLang="zh-CN" dirty="0" smtClean="0">
                <a:solidFill>
                  <a:srgbClr val="FF0000"/>
                </a:solidFill>
              </a:rPr>
              <a:t>&gt;7</a:t>
            </a:r>
            <a:r>
              <a:rPr lang="zh-CN" altLang="en-US" dirty="0" smtClean="0">
                <a:solidFill>
                  <a:srgbClr val="FF0000"/>
                </a:solidFill>
              </a:rPr>
              <a:t>不采用高次插值多项式</a:t>
            </a:r>
          </a:p>
        </p:txBody>
      </p:sp>
      <p:grpSp>
        <p:nvGrpSpPr>
          <p:cNvPr id="111622" name="Group 4"/>
          <p:cNvGrpSpPr>
            <a:grpSpLocks/>
          </p:cNvGrpSpPr>
          <p:nvPr/>
        </p:nvGrpSpPr>
        <p:grpSpPr bwMode="auto">
          <a:xfrm>
            <a:off x="1639888" y="871538"/>
            <a:ext cx="6281737" cy="3662362"/>
            <a:chOff x="1033" y="1496"/>
            <a:chExt cx="3559" cy="2235"/>
          </a:xfrm>
        </p:grpSpPr>
        <p:sp>
          <p:nvSpPr>
            <p:cNvPr id="111624" name="Line 5"/>
            <p:cNvSpPr>
              <a:spLocks noChangeShapeType="1"/>
            </p:cNvSpPr>
            <p:nvPr/>
          </p:nvSpPr>
          <p:spPr bwMode="auto">
            <a:xfrm>
              <a:off x="1033" y="3476"/>
              <a:ext cx="344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25" name="Line 6"/>
            <p:cNvSpPr>
              <a:spLocks noChangeShapeType="1"/>
            </p:cNvSpPr>
            <p:nvPr/>
          </p:nvSpPr>
          <p:spPr bwMode="auto">
            <a:xfrm flipV="1">
              <a:off x="2711" y="1616"/>
              <a:ext cx="0" cy="18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26" name="Line 7"/>
            <p:cNvSpPr>
              <a:spLocks noChangeShapeType="1"/>
            </p:cNvSpPr>
            <p:nvPr/>
          </p:nvSpPr>
          <p:spPr bwMode="auto">
            <a:xfrm>
              <a:off x="2938"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27" name="Line 8"/>
            <p:cNvSpPr>
              <a:spLocks noChangeShapeType="1"/>
            </p:cNvSpPr>
            <p:nvPr/>
          </p:nvSpPr>
          <p:spPr bwMode="auto">
            <a:xfrm>
              <a:off x="3256"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28" name="Line 9"/>
            <p:cNvSpPr>
              <a:spLocks noChangeShapeType="1"/>
            </p:cNvSpPr>
            <p:nvPr/>
          </p:nvSpPr>
          <p:spPr bwMode="auto">
            <a:xfrm>
              <a:off x="3483"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29" name="Line 10"/>
            <p:cNvSpPr>
              <a:spLocks noChangeShapeType="1"/>
            </p:cNvSpPr>
            <p:nvPr/>
          </p:nvSpPr>
          <p:spPr bwMode="auto">
            <a:xfrm>
              <a:off x="3755"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30" name="Line 11"/>
            <p:cNvSpPr>
              <a:spLocks noChangeShapeType="1"/>
            </p:cNvSpPr>
            <p:nvPr/>
          </p:nvSpPr>
          <p:spPr bwMode="auto">
            <a:xfrm>
              <a:off x="4027"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31" name="Line 12"/>
            <p:cNvSpPr>
              <a:spLocks noChangeShapeType="1"/>
            </p:cNvSpPr>
            <p:nvPr/>
          </p:nvSpPr>
          <p:spPr bwMode="auto">
            <a:xfrm>
              <a:off x="2485"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32" name="Line 13"/>
            <p:cNvSpPr>
              <a:spLocks noChangeShapeType="1"/>
            </p:cNvSpPr>
            <p:nvPr/>
          </p:nvSpPr>
          <p:spPr bwMode="auto">
            <a:xfrm>
              <a:off x="2258"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33" name="Line 14"/>
            <p:cNvSpPr>
              <a:spLocks noChangeShapeType="1"/>
            </p:cNvSpPr>
            <p:nvPr/>
          </p:nvSpPr>
          <p:spPr bwMode="auto">
            <a:xfrm>
              <a:off x="2031"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34" name="Line 15"/>
            <p:cNvSpPr>
              <a:spLocks noChangeShapeType="1"/>
            </p:cNvSpPr>
            <p:nvPr/>
          </p:nvSpPr>
          <p:spPr bwMode="auto">
            <a:xfrm>
              <a:off x="1804"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35" name="Line 16"/>
            <p:cNvSpPr>
              <a:spLocks noChangeShapeType="1"/>
            </p:cNvSpPr>
            <p:nvPr/>
          </p:nvSpPr>
          <p:spPr bwMode="auto">
            <a:xfrm>
              <a:off x="1577" y="3430"/>
              <a:ext cx="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36" name="Text Box 17"/>
            <p:cNvSpPr txBox="1">
              <a:spLocks noChangeArrowheads="1"/>
            </p:cNvSpPr>
            <p:nvPr/>
          </p:nvSpPr>
          <p:spPr bwMode="auto">
            <a:xfrm>
              <a:off x="1475" y="3370"/>
              <a:ext cx="28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zh-CN" sz="2800" i="0"/>
                <a:t>-1</a:t>
              </a:r>
            </a:p>
          </p:txBody>
        </p:sp>
        <p:sp>
          <p:nvSpPr>
            <p:cNvPr id="111637" name="Text Box 18"/>
            <p:cNvSpPr txBox="1">
              <a:spLocks noChangeArrowheads="1"/>
            </p:cNvSpPr>
            <p:nvPr/>
          </p:nvSpPr>
          <p:spPr bwMode="auto">
            <a:xfrm>
              <a:off x="3923" y="3414"/>
              <a:ext cx="21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zh-CN" sz="2800" i="0"/>
                <a:t>1</a:t>
              </a:r>
            </a:p>
          </p:txBody>
        </p:sp>
        <p:sp>
          <p:nvSpPr>
            <p:cNvPr id="111638" name="Text Box 19"/>
            <p:cNvSpPr txBox="1">
              <a:spLocks noChangeArrowheads="1"/>
            </p:cNvSpPr>
            <p:nvPr/>
          </p:nvSpPr>
          <p:spPr bwMode="auto">
            <a:xfrm>
              <a:off x="4389" y="3403"/>
              <a:ext cx="203"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GB" altLang="zh-CN" sz="2800">
                  <a:latin typeface="Times New Roman" pitchFamily="18" charset="0"/>
                </a:rPr>
                <a:t>x</a:t>
              </a:r>
              <a:endParaRPr lang="en-US" altLang="zh-CN" sz="2800">
                <a:latin typeface="Times New Roman" pitchFamily="18" charset="0"/>
              </a:endParaRPr>
            </a:p>
          </p:txBody>
        </p:sp>
        <p:sp>
          <p:nvSpPr>
            <p:cNvPr id="111639" name="Line 20"/>
            <p:cNvSpPr>
              <a:spLocks noChangeShapeType="1"/>
            </p:cNvSpPr>
            <p:nvPr/>
          </p:nvSpPr>
          <p:spPr bwMode="auto">
            <a:xfrm>
              <a:off x="2711" y="2977"/>
              <a:ext cx="4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40" name="Line 21"/>
            <p:cNvSpPr>
              <a:spLocks noChangeShapeType="1"/>
            </p:cNvSpPr>
            <p:nvPr/>
          </p:nvSpPr>
          <p:spPr bwMode="auto">
            <a:xfrm>
              <a:off x="2711" y="2432"/>
              <a:ext cx="4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41" name="Line 22"/>
            <p:cNvSpPr>
              <a:spLocks noChangeShapeType="1"/>
            </p:cNvSpPr>
            <p:nvPr/>
          </p:nvSpPr>
          <p:spPr bwMode="auto">
            <a:xfrm>
              <a:off x="2711" y="1888"/>
              <a:ext cx="4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42" name="Text Box 23"/>
            <p:cNvSpPr txBox="1">
              <a:spLocks noChangeArrowheads="1"/>
            </p:cNvSpPr>
            <p:nvPr/>
          </p:nvSpPr>
          <p:spPr bwMode="auto">
            <a:xfrm>
              <a:off x="2745" y="2779"/>
              <a:ext cx="383"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GB" altLang="zh-CN" sz="2800" i="0"/>
                <a:t>0.5</a:t>
              </a:r>
              <a:endParaRPr lang="en-US" altLang="zh-CN" sz="2800" i="0"/>
            </a:p>
          </p:txBody>
        </p:sp>
        <p:sp>
          <p:nvSpPr>
            <p:cNvPr id="111643" name="Text Box 24"/>
            <p:cNvSpPr txBox="1">
              <a:spLocks noChangeArrowheads="1"/>
            </p:cNvSpPr>
            <p:nvPr/>
          </p:nvSpPr>
          <p:spPr bwMode="auto">
            <a:xfrm>
              <a:off x="2745" y="2234"/>
              <a:ext cx="38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GB" altLang="zh-CN" sz="2800" i="0"/>
                <a:t>1.0</a:t>
              </a:r>
              <a:endParaRPr lang="en-US" altLang="zh-CN" sz="2800" i="0"/>
            </a:p>
          </p:txBody>
        </p:sp>
        <p:sp>
          <p:nvSpPr>
            <p:cNvPr id="111644" name="Text Box 25"/>
            <p:cNvSpPr txBox="1">
              <a:spLocks noChangeArrowheads="1"/>
            </p:cNvSpPr>
            <p:nvPr/>
          </p:nvSpPr>
          <p:spPr bwMode="auto">
            <a:xfrm>
              <a:off x="2745" y="1689"/>
              <a:ext cx="38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GB" altLang="zh-CN" sz="2800" i="0"/>
                <a:t>1.5</a:t>
              </a:r>
              <a:endParaRPr lang="en-US" altLang="zh-CN" sz="2800" i="0"/>
            </a:p>
          </p:txBody>
        </p:sp>
        <p:sp>
          <p:nvSpPr>
            <p:cNvPr id="111645" name="Text Box 26"/>
            <p:cNvSpPr txBox="1">
              <a:spLocks noChangeArrowheads="1"/>
            </p:cNvSpPr>
            <p:nvPr/>
          </p:nvSpPr>
          <p:spPr bwMode="auto">
            <a:xfrm>
              <a:off x="2394" y="1496"/>
              <a:ext cx="19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GB" altLang="zh-CN" sz="2800">
                  <a:latin typeface="Times New Roman" pitchFamily="18" charset="0"/>
                </a:rPr>
                <a:t>y</a:t>
              </a:r>
              <a:endParaRPr lang="en-US" altLang="zh-CN" sz="2800">
                <a:latin typeface="Times New Roman" pitchFamily="18" charset="0"/>
              </a:endParaRPr>
            </a:p>
          </p:txBody>
        </p:sp>
        <p:sp>
          <p:nvSpPr>
            <p:cNvPr id="111646" name="Text Box 27"/>
            <p:cNvSpPr txBox="1">
              <a:spLocks noChangeArrowheads="1"/>
            </p:cNvSpPr>
            <p:nvPr/>
          </p:nvSpPr>
          <p:spPr bwMode="auto">
            <a:xfrm>
              <a:off x="2621" y="3402"/>
              <a:ext cx="2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GB" altLang="zh-CN" sz="2800" i="0"/>
                <a:t>0</a:t>
              </a:r>
              <a:endParaRPr lang="en-US" altLang="zh-CN" sz="2800" i="0"/>
            </a:p>
          </p:txBody>
        </p:sp>
        <p:sp>
          <p:nvSpPr>
            <p:cNvPr id="111647" name="Freeform 28"/>
            <p:cNvSpPr>
              <a:spLocks/>
            </p:cNvSpPr>
            <p:nvPr/>
          </p:nvSpPr>
          <p:spPr bwMode="auto">
            <a:xfrm>
              <a:off x="1577" y="2417"/>
              <a:ext cx="2479" cy="968"/>
            </a:xfrm>
            <a:custGeom>
              <a:avLst/>
              <a:gdLst>
                <a:gd name="T0" fmla="*/ 0 w 2479"/>
                <a:gd name="T1" fmla="*/ 968 h 968"/>
                <a:gd name="T2" fmla="*/ 409 w 2479"/>
                <a:gd name="T3" fmla="*/ 877 h 968"/>
                <a:gd name="T4" fmla="*/ 681 w 2479"/>
                <a:gd name="T5" fmla="*/ 696 h 968"/>
                <a:gd name="T6" fmla="*/ 862 w 2479"/>
                <a:gd name="T7" fmla="*/ 514 h 968"/>
                <a:gd name="T8" fmla="*/ 1134 w 2479"/>
                <a:gd name="T9" fmla="*/ 15 h 968"/>
                <a:gd name="T10" fmla="*/ 1452 w 2479"/>
                <a:gd name="T11" fmla="*/ 424 h 968"/>
                <a:gd name="T12" fmla="*/ 1588 w 2479"/>
                <a:gd name="T13" fmla="*/ 605 h 968"/>
                <a:gd name="T14" fmla="*/ 1724 w 2479"/>
                <a:gd name="T15" fmla="*/ 696 h 968"/>
                <a:gd name="T16" fmla="*/ 1996 w 2479"/>
                <a:gd name="T17" fmla="*/ 832 h 968"/>
                <a:gd name="T18" fmla="*/ 2404 w 2479"/>
                <a:gd name="T19" fmla="*/ 922 h 968"/>
                <a:gd name="T20" fmla="*/ 2450 w 2479"/>
                <a:gd name="T21" fmla="*/ 922 h 9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79"/>
                <a:gd name="T34" fmla="*/ 0 h 968"/>
                <a:gd name="T35" fmla="*/ 2479 w 2479"/>
                <a:gd name="T36" fmla="*/ 968 h 9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79" h="968">
                  <a:moveTo>
                    <a:pt x="0" y="968"/>
                  </a:moveTo>
                  <a:cubicBezTo>
                    <a:pt x="148" y="945"/>
                    <a:pt x="296" y="922"/>
                    <a:pt x="409" y="877"/>
                  </a:cubicBezTo>
                  <a:cubicBezTo>
                    <a:pt x="522" y="832"/>
                    <a:pt x="606" y="756"/>
                    <a:pt x="681" y="696"/>
                  </a:cubicBezTo>
                  <a:cubicBezTo>
                    <a:pt x="756" y="636"/>
                    <a:pt x="787" y="627"/>
                    <a:pt x="862" y="514"/>
                  </a:cubicBezTo>
                  <a:cubicBezTo>
                    <a:pt x="937" y="401"/>
                    <a:pt x="1036" y="30"/>
                    <a:pt x="1134" y="15"/>
                  </a:cubicBezTo>
                  <a:cubicBezTo>
                    <a:pt x="1232" y="0"/>
                    <a:pt x="1376" y="326"/>
                    <a:pt x="1452" y="424"/>
                  </a:cubicBezTo>
                  <a:cubicBezTo>
                    <a:pt x="1528" y="522"/>
                    <a:pt x="1543" y="560"/>
                    <a:pt x="1588" y="605"/>
                  </a:cubicBezTo>
                  <a:cubicBezTo>
                    <a:pt x="1633" y="650"/>
                    <a:pt x="1656" y="658"/>
                    <a:pt x="1724" y="696"/>
                  </a:cubicBezTo>
                  <a:cubicBezTo>
                    <a:pt x="1792" y="734"/>
                    <a:pt x="1883" y="794"/>
                    <a:pt x="1996" y="832"/>
                  </a:cubicBezTo>
                  <a:cubicBezTo>
                    <a:pt x="2109" y="870"/>
                    <a:pt x="2329" y="907"/>
                    <a:pt x="2404" y="922"/>
                  </a:cubicBezTo>
                  <a:cubicBezTo>
                    <a:pt x="2479" y="937"/>
                    <a:pt x="2442" y="922"/>
                    <a:pt x="2450" y="922"/>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111648" name="Line 29"/>
            <p:cNvSpPr>
              <a:spLocks noChangeShapeType="1"/>
            </p:cNvSpPr>
            <p:nvPr/>
          </p:nvSpPr>
          <p:spPr bwMode="auto">
            <a:xfrm flipV="1">
              <a:off x="1577" y="1707"/>
              <a:ext cx="0" cy="167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49" name="Line 30"/>
            <p:cNvSpPr>
              <a:spLocks noChangeShapeType="1"/>
            </p:cNvSpPr>
            <p:nvPr/>
          </p:nvSpPr>
          <p:spPr bwMode="auto">
            <a:xfrm flipV="1">
              <a:off x="4027" y="1661"/>
              <a:ext cx="0" cy="167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50" name="Freeform 31"/>
            <p:cNvSpPr>
              <a:spLocks/>
            </p:cNvSpPr>
            <p:nvPr/>
          </p:nvSpPr>
          <p:spPr bwMode="auto">
            <a:xfrm>
              <a:off x="1577" y="1661"/>
              <a:ext cx="91" cy="46"/>
            </a:xfrm>
            <a:custGeom>
              <a:avLst/>
              <a:gdLst>
                <a:gd name="T0" fmla="*/ 0 w 91"/>
                <a:gd name="T1" fmla="*/ 46 h 46"/>
                <a:gd name="T2" fmla="*/ 46 w 91"/>
                <a:gd name="T3" fmla="*/ 0 h 46"/>
                <a:gd name="T4" fmla="*/ 91 w 91"/>
                <a:gd name="T5" fmla="*/ 46 h 46"/>
                <a:gd name="T6" fmla="*/ 0 60000 65536"/>
                <a:gd name="T7" fmla="*/ 0 60000 65536"/>
                <a:gd name="T8" fmla="*/ 0 60000 65536"/>
                <a:gd name="T9" fmla="*/ 0 w 91"/>
                <a:gd name="T10" fmla="*/ 0 h 46"/>
                <a:gd name="T11" fmla="*/ 91 w 91"/>
                <a:gd name="T12" fmla="*/ 46 h 46"/>
              </a:gdLst>
              <a:ahLst/>
              <a:cxnLst>
                <a:cxn ang="T6">
                  <a:pos x="T0" y="T1"/>
                </a:cxn>
                <a:cxn ang="T7">
                  <a:pos x="T2" y="T3"/>
                </a:cxn>
                <a:cxn ang="T8">
                  <a:pos x="T4" y="T5"/>
                </a:cxn>
              </a:cxnLst>
              <a:rect l="T9" t="T10" r="T11" b="T12"/>
              <a:pathLst>
                <a:path w="91" h="46">
                  <a:moveTo>
                    <a:pt x="0" y="46"/>
                  </a:moveTo>
                  <a:cubicBezTo>
                    <a:pt x="15" y="23"/>
                    <a:pt x="31" y="0"/>
                    <a:pt x="46" y="0"/>
                  </a:cubicBezTo>
                  <a:cubicBezTo>
                    <a:pt x="61" y="0"/>
                    <a:pt x="84" y="38"/>
                    <a:pt x="91" y="4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111651" name="Line 32"/>
            <p:cNvSpPr>
              <a:spLocks noChangeShapeType="1"/>
            </p:cNvSpPr>
            <p:nvPr/>
          </p:nvSpPr>
          <p:spPr bwMode="auto">
            <a:xfrm>
              <a:off x="1668" y="1707"/>
              <a:ext cx="136" cy="181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52" name="Freeform 33"/>
            <p:cNvSpPr>
              <a:spLocks/>
            </p:cNvSpPr>
            <p:nvPr/>
          </p:nvSpPr>
          <p:spPr bwMode="auto">
            <a:xfrm>
              <a:off x="3936" y="1616"/>
              <a:ext cx="91" cy="45"/>
            </a:xfrm>
            <a:custGeom>
              <a:avLst/>
              <a:gdLst>
                <a:gd name="T0" fmla="*/ 91 w 91"/>
                <a:gd name="T1" fmla="*/ 45 h 45"/>
                <a:gd name="T2" fmla="*/ 45 w 91"/>
                <a:gd name="T3" fmla="*/ 0 h 45"/>
                <a:gd name="T4" fmla="*/ 0 w 91"/>
                <a:gd name="T5" fmla="*/ 45 h 45"/>
                <a:gd name="T6" fmla="*/ 0 60000 65536"/>
                <a:gd name="T7" fmla="*/ 0 60000 65536"/>
                <a:gd name="T8" fmla="*/ 0 60000 65536"/>
                <a:gd name="T9" fmla="*/ 0 w 91"/>
                <a:gd name="T10" fmla="*/ 0 h 45"/>
                <a:gd name="T11" fmla="*/ 91 w 91"/>
                <a:gd name="T12" fmla="*/ 45 h 45"/>
              </a:gdLst>
              <a:ahLst/>
              <a:cxnLst>
                <a:cxn ang="T6">
                  <a:pos x="T0" y="T1"/>
                </a:cxn>
                <a:cxn ang="T7">
                  <a:pos x="T2" y="T3"/>
                </a:cxn>
                <a:cxn ang="T8">
                  <a:pos x="T4" y="T5"/>
                </a:cxn>
              </a:cxnLst>
              <a:rect l="T9" t="T10" r="T11" b="T12"/>
              <a:pathLst>
                <a:path w="91" h="45">
                  <a:moveTo>
                    <a:pt x="91" y="45"/>
                  </a:moveTo>
                  <a:cubicBezTo>
                    <a:pt x="75" y="22"/>
                    <a:pt x="60" y="0"/>
                    <a:pt x="45" y="0"/>
                  </a:cubicBezTo>
                  <a:cubicBezTo>
                    <a:pt x="30" y="0"/>
                    <a:pt x="7" y="38"/>
                    <a:pt x="0" y="45"/>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111653" name="Line 34"/>
            <p:cNvSpPr>
              <a:spLocks noChangeShapeType="1"/>
            </p:cNvSpPr>
            <p:nvPr/>
          </p:nvSpPr>
          <p:spPr bwMode="auto">
            <a:xfrm flipH="1">
              <a:off x="3755" y="1661"/>
              <a:ext cx="181" cy="181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11654" name="Freeform 35"/>
            <p:cNvSpPr>
              <a:spLocks/>
            </p:cNvSpPr>
            <p:nvPr/>
          </p:nvSpPr>
          <p:spPr bwMode="auto">
            <a:xfrm>
              <a:off x="1804" y="2432"/>
              <a:ext cx="1951" cy="1225"/>
            </a:xfrm>
            <a:custGeom>
              <a:avLst/>
              <a:gdLst>
                <a:gd name="T0" fmla="*/ 0 w 1951"/>
                <a:gd name="T1" fmla="*/ 672 h 1315"/>
                <a:gd name="T2" fmla="*/ 46 w 1951"/>
                <a:gd name="T3" fmla="*/ 783 h 1315"/>
                <a:gd name="T4" fmla="*/ 136 w 1951"/>
                <a:gd name="T5" fmla="*/ 783 h 1315"/>
                <a:gd name="T6" fmla="*/ 227 w 1951"/>
                <a:gd name="T7" fmla="*/ 672 h 1315"/>
                <a:gd name="T8" fmla="*/ 272 w 1951"/>
                <a:gd name="T9" fmla="*/ 562 h 1315"/>
                <a:gd name="T10" fmla="*/ 363 w 1951"/>
                <a:gd name="T11" fmla="*/ 424 h 1315"/>
                <a:gd name="T12" fmla="*/ 499 w 1951"/>
                <a:gd name="T13" fmla="*/ 478 h 1315"/>
                <a:gd name="T14" fmla="*/ 635 w 1951"/>
                <a:gd name="T15" fmla="*/ 506 h 1315"/>
                <a:gd name="T16" fmla="*/ 681 w 1951"/>
                <a:gd name="T17" fmla="*/ 451 h 1315"/>
                <a:gd name="T18" fmla="*/ 681 w 1951"/>
                <a:gd name="T19" fmla="*/ 202 h 1315"/>
                <a:gd name="T20" fmla="*/ 907 w 1951"/>
                <a:gd name="T21" fmla="*/ 8 h 1315"/>
                <a:gd name="T22" fmla="*/ 1134 w 1951"/>
                <a:gd name="T23" fmla="*/ 147 h 1315"/>
                <a:gd name="T24" fmla="*/ 1180 w 1951"/>
                <a:gd name="T25" fmla="*/ 340 h 1315"/>
                <a:gd name="T26" fmla="*/ 1270 w 1951"/>
                <a:gd name="T27" fmla="*/ 424 h 1315"/>
                <a:gd name="T28" fmla="*/ 1361 w 1951"/>
                <a:gd name="T29" fmla="*/ 340 h 1315"/>
                <a:gd name="T30" fmla="*/ 1497 w 1951"/>
                <a:gd name="T31" fmla="*/ 369 h 1315"/>
                <a:gd name="T32" fmla="*/ 1633 w 1951"/>
                <a:gd name="T33" fmla="*/ 534 h 1315"/>
                <a:gd name="T34" fmla="*/ 1679 w 1951"/>
                <a:gd name="T35" fmla="*/ 617 h 1315"/>
                <a:gd name="T36" fmla="*/ 1679 w 1951"/>
                <a:gd name="T37" fmla="*/ 589 h 1315"/>
                <a:gd name="T38" fmla="*/ 1679 w 1951"/>
                <a:gd name="T39" fmla="*/ 617 h 1315"/>
                <a:gd name="T40" fmla="*/ 1724 w 1951"/>
                <a:gd name="T41" fmla="*/ 727 h 1315"/>
                <a:gd name="T42" fmla="*/ 1769 w 1951"/>
                <a:gd name="T43" fmla="*/ 755 h 1315"/>
                <a:gd name="T44" fmla="*/ 1860 w 1951"/>
                <a:gd name="T45" fmla="*/ 755 h 1315"/>
                <a:gd name="T46" fmla="*/ 1951 w 1951"/>
                <a:gd name="T47" fmla="*/ 672 h 131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951"/>
                <a:gd name="T73" fmla="*/ 0 h 1315"/>
                <a:gd name="T74" fmla="*/ 1951 w 1951"/>
                <a:gd name="T75" fmla="*/ 1315 h 131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951" h="1315">
                  <a:moveTo>
                    <a:pt x="0" y="1104"/>
                  </a:moveTo>
                  <a:cubicBezTo>
                    <a:pt x="11" y="1179"/>
                    <a:pt x="23" y="1255"/>
                    <a:pt x="46" y="1285"/>
                  </a:cubicBezTo>
                  <a:cubicBezTo>
                    <a:pt x="69" y="1315"/>
                    <a:pt x="106" y="1315"/>
                    <a:pt x="136" y="1285"/>
                  </a:cubicBezTo>
                  <a:cubicBezTo>
                    <a:pt x="166" y="1255"/>
                    <a:pt x="204" y="1165"/>
                    <a:pt x="227" y="1104"/>
                  </a:cubicBezTo>
                  <a:cubicBezTo>
                    <a:pt x="250" y="1043"/>
                    <a:pt x="249" y="990"/>
                    <a:pt x="272" y="922"/>
                  </a:cubicBezTo>
                  <a:cubicBezTo>
                    <a:pt x="295" y="854"/>
                    <a:pt x="325" y="718"/>
                    <a:pt x="363" y="695"/>
                  </a:cubicBezTo>
                  <a:cubicBezTo>
                    <a:pt x="401" y="672"/>
                    <a:pt x="454" y="763"/>
                    <a:pt x="499" y="786"/>
                  </a:cubicBezTo>
                  <a:cubicBezTo>
                    <a:pt x="544" y="809"/>
                    <a:pt x="605" y="838"/>
                    <a:pt x="635" y="831"/>
                  </a:cubicBezTo>
                  <a:cubicBezTo>
                    <a:pt x="665" y="824"/>
                    <a:pt x="673" y="824"/>
                    <a:pt x="681" y="741"/>
                  </a:cubicBezTo>
                  <a:cubicBezTo>
                    <a:pt x="689" y="658"/>
                    <a:pt x="643" y="453"/>
                    <a:pt x="681" y="332"/>
                  </a:cubicBezTo>
                  <a:cubicBezTo>
                    <a:pt x="719" y="211"/>
                    <a:pt x="832" y="30"/>
                    <a:pt x="907" y="15"/>
                  </a:cubicBezTo>
                  <a:cubicBezTo>
                    <a:pt x="982" y="0"/>
                    <a:pt x="1088" y="151"/>
                    <a:pt x="1134" y="242"/>
                  </a:cubicBezTo>
                  <a:cubicBezTo>
                    <a:pt x="1180" y="333"/>
                    <a:pt x="1157" y="484"/>
                    <a:pt x="1180" y="559"/>
                  </a:cubicBezTo>
                  <a:cubicBezTo>
                    <a:pt x="1203" y="634"/>
                    <a:pt x="1240" y="695"/>
                    <a:pt x="1270" y="695"/>
                  </a:cubicBezTo>
                  <a:cubicBezTo>
                    <a:pt x="1300" y="695"/>
                    <a:pt x="1323" y="574"/>
                    <a:pt x="1361" y="559"/>
                  </a:cubicBezTo>
                  <a:cubicBezTo>
                    <a:pt x="1399" y="544"/>
                    <a:pt x="1452" y="552"/>
                    <a:pt x="1497" y="605"/>
                  </a:cubicBezTo>
                  <a:cubicBezTo>
                    <a:pt x="1542" y="658"/>
                    <a:pt x="1603" y="809"/>
                    <a:pt x="1633" y="877"/>
                  </a:cubicBezTo>
                  <a:cubicBezTo>
                    <a:pt x="1663" y="945"/>
                    <a:pt x="1671" y="998"/>
                    <a:pt x="1679" y="1013"/>
                  </a:cubicBezTo>
                  <a:cubicBezTo>
                    <a:pt x="1687" y="1028"/>
                    <a:pt x="1679" y="967"/>
                    <a:pt x="1679" y="967"/>
                  </a:cubicBezTo>
                  <a:cubicBezTo>
                    <a:pt x="1679" y="967"/>
                    <a:pt x="1672" y="975"/>
                    <a:pt x="1679" y="1013"/>
                  </a:cubicBezTo>
                  <a:cubicBezTo>
                    <a:pt x="1686" y="1051"/>
                    <a:pt x="1709" y="1156"/>
                    <a:pt x="1724" y="1194"/>
                  </a:cubicBezTo>
                  <a:cubicBezTo>
                    <a:pt x="1739" y="1232"/>
                    <a:pt x="1746" y="1232"/>
                    <a:pt x="1769" y="1240"/>
                  </a:cubicBezTo>
                  <a:cubicBezTo>
                    <a:pt x="1792" y="1248"/>
                    <a:pt x="1830" y="1263"/>
                    <a:pt x="1860" y="1240"/>
                  </a:cubicBezTo>
                  <a:cubicBezTo>
                    <a:pt x="1890" y="1217"/>
                    <a:pt x="1936" y="1127"/>
                    <a:pt x="1951" y="1104"/>
                  </a:cubicBez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grpSp>
      <p:sp>
        <p:nvSpPr>
          <p:cNvPr id="111623" name="Text Box 36"/>
          <p:cNvSpPr txBox="1">
            <a:spLocks noChangeArrowheads="1"/>
          </p:cNvSpPr>
          <p:nvPr/>
        </p:nvSpPr>
        <p:spPr bwMode="auto">
          <a:xfrm>
            <a:off x="7620000" y="1419225"/>
            <a:ext cx="1812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3200" i="0"/>
              <a:t>龙格现象</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FA42250-D2B4-4AB1-9EA8-AFF650C5E644}" type="slidenum">
              <a:rPr lang="zh-CN" altLang="en-US" b="0" i="0" smtClean="0"/>
              <a:pPr/>
              <a:t>89</a:t>
            </a:fld>
            <a:endParaRPr lang="en-US" altLang="zh-CN" b="0" i="0" smtClean="0"/>
          </a:p>
        </p:txBody>
      </p:sp>
      <p:sp>
        <p:nvSpPr>
          <p:cNvPr id="10957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2E8FB3F-B35B-4ED2-828D-3E0FFBE71C30}" type="datetime1">
              <a:rPr lang="zh-CN" altLang="en-US" sz="1800" i="0" smtClean="0"/>
              <a:pPr/>
              <a:t>2024/10/20</a:t>
            </a:fld>
            <a:endParaRPr lang="en-US" altLang="zh-CN" sz="1800" i="0" smtClean="0"/>
          </a:p>
        </p:txBody>
      </p:sp>
      <p:sp>
        <p:nvSpPr>
          <p:cNvPr id="759810" name="Rectangle 2"/>
          <p:cNvSpPr>
            <a:spLocks noGrp="1" noChangeArrowheads="1"/>
          </p:cNvSpPr>
          <p:nvPr>
            <p:ph type="title"/>
          </p:nvPr>
        </p:nvSpPr>
        <p:spPr/>
        <p:txBody>
          <a:bodyPr/>
          <a:lstStyle/>
          <a:p>
            <a:pPr>
              <a:defRPr/>
            </a:pPr>
            <a:r>
              <a:rPr lang="zh-CN" altLang="en-US" smtClean="0"/>
              <a:t>分段插值法</a:t>
            </a:r>
          </a:p>
        </p:txBody>
      </p:sp>
      <p:sp>
        <p:nvSpPr>
          <p:cNvPr id="109573" name="Rectangle 3"/>
          <p:cNvSpPr>
            <a:spLocks noGrp="1" noChangeArrowheads="1"/>
          </p:cNvSpPr>
          <p:nvPr>
            <p:ph type="body" idx="1"/>
          </p:nvPr>
        </p:nvSpPr>
        <p:spPr>
          <a:xfrm>
            <a:off x="533400" y="3719513"/>
            <a:ext cx="9172575" cy="2689225"/>
          </a:xfrm>
        </p:spPr>
        <p:txBody>
          <a:bodyPr/>
          <a:lstStyle/>
          <a:p>
            <a:pPr>
              <a:lnSpc>
                <a:spcPct val="100000"/>
              </a:lnSpc>
            </a:pPr>
            <a:r>
              <a:rPr lang="zh-CN" altLang="en-US" smtClean="0"/>
              <a:t>高次插值多项式的缺陷</a:t>
            </a:r>
          </a:p>
          <a:p>
            <a:pPr lvl="1">
              <a:lnSpc>
                <a:spcPct val="100000"/>
              </a:lnSpc>
            </a:pPr>
            <a:r>
              <a:rPr lang="zh-CN" altLang="en-US" smtClean="0"/>
              <a:t>插值多项式次数越高，利用被插函数节点信息越多，理应误差越小。</a:t>
            </a:r>
          </a:p>
          <a:p>
            <a:pPr lvl="1">
              <a:lnSpc>
                <a:spcPct val="100000"/>
              </a:lnSpc>
            </a:pPr>
            <a:r>
              <a:rPr lang="zh-CN" altLang="en-US" smtClean="0"/>
              <a:t>但截断误差公式可见，截断误差与</a:t>
            </a:r>
            <a:r>
              <a:rPr lang="en-US" altLang="zh-CN" smtClean="0"/>
              <a:t>                                                               </a:t>
            </a:r>
            <a:r>
              <a:rPr lang="zh-CN" altLang="en-US" smtClean="0"/>
              <a:t>                                 </a:t>
            </a:r>
          </a:p>
          <a:p>
            <a:pPr lvl="1">
              <a:lnSpc>
                <a:spcPct val="100000"/>
              </a:lnSpc>
              <a:buFontTx/>
              <a:buNone/>
            </a:pPr>
            <a:r>
              <a:rPr lang="zh-CN" altLang="en-US" smtClean="0"/>
              <a:t>                 有关，其绝对值不一定随次数 </a:t>
            </a:r>
            <a:r>
              <a:rPr lang="en-US" altLang="zh-CN" i="1" smtClean="0"/>
              <a:t>n</a:t>
            </a:r>
            <a:r>
              <a:rPr lang="en-US" altLang="zh-CN" smtClean="0"/>
              <a:t> </a:t>
            </a:r>
            <a:r>
              <a:rPr lang="zh-CN" altLang="en-US" smtClean="0"/>
              <a:t>增加而减小</a:t>
            </a:r>
            <a:r>
              <a:rPr lang="zh-CN" altLang="en-US" sz="3200" smtClean="0"/>
              <a:t>。</a:t>
            </a:r>
          </a:p>
        </p:txBody>
      </p:sp>
      <p:graphicFrame>
        <p:nvGraphicFramePr>
          <p:cNvPr id="109574" name="Object 10"/>
          <p:cNvGraphicFramePr>
            <a:graphicFrameLocks noChangeAspect="1"/>
          </p:cNvGraphicFramePr>
          <p:nvPr/>
        </p:nvGraphicFramePr>
        <p:xfrm>
          <a:off x="514350" y="990600"/>
          <a:ext cx="8153400" cy="609600"/>
        </p:xfrm>
        <a:graphic>
          <a:graphicData uri="http://schemas.openxmlformats.org/presentationml/2006/ole">
            <mc:AlternateContent xmlns:mc="http://schemas.openxmlformats.org/markup-compatibility/2006">
              <mc:Choice xmlns:v="urn:schemas-microsoft-com:vml" Requires="v">
                <p:oleObj spid="_x0000_s243799" name="Equation" r:id="rId3" imgW="3251200" imgH="228600" progId="Equation.3">
                  <p:embed/>
                </p:oleObj>
              </mc:Choice>
              <mc:Fallback>
                <p:oleObj name="Equation" r:id="rId3" imgW="32512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990600"/>
                        <a:ext cx="8153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5" name="Object 11"/>
          <p:cNvGraphicFramePr>
            <a:graphicFrameLocks noChangeAspect="1"/>
          </p:cNvGraphicFramePr>
          <p:nvPr/>
        </p:nvGraphicFramePr>
        <p:xfrm>
          <a:off x="1600200" y="1470025"/>
          <a:ext cx="4997450" cy="1120775"/>
        </p:xfrm>
        <a:graphic>
          <a:graphicData uri="http://schemas.openxmlformats.org/presentationml/2006/ole">
            <mc:AlternateContent xmlns:mc="http://schemas.openxmlformats.org/markup-compatibility/2006">
              <mc:Choice xmlns:v="urn:schemas-microsoft-com:vml" Requires="v">
                <p:oleObj spid="_x0000_s243800" name="Equation" r:id="rId5" imgW="2369822" imgH="388584" progId="Equation.3">
                  <p:embed/>
                </p:oleObj>
              </mc:Choice>
              <mc:Fallback>
                <p:oleObj name="Equation" r:id="rId5" imgW="2369822" imgH="38858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1470025"/>
                        <a:ext cx="4997450"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6" name="Object 12"/>
          <p:cNvGraphicFramePr>
            <a:graphicFrameLocks noChangeAspect="1"/>
          </p:cNvGraphicFramePr>
          <p:nvPr/>
        </p:nvGraphicFramePr>
        <p:xfrm>
          <a:off x="1585913" y="2490788"/>
          <a:ext cx="3041650" cy="1120775"/>
        </p:xfrm>
        <a:graphic>
          <a:graphicData uri="http://schemas.openxmlformats.org/presentationml/2006/ole">
            <mc:AlternateContent xmlns:mc="http://schemas.openxmlformats.org/markup-compatibility/2006">
              <mc:Choice xmlns:v="urn:schemas-microsoft-com:vml" Requires="v">
                <p:oleObj spid="_x0000_s243801" name="Equation" r:id="rId7" imgW="1205977" imgH="444307" progId="Equation.3">
                  <p:embed/>
                </p:oleObj>
              </mc:Choice>
              <mc:Fallback>
                <p:oleObj name="Equation" r:id="rId7" imgW="1205977" imgH="44430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5913" y="2490788"/>
                        <a:ext cx="3041650"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7" name="Object 13"/>
          <p:cNvGraphicFramePr>
            <a:graphicFrameLocks noChangeAspect="1"/>
          </p:cNvGraphicFramePr>
          <p:nvPr/>
        </p:nvGraphicFramePr>
        <p:xfrm>
          <a:off x="6753225" y="5084763"/>
          <a:ext cx="2085975" cy="679450"/>
        </p:xfrm>
        <a:graphic>
          <a:graphicData uri="http://schemas.openxmlformats.org/presentationml/2006/ole">
            <mc:AlternateContent xmlns:mc="http://schemas.openxmlformats.org/markup-compatibility/2006">
              <mc:Choice xmlns:v="urn:schemas-microsoft-com:vml" Requires="v">
                <p:oleObj spid="_x0000_s243802" name="Equation" r:id="rId9" imgW="579165" imgH="175176" progId="Equation.3">
                  <p:embed/>
                </p:oleObj>
              </mc:Choice>
              <mc:Fallback>
                <p:oleObj name="Equation" r:id="rId9" imgW="579165" imgH="175176"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53225" y="5084763"/>
                        <a:ext cx="2085975"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8" name="Object 14"/>
          <p:cNvGraphicFramePr>
            <a:graphicFrameLocks noChangeAspect="1"/>
          </p:cNvGraphicFramePr>
          <p:nvPr/>
        </p:nvGraphicFramePr>
        <p:xfrm>
          <a:off x="1208088" y="5876925"/>
          <a:ext cx="1184275" cy="577850"/>
        </p:xfrm>
        <a:graphic>
          <a:graphicData uri="http://schemas.openxmlformats.org/presentationml/2006/ole">
            <mc:AlternateContent xmlns:mc="http://schemas.openxmlformats.org/markup-compatibility/2006">
              <mc:Choice xmlns:v="urn:schemas-microsoft-com:vml" Requires="v">
                <p:oleObj spid="_x0000_s243803" name="Equation" r:id="rId11" imgW="469900" imgH="228600" progId="Equation.3">
                  <p:embed/>
                </p:oleObj>
              </mc:Choice>
              <mc:Fallback>
                <p:oleObj name="Equation" r:id="rId11" imgW="46990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08088" y="5876925"/>
                        <a:ext cx="11842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7760993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ADC2E9C-EC02-44CB-8E1E-D82A976738CC}" type="slidenum">
              <a:rPr lang="zh-CN" altLang="en-US" b="0" i="0" smtClean="0"/>
              <a:pPr/>
              <a:t>90</a:t>
            </a:fld>
            <a:endParaRPr lang="en-US" altLang="zh-CN" b="0" i="0" smtClean="0"/>
          </a:p>
        </p:txBody>
      </p:sp>
      <p:sp>
        <p:nvSpPr>
          <p:cNvPr id="11264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53ECC76-643B-44AA-9B4C-7E05C26C3615}" type="datetime1">
              <a:rPr lang="zh-CN" altLang="en-US" sz="1800" i="0" smtClean="0"/>
              <a:pPr/>
              <a:t>2024/10/20</a:t>
            </a:fld>
            <a:endParaRPr lang="en-US" altLang="zh-CN" sz="1800" i="0" smtClean="0"/>
          </a:p>
        </p:txBody>
      </p:sp>
      <p:sp>
        <p:nvSpPr>
          <p:cNvPr id="525314" name="Rectangle 2"/>
          <p:cNvSpPr>
            <a:spLocks noGrp="1" noChangeArrowheads="1"/>
          </p:cNvSpPr>
          <p:nvPr>
            <p:ph type="title"/>
          </p:nvPr>
        </p:nvSpPr>
        <p:spPr>
          <a:xfrm>
            <a:off x="650875" y="365125"/>
            <a:ext cx="8820150" cy="549275"/>
          </a:xfrm>
        </p:spPr>
        <p:txBody>
          <a:bodyPr/>
          <a:lstStyle/>
          <a:p>
            <a:pPr>
              <a:defRPr/>
            </a:pPr>
            <a:r>
              <a:rPr lang="zh-CN" altLang="en-US" sz="4000" smtClean="0"/>
              <a:t>§4</a:t>
            </a:r>
            <a:r>
              <a:rPr lang="en-US" altLang="zh-CN" sz="4000" smtClean="0"/>
              <a:t>.2 </a:t>
            </a:r>
            <a:r>
              <a:rPr lang="zh-CN" altLang="en-US" sz="4000" smtClean="0"/>
              <a:t>等距情况下的分段线性插值公式</a:t>
            </a:r>
          </a:p>
        </p:txBody>
      </p:sp>
      <p:sp>
        <p:nvSpPr>
          <p:cNvPr id="112645" name="Rectangle 3"/>
          <p:cNvSpPr>
            <a:spLocks noGrp="1" noChangeArrowheads="1"/>
          </p:cNvSpPr>
          <p:nvPr>
            <p:ph type="body" idx="1"/>
          </p:nvPr>
        </p:nvSpPr>
        <p:spPr>
          <a:xfrm>
            <a:off x="650875" y="1143000"/>
            <a:ext cx="8820150" cy="1301750"/>
          </a:xfrm>
        </p:spPr>
        <p:txBody>
          <a:bodyPr/>
          <a:lstStyle/>
          <a:p>
            <a:r>
              <a:rPr lang="zh-CN" altLang="en-US" smtClean="0"/>
              <a:t>为了避免</a:t>
            </a:r>
            <a:r>
              <a:rPr lang="en-US" altLang="zh-CN" smtClean="0"/>
              <a:t>Runge</a:t>
            </a:r>
            <a:r>
              <a:rPr lang="zh-CN" altLang="en-US" smtClean="0"/>
              <a:t>现象的发生, 很自然地会想到把区间等分为若干小区间, 在每一个小区间内应用低次插值。</a:t>
            </a:r>
          </a:p>
          <a:p>
            <a:r>
              <a:rPr lang="en-US" altLang="zh-CN" smtClean="0"/>
              <a:t>n</a:t>
            </a:r>
            <a:r>
              <a:rPr lang="zh-CN" altLang="en-US" smtClean="0"/>
              <a:t>＝</a:t>
            </a:r>
            <a:r>
              <a:rPr lang="en-US" altLang="zh-CN" smtClean="0"/>
              <a:t>0 </a:t>
            </a:r>
            <a:r>
              <a:rPr lang="zh-CN" altLang="en-US" smtClean="0"/>
              <a:t>等距零次多项式插值</a:t>
            </a:r>
          </a:p>
        </p:txBody>
      </p:sp>
      <p:graphicFrame>
        <p:nvGraphicFramePr>
          <p:cNvPr id="525316" name="Object 4"/>
          <p:cNvGraphicFramePr>
            <a:graphicFrameLocks noChangeAspect="1"/>
          </p:cNvGraphicFramePr>
          <p:nvPr/>
        </p:nvGraphicFramePr>
        <p:xfrm>
          <a:off x="1657350" y="2925763"/>
          <a:ext cx="1608138" cy="1041400"/>
        </p:xfrm>
        <a:graphic>
          <a:graphicData uri="http://schemas.openxmlformats.org/presentationml/2006/ole">
            <mc:AlternateContent xmlns:mc="http://schemas.openxmlformats.org/markup-compatibility/2006">
              <mc:Choice xmlns:v="urn:schemas-microsoft-com:vml" Requires="v">
                <p:oleObj spid="_x0000_s112727" name="Equation" r:id="rId4" imgW="622030" imgH="393529" progId="Equation.3">
                  <p:embed/>
                </p:oleObj>
              </mc:Choice>
              <mc:Fallback>
                <p:oleObj name="Equation" r:id="rId4" imgW="622030" imgH="393529"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7350" y="2925763"/>
                        <a:ext cx="1608138"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5317" name="Object 5"/>
          <p:cNvGraphicFramePr>
            <a:graphicFrameLocks noChangeAspect="1"/>
          </p:cNvGraphicFramePr>
          <p:nvPr/>
        </p:nvGraphicFramePr>
        <p:xfrm>
          <a:off x="3714750" y="3078163"/>
          <a:ext cx="2065338" cy="604837"/>
        </p:xfrm>
        <a:graphic>
          <a:graphicData uri="http://schemas.openxmlformats.org/presentationml/2006/ole">
            <mc:AlternateContent xmlns:mc="http://schemas.openxmlformats.org/markup-compatibility/2006">
              <mc:Choice xmlns:v="urn:schemas-microsoft-com:vml" Requires="v">
                <p:oleObj spid="_x0000_s112728" name="Equation" r:id="rId6" imgW="800100" imgH="228600" progId="Equation.3">
                  <p:embed/>
                </p:oleObj>
              </mc:Choice>
              <mc:Fallback>
                <p:oleObj name="Equation" r:id="rId6" imgW="800100" imgH="2286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14750" y="3078163"/>
                        <a:ext cx="2065338"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5318" name="Rectangle 6"/>
          <p:cNvSpPr>
            <a:spLocks noChangeArrowheads="1"/>
          </p:cNvSpPr>
          <p:nvPr/>
        </p:nvSpPr>
        <p:spPr bwMode="auto">
          <a:xfrm>
            <a:off x="1504950" y="4860925"/>
            <a:ext cx="619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y=</a:t>
            </a:r>
          </a:p>
        </p:txBody>
      </p:sp>
      <p:sp>
        <p:nvSpPr>
          <p:cNvPr id="525319" name="AutoShape 7"/>
          <p:cNvSpPr>
            <a:spLocks/>
          </p:cNvSpPr>
          <p:nvPr/>
        </p:nvSpPr>
        <p:spPr bwMode="auto">
          <a:xfrm>
            <a:off x="2266950" y="4297363"/>
            <a:ext cx="381000" cy="1752600"/>
          </a:xfrm>
          <a:prstGeom prst="leftBrace">
            <a:avLst>
              <a:gd name="adj1" fmla="val 38333"/>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5320" name="Rectangle 8"/>
          <p:cNvSpPr>
            <a:spLocks noChangeArrowheads="1"/>
          </p:cNvSpPr>
          <p:nvPr/>
        </p:nvSpPr>
        <p:spPr bwMode="auto">
          <a:xfrm>
            <a:off x="2647950" y="3984625"/>
            <a:ext cx="2938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y</a:t>
            </a:r>
            <a:r>
              <a:rPr lang="en-US" altLang="zh-CN" sz="3200" i="0" baseline="-25000">
                <a:latin typeface="Times New Roman" pitchFamily="18" charset="0"/>
              </a:rPr>
              <a:t>0</a:t>
            </a:r>
            <a:r>
              <a:rPr lang="en-US" altLang="zh-CN" sz="3200" baseline="-25000">
                <a:latin typeface="Times New Roman" pitchFamily="18" charset="0"/>
              </a:rPr>
              <a:t>      </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 </a:t>
            </a:r>
            <a:r>
              <a:rPr lang="en-US" altLang="zh-CN" sz="3200" i="0">
                <a:latin typeface="Times New Roman" pitchFamily="18" charset="0"/>
                <a:sym typeface="Symbol" pitchFamily="18" charset="2"/>
              </a:rPr>
              <a:t> </a:t>
            </a:r>
            <a:r>
              <a:rPr lang="en-US" altLang="zh-CN" sz="3200">
                <a:latin typeface="Times New Roman" pitchFamily="18" charset="0"/>
                <a:sym typeface="Symbol" pitchFamily="18" charset="2"/>
              </a:rPr>
              <a:t>x </a:t>
            </a:r>
            <a:r>
              <a:rPr lang="en-US" altLang="zh-CN" sz="3200" i="0">
                <a:latin typeface="Times New Roman" pitchFamily="18" charset="0"/>
                <a:sym typeface="Symbol" pitchFamily="18" charset="2"/>
              </a:rPr>
              <a:t>&lt; </a:t>
            </a:r>
            <a:r>
              <a:rPr lang="en-US" altLang="zh-CN" sz="3200">
                <a:latin typeface="Times New Roman" pitchFamily="18" charset="0"/>
              </a:rPr>
              <a:t>x</a:t>
            </a:r>
            <a:r>
              <a:rPr lang="en-US" altLang="zh-CN" sz="3200" i="0" baseline="-25000">
                <a:latin typeface="Times New Roman" pitchFamily="18" charset="0"/>
              </a:rPr>
              <a:t>1</a:t>
            </a:r>
            <a:r>
              <a:rPr lang="en-US" altLang="zh-CN" sz="3200" i="0">
                <a:latin typeface="Times New Roman" pitchFamily="18" charset="0"/>
              </a:rPr>
              <a:t>)</a:t>
            </a:r>
            <a:r>
              <a:rPr lang="en-US" altLang="zh-CN" sz="3200" baseline="-25000">
                <a:latin typeface="Times New Roman" pitchFamily="18" charset="0"/>
              </a:rPr>
              <a:t> </a:t>
            </a:r>
            <a:endParaRPr lang="zh-CN" altLang="en-US" sz="3200" baseline="-25000">
              <a:latin typeface="Times New Roman" pitchFamily="18" charset="0"/>
            </a:endParaRPr>
          </a:p>
        </p:txBody>
      </p:sp>
      <p:sp>
        <p:nvSpPr>
          <p:cNvPr id="525321" name="Rectangle 9"/>
          <p:cNvSpPr>
            <a:spLocks noChangeArrowheads="1"/>
          </p:cNvSpPr>
          <p:nvPr/>
        </p:nvSpPr>
        <p:spPr bwMode="auto">
          <a:xfrm>
            <a:off x="2724150" y="4479925"/>
            <a:ext cx="2938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y</a:t>
            </a:r>
            <a:r>
              <a:rPr lang="en-US" altLang="zh-CN" sz="3200" i="0" baseline="-25000">
                <a:latin typeface="Times New Roman" pitchFamily="18" charset="0"/>
              </a:rPr>
              <a:t>1      </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1 </a:t>
            </a:r>
            <a:r>
              <a:rPr lang="en-US" altLang="zh-CN" sz="3200" i="0">
                <a:latin typeface="Times New Roman" pitchFamily="18" charset="0"/>
                <a:sym typeface="Symbol" pitchFamily="18" charset="2"/>
              </a:rPr>
              <a:t> </a:t>
            </a:r>
            <a:r>
              <a:rPr lang="en-US" altLang="zh-CN" sz="3200">
                <a:latin typeface="Times New Roman" pitchFamily="18" charset="0"/>
                <a:sym typeface="Symbol" pitchFamily="18" charset="2"/>
              </a:rPr>
              <a:t>x &lt; </a:t>
            </a:r>
            <a:r>
              <a:rPr lang="en-US" altLang="zh-CN" sz="3200">
                <a:latin typeface="Times New Roman" pitchFamily="18" charset="0"/>
              </a:rPr>
              <a:t>x</a:t>
            </a:r>
            <a:r>
              <a:rPr lang="en-US" altLang="zh-CN" sz="3200" i="0" baseline="-25000">
                <a:latin typeface="Times New Roman" pitchFamily="18" charset="0"/>
              </a:rPr>
              <a:t>2</a:t>
            </a:r>
            <a:r>
              <a:rPr lang="en-US" altLang="zh-CN" sz="3200" i="0">
                <a:latin typeface="Times New Roman" pitchFamily="18" charset="0"/>
              </a:rPr>
              <a:t>)</a:t>
            </a:r>
            <a:r>
              <a:rPr lang="en-US" altLang="zh-CN" sz="3200" baseline="-25000">
                <a:latin typeface="Times New Roman" pitchFamily="18" charset="0"/>
              </a:rPr>
              <a:t> </a:t>
            </a:r>
            <a:endParaRPr lang="zh-CN" altLang="en-US" sz="3200" baseline="-25000">
              <a:latin typeface="Times New Roman" pitchFamily="18" charset="0"/>
            </a:endParaRPr>
          </a:p>
        </p:txBody>
      </p:sp>
      <p:sp>
        <p:nvSpPr>
          <p:cNvPr id="525322" name="Rectangle 10"/>
          <p:cNvSpPr>
            <a:spLocks noChangeArrowheads="1"/>
          </p:cNvSpPr>
          <p:nvPr/>
        </p:nvSpPr>
        <p:spPr bwMode="auto">
          <a:xfrm>
            <a:off x="2905125" y="4983163"/>
            <a:ext cx="12684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i="0">
                <a:latin typeface="Times New Roman" pitchFamily="18" charset="0"/>
              </a:rPr>
              <a:t>……..</a:t>
            </a:r>
            <a:r>
              <a:rPr lang="en-US" altLang="zh-CN" sz="3200" i="0" baseline="-25000">
                <a:latin typeface="Times New Roman" pitchFamily="18" charset="0"/>
              </a:rPr>
              <a:t> </a:t>
            </a:r>
            <a:endParaRPr lang="zh-CN" altLang="en-US" sz="3200" i="0" baseline="-25000">
              <a:latin typeface="Times New Roman" pitchFamily="18" charset="0"/>
            </a:endParaRPr>
          </a:p>
        </p:txBody>
      </p:sp>
      <p:sp>
        <p:nvSpPr>
          <p:cNvPr id="525323" name="Rectangle 11"/>
          <p:cNvSpPr>
            <a:spLocks noChangeArrowheads="1"/>
          </p:cNvSpPr>
          <p:nvPr/>
        </p:nvSpPr>
        <p:spPr bwMode="auto">
          <a:xfrm>
            <a:off x="2724150" y="5592763"/>
            <a:ext cx="3203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y</a:t>
            </a:r>
            <a:r>
              <a:rPr lang="en-US" altLang="zh-CN" sz="3200" baseline="-25000">
                <a:latin typeface="Times New Roman" pitchFamily="18" charset="0"/>
              </a:rPr>
              <a:t>n     </a:t>
            </a:r>
            <a:r>
              <a:rPr lang="en-US" altLang="zh-CN" sz="3200" i="0" baseline="-25000">
                <a:latin typeface="Times New Roman" pitchFamily="18" charset="0"/>
              </a:rPr>
              <a:t> </a:t>
            </a:r>
            <a:r>
              <a:rPr lang="en-US" altLang="zh-CN" sz="3200" i="0">
                <a:latin typeface="Times New Roman" pitchFamily="18" charset="0"/>
              </a:rPr>
              <a:t>(</a:t>
            </a:r>
            <a:r>
              <a:rPr lang="en-US" altLang="zh-CN" sz="3200">
                <a:latin typeface="Times New Roman" pitchFamily="18" charset="0"/>
              </a:rPr>
              <a:t>x</a:t>
            </a:r>
            <a:r>
              <a:rPr lang="en-US" altLang="zh-CN" sz="3200" baseline="-25000">
                <a:latin typeface="Times New Roman" pitchFamily="18" charset="0"/>
              </a:rPr>
              <a:t>n</a:t>
            </a:r>
            <a:r>
              <a:rPr lang="en-US" altLang="zh-CN" sz="3200" i="0" baseline="-25000">
                <a:latin typeface="Times New Roman" pitchFamily="18" charset="0"/>
              </a:rPr>
              <a:t>-1 </a:t>
            </a:r>
            <a:r>
              <a:rPr lang="en-US" altLang="zh-CN" sz="3200" i="0">
                <a:latin typeface="Times New Roman" pitchFamily="18" charset="0"/>
                <a:sym typeface="Symbol" pitchFamily="18" charset="2"/>
              </a:rPr>
              <a:t> </a:t>
            </a:r>
            <a:r>
              <a:rPr lang="en-US" altLang="zh-CN" sz="3200">
                <a:latin typeface="Times New Roman" pitchFamily="18" charset="0"/>
                <a:sym typeface="Symbol" pitchFamily="18" charset="2"/>
              </a:rPr>
              <a:t>x &lt; </a:t>
            </a:r>
            <a:r>
              <a:rPr lang="en-US" altLang="zh-CN" sz="3200">
                <a:latin typeface="Times New Roman" pitchFamily="18" charset="0"/>
              </a:rPr>
              <a:t>x</a:t>
            </a:r>
            <a:r>
              <a:rPr lang="en-US" altLang="zh-CN" sz="3200" baseline="-25000">
                <a:latin typeface="Times New Roman" pitchFamily="18" charset="0"/>
              </a:rPr>
              <a:t>n</a:t>
            </a:r>
            <a:r>
              <a:rPr lang="en-US" altLang="zh-CN" sz="3200" i="0">
                <a:latin typeface="Times New Roman" pitchFamily="18" charset="0"/>
              </a:rPr>
              <a:t>)</a:t>
            </a:r>
            <a:r>
              <a:rPr lang="en-US" altLang="zh-CN" sz="3200" baseline="-25000">
                <a:latin typeface="Times New Roman" pitchFamily="18" charset="0"/>
              </a:rPr>
              <a:t> </a:t>
            </a:r>
            <a:endParaRPr lang="zh-CN" altLang="en-US" sz="3200" baseline="-25000">
              <a:latin typeface="Times New Roman" pitchFamily="18" charset="0"/>
            </a:endParaRPr>
          </a:p>
        </p:txBody>
      </p:sp>
      <p:graphicFrame>
        <p:nvGraphicFramePr>
          <p:cNvPr id="525324" name="Object 12"/>
          <p:cNvGraphicFramePr>
            <a:graphicFrameLocks noChangeAspect="1"/>
          </p:cNvGraphicFramePr>
          <p:nvPr/>
        </p:nvGraphicFramePr>
        <p:xfrm>
          <a:off x="6762750" y="3916363"/>
          <a:ext cx="2000250" cy="1074737"/>
        </p:xfrm>
        <a:graphic>
          <a:graphicData uri="http://schemas.openxmlformats.org/presentationml/2006/ole">
            <mc:AlternateContent xmlns:mc="http://schemas.openxmlformats.org/markup-compatibility/2006">
              <mc:Choice xmlns:v="urn:schemas-microsoft-com:vml" Requires="v">
                <p:oleObj spid="_x0000_s112729" name="Equation" r:id="rId8" imgW="774364" imgH="406224" progId="Equation.3">
                  <p:embed/>
                </p:oleObj>
              </mc:Choice>
              <mc:Fallback>
                <p:oleObj name="Equation" r:id="rId8" imgW="774364" imgH="406224"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62750" y="3916363"/>
                        <a:ext cx="2000250" cy="1074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25316"/>
                                        </p:tgtEl>
                                        <p:attrNameLst>
                                          <p:attrName>style.visibility</p:attrName>
                                        </p:attrNameLst>
                                      </p:cBhvr>
                                      <p:to>
                                        <p:strVal val="visible"/>
                                      </p:to>
                                    </p:set>
                                    <p:animEffect transition="in" filter="dissolve">
                                      <p:cBhvr>
                                        <p:cTn id="7" dur="500"/>
                                        <p:tgtEl>
                                          <p:spTgt spid="5253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25317"/>
                                        </p:tgtEl>
                                        <p:attrNameLst>
                                          <p:attrName>style.visibility</p:attrName>
                                        </p:attrNameLst>
                                      </p:cBhvr>
                                      <p:to>
                                        <p:strVal val="visible"/>
                                      </p:to>
                                    </p:set>
                                    <p:animEffect transition="in" filter="dissolve">
                                      <p:cBhvr>
                                        <p:cTn id="12" dur="500"/>
                                        <p:tgtEl>
                                          <p:spTgt spid="5253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25318"/>
                                        </p:tgtEl>
                                        <p:attrNameLst>
                                          <p:attrName>style.visibility</p:attrName>
                                        </p:attrNameLst>
                                      </p:cBhvr>
                                      <p:to>
                                        <p:strVal val="visible"/>
                                      </p:to>
                                    </p:set>
                                    <p:animEffect transition="in" filter="dissolve">
                                      <p:cBhvr>
                                        <p:cTn id="17" dur="500"/>
                                        <p:tgtEl>
                                          <p:spTgt spid="5253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25319"/>
                                        </p:tgtEl>
                                        <p:attrNameLst>
                                          <p:attrName>style.visibility</p:attrName>
                                        </p:attrNameLst>
                                      </p:cBhvr>
                                      <p:to>
                                        <p:strVal val="visible"/>
                                      </p:to>
                                    </p:set>
                                    <p:animEffect transition="in" filter="dissolve">
                                      <p:cBhvr>
                                        <p:cTn id="22" dur="500"/>
                                        <p:tgtEl>
                                          <p:spTgt spid="525319"/>
                                        </p:tgtEl>
                                      </p:cBhvr>
                                    </p:animEffect>
                                  </p:childTnLst>
                                </p:cTn>
                              </p:par>
                            </p:childTnLst>
                          </p:cTn>
                        </p:par>
                        <p:par>
                          <p:cTn id="23" fill="hold" nodeType="afterGroup">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525320"/>
                                        </p:tgtEl>
                                        <p:attrNameLst>
                                          <p:attrName>style.visibility</p:attrName>
                                        </p:attrNameLst>
                                      </p:cBhvr>
                                      <p:to>
                                        <p:strVal val="visible"/>
                                      </p:to>
                                    </p:set>
                                    <p:animEffect transition="in" filter="dissolve">
                                      <p:cBhvr>
                                        <p:cTn id="26" dur="500"/>
                                        <p:tgtEl>
                                          <p:spTgt spid="525320"/>
                                        </p:tgtEl>
                                      </p:cBhvr>
                                    </p:animEffect>
                                  </p:childTnLst>
                                </p:cTn>
                              </p:par>
                            </p:childTnLst>
                          </p:cTn>
                        </p:par>
                        <p:par>
                          <p:cTn id="27" fill="hold" nodeType="afterGroup">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525321"/>
                                        </p:tgtEl>
                                        <p:attrNameLst>
                                          <p:attrName>style.visibility</p:attrName>
                                        </p:attrNameLst>
                                      </p:cBhvr>
                                      <p:to>
                                        <p:strVal val="visible"/>
                                      </p:to>
                                    </p:set>
                                    <p:animEffect transition="in" filter="dissolve">
                                      <p:cBhvr>
                                        <p:cTn id="30" dur="500"/>
                                        <p:tgtEl>
                                          <p:spTgt spid="525321"/>
                                        </p:tgtEl>
                                      </p:cBhvr>
                                    </p:animEffect>
                                  </p:childTnLst>
                                </p:cTn>
                              </p:par>
                            </p:childTnLst>
                          </p:cTn>
                        </p:par>
                        <p:par>
                          <p:cTn id="31" fill="hold" nodeType="afterGroup">
                            <p:stCondLst>
                              <p:cond delay="1500"/>
                            </p:stCondLst>
                            <p:childTnLst>
                              <p:par>
                                <p:cTn id="32" presetID="9" presetClass="entr" presetSubtype="0" fill="hold" grpId="0" nodeType="afterEffect">
                                  <p:stCondLst>
                                    <p:cond delay="0"/>
                                  </p:stCondLst>
                                  <p:childTnLst>
                                    <p:set>
                                      <p:cBhvr>
                                        <p:cTn id="33" dur="1" fill="hold">
                                          <p:stCondLst>
                                            <p:cond delay="0"/>
                                          </p:stCondLst>
                                        </p:cTn>
                                        <p:tgtEl>
                                          <p:spTgt spid="525322"/>
                                        </p:tgtEl>
                                        <p:attrNameLst>
                                          <p:attrName>style.visibility</p:attrName>
                                        </p:attrNameLst>
                                      </p:cBhvr>
                                      <p:to>
                                        <p:strVal val="visible"/>
                                      </p:to>
                                    </p:set>
                                    <p:animEffect transition="in" filter="dissolve">
                                      <p:cBhvr>
                                        <p:cTn id="34" dur="500"/>
                                        <p:tgtEl>
                                          <p:spTgt spid="525322"/>
                                        </p:tgtEl>
                                      </p:cBhvr>
                                    </p:animEffect>
                                  </p:childTnLst>
                                </p:cTn>
                              </p:par>
                            </p:childTnLst>
                          </p:cTn>
                        </p:par>
                        <p:par>
                          <p:cTn id="35" fill="hold" nodeType="afterGroup">
                            <p:stCondLst>
                              <p:cond delay="2000"/>
                            </p:stCondLst>
                            <p:childTnLst>
                              <p:par>
                                <p:cTn id="36" presetID="9" presetClass="entr" presetSubtype="0" fill="hold" grpId="0" nodeType="afterEffect">
                                  <p:stCondLst>
                                    <p:cond delay="0"/>
                                  </p:stCondLst>
                                  <p:childTnLst>
                                    <p:set>
                                      <p:cBhvr>
                                        <p:cTn id="37" dur="1" fill="hold">
                                          <p:stCondLst>
                                            <p:cond delay="0"/>
                                          </p:stCondLst>
                                        </p:cTn>
                                        <p:tgtEl>
                                          <p:spTgt spid="525323"/>
                                        </p:tgtEl>
                                        <p:attrNameLst>
                                          <p:attrName>style.visibility</p:attrName>
                                        </p:attrNameLst>
                                      </p:cBhvr>
                                      <p:to>
                                        <p:strVal val="visible"/>
                                      </p:to>
                                    </p:set>
                                    <p:animEffect transition="in" filter="dissolve">
                                      <p:cBhvr>
                                        <p:cTn id="38" dur="500"/>
                                        <p:tgtEl>
                                          <p:spTgt spid="52532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525324"/>
                                        </p:tgtEl>
                                        <p:attrNameLst>
                                          <p:attrName>style.visibility</p:attrName>
                                        </p:attrNameLst>
                                      </p:cBhvr>
                                      <p:to>
                                        <p:strVal val="visible"/>
                                      </p:to>
                                    </p:set>
                                    <p:animEffect transition="in" filter="dissolve">
                                      <p:cBhvr>
                                        <p:cTn id="43" dur="500"/>
                                        <p:tgtEl>
                                          <p:spTgt spid="525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8" grpId="0" autoUpdateAnimBg="0"/>
      <p:bldP spid="525319" grpId="0" animBg="1"/>
      <p:bldP spid="525320" grpId="0" autoUpdateAnimBg="0"/>
      <p:bldP spid="525321" grpId="0" autoUpdateAnimBg="0"/>
      <p:bldP spid="525322" grpId="0" autoUpdateAnimBg="0"/>
      <p:bldP spid="525323"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191A2FA-B282-4549-A733-170E465314C2}" type="slidenum">
              <a:rPr lang="zh-CN" altLang="en-US" b="0" i="0" smtClean="0"/>
              <a:pPr/>
              <a:t>91</a:t>
            </a:fld>
            <a:endParaRPr lang="en-US" altLang="zh-CN" b="0" i="0" smtClean="0"/>
          </a:p>
        </p:txBody>
      </p:sp>
      <p:sp>
        <p:nvSpPr>
          <p:cNvPr id="11366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7D4E671-07A8-465F-938F-8E576146518B}" type="datetime1">
              <a:rPr lang="zh-CN" altLang="en-US" sz="1800" i="0" smtClean="0"/>
              <a:pPr/>
              <a:t>2024/10/20</a:t>
            </a:fld>
            <a:endParaRPr lang="en-US" altLang="zh-CN" sz="1800" i="0" smtClean="0"/>
          </a:p>
        </p:txBody>
      </p:sp>
      <p:sp>
        <p:nvSpPr>
          <p:cNvPr id="526338" name="Rectangle 2"/>
          <p:cNvSpPr>
            <a:spLocks noGrp="1" noChangeArrowheads="1"/>
          </p:cNvSpPr>
          <p:nvPr>
            <p:ph type="title"/>
          </p:nvPr>
        </p:nvSpPr>
        <p:spPr>
          <a:xfrm>
            <a:off x="650875" y="365125"/>
            <a:ext cx="8820150" cy="549275"/>
          </a:xfrm>
        </p:spPr>
        <p:txBody>
          <a:bodyPr/>
          <a:lstStyle/>
          <a:p>
            <a:pPr>
              <a:defRPr/>
            </a:pPr>
            <a:r>
              <a:rPr lang="zh-CN" altLang="en-US" sz="4000" smtClean="0"/>
              <a:t>§4</a:t>
            </a:r>
            <a:r>
              <a:rPr lang="en-US" altLang="zh-CN" sz="4000" smtClean="0"/>
              <a:t>.2 </a:t>
            </a:r>
            <a:r>
              <a:rPr lang="zh-CN" altLang="en-US" sz="4000" smtClean="0"/>
              <a:t>等距情况下的分段线性插值公式</a:t>
            </a:r>
          </a:p>
        </p:txBody>
      </p:sp>
      <p:graphicFrame>
        <p:nvGraphicFramePr>
          <p:cNvPr id="526340" name="Object 4"/>
          <p:cNvGraphicFramePr>
            <a:graphicFrameLocks noChangeAspect="1"/>
          </p:cNvGraphicFramePr>
          <p:nvPr/>
        </p:nvGraphicFramePr>
        <p:xfrm>
          <a:off x="457200" y="941388"/>
          <a:ext cx="1606550" cy="1041400"/>
        </p:xfrm>
        <a:graphic>
          <a:graphicData uri="http://schemas.openxmlformats.org/presentationml/2006/ole">
            <mc:AlternateContent xmlns:mc="http://schemas.openxmlformats.org/markup-compatibility/2006">
              <mc:Choice xmlns:v="urn:schemas-microsoft-com:vml" Requires="v">
                <p:oleObj spid="_x0000_s113886" name="Equation" r:id="rId3" imgW="622030" imgH="393529" progId="Equation.3">
                  <p:embed/>
                </p:oleObj>
              </mc:Choice>
              <mc:Fallback>
                <p:oleObj name="Equation" r:id="rId3" imgW="622030" imgH="39352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941388"/>
                        <a:ext cx="160655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6341" name="Object 5"/>
          <p:cNvGraphicFramePr>
            <a:graphicFrameLocks noChangeAspect="1"/>
          </p:cNvGraphicFramePr>
          <p:nvPr/>
        </p:nvGraphicFramePr>
        <p:xfrm>
          <a:off x="2514600" y="1093788"/>
          <a:ext cx="2065338" cy="604837"/>
        </p:xfrm>
        <a:graphic>
          <a:graphicData uri="http://schemas.openxmlformats.org/presentationml/2006/ole">
            <mc:AlternateContent xmlns:mc="http://schemas.openxmlformats.org/markup-compatibility/2006">
              <mc:Choice xmlns:v="urn:schemas-microsoft-com:vml" Requires="v">
                <p:oleObj spid="_x0000_s113887" name="Equation" r:id="rId5" imgW="800100" imgH="228600" progId="Equation.3">
                  <p:embed/>
                </p:oleObj>
              </mc:Choice>
              <mc:Fallback>
                <p:oleObj name="Equation" r:id="rId5" imgW="8001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1093788"/>
                        <a:ext cx="2065338"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6342" name="Object 6"/>
          <p:cNvGraphicFramePr>
            <a:graphicFrameLocks noChangeAspect="1"/>
          </p:cNvGraphicFramePr>
          <p:nvPr/>
        </p:nvGraphicFramePr>
        <p:xfrm>
          <a:off x="4908550" y="1100138"/>
          <a:ext cx="2163763" cy="604837"/>
        </p:xfrm>
        <a:graphic>
          <a:graphicData uri="http://schemas.openxmlformats.org/presentationml/2006/ole">
            <mc:AlternateContent xmlns:mc="http://schemas.openxmlformats.org/markup-compatibility/2006">
              <mc:Choice xmlns:v="urn:schemas-microsoft-com:vml" Requires="v">
                <p:oleObj spid="_x0000_s113888" name="Equation" r:id="rId7" imgW="838200" imgH="228600" progId="Equation.3">
                  <p:embed/>
                </p:oleObj>
              </mc:Choice>
              <mc:Fallback>
                <p:oleObj name="Equation" r:id="rId7" imgW="838200" imgH="228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08550" y="1100138"/>
                        <a:ext cx="2163763"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6343" name="Object 7"/>
          <p:cNvGraphicFramePr>
            <a:graphicFrameLocks noChangeAspect="1"/>
          </p:cNvGraphicFramePr>
          <p:nvPr/>
        </p:nvGraphicFramePr>
        <p:xfrm>
          <a:off x="7316788" y="838200"/>
          <a:ext cx="1768475" cy="1074738"/>
        </p:xfrm>
        <a:graphic>
          <a:graphicData uri="http://schemas.openxmlformats.org/presentationml/2006/ole">
            <mc:AlternateContent xmlns:mc="http://schemas.openxmlformats.org/markup-compatibility/2006">
              <mc:Choice xmlns:v="urn:schemas-microsoft-com:vml" Requires="v">
                <p:oleObj spid="_x0000_s113889" name="Equation" r:id="rId9" imgW="685502" imgH="406224" progId="Equation.3">
                  <p:embed/>
                </p:oleObj>
              </mc:Choice>
              <mc:Fallback>
                <p:oleObj name="Equation" r:id="rId9" imgW="685502" imgH="406224"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6788" y="838200"/>
                        <a:ext cx="1768475" cy="1074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6345" name="Object 9"/>
          <p:cNvGraphicFramePr>
            <a:graphicFrameLocks noChangeAspect="1"/>
          </p:cNvGraphicFramePr>
          <p:nvPr/>
        </p:nvGraphicFramePr>
        <p:xfrm>
          <a:off x="7391400" y="4114800"/>
          <a:ext cx="1998663" cy="1074738"/>
        </p:xfrm>
        <a:graphic>
          <a:graphicData uri="http://schemas.openxmlformats.org/presentationml/2006/ole">
            <mc:AlternateContent xmlns:mc="http://schemas.openxmlformats.org/markup-compatibility/2006">
              <mc:Choice xmlns:v="urn:schemas-microsoft-com:vml" Requires="v">
                <p:oleObj spid="_x0000_s113890" name="Equation" r:id="rId11" imgW="774364" imgH="406224" progId="Equation.3">
                  <p:embed/>
                </p:oleObj>
              </mc:Choice>
              <mc:Fallback>
                <p:oleObj name="Equation" r:id="rId11" imgW="774364" imgH="406224"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91400" y="4114800"/>
                        <a:ext cx="1998663" cy="1074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6346" name="Object 10"/>
          <p:cNvGraphicFramePr>
            <a:graphicFrameLocks noChangeAspect="1"/>
          </p:cNvGraphicFramePr>
          <p:nvPr/>
        </p:nvGraphicFramePr>
        <p:xfrm>
          <a:off x="7316788" y="5105400"/>
          <a:ext cx="2063750" cy="1074738"/>
        </p:xfrm>
        <a:graphic>
          <a:graphicData uri="http://schemas.openxmlformats.org/presentationml/2006/ole">
            <mc:AlternateContent xmlns:mc="http://schemas.openxmlformats.org/markup-compatibility/2006">
              <mc:Choice xmlns:v="urn:schemas-microsoft-com:vml" Requires="v">
                <p:oleObj spid="_x0000_s113891" name="Equation" r:id="rId13" imgW="799753" imgH="406224" progId="Equation.3">
                  <p:embed/>
                </p:oleObj>
              </mc:Choice>
              <mc:Fallback>
                <p:oleObj name="Equation" r:id="rId13" imgW="799753" imgH="406224"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16788" y="5105400"/>
                        <a:ext cx="2063750" cy="1074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6355" name="Rectangle 19" descr="浅色上对角线"/>
          <p:cNvSpPr>
            <a:spLocks noChangeArrowheads="1"/>
          </p:cNvSpPr>
          <p:nvPr/>
        </p:nvSpPr>
        <p:spPr bwMode="auto">
          <a:xfrm>
            <a:off x="4572000" y="2362200"/>
            <a:ext cx="763588" cy="152400"/>
          </a:xfrm>
          <a:prstGeom prst="rect">
            <a:avLst/>
          </a:prstGeom>
          <a:pattFill prst="ltUpDiag">
            <a:fgClr>
              <a:schemeClr val="accent1"/>
            </a:fgClr>
            <a:bgClr>
              <a:schemeClr val="bg1"/>
            </a:bgClr>
          </a:pattFill>
          <a:ln w="25400">
            <a:solidFill>
              <a:schemeClr val="tx1"/>
            </a:solidFill>
            <a:miter lim="800000"/>
            <a:headEnd/>
            <a:tailEnd/>
          </a:ln>
        </p:spPr>
        <p:txBody>
          <a:bodyPr wrap="none" anchor="ctr"/>
          <a:lstStyle/>
          <a:p>
            <a:endParaRPr lang="zh-CN" altLang="en-US"/>
          </a:p>
        </p:txBody>
      </p:sp>
      <p:grpSp>
        <p:nvGrpSpPr>
          <p:cNvPr id="2" name="Group 28"/>
          <p:cNvGrpSpPr>
            <a:grpSpLocks/>
          </p:cNvGrpSpPr>
          <p:nvPr/>
        </p:nvGrpSpPr>
        <p:grpSpPr bwMode="auto">
          <a:xfrm>
            <a:off x="457200" y="1676400"/>
            <a:ext cx="5410200" cy="762000"/>
            <a:chOff x="432" y="1776"/>
            <a:chExt cx="3408" cy="480"/>
          </a:xfrm>
        </p:grpSpPr>
        <p:sp>
          <p:nvSpPr>
            <p:cNvPr id="113685" name="Line 12"/>
            <p:cNvSpPr>
              <a:spLocks noChangeShapeType="1"/>
            </p:cNvSpPr>
            <p:nvPr/>
          </p:nvSpPr>
          <p:spPr bwMode="auto">
            <a:xfrm>
              <a:off x="432" y="2256"/>
              <a:ext cx="340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86" name="Line 13"/>
            <p:cNvSpPr>
              <a:spLocks noChangeShapeType="1"/>
            </p:cNvSpPr>
            <p:nvPr/>
          </p:nvSpPr>
          <p:spPr bwMode="auto">
            <a:xfrm>
              <a:off x="698" y="2124"/>
              <a:ext cx="0"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87" name="Line 14"/>
            <p:cNvSpPr>
              <a:spLocks noChangeShapeType="1"/>
            </p:cNvSpPr>
            <p:nvPr/>
          </p:nvSpPr>
          <p:spPr bwMode="auto">
            <a:xfrm>
              <a:off x="1130" y="2124"/>
              <a:ext cx="0"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88" name="Line 15"/>
            <p:cNvSpPr>
              <a:spLocks noChangeShapeType="1"/>
            </p:cNvSpPr>
            <p:nvPr/>
          </p:nvSpPr>
          <p:spPr bwMode="auto">
            <a:xfrm>
              <a:off x="3530" y="2137"/>
              <a:ext cx="0"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89" name="Rectangle 16"/>
            <p:cNvSpPr>
              <a:spLocks noChangeArrowheads="1"/>
            </p:cNvSpPr>
            <p:nvPr/>
          </p:nvSpPr>
          <p:spPr bwMode="auto">
            <a:xfrm>
              <a:off x="554" y="1776"/>
              <a:ext cx="3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0</a:t>
              </a:r>
              <a:endParaRPr lang="zh-CN" altLang="en-US" sz="3200" i="0" baseline="-25000">
                <a:latin typeface="Times New Roman" pitchFamily="18" charset="0"/>
              </a:endParaRPr>
            </a:p>
          </p:txBody>
        </p:sp>
        <p:sp>
          <p:nvSpPr>
            <p:cNvPr id="113690" name="Rectangle 17"/>
            <p:cNvSpPr>
              <a:spLocks noChangeArrowheads="1"/>
            </p:cNvSpPr>
            <p:nvPr/>
          </p:nvSpPr>
          <p:spPr bwMode="auto">
            <a:xfrm>
              <a:off x="964" y="1795"/>
              <a:ext cx="104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x</a:t>
              </a:r>
              <a:r>
                <a:rPr lang="en-US" altLang="zh-CN" sz="3200" i="0" baseline="-25000">
                  <a:latin typeface="Times New Roman" pitchFamily="18" charset="0"/>
                </a:rPr>
                <a:t>1         ……</a:t>
              </a:r>
              <a:endParaRPr lang="zh-CN" altLang="en-US" sz="3200" i="0" baseline="-25000">
                <a:latin typeface="Times New Roman" pitchFamily="18" charset="0"/>
              </a:endParaRPr>
            </a:p>
          </p:txBody>
        </p:sp>
        <p:sp>
          <p:nvSpPr>
            <p:cNvPr id="113691" name="Rectangle 18"/>
            <p:cNvSpPr>
              <a:spLocks noChangeArrowheads="1"/>
            </p:cNvSpPr>
            <p:nvPr/>
          </p:nvSpPr>
          <p:spPr bwMode="auto">
            <a:xfrm>
              <a:off x="3293" y="1776"/>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i+1</a:t>
              </a:r>
              <a:endParaRPr lang="zh-CN" altLang="en-US" sz="3200" i="0" baseline="-25000">
                <a:latin typeface="Times New Roman" pitchFamily="18" charset="0"/>
              </a:endParaRPr>
            </a:p>
          </p:txBody>
        </p:sp>
        <p:sp>
          <p:nvSpPr>
            <p:cNvPr id="113692" name="Line 20"/>
            <p:cNvSpPr>
              <a:spLocks noChangeShapeType="1"/>
            </p:cNvSpPr>
            <p:nvPr/>
          </p:nvSpPr>
          <p:spPr bwMode="auto">
            <a:xfrm>
              <a:off x="3007" y="2143"/>
              <a:ext cx="0"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93" name="Rectangle 21"/>
            <p:cNvSpPr>
              <a:spLocks noChangeArrowheads="1"/>
            </p:cNvSpPr>
            <p:nvPr/>
          </p:nvSpPr>
          <p:spPr bwMode="auto">
            <a:xfrm>
              <a:off x="2860" y="1795"/>
              <a:ext cx="29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i</a:t>
              </a:r>
              <a:endParaRPr lang="zh-CN" altLang="en-US" sz="3200" i="0" baseline="-25000">
                <a:latin typeface="Times New Roman" pitchFamily="18" charset="0"/>
              </a:endParaRPr>
            </a:p>
          </p:txBody>
        </p:sp>
      </p:grpSp>
      <p:grpSp>
        <p:nvGrpSpPr>
          <p:cNvPr id="3" name="Group 29"/>
          <p:cNvGrpSpPr>
            <a:grpSpLocks/>
          </p:cNvGrpSpPr>
          <p:nvPr/>
        </p:nvGrpSpPr>
        <p:grpSpPr bwMode="auto">
          <a:xfrm>
            <a:off x="838200" y="2514600"/>
            <a:ext cx="4267200" cy="457200"/>
            <a:chOff x="672" y="2304"/>
            <a:chExt cx="2688" cy="288"/>
          </a:xfrm>
        </p:grpSpPr>
        <p:sp>
          <p:nvSpPr>
            <p:cNvPr id="113682" name="Line 22"/>
            <p:cNvSpPr>
              <a:spLocks noChangeShapeType="1"/>
            </p:cNvSpPr>
            <p:nvPr/>
          </p:nvSpPr>
          <p:spPr bwMode="auto">
            <a:xfrm>
              <a:off x="672" y="2304"/>
              <a:ext cx="0"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83" name="Line 23"/>
            <p:cNvSpPr>
              <a:spLocks noChangeShapeType="1"/>
            </p:cNvSpPr>
            <p:nvPr/>
          </p:nvSpPr>
          <p:spPr bwMode="auto">
            <a:xfrm>
              <a:off x="3360" y="2304"/>
              <a:ext cx="0"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84" name="Line 24"/>
            <p:cNvSpPr>
              <a:spLocks noChangeShapeType="1"/>
            </p:cNvSpPr>
            <p:nvPr/>
          </p:nvSpPr>
          <p:spPr bwMode="auto">
            <a:xfrm>
              <a:off x="672" y="2448"/>
              <a:ext cx="2688" cy="0"/>
            </a:xfrm>
            <a:prstGeom prst="line">
              <a:avLst/>
            </a:prstGeom>
            <a:noFill/>
            <a:ln w="38100">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526361" name="Rectangle 25"/>
          <p:cNvSpPr>
            <a:spLocks noChangeArrowheads="1"/>
          </p:cNvSpPr>
          <p:nvPr/>
        </p:nvSpPr>
        <p:spPr bwMode="auto">
          <a:xfrm>
            <a:off x="2422525" y="2544763"/>
            <a:ext cx="858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x</a:t>
            </a:r>
            <a:r>
              <a:rPr lang="en-US" altLang="zh-CN" sz="3200" i="0" baseline="-25000">
                <a:latin typeface="Times New Roman" pitchFamily="18" charset="0"/>
              </a:rPr>
              <a:t>0</a:t>
            </a:r>
            <a:endParaRPr lang="zh-CN" altLang="en-US" sz="3200" i="0" baseline="-25000">
              <a:latin typeface="Times New Roman" pitchFamily="18" charset="0"/>
            </a:endParaRPr>
          </a:p>
        </p:txBody>
      </p:sp>
      <p:graphicFrame>
        <p:nvGraphicFramePr>
          <p:cNvPr id="526362" name="Object 26"/>
          <p:cNvGraphicFramePr>
            <a:graphicFrameLocks noChangeAspect="1"/>
          </p:cNvGraphicFramePr>
          <p:nvPr/>
        </p:nvGraphicFramePr>
        <p:xfrm>
          <a:off x="6645275" y="2209800"/>
          <a:ext cx="3260725" cy="1044575"/>
        </p:xfrm>
        <a:graphic>
          <a:graphicData uri="http://schemas.openxmlformats.org/presentationml/2006/ole">
            <mc:AlternateContent xmlns:mc="http://schemas.openxmlformats.org/markup-compatibility/2006">
              <mc:Choice xmlns:v="urn:schemas-microsoft-com:vml" Requires="v">
                <p:oleObj spid="_x0000_s113892" name="Equation" r:id="rId15" imgW="1662978" imgH="406224" progId="Equation.3">
                  <p:embed/>
                </p:oleObj>
              </mc:Choice>
              <mc:Fallback>
                <p:oleObj name="Equation" r:id="rId15" imgW="1662978" imgH="406224" progId="Equation.3">
                  <p:embed/>
                  <p:pic>
                    <p:nvPicPr>
                      <p:cNvPr id="0"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45275" y="2209800"/>
                        <a:ext cx="3260725" cy="104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6363" name="Rectangle 27"/>
          <p:cNvSpPr>
            <a:spLocks noChangeArrowheads="1"/>
          </p:cNvSpPr>
          <p:nvPr/>
        </p:nvSpPr>
        <p:spPr bwMode="auto">
          <a:xfrm>
            <a:off x="7620000" y="3276600"/>
            <a:ext cx="1482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  t  +  i</a:t>
            </a:r>
            <a:endParaRPr lang="zh-CN" altLang="en-US" sz="3200">
              <a:latin typeface="Times New Roman" pitchFamily="18" charset="0"/>
            </a:endParaRPr>
          </a:p>
        </p:txBody>
      </p:sp>
      <p:graphicFrame>
        <p:nvGraphicFramePr>
          <p:cNvPr id="526366" name="Object 30"/>
          <p:cNvGraphicFramePr>
            <a:graphicFrameLocks noChangeAspect="1"/>
          </p:cNvGraphicFramePr>
          <p:nvPr/>
        </p:nvGraphicFramePr>
        <p:xfrm>
          <a:off x="112713" y="3317875"/>
          <a:ext cx="7205662" cy="2701925"/>
        </p:xfrm>
        <a:graphic>
          <a:graphicData uri="http://schemas.openxmlformats.org/presentationml/2006/ole">
            <mc:AlternateContent xmlns:mc="http://schemas.openxmlformats.org/markup-compatibility/2006">
              <mc:Choice xmlns:v="urn:schemas-microsoft-com:vml" Requires="v">
                <p:oleObj spid="_x0000_s113893" name="Equation" r:id="rId17" imgW="3048000" imgH="1143000" progId="Equation.DSMT4">
                  <p:embed/>
                </p:oleObj>
              </mc:Choice>
              <mc:Fallback>
                <p:oleObj name="Equation" r:id="rId17" imgW="3048000" imgH="1143000" progId="Equation.DSMT4">
                  <p:embed/>
                  <p:pic>
                    <p:nvPicPr>
                      <p:cNvPr id="0" name="Object 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2713" y="3317875"/>
                        <a:ext cx="7205662" cy="2701925"/>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26340"/>
                                        </p:tgtEl>
                                        <p:attrNameLst>
                                          <p:attrName>style.visibility</p:attrName>
                                        </p:attrNameLst>
                                      </p:cBhvr>
                                      <p:to>
                                        <p:strVal val="visible"/>
                                      </p:to>
                                    </p:set>
                                    <p:animEffect transition="in" filter="dissolve">
                                      <p:cBhvr>
                                        <p:cTn id="7" dur="500"/>
                                        <p:tgtEl>
                                          <p:spTgt spid="526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26341"/>
                                        </p:tgtEl>
                                        <p:attrNameLst>
                                          <p:attrName>style.visibility</p:attrName>
                                        </p:attrNameLst>
                                      </p:cBhvr>
                                      <p:to>
                                        <p:strVal val="visible"/>
                                      </p:to>
                                    </p:set>
                                    <p:animEffect transition="in" filter="dissolve">
                                      <p:cBhvr>
                                        <p:cTn id="12" dur="500"/>
                                        <p:tgtEl>
                                          <p:spTgt spid="5263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26342"/>
                                        </p:tgtEl>
                                        <p:attrNameLst>
                                          <p:attrName>style.visibility</p:attrName>
                                        </p:attrNameLst>
                                      </p:cBhvr>
                                      <p:to>
                                        <p:strVal val="visible"/>
                                      </p:to>
                                    </p:set>
                                    <p:animEffect transition="in" filter="dissolve">
                                      <p:cBhvr>
                                        <p:cTn id="17" dur="500"/>
                                        <p:tgtEl>
                                          <p:spTgt spid="5263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26343"/>
                                        </p:tgtEl>
                                        <p:attrNameLst>
                                          <p:attrName>style.visibility</p:attrName>
                                        </p:attrNameLst>
                                      </p:cBhvr>
                                      <p:to>
                                        <p:strVal val="visible"/>
                                      </p:to>
                                    </p:set>
                                    <p:animEffect transition="in" filter="dissolve">
                                      <p:cBhvr>
                                        <p:cTn id="22" dur="500"/>
                                        <p:tgtEl>
                                          <p:spTgt spid="5263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26355"/>
                                        </p:tgtEl>
                                        <p:attrNameLst>
                                          <p:attrName>style.visibility</p:attrName>
                                        </p:attrNameLst>
                                      </p:cBhvr>
                                      <p:to>
                                        <p:strVal val="visible"/>
                                      </p:to>
                                    </p:set>
                                    <p:animEffect transition="in" filter="dissolve">
                                      <p:cBhvr>
                                        <p:cTn id="32" dur="500"/>
                                        <p:tgtEl>
                                          <p:spTgt spid="52635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dissolve">
                                      <p:cBhvr>
                                        <p:cTn id="37" dur="500"/>
                                        <p:tgtEl>
                                          <p:spTgt spid="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26361"/>
                                        </p:tgtEl>
                                        <p:attrNameLst>
                                          <p:attrName>style.visibility</p:attrName>
                                        </p:attrNameLst>
                                      </p:cBhvr>
                                      <p:to>
                                        <p:strVal val="visible"/>
                                      </p:to>
                                    </p:set>
                                    <p:animEffect transition="in" filter="dissolve">
                                      <p:cBhvr>
                                        <p:cTn id="42" dur="500"/>
                                        <p:tgtEl>
                                          <p:spTgt spid="52636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526366"/>
                                        </p:tgtEl>
                                        <p:attrNameLst>
                                          <p:attrName>style.visibility</p:attrName>
                                        </p:attrNameLst>
                                      </p:cBhvr>
                                      <p:to>
                                        <p:strVal val="visible"/>
                                      </p:to>
                                    </p:set>
                                    <p:anim calcmode="lin" valueType="num">
                                      <p:cBhvr additive="base">
                                        <p:cTn id="47" dur="500" fill="hold"/>
                                        <p:tgtEl>
                                          <p:spTgt spid="526366"/>
                                        </p:tgtEl>
                                        <p:attrNameLst>
                                          <p:attrName>ppt_x</p:attrName>
                                        </p:attrNameLst>
                                      </p:cBhvr>
                                      <p:tavLst>
                                        <p:tav tm="0">
                                          <p:val>
                                            <p:strVal val="#ppt_x"/>
                                          </p:val>
                                        </p:tav>
                                        <p:tav tm="100000">
                                          <p:val>
                                            <p:strVal val="#ppt_x"/>
                                          </p:val>
                                        </p:tav>
                                      </p:tavLst>
                                    </p:anim>
                                    <p:anim calcmode="lin" valueType="num">
                                      <p:cBhvr additive="base">
                                        <p:cTn id="48" dur="500" fill="hold"/>
                                        <p:tgtEl>
                                          <p:spTgt spid="526366"/>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nodeType="clickEffect">
                                  <p:stCondLst>
                                    <p:cond delay="0"/>
                                  </p:stCondLst>
                                  <p:childTnLst>
                                    <p:set>
                                      <p:cBhvr>
                                        <p:cTn id="52" dur="1" fill="hold">
                                          <p:stCondLst>
                                            <p:cond delay="0"/>
                                          </p:stCondLst>
                                        </p:cTn>
                                        <p:tgtEl>
                                          <p:spTgt spid="526362"/>
                                        </p:tgtEl>
                                        <p:attrNameLst>
                                          <p:attrName>style.visibility</p:attrName>
                                        </p:attrNameLst>
                                      </p:cBhvr>
                                      <p:to>
                                        <p:strVal val="visible"/>
                                      </p:to>
                                    </p:set>
                                    <p:animEffect transition="in" filter="dissolve">
                                      <p:cBhvr>
                                        <p:cTn id="53" dur="500"/>
                                        <p:tgtEl>
                                          <p:spTgt spid="52636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526363"/>
                                        </p:tgtEl>
                                        <p:attrNameLst>
                                          <p:attrName>style.visibility</p:attrName>
                                        </p:attrNameLst>
                                      </p:cBhvr>
                                      <p:to>
                                        <p:strVal val="visible"/>
                                      </p:to>
                                    </p:set>
                                    <p:animEffect transition="in" filter="dissolve">
                                      <p:cBhvr>
                                        <p:cTn id="58" dur="500"/>
                                        <p:tgtEl>
                                          <p:spTgt spid="52636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526345"/>
                                        </p:tgtEl>
                                        <p:attrNameLst>
                                          <p:attrName>style.visibility</p:attrName>
                                        </p:attrNameLst>
                                      </p:cBhvr>
                                      <p:to>
                                        <p:strVal val="visible"/>
                                      </p:to>
                                    </p:set>
                                    <p:animEffect transition="in" filter="dissolve">
                                      <p:cBhvr>
                                        <p:cTn id="63" dur="500"/>
                                        <p:tgtEl>
                                          <p:spTgt spid="52634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526346"/>
                                        </p:tgtEl>
                                        <p:attrNameLst>
                                          <p:attrName>style.visibility</p:attrName>
                                        </p:attrNameLst>
                                      </p:cBhvr>
                                      <p:to>
                                        <p:strVal val="visible"/>
                                      </p:to>
                                    </p:set>
                                    <p:animEffect transition="in" filter="dissolve">
                                      <p:cBhvr>
                                        <p:cTn id="68" dur="500"/>
                                        <p:tgtEl>
                                          <p:spTgt spid="526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55" grpId="0" animBg="1"/>
      <p:bldP spid="526361" grpId="0" autoUpdateAnimBg="0"/>
      <p:bldP spid="526363"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49B55BE-3E0D-491D-B562-B53156540BB8}" type="slidenum">
              <a:rPr lang="zh-CN" altLang="en-US" b="0" i="0" smtClean="0"/>
              <a:pPr/>
              <a:t>92</a:t>
            </a:fld>
            <a:endParaRPr lang="en-US" altLang="zh-CN" b="0" i="0" smtClean="0"/>
          </a:p>
        </p:txBody>
      </p:sp>
      <p:sp>
        <p:nvSpPr>
          <p:cNvPr id="114691"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321D8C9-D589-4F10-9B05-2604C822D175}" type="datetime1">
              <a:rPr lang="zh-CN" altLang="en-US" sz="1800" i="0" smtClean="0"/>
              <a:pPr/>
              <a:t>2024/10/20</a:t>
            </a:fld>
            <a:endParaRPr lang="en-US" altLang="zh-CN" sz="1800" i="0" smtClean="0"/>
          </a:p>
        </p:txBody>
      </p:sp>
      <p:graphicFrame>
        <p:nvGraphicFramePr>
          <p:cNvPr id="114692" name="Object 4"/>
          <p:cNvGraphicFramePr>
            <a:graphicFrameLocks noChangeAspect="1"/>
          </p:cNvGraphicFramePr>
          <p:nvPr>
            <p:extLst>
              <p:ext uri="{D42A27DB-BD31-4B8C-83A1-F6EECF244321}">
                <p14:modId xmlns:p14="http://schemas.microsoft.com/office/powerpoint/2010/main" val="3896463045"/>
              </p:ext>
            </p:extLst>
          </p:nvPr>
        </p:nvGraphicFramePr>
        <p:xfrm>
          <a:off x="679425" y="1695396"/>
          <a:ext cx="7030644" cy="3908380"/>
        </p:xfrm>
        <a:graphic>
          <a:graphicData uri="http://schemas.openxmlformats.org/presentationml/2006/ole">
            <mc:AlternateContent xmlns:mc="http://schemas.openxmlformats.org/markup-compatibility/2006">
              <mc:Choice xmlns:v="urn:schemas-microsoft-com:vml" Requires="v">
                <p:oleObj spid="_x0000_s114768" name="位图图像" r:id="rId4" imgW="3153215" imgH="1752381" progId="Paint.Picture">
                  <p:embed/>
                </p:oleObj>
              </mc:Choice>
              <mc:Fallback>
                <p:oleObj name="位图图像" r:id="rId4" imgW="3153215" imgH="1752381" progId="Paint.Picture">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425" y="1695396"/>
                        <a:ext cx="7030644" cy="3908380"/>
                      </a:xfrm>
                      <a:prstGeom prst="rect">
                        <a:avLst/>
                      </a:prstGeom>
                      <a:noFill/>
                      <a:ln>
                        <a:noFill/>
                      </a:ln>
                      <a:effectLst/>
                      <a:extLst/>
                    </p:spPr>
                  </p:pic>
                </p:oleObj>
              </mc:Fallback>
            </mc:AlternateContent>
          </a:graphicData>
        </a:graphic>
      </p:graphicFrame>
      <p:graphicFrame>
        <p:nvGraphicFramePr>
          <p:cNvPr id="114693" name="Object 5"/>
          <p:cNvGraphicFramePr>
            <a:graphicFrameLocks noChangeAspect="1"/>
          </p:cNvGraphicFramePr>
          <p:nvPr/>
        </p:nvGraphicFramePr>
        <p:xfrm>
          <a:off x="990600" y="5410200"/>
          <a:ext cx="4267200" cy="1030288"/>
        </p:xfrm>
        <a:graphic>
          <a:graphicData uri="http://schemas.openxmlformats.org/presentationml/2006/ole">
            <mc:AlternateContent xmlns:mc="http://schemas.openxmlformats.org/markup-compatibility/2006">
              <mc:Choice xmlns:v="urn:schemas-microsoft-com:vml" Requires="v">
                <p:oleObj spid="_x0000_s114769" r:id="rId6" imgW="860968" imgH="152496" progId="Equation.3">
                  <p:embed/>
                </p:oleObj>
              </mc:Choice>
              <mc:Fallback>
                <p:oleObj r:id="rId6" imgW="860968" imgH="152496"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5410200"/>
                        <a:ext cx="4267200"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694" name="Object 7"/>
          <p:cNvGraphicFramePr>
            <a:graphicFrameLocks noChangeAspect="1"/>
          </p:cNvGraphicFramePr>
          <p:nvPr/>
        </p:nvGraphicFramePr>
        <p:xfrm>
          <a:off x="5638800" y="5486400"/>
          <a:ext cx="1828800" cy="1025525"/>
        </p:xfrm>
        <a:graphic>
          <a:graphicData uri="http://schemas.openxmlformats.org/presentationml/2006/ole">
            <mc:AlternateContent xmlns:mc="http://schemas.openxmlformats.org/markup-compatibility/2006">
              <mc:Choice xmlns:v="urn:schemas-microsoft-com:vml" Requires="v">
                <p:oleObj spid="_x0000_s114770" r:id="rId8" imgW="365868" imgH="160056" progId="Equation.3">
                  <p:embed/>
                </p:oleObj>
              </mc:Choice>
              <mc:Fallback>
                <p:oleObj r:id="rId8" imgW="365868" imgH="160056"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38800" y="5486400"/>
                        <a:ext cx="182880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1097" name="Rectangle 9"/>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a:lnSpc>
                <a:spcPct val="90000"/>
              </a:lnSpc>
              <a:defRPr/>
            </a:pPr>
            <a:r>
              <a:rPr lang="zh-CN" altLang="en-US" sz="4000" i="0">
                <a:solidFill>
                  <a:schemeClr val="bg1"/>
                </a:solidFill>
                <a:effectLst>
                  <a:outerShdw blurRad="38100" dist="38100" dir="2700000" algn="tl">
                    <a:srgbClr val="C0C0C0"/>
                  </a:outerShdw>
                </a:effectLst>
              </a:rPr>
              <a:t>§4</a:t>
            </a:r>
            <a:r>
              <a:rPr lang="en-US" altLang="zh-CN" sz="4000" i="0">
                <a:solidFill>
                  <a:schemeClr val="bg1"/>
                </a:solidFill>
                <a:effectLst>
                  <a:outerShdw blurRad="38100" dist="38100" dir="2700000" algn="tl">
                    <a:srgbClr val="C0C0C0"/>
                  </a:outerShdw>
                </a:effectLst>
              </a:rPr>
              <a:t>.2 </a:t>
            </a:r>
            <a:r>
              <a:rPr lang="zh-CN" altLang="en-US" sz="4000" i="0">
                <a:solidFill>
                  <a:schemeClr val="bg1"/>
                </a:solidFill>
                <a:effectLst>
                  <a:outerShdw blurRad="38100" dist="38100" dir="2700000" algn="tl">
                    <a:srgbClr val="C0C0C0"/>
                  </a:outerShdw>
                </a:effectLst>
              </a:rPr>
              <a:t>等距情况下的分段线性插值公式</a:t>
            </a:r>
          </a:p>
        </p:txBody>
      </p:sp>
      <p:sp>
        <p:nvSpPr>
          <p:cNvPr id="8" name="Text Box 40"/>
          <p:cNvSpPr txBox="1">
            <a:spLocks noChangeArrowheads="1"/>
          </p:cNvSpPr>
          <p:nvPr/>
        </p:nvSpPr>
        <p:spPr bwMode="auto">
          <a:xfrm>
            <a:off x="5673079" y="1159689"/>
            <a:ext cx="4073979" cy="45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b="1">
                <a:solidFill>
                  <a:schemeClr val="tx2"/>
                </a:solidFill>
                <a:latin typeface="Times New Roman" pitchFamily="18" charset="0"/>
                <a:ea typeface="楷体_GB2312" pitchFamily="49" charset="-122"/>
              </a:defRPr>
            </a:lvl1pPr>
            <a:lvl2pPr marL="742950" indent="-285750" eaLnBrk="0" hangingPunct="0">
              <a:defRPr kumimoji="1" sz="3200" b="1">
                <a:solidFill>
                  <a:schemeClr val="tx2"/>
                </a:solidFill>
                <a:latin typeface="Times New Roman" pitchFamily="18" charset="0"/>
                <a:ea typeface="楷体_GB2312" pitchFamily="49" charset="-122"/>
              </a:defRPr>
            </a:lvl2pPr>
            <a:lvl3pPr marL="1143000" indent="-228600" eaLnBrk="0" hangingPunct="0">
              <a:defRPr kumimoji="1" sz="3200" b="1">
                <a:solidFill>
                  <a:schemeClr val="tx2"/>
                </a:solidFill>
                <a:latin typeface="Times New Roman" pitchFamily="18" charset="0"/>
                <a:ea typeface="楷体_GB2312" pitchFamily="49" charset="-122"/>
              </a:defRPr>
            </a:lvl3pPr>
            <a:lvl4pPr marL="1600200" indent="-228600" eaLnBrk="0" hangingPunct="0">
              <a:defRPr kumimoji="1" sz="3200" b="1">
                <a:solidFill>
                  <a:schemeClr val="tx2"/>
                </a:solidFill>
                <a:latin typeface="Times New Roman" pitchFamily="18" charset="0"/>
                <a:ea typeface="楷体_GB2312" pitchFamily="49" charset="-122"/>
              </a:defRPr>
            </a:lvl4pPr>
            <a:lvl5pPr marL="2057400" indent="-228600" eaLnBrk="0" hangingPunct="0">
              <a:defRPr kumimoji="1" sz="3200" b="1">
                <a:solidFill>
                  <a:schemeClr val="tx2"/>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3200" b="1">
                <a:solidFill>
                  <a:schemeClr val="tx2"/>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3200" b="1">
                <a:solidFill>
                  <a:schemeClr val="tx2"/>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3200" b="1">
                <a:solidFill>
                  <a:schemeClr val="tx2"/>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3200" b="1">
                <a:solidFill>
                  <a:schemeClr val="tx2"/>
                </a:solidFill>
                <a:latin typeface="Times New Roman" pitchFamily="18" charset="0"/>
                <a:ea typeface="楷体_GB2312" pitchFamily="49" charset="-122"/>
              </a:defRPr>
            </a:lvl9pPr>
          </a:lstStyle>
          <a:p>
            <a:pPr eaLnBrk="1" hangingPunct="1">
              <a:spcBef>
                <a:spcPct val="50000"/>
              </a:spcBef>
            </a:pPr>
            <a:r>
              <a:rPr lang="zh-CN" altLang="en-US" sz="2400" dirty="0">
                <a:solidFill>
                  <a:srgbClr val="FF0000"/>
                </a:solidFill>
              </a:rPr>
              <a:t>失去了原函数的光滑性。</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FFF61E1-0BF5-4F71-948D-3B5FCB75A917}" type="slidenum">
              <a:rPr lang="zh-CN" altLang="en-US" b="0" i="0" smtClean="0"/>
              <a:pPr/>
              <a:t>93</a:t>
            </a:fld>
            <a:endParaRPr lang="en-US" altLang="zh-CN" b="0" i="0" smtClean="0"/>
          </a:p>
        </p:txBody>
      </p:sp>
      <p:sp>
        <p:nvSpPr>
          <p:cNvPr id="11571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AF73CE1-5AE3-4687-BEDE-8915EF8B10A4}" type="datetime1">
              <a:rPr lang="zh-CN" altLang="en-US" sz="1800" i="0" smtClean="0"/>
              <a:pPr/>
              <a:t>2024/10/20</a:t>
            </a:fld>
            <a:endParaRPr lang="en-US" altLang="zh-CN" sz="1800" i="0" smtClean="0"/>
          </a:p>
        </p:txBody>
      </p:sp>
      <p:sp>
        <p:nvSpPr>
          <p:cNvPr id="528386" name="Rectangle 2"/>
          <p:cNvSpPr>
            <a:spLocks noGrp="1" noChangeArrowheads="1"/>
          </p:cNvSpPr>
          <p:nvPr>
            <p:ph type="title"/>
          </p:nvPr>
        </p:nvSpPr>
        <p:spPr/>
        <p:txBody>
          <a:bodyPr/>
          <a:lstStyle/>
          <a:p>
            <a:pPr>
              <a:defRPr/>
            </a:pPr>
            <a:r>
              <a:rPr lang="zh-CN" altLang="en-US" smtClean="0"/>
              <a:t>§4</a:t>
            </a:r>
            <a:r>
              <a:rPr lang="en-US" altLang="zh-CN" smtClean="0"/>
              <a:t>.3</a:t>
            </a:r>
            <a:r>
              <a:rPr lang="zh-CN" altLang="en-US" sz="4000" smtClean="0"/>
              <a:t>等距节点下的分段三点插值公式</a:t>
            </a:r>
          </a:p>
        </p:txBody>
      </p:sp>
      <p:sp>
        <p:nvSpPr>
          <p:cNvPr id="115717" name="Rectangle 3"/>
          <p:cNvSpPr>
            <a:spLocks noGrp="1" noChangeArrowheads="1"/>
          </p:cNvSpPr>
          <p:nvPr>
            <p:ph type="body" idx="1"/>
          </p:nvPr>
        </p:nvSpPr>
        <p:spPr>
          <a:xfrm>
            <a:off x="650875" y="1143000"/>
            <a:ext cx="8820150" cy="384175"/>
          </a:xfrm>
        </p:spPr>
        <p:txBody>
          <a:bodyPr/>
          <a:lstStyle/>
          <a:p>
            <a:r>
              <a:rPr lang="zh-CN" altLang="en-US" smtClean="0"/>
              <a:t>等距三点插值</a:t>
            </a:r>
          </a:p>
        </p:txBody>
      </p:sp>
      <p:graphicFrame>
        <p:nvGraphicFramePr>
          <p:cNvPr id="528388" name="Object 4"/>
          <p:cNvGraphicFramePr>
            <a:graphicFrameLocks noChangeAspect="1"/>
          </p:cNvGraphicFramePr>
          <p:nvPr/>
        </p:nvGraphicFramePr>
        <p:xfrm>
          <a:off x="811213" y="1676400"/>
          <a:ext cx="2425700" cy="604838"/>
        </p:xfrm>
        <a:graphic>
          <a:graphicData uri="http://schemas.openxmlformats.org/presentationml/2006/ole">
            <mc:AlternateContent xmlns:mc="http://schemas.openxmlformats.org/markup-compatibility/2006">
              <mc:Choice xmlns:v="urn:schemas-microsoft-com:vml" Requires="v">
                <p:oleObj spid="_x0000_s115867" name="Equation" r:id="rId3" imgW="939800" imgH="228600" progId="Equation.3">
                  <p:embed/>
                </p:oleObj>
              </mc:Choice>
              <mc:Fallback>
                <p:oleObj name="Equation" r:id="rId3" imgW="9398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13" y="1676400"/>
                        <a:ext cx="24257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89"/>
          <p:cNvGrpSpPr>
            <a:grpSpLocks/>
          </p:cNvGrpSpPr>
          <p:nvPr/>
        </p:nvGrpSpPr>
        <p:grpSpPr bwMode="auto">
          <a:xfrm>
            <a:off x="3768725" y="1066800"/>
            <a:ext cx="5249863" cy="838200"/>
            <a:chOff x="2374" y="672"/>
            <a:chExt cx="3307" cy="528"/>
          </a:xfrm>
        </p:grpSpPr>
        <p:sp>
          <p:nvSpPr>
            <p:cNvPr id="115764" name="Line 5"/>
            <p:cNvSpPr>
              <a:spLocks noChangeShapeType="1"/>
            </p:cNvSpPr>
            <p:nvPr/>
          </p:nvSpPr>
          <p:spPr bwMode="auto">
            <a:xfrm>
              <a:off x="2592" y="912"/>
              <a:ext cx="283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65" name="Line 6"/>
            <p:cNvSpPr>
              <a:spLocks noChangeShapeType="1"/>
            </p:cNvSpPr>
            <p:nvPr/>
          </p:nvSpPr>
          <p:spPr bwMode="auto">
            <a:xfrm>
              <a:off x="2592" y="672"/>
              <a:ext cx="0" cy="22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66" name="Line 7"/>
            <p:cNvSpPr>
              <a:spLocks noChangeShapeType="1"/>
            </p:cNvSpPr>
            <p:nvPr/>
          </p:nvSpPr>
          <p:spPr bwMode="auto">
            <a:xfrm>
              <a:off x="4032" y="672"/>
              <a:ext cx="0" cy="22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67" name="Line 8"/>
            <p:cNvSpPr>
              <a:spLocks noChangeShapeType="1"/>
            </p:cNvSpPr>
            <p:nvPr/>
          </p:nvSpPr>
          <p:spPr bwMode="auto">
            <a:xfrm>
              <a:off x="5424" y="672"/>
              <a:ext cx="0" cy="22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68" name="Rectangle 9"/>
            <p:cNvSpPr>
              <a:spLocks noChangeArrowheads="1"/>
            </p:cNvSpPr>
            <p:nvPr/>
          </p:nvSpPr>
          <p:spPr bwMode="auto">
            <a:xfrm>
              <a:off x="2374" y="816"/>
              <a:ext cx="47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k-1</a:t>
              </a:r>
              <a:endParaRPr lang="zh-CN" altLang="en-US" sz="3200" i="0" baseline="-25000">
                <a:latin typeface="Times New Roman" pitchFamily="18" charset="0"/>
              </a:endParaRPr>
            </a:p>
          </p:txBody>
        </p:sp>
        <p:sp>
          <p:nvSpPr>
            <p:cNvPr id="115769" name="Rectangle 10"/>
            <p:cNvSpPr>
              <a:spLocks noChangeArrowheads="1"/>
            </p:cNvSpPr>
            <p:nvPr/>
          </p:nvSpPr>
          <p:spPr bwMode="auto">
            <a:xfrm>
              <a:off x="3862" y="835"/>
              <a:ext cx="33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k</a:t>
              </a:r>
              <a:endParaRPr lang="zh-CN" altLang="en-US" sz="3200" i="0" baseline="-25000">
                <a:latin typeface="Times New Roman" pitchFamily="18" charset="0"/>
              </a:endParaRPr>
            </a:p>
          </p:txBody>
        </p:sp>
        <p:sp>
          <p:nvSpPr>
            <p:cNvPr id="115770" name="Rectangle 11"/>
            <p:cNvSpPr>
              <a:spLocks noChangeArrowheads="1"/>
            </p:cNvSpPr>
            <p:nvPr/>
          </p:nvSpPr>
          <p:spPr bwMode="auto">
            <a:xfrm>
              <a:off x="5164" y="816"/>
              <a:ext cx="51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x</a:t>
              </a:r>
              <a:r>
                <a:rPr lang="en-US" altLang="zh-CN" sz="3200" i="0" baseline="-25000">
                  <a:latin typeface="Times New Roman" pitchFamily="18" charset="0"/>
                </a:rPr>
                <a:t>k+1</a:t>
              </a:r>
              <a:endParaRPr lang="zh-CN" altLang="en-US" sz="3200" i="0" baseline="-25000">
                <a:latin typeface="Times New Roman" pitchFamily="18" charset="0"/>
              </a:endParaRPr>
            </a:p>
          </p:txBody>
        </p:sp>
      </p:grpSp>
      <p:sp>
        <p:nvSpPr>
          <p:cNvPr id="528396" name="Rectangle 12" descr="浅色上对角线"/>
          <p:cNvSpPr>
            <a:spLocks noChangeArrowheads="1"/>
          </p:cNvSpPr>
          <p:nvPr/>
        </p:nvSpPr>
        <p:spPr bwMode="auto">
          <a:xfrm>
            <a:off x="5257800" y="1295400"/>
            <a:ext cx="2286000" cy="228600"/>
          </a:xfrm>
          <a:prstGeom prst="rect">
            <a:avLst/>
          </a:prstGeom>
          <a:pattFill prst="ltUpDiag">
            <a:fgClr>
              <a:schemeClr val="accent1"/>
            </a:fgClr>
            <a:bgClr>
              <a:schemeClr val="bg1"/>
            </a:bgClr>
          </a:pattFill>
          <a:ln w="25400">
            <a:solidFill>
              <a:schemeClr val="tx1"/>
            </a:solidFill>
            <a:miter lim="800000"/>
            <a:headEnd/>
            <a:tailEnd/>
          </a:ln>
        </p:spPr>
        <p:txBody>
          <a:bodyPr wrap="none" anchor="ctr"/>
          <a:lstStyle/>
          <a:p>
            <a:endParaRPr lang="zh-CN" altLang="en-US"/>
          </a:p>
        </p:txBody>
      </p:sp>
      <p:graphicFrame>
        <p:nvGraphicFramePr>
          <p:cNvPr id="528397" name="Object 13"/>
          <p:cNvGraphicFramePr>
            <a:graphicFrameLocks noChangeAspect="1"/>
          </p:cNvGraphicFramePr>
          <p:nvPr/>
        </p:nvGraphicFramePr>
        <p:xfrm>
          <a:off x="379413" y="2082800"/>
          <a:ext cx="3494087" cy="1041400"/>
        </p:xfrm>
        <a:graphic>
          <a:graphicData uri="http://schemas.openxmlformats.org/presentationml/2006/ole">
            <mc:AlternateContent xmlns:mc="http://schemas.openxmlformats.org/markup-compatibility/2006">
              <mc:Choice xmlns:v="urn:schemas-microsoft-com:vml" Requires="v">
                <p:oleObj spid="_x0000_s115868" name="Equation" r:id="rId5" imgW="1320227" imgH="393529" progId="Equation.3">
                  <p:embed/>
                </p:oleObj>
              </mc:Choice>
              <mc:Fallback>
                <p:oleObj name="Equation" r:id="rId5" imgW="1320227" imgH="393529"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413" y="2082800"/>
                        <a:ext cx="3494087"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8398" name="Object 14"/>
          <p:cNvGraphicFramePr>
            <a:graphicFrameLocks noChangeAspect="1"/>
          </p:cNvGraphicFramePr>
          <p:nvPr/>
        </p:nvGraphicFramePr>
        <p:xfrm>
          <a:off x="4419600" y="1600200"/>
          <a:ext cx="2768600" cy="1544638"/>
        </p:xfrm>
        <a:graphic>
          <a:graphicData uri="http://schemas.openxmlformats.org/presentationml/2006/ole">
            <mc:AlternateContent xmlns:mc="http://schemas.openxmlformats.org/markup-compatibility/2006">
              <mc:Choice xmlns:v="urn:schemas-microsoft-com:vml" Requires="v">
                <p:oleObj spid="_x0000_s115869" name="Equation" r:id="rId7" imgW="1180588" imgH="583947" progId="Equation.3">
                  <p:embed/>
                </p:oleObj>
              </mc:Choice>
              <mc:Fallback>
                <p:oleObj name="Equation" r:id="rId7" imgW="1180588" imgH="583947"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1600200"/>
                        <a:ext cx="2768600" cy="154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8399" name="Rectangle 15"/>
          <p:cNvSpPr>
            <a:spLocks noChangeArrowheads="1"/>
          </p:cNvSpPr>
          <p:nvPr/>
        </p:nvSpPr>
        <p:spPr bwMode="auto">
          <a:xfrm>
            <a:off x="152400" y="3124200"/>
            <a:ext cx="1230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P</a:t>
            </a:r>
            <a:r>
              <a:rPr lang="en-US" altLang="zh-CN" sz="2800" baseline="-25000">
                <a:latin typeface="Times New Roman" pitchFamily="18" charset="0"/>
              </a:rPr>
              <a:t>2</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 =</a:t>
            </a:r>
            <a:endParaRPr lang="zh-CN" altLang="en-US" sz="2800" i="0">
              <a:latin typeface="Times New Roman" pitchFamily="18" charset="0"/>
            </a:endParaRPr>
          </a:p>
        </p:txBody>
      </p:sp>
      <p:sp>
        <p:nvSpPr>
          <p:cNvPr id="528400" name="Rectangle 16"/>
          <p:cNvSpPr>
            <a:spLocks noChangeArrowheads="1"/>
          </p:cNvSpPr>
          <p:nvPr/>
        </p:nvSpPr>
        <p:spPr bwMode="auto">
          <a:xfrm>
            <a:off x="1566863" y="3338513"/>
            <a:ext cx="29289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endParaRPr lang="zh-CN" altLang="en-US" sz="2800" i="0">
              <a:latin typeface="Times New Roman" pitchFamily="18" charset="0"/>
            </a:endParaRPr>
          </a:p>
        </p:txBody>
      </p:sp>
      <p:sp>
        <p:nvSpPr>
          <p:cNvPr id="528401" name="Line 17"/>
          <p:cNvSpPr>
            <a:spLocks noChangeShapeType="1"/>
          </p:cNvSpPr>
          <p:nvPr/>
        </p:nvSpPr>
        <p:spPr bwMode="auto">
          <a:xfrm>
            <a:off x="1714500" y="3414713"/>
            <a:ext cx="2705100" cy="14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8402" name="Rectangle 18"/>
          <p:cNvSpPr>
            <a:spLocks noChangeArrowheads="1"/>
          </p:cNvSpPr>
          <p:nvPr/>
        </p:nvSpPr>
        <p:spPr bwMode="auto">
          <a:xfrm>
            <a:off x="1871663" y="2895600"/>
            <a:ext cx="22558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endParaRPr lang="zh-CN" altLang="en-US" sz="2800" i="0">
              <a:latin typeface="Times New Roman" pitchFamily="18" charset="0"/>
            </a:endParaRPr>
          </a:p>
        </p:txBody>
      </p:sp>
      <p:sp>
        <p:nvSpPr>
          <p:cNvPr id="528403" name="Rectangle 19"/>
          <p:cNvSpPr>
            <a:spLocks noChangeArrowheads="1"/>
          </p:cNvSpPr>
          <p:nvPr/>
        </p:nvSpPr>
        <p:spPr bwMode="auto">
          <a:xfrm>
            <a:off x="4495800" y="3048000"/>
            <a:ext cx="10271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k-1</a:t>
            </a:r>
            <a:r>
              <a:rPr lang="en-US" altLang="zh-CN" sz="2800" i="0">
                <a:latin typeface="Times New Roman" pitchFamily="18" charset="0"/>
              </a:rPr>
              <a:t> +</a:t>
            </a:r>
            <a:endParaRPr lang="zh-CN" altLang="en-US" sz="2800" i="0">
              <a:latin typeface="Times New Roman" pitchFamily="18" charset="0"/>
            </a:endParaRPr>
          </a:p>
        </p:txBody>
      </p:sp>
      <p:sp>
        <p:nvSpPr>
          <p:cNvPr id="528411" name="Rectangle 27"/>
          <p:cNvSpPr>
            <a:spLocks noChangeArrowheads="1"/>
          </p:cNvSpPr>
          <p:nvPr/>
        </p:nvSpPr>
        <p:spPr bwMode="auto">
          <a:xfrm>
            <a:off x="5716588" y="3367088"/>
            <a:ext cx="2727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endParaRPr lang="zh-CN" altLang="en-US" sz="2800" i="0">
              <a:latin typeface="Times New Roman" pitchFamily="18" charset="0"/>
            </a:endParaRPr>
          </a:p>
        </p:txBody>
      </p:sp>
      <p:sp>
        <p:nvSpPr>
          <p:cNvPr id="528412" name="Line 28"/>
          <p:cNvSpPr>
            <a:spLocks noChangeShapeType="1"/>
          </p:cNvSpPr>
          <p:nvPr/>
        </p:nvSpPr>
        <p:spPr bwMode="auto">
          <a:xfrm>
            <a:off x="5764213" y="3443288"/>
            <a:ext cx="2705100" cy="14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8413" name="Rectangle 29"/>
          <p:cNvSpPr>
            <a:spLocks noChangeArrowheads="1"/>
          </p:cNvSpPr>
          <p:nvPr/>
        </p:nvSpPr>
        <p:spPr bwMode="auto">
          <a:xfrm>
            <a:off x="5821363" y="2924175"/>
            <a:ext cx="2457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endParaRPr lang="zh-CN" altLang="en-US" sz="2800" i="0">
              <a:latin typeface="Times New Roman" pitchFamily="18" charset="0"/>
            </a:endParaRPr>
          </a:p>
        </p:txBody>
      </p:sp>
      <p:sp>
        <p:nvSpPr>
          <p:cNvPr id="528414" name="Rectangle 30"/>
          <p:cNvSpPr>
            <a:spLocks noChangeArrowheads="1"/>
          </p:cNvSpPr>
          <p:nvPr/>
        </p:nvSpPr>
        <p:spPr bwMode="auto">
          <a:xfrm>
            <a:off x="8534400" y="3105150"/>
            <a:ext cx="512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k</a:t>
            </a:r>
            <a:endParaRPr lang="zh-CN" altLang="en-US" sz="3200" i="0">
              <a:latin typeface="Times New Roman" pitchFamily="18" charset="0"/>
            </a:endParaRPr>
          </a:p>
        </p:txBody>
      </p:sp>
      <p:sp>
        <p:nvSpPr>
          <p:cNvPr id="528415" name="Rectangle 31"/>
          <p:cNvSpPr>
            <a:spLocks noChangeArrowheads="1"/>
          </p:cNvSpPr>
          <p:nvPr/>
        </p:nvSpPr>
        <p:spPr bwMode="auto">
          <a:xfrm>
            <a:off x="1219200" y="39624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endParaRPr lang="zh-CN" altLang="en-US" sz="2800" i="0">
              <a:latin typeface="Times New Roman" pitchFamily="18" charset="0"/>
            </a:endParaRPr>
          </a:p>
        </p:txBody>
      </p:sp>
      <p:sp>
        <p:nvSpPr>
          <p:cNvPr id="528416" name="Rectangle 32"/>
          <p:cNvSpPr>
            <a:spLocks noChangeArrowheads="1"/>
          </p:cNvSpPr>
          <p:nvPr/>
        </p:nvSpPr>
        <p:spPr bwMode="auto">
          <a:xfrm>
            <a:off x="1574800" y="4176713"/>
            <a:ext cx="2986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a:t>
            </a:r>
            <a:r>
              <a:rPr lang="en-US" altLang="zh-CN" sz="2800" i="0">
                <a:latin typeface="Times New Roman" pitchFamily="18" charset="0"/>
              </a:rPr>
              <a:t>)</a:t>
            </a:r>
            <a:endParaRPr lang="zh-CN" altLang="en-US" sz="2800" i="0">
              <a:latin typeface="Times New Roman" pitchFamily="18" charset="0"/>
            </a:endParaRPr>
          </a:p>
        </p:txBody>
      </p:sp>
      <p:sp>
        <p:nvSpPr>
          <p:cNvPr id="528417" name="Line 33"/>
          <p:cNvSpPr>
            <a:spLocks noChangeShapeType="1"/>
          </p:cNvSpPr>
          <p:nvPr/>
        </p:nvSpPr>
        <p:spPr bwMode="auto">
          <a:xfrm>
            <a:off x="1751013" y="4252913"/>
            <a:ext cx="2705100" cy="14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8418" name="Rectangle 34"/>
          <p:cNvSpPr>
            <a:spLocks noChangeArrowheads="1"/>
          </p:cNvSpPr>
          <p:nvPr/>
        </p:nvSpPr>
        <p:spPr bwMode="auto">
          <a:xfrm>
            <a:off x="1936750" y="3733800"/>
            <a:ext cx="2198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k-1</a:t>
            </a:r>
            <a:r>
              <a:rPr lang="en-US" altLang="zh-CN" sz="2800" i="0">
                <a:latin typeface="Times New Roman" pitchFamily="18" charset="0"/>
              </a:rPr>
              <a:t>)(</a:t>
            </a:r>
            <a:r>
              <a:rPr lang="en-US" altLang="zh-CN" sz="2800">
                <a:latin typeface="Times New Roman" pitchFamily="18" charset="0"/>
              </a:rPr>
              <a:t>x</a:t>
            </a:r>
            <a:r>
              <a:rPr lang="en-US" altLang="zh-CN" sz="2800" i="0">
                <a:latin typeface="Times New Roman" pitchFamily="18" charset="0"/>
              </a:rPr>
              <a:t>–</a:t>
            </a:r>
            <a:r>
              <a:rPr lang="en-US" altLang="zh-CN" sz="2800">
                <a:latin typeface="Times New Roman" pitchFamily="18" charset="0"/>
              </a:rPr>
              <a:t>x</a:t>
            </a:r>
            <a:r>
              <a:rPr lang="en-US" altLang="zh-CN" sz="2800" i="0" baseline="-25000">
                <a:latin typeface="Times New Roman" pitchFamily="18" charset="0"/>
              </a:rPr>
              <a:t>k</a:t>
            </a:r>
            <a:r>
              <a:rPr lang="en-US" altLang="zh-CN" sz="2800" i="0">
                <a:latin typeface="Times New Roman" pitchFamily="18" charset="0"/>
              </a:rPr>
              <a:t>)</a:t>
            </a:r>
            <a:endParaRPr lang="zh-CN" altLang="en-US" sz="2800" i="0">
              <a:latin typeface="Times New Roman" pitchFamily="18" charset="0"/>
            </a:endParaRPr>
          </a:p>
        </p:txBody>
      </p:sp>
      <p:sp>
        <p:nvSpPr>
          <p:cNvPr id="528419" name="Rectangle 35"/>
          <p:cNvSpPr>
            <a:spLocks noChangeArrowheads="1"/>
          </p:cNvSpPr>
          <p:nvPr/>
        </p:nvSpPr>
        <p:spPr bwMode="auto">
          <a:xfrm>
            <a:off x="4572000" y="3914775"/>
            <a:ext cx="7985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k+1</a:t>
            </a:r>
            <a:endParaRPr lang="zh-CN" altLang="en-US" sz="3200" i="0">
              <a:latin typeface="Times New Roman" pitchFamily="18" charset="0"/>
            </a:endParaRPr>
          </a:p>
        </p:txBody>
      </p:sp>
      <p:sp>
        <p:nvSpPr>
          <p:cNvPr id="528433" name="Rectangle 49"/>
          <p:cNvSpPr>
            <a:spLocks noChangeArrowheads="1"/>
          </p:cNvSpPr>
          <p:nvPr/>
        </p:nvSpPr>
        <p:spPr bwMode="auto">
          <a:xfrm>
            <a:off x="304800" y="4800600"/>
            <a:ext cx="476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 =</a:t>
            </a:r>
            <a:endParaRPr lang="zh-CN" altLang="en-US" sz="2800" i="0">
              <a:latin typeface="Times New Roman" pitchFamily="18" charset="0"/>
            </a:endParaRPr>
          </a:p>
        </p:txBody>
      </p:sp>
      <p:sp>
        <p:nvSpPr>
          <p:cNvPr id="528446" name="Rectangle 62"/>
          <p:cNvSpPr>
            <a:spLocks noChangeArrowheads="1"/>
          </p:cNvSpPr>
          <p:nvPr/>
        </p:nvSpPr>
        <p:spPr bwMode="auto">
          <a:xfrm>
            <a:off x="952500" y="4967288"/>
            <a:ext cx="1235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-h(</a:t>
            </a:r>
            <a:r>
              <a:rPr lang="en-US" altLang="zh-CN" sz="2800">
                <a:latin typeface="Times New Roman" pitchFamily="18" charset="0"/>
              </a:rPr>
              <a:t>-2h</a:t>
            </a:r>
            <a:r>
              <a:rPr lang="en-US" altLang="zh-CN" sz="2800" i="0">
                <a:latin typeface="Times New Roman" pitchFamily="18" charset="0"/>
              </a:rPr>
              <a:t>)</a:t>
            </a:r>
            <a:endParaRPr lang="zh-CN" altLang="en-US" sz="2800" i="0">
              <a:latin typeface="Times New Roman" pitchFamily="18" charset="0"/>
            </a:endParaRPr>
          </a:p>
        </p:txBody>
      </p:sp>
      <p:sp>
        <p:nvSpPr>
          <p:cNvPr id="528447" name="Line 63"/>
          <p:cNvSpPr>
            <a:spLocks noChangeShapeType="1"/>
          </p:cNvSpPr>
          <p:nvPr/>
        </p:nvSpPr>
        <p:spPr bwMode="auto">
          <a:xfrm flipV="1">
            <a:off x="800100" y="5030788"/>
            <a:ext cx="1485900" cy="12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8448" name="Rectangle 64"/>
          <p:cNvSpPr>
            <a:spLocks noChangeArrowheads="1"/>
          </p:cNvSpPr>
          <p:nvPr/>
        </p:nvSpPr>
        <p:spPr bwMode="auto">
          <a:xfrm>
            <a:off x="838200" y="4524375"/>
            <a:ext cx="1401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th </a:t>
            </a:r>
            <a:r>
              <a:rPr lang="en-US" altLang="zh-CN" sz="2800" i="0">
                <a:latin typeface="Times New Roman" pitchFamily="18" charset="0"/>
              </a:rPr>
              <a:t>(</a:t>
            </a:r>
            <a:r>
              <a:rPr lang="en-US" altLang="zh-CN" sz="2800">
                <a:latin typeface="Times New Roman" pitchFamily="18" charset="0"/>
              </a:rPr>
              <a:t>t-1</a:t>
            </a:r>
            <a:r>
              <a:rPr lang="en-US" altLang="zh-CN" sz="2800" i="0">
                <a:latin typeface="Times New Roman" pitchFamily="18" charset="0"/>
              </a:rPr>
              <a:t>)h</a:t>
            </a:r>
            <a:endParaRPr lang="zh-CN" altLang="en-US" sz="2800" i="0">
              <a:latin typeface="Times New Roman" pitchFamily="18" charset="0"/>
            </a:endParaRPr>
          </a:p>
        </p:txBody>
      </p:sp>
      <p:sp>
        <p:nvSpPr>
          <p:cNvPr id="528449" name="Rectangle 65"/>
          <p:cNvSpPr>
            <a:spLocks noChangeArrowheads="1"/>
          </p:cNvSpPr>
          <p:nvPr/>
        </p:nvSpPr>
        <p:spPr bwMode="auto">
          <a:xfrm>
            <a:off x="2286000" y="4724400"/>
            <a:ext cx="10271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k-1</a:t>
            </a:r>
            <a:r>
              <a:rPr lang="en-US" altLang="zh-CN" sz="2800" i="0">
                <a:latin typeface="Times New Roman" pitchFamily="18" charset="0"/>
              </a:rPr>
              <a:t> +</a:t>
            </a:r>
            <a:endParaRPr lang="zh-CN" altLang="en-US" sz="2800" i="0">
              <a:latin typeface="Times New Roman" pitchFamily="18" charset="0"/>
            </a:endParaRPr>
          </a:p>
        </p:txBody>
      </p:sp>
      <p:sp>
        <p:nvSpPr>
          <p:cNvPr id="528450" name="Rectangle 66"/>
          <p:cNvSpPr>
            <a:spLocks noChangeArrowheads="1"/>
          </p:cNvSpPr>
          <p:nvPr/>
        </p:nvSpPr>
        <p:spPr bwMode="auto">
          <a:xfrm>
            <a:off x="3694113" y="4995863"/>
            <a:ext cx="939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h(</a:t>
            </a:r>
            <a:r>
              <a:rPr lang="en-US" altLang="zh-CN" sz="2800">
                <a:latin typeface="Times New Roman" pitchFamily="18" charset="0"/>
              </a:rPr>
              <a:t>-h</a:t>
            </a:r>
            <a:r>
              <a:rPr lang="en-US" altLang="zh-CN" sz="2800" i="0">
                <a:latin typeface="Times New Roman" pitchFamily="18" charset="0"/>
              </a:rPr>
              <a:t>)</a:t>
            </a:r>
            <a:endParaRPr lang="zh-CN" altLang="en-US" sz="2800" i="0">
              <a:latin typeface="Times New Roman" pitchFamily="18" charset="0"/>
            </a:endParaRPr>
          </a:p>
        </p:txBody>
      </p:sp>
      <p:sp>
        <p:nvSpPr>
          <p:cNvPr id="528451" name="Line 67"/>
          <p:cNvSpPr>
            <a:spLocks noChangeShapeType="1"/>
          </p:cNvSpPr>
          <p:nvPr/>
        </p:nvSpPr>
        <p:spPr bwMode="auto">
          <a:xfrm>
            <a:off x="3238500" y="5072063"/>
            <a:ext cx="1866900" cy="95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8452" name="Rectangle 68"/>
          <p:cNvSpPr>
            <a:spLocks noChangeArrowheads="1"/>
          </p:cNvSpPr>
          <p:nvPr/>
        </p:nvSpPr>
        <p:spPr bwMode="auto">
          <a:xfrm>
            <a:off x="3124200" y="4552950"/>
            <a:ext cx="2020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t+1</a:t>
            </a:r>
            <a:r>
              <a:rPr lang="en-US" altLang="zh-CN" sz="2800" i="0">
                <a:latin typeface="Times New Roman" pitchFamily="18" charset="0"/>
              </a:rPr>
              <a:t>)h (</a:t>
            </a:r>
            <a:r>
              <a:rPr lang="en-US" altLang="zh-CN" sz="2800">
                <a:latin typeface="Times New Roman" pitchFamily="18" charset="0"/>
              </a:rPr>
              <a:t>t-1</a:t>
            </a:r>
            <a:r>
              <a:rPr lang="en-US" altLang="zh-CN" sz="2800" i="0">
                <a:latin typeface="Times New Roman" pitchFamily="18" charset="0"/>
              </a:rPr>
              <a:t>)h</a:t>
            </a:r>
            <a:endParaRPr lang="zh-CN" altLang="en-US" sz="2800" i="0">
              <a:latin typeface="Times New Roman" pitchFamily="18" charset="0"/>
            </a:endParaRPr>
          </a:p>
        </p:txBody>
      </p:sp>
      <p:sp>
        <p:nvSpPr>
          <p:cNvPr id="528453" name="Rectangle 69"/>
          <p:cNvSpPr>
            <a:spLocks noChangeArrowheads="1"/>
          </p:cNvSpPr>
          <p:nvPr/>
        </p:nvSpPr>
        <p:spPr bwMode="auto">
          <a:xfrm>
            <a:off x="5084763" y="4724400"/>
            <a:ext cx="782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k </a:t>
            </a:r>
            <a:r>
              <a:rPr lang="en-US" altLang="zh-CN" sz="2800" i="0">
                <a:latin typeface="Times New Roman" pitchFamily="18" charset="0"/>
              </a:rPr>
              <a:t>+</a:t>
            </a:r>
            <a:endParaRPr lang="zh-CN" altLang="en-US" sz="2800" i="0">
              <a:latin typeface="Times New Roman" pitchFamily="18" charset="0"/>
            </a:endParaRPr>
          </a:p>
        </p:txBody>
      </p:sp>
      <p:sp>
        <p:nvSpPr>
          <p:cNvPr id="528455" name="Rectangle 71"/>
          <p:cNvSpPr>
            <a:spLocks noChangeArrowheads="1"/>
          </p:cNvSpPr>
          <p:nvPr/>
        </p:nvSpPr>
        <p:spPr bwMode="auto">
          <a:xfrm>
            <a:off x="6151563" y="5029200"/>
            <a:ext cx="847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2h h</a:t>
            </a:r>
            <a:endParaRPr lang="zh-CN" altLang="en-US" sz="2800" i="0">
              <a:latin typeface="Times New Roman" pitchFamily="18" charset="0"/>
            </a:endParaRPr>
          </a:p>
        </p:txBody>
      </p:sp>
      <p:sp>
        <p:nvSpPr>
          <p:cNvPr id="528456" name="Line 72"/>
          <p:cNvSpPr>
            <a:spLocks noChangeShapeType="1"/>
          </p:cNvSpPr>
          <p:nvPr/>
        </p:nvSpPr>
        <p:spPr bwMode="auto">
          <a:xfrm>
            <a:off x="5967413" y="5105400"/>
            <a:ext cx="1349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8457" name="Rectangle 73"/>
          <p:cNvSpPr>
            <a:spLocks noChangeArrowheads="1"/>
          </p:cNvSpPr>
          <p:nvPr/>
        </p:nvSpPr>
        <p:spPr bwMode="auto">
          <a:xfrm>
            <a:off x="5791200" y="4586288"/>
            <a:ext cx="15065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t+1</a:t>
            </a:r>
            <a:r>
              <a:rPr lang="en-US" altLang="zh-CN" sz="2800" i="0">
                <a:latin typeface="Times New Roman" pitchFamily="18" charset="0"/>
              </a:rPr>
              <a:t>)h th</a:t>
            </a:r>
            <a:endParaRPr lang="zh-CN" altLang="en-US" sz="2800" i="0">
              <a:latin typeface="Times New Roman" pitchFamily="18" charset="0"/>
            </a:endParaRPr>
          </a:p>
        </p:txBody>
      </p:sp>
      <p:sp>
        <p:nvSpPr>
          <p:cNvPr id="528458" name="Rectangle 74"/>
          <p:cNvSpPr>
            <a:spLocks noChangeArrowheads="1"/>
          </p:cNvSpPr>
          <p:nvPr/>
        </p:nvSpPr>
        <p:spPr bwMode="auto">
          <a:xfrm>
            <a:off x="7316788" y="4800600"/>
            <a:ext cx="796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k+1</a:t>
            </a:r>
            <a:endParaRPr lang="zh-CN" altLang="en-US" sz="3200" i="0">
              <a:latin typeface="Times New Roman" pitchFamily="18" charset="0"/>
            </a:endParaRPr>
          </a:p>
        </p:txBody>
      </p:sp>
      <p:graphicFrame>
        <p:nvGraphicFramePr>
          <p:cNvPr id="528459" name="Object 75"/>
          <p:cNvGraphicFramePr>
            <a:graphicFrameLocks noChangeAspect="1"/>
          </p:cNvGraphicFramePr>
          <p:nvPr/>
        </p:nvGraphicFramePr>
        <p:xfrm>
          <a:off x="7605713" y="1905000"/>
          <a:ext cx="1801812" cy="1074738"/>
        </p:xfrm>
        <a:graphic>
          <a:graphicData uri="http://schemas.openxmlformats.org/presentationml/2006/ole">
            <mc:AlternateContent xmlns:mc="http://schemas.openxmlformats.org/markup-compatibility/2006">
              <mc:Choice xmlns:v="urn:schemas-microsoft-com:vml" Requires="v">
                <p:oleObj spid="_x0000_s115870" name="Equation" r:id="rId9" imgW="698197" imgH="406224" progId="Equation.3">
                  <p:embed/>
                </p:oleObj>
              </mc:Choice>
              <mc:Fallback>
                <p:oleObj name="Equation" r:id="rId9" imgW="698197" imgH="406224" progId="Equation.3">
                  <p:embed/>
                  <p:pic>
                    <p:nvPicPr>
                      <p:cNvPr id="0" name="Object 7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05713" y="1905000"/>
                        <a:ext cx="1801812" cy="1074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8460" name="Rectangle 76"/>
          <p:cNvSpPr>
            <a:spLocks noChangeArrowheads="1"/>
          </p:cNvSpPr>
          <p:nvPr/>
        </p:nvSpPr>
        <p:spPr bwMode="auto">
          <a:xfrm>
            <a:off x="344488" y="5653088"/>
            <a:ext cx="476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 =</a:t>
            </a:r>
            <a:endParaRPr lang="zh-CN" altLang="en-US" sz="2800" i="0">
              <a:latin typeface="Times New Roman" pitchFamily="18" charset="0"/>
            </a:endParaRPr>
          </a:p>
        </p:txBody>
      </p:sp>
      <p:sp>
        <p:nvSpPr>
          <p:cNvPr id="528461" name="Rectangle 77"/>
          <p:cNvSpPr>
            <a:spLocks noChangeArrowheads="1"/>
          </p:cNvSpPr>
          <p:nvPr/>
        </p:nvSpPr>
        <p:spPr bwMode="auto">
          <a:xfrm>
            <a:off x="1428750" y="58197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2</a:t>
            </a:r>
            <a:endParaRPr lang="zh-CN" altLang="en-US" sz="2800" i="0">
              <a:latin typeface="Times New Roman" pitchFamily="18" charset="0"/>
            </a:endParaRPr>
          </a:p>
        </p:txBody>
      </p:sp>
      <p:sp>
        <p:nvSpPr>
          <p:cNvPr id="528462" name="Line 78"/>
          <p:cNvSpPr>
            <a:spLocks noChangeShapeType="1"/>
          </p:cNvSpPr>
          <p:nvPr/>
        </p:nvSpPr>
        <p:spPr bwMode="auto">
          <a:xfrm flipV="1">
            <a:off x="839788" y="5883275"/>
            <a:ext cx="1485900" cy="12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8463" name="Rectangle 79"/>
          <p:cNvSpPr>
            <a:spLocks noChangeArrowheads="1"/>
          </p:cNvSpPr>
          <p:nvPr/>
        </p:nvSpPr>
        <p:spPr bwMode="auto">
          <a:xfrm>
            <a:off x="1119188" y="5376863"/>
            <a:ext cx="9159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a:latin typeface="Times New Roman" pitchFamily="18" charset="0"/>
              </a:rPr>
              <a:t>t</a:t>
            </a:r>
            <a:r>
              <a:rPr lang="en-US" altLang="zh-CN" sz="2800" i="0">
                <a:latin typeface="Times New Roman" pitchFamily="18" charset="0"/>
              </a:rPr>
              <a:t>(</a:t>
            </a:r>
            <a:r>
              <a:rPr lang="en-US" altLang="zh-CN" sz="2800">
                <a:latin typeface="Times New Roman" pitchFamily="18" charset="0"/>
              </a:rPr>
              <a:t>t-1</a:t>
            </a:r>
            <a:r>
              <a:rPr lang="en-US" altLang="zh-CN" sz="2800" i="0">
                <a:latin typeface="Times New Roman" pitchFamily="18" charset="0"/>
              </a:rPr>
              <a:t>)</a:t>
            </a:r>
            <a:endParaRPr lang="zh-CN" altLang="en-US" sz="2800" i="0">
              <a:latin typeface="Times New Roman" pitchFamily="18" charset="0"/>
            </a:endParaRPr>
          </a:p>
        </p:txBody>
      </p:sp>
      <p:sp>
        <p:nvSpPr>
          <p:cNvPr id="528464" name="Rectangle 80"/>
          <p:cNvSpPr>
            <a:spLocks noChangeArrowheads="1"/>
          </p:cNvSpPr>
          <p:nvPr/>
        </p:nvSpPr>
        <p:spPr bwMode="auto">
          <a:xfrm>
            <a:off x="2325688" y="5576888"/>
            <a:ext cx="10287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k-1</a:t>
            </a:r>
            <a:r>
              <a:rPr lang="en-US" altLang="zh-CN" sz="2800" i="0">
                <a:latin typeface="Times New Roman" pitchFamily="18" charset="0"/>
              </a:rPr>
              <a:t> +</a:t>
            </a:r>
            <a:endParaRPr lang="zh-CN" altLang="en-US" sz="2800" i="0">
              <a:latin typeface="Times New Roman" pitchFamily="18" charset="0"/>
            </a:endParaRPr>
          </a:p>
        </p:txBody>
      </p:sp>
      <p:sp>
        <p:nvSpPr>
          <p:cNvPr id="528465" name="Rectangle 81"/>
          <p:cNvSpPr>
            <a:spLocks noChangeArrowheads="1"/>
          </p:cNvSpPr>
          <p:nvPr/>
        </p:nvSpPr>
        <p:spPr bwMode="auto">
          <a:xfrm>
            <a:off x="3535363" y="5848350"/>
            <a:ext cx="481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-1</a:t>
            </a:r>
            <a:endParaRPr lang="zh-CN" altLang="en-US" sz="2800" i="0">
              <a:latin typeface="Times New Roman" pitchFamily="18" charset="0"/>
            </a:endParaRPr>
          </a:p>
        </p:txBody>
      </p:sp>
      <p:sp>
        <p:nvSpPr>
          <p:cNvPr id="528466" name="Line 82"/>
          <p:cNvSpPr>
            <a:spLocks noChangeShapeType="1"/>
          </p:cNvSpPr>
          <p:nvPr/>
        </p:nvSpPr>
        <p:spPr bwMode="auto">
          <a:xfrm>
            <a:off x="3278188" y="5924550"/>
            <a:ext cx="989012" cy="190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8467" name="Rectangle 83"/>
          <p:cNvSpPr>
            <a:spLocks noChangeArrowheads="1"/>
          </p:cNvSpPr>
          <p:nvPr/>
        </p:nvSpPr>
        <p:spPr bwMode="auto">
          <a:xfrm>
            <a:off x="3276600" y="5405438"/>
            <a:ext cx="938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a:t>
            </a:r>
            <a:r>
              <a:rPr lang="en-US" altLang="zh-CN" sz="2800" baseline="30000">
                <a:latin typeface="Times New Roman" pitchFamily="18" charset="0"/>
              </a:rPr>
              <a:t>2</a:t>
            </a:r>
            <a:r>
              <a:rPr lang="en-US" altLang="zh-CN" sz="2800">
                <a:latin typeface="Times New Roman" pitchFamily="18" charset="0"/>
              </a:rPr>
              <a:t>-1</a:t>
            </a:r>
            <a:r>
              <a:rPr lang="en-US" altLang="zh-CN" sz="2800" i="0">
                <a:latin typeface="Times New Roman" pitchFamily="18" charset="0"/>
              </a:rPr>
              <a:t>)</a:t>
            </a:r>
            <a:endParaRPr lang="zh-CN" altLang="en-US" sz="2800" i="0">
              <a:latin typeface="Times New Roman" pitchFamily="18" charset="0"/>
            </a:endParaRPr>
          </a:p>
        </p:txBody>
      </p:sp>
      <p:sp>
        <p:nvSpPr>
          <p:cNvPr id="528468" name="Rectangle 84"/>
          <p:cNvSpPr>
            <a:spLocks noChangeArrowheads="1"/>
          </p:cNvSpPr>
          <p:nvPr/>
        </p:nvSpPr>
        <p:spPr bwMode="auto">
          <a:xfrm>
            <a:off x="4344988" y="5638800"/>
            <a:ext cx="7810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k </a:t>
            </a:r>
            <a:r>
              <a:rPr lang="en-US" altLang="zh-CN" sz="2800" i="0">
                <a:latin typeface="Times New Roman" pitchFamily="18" charset="0"/>
              </a:rPr>
              <a:t>+</a:t>
            </a:r>
            <a:endParaRPr lang="zh-CN" altLang="en-US" sz="2800" i="0">
              <a:latin typeface="Times New Roman" pitchFamily="18" charset="0"/>
            </a:endParaRPr>
          </a:p>
        </p:txBody>
      </p:sp>
      <p:sp>
        <p:nvSpPr>
          <p:cNvPr id="528469" name="Rectangle 85"/>
          <p:cNvSpPr>
            <a:spLocks noChangeArrowheads="1"/>
          </p:cNvSpPr>
          <p:nvPr/>
        </p:nvSpPr>
        <p:spPr bwMode="auto">
          <a:xfrm>
            <a:off x="5554663" y="58531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2</a:t>
            </a:r>
            <a:endParaRPr lang="zh-CN" altLang="en-US" sz="2800" i="0">
              <a:latin typeface="Times New Roman" pitchFamily="18" charset="0"/>
            </a:endParaRPr>
          </a:p>
        </p:txBody>
      </p:sp>
      <p:sp>
        <p:nvSpPr>
          <p:cNvPr id="528470" name="Line 86"/>
          <p:cNvSpPr>
            <a:spLocks noChangeShapeType="1"/>
          </p:cNvSpPr>
          <p:nvPr/>
        </p:nvSpPr>
        <p:spPr bwMode="auto">
          <a:xfrm>
            <a:off x="5129213" y="5929313"/>
            <a:ext cx="13477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8471" name="Rectangle 87"/>
          <p:cNvSpPr>
            <a:spLocks noChangeArrowheads="1"/>
          </p:cNvSpPr>
          <p:nvPr/>
        </p:nvSpPr>
        <p:spPr bwMode="auto">
          <a:xfrm>
            <a:off x="5149850" y="5410200"/>
            <a:ext cx="1109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rPr>
              <a:t>(</a:t>
            </a:r>
            <a:r>
              <a:rPr lang="en-US" altLang="zh-CN" sz="2800">
                <a:latin typeface="Times New Roman" pitchFamily="18" charset="0"/>
              </a:rPr>
              <a:t>t+1</a:t>
            </a:r>
            <a:r>
              <a:rPr lang="en-US" altLang="zh-CN" sz="2800" i="0">
                <a:latin typeface="Times New Roman" pitchFamily="18" charset="0"/>
              </a:rPr>
              <a:t>) t</a:t>
            </a:r>
            <a:endParaRPr lang="zh-CN" altLang="en-US" sz="2800" i="0">
              <a:latin typeface="Times New Roman" pitchFamily="18" charset="0"/>
            </a:endParaRPr>
          </a:p>
        </p:txBody>
      </p:sp>
      <p:sp>
        <p:nvSpPr>
          <p:cNvPr id="528472" name="Rectangle 88"/>
          <p:cNvSpPr>
            <a:spLocks noChangeArrowheads="1"/>
          </p:cNvSpPr>
          <p:nvPr/>
        </p:nvSpPr>
        <p:spPr bwMode="auto">
          <a:xfrm>
            <a:off x="6477000" y="5624513"/>
            <a:ext cx="7985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y</a:t>
            </a:r>
            <a:r>
              <a:rPr lang="en-US" altLang="zh-CN" sz="3200" i="0" baseline="-25000">
                <a:latin typeface="Times New Roman" pitchFamily="18" charset="0"/>
              </a:rPr>
              <a:t>k+1</a:t>
            </a:r>
            <a:endParaRPr lang="zh-CN" altLang="en-US" sz="3200" i="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28388"/>
                                        </p:tgtEl>
                                        <p:attrNameLst>
                                          <p:attrName>style.visibility</p:attrName>
                                        </p:attrNameLst>
                                      </p:cBhvr>
                                      <p:to>
                                        <p:strVal val="visible"/>
                                      </p:to>
                                    </p:set>
                                    <p:animEffect transition="in" filter="dissolve">
                                      <p:cBhvr>
                                        <p:cTn id="7" dur="500"/>
                                        <p:tgtEl>
                                          <p:spTgt spid="528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28396"/>
                                        </p:tgtEl>
                                        <p:attrNameLst>
                                          <p:attrName>style.visibility</p:attrName>
                                        </p:attrNameLst>
                                      </p:cBhvr>
                                      <p:to>
                                        <p:strVal val="visible"/>
                                      </p:to>
                                    </p:set>
                                    <p:animEffect transition="in" filter="dissolve">
                                      <p:cBhvr>
                                        <p:cTn id="17" dur="500"/>
                                        <p:tgtEl>
                                          <p:spTgt spid="5283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28397"/>
                                        </p:tgtEl>
                                        <p:attrNameLst>
                                          <p:attrName>style.visibility</p:attrName>
                                        </p:attrNameLst>
                                      </p:cBhvr>
                                      <p:to>
                                        <p:strVal val="visible"/>
                                      </p:to>
                                    </p:set>
                                    <p:animEffect transition="in" filter="dissolve">
                                      <p:cBhvr>
                                        <p:cTn id="22" dur="500"/>
                                        <p:tgtEl>
                                          <p:spTgt spid="5283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28398"/>
                                        </p:tgtEl>
                                        <p:attrNameLst>
                                          <p:attrName>style.visibility</p:attrName>
                                        </p:attrNameLst>
                                      </p:cBhvr>
                                      <p:to>
                                        <p:strVal val="visible"/>
                                      </p:to>
                                    </p:set>
                                    <p:animEffect transition="in" filter="dissolve">
                                      <p:cBhvr>
                                        <p:cTn id="27" dur="500"/>
                                        <p:tgtEl>
                                          <p:spTgt spid="5283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528459"/>
                                        </p:tgtEl>
                                        <p:attrNameLst>
                                          <p:attrName>style.visibility</p:attrName>
                                        </p:attrNameLst>
                                      </p:cBhvr>
                                      <p:to>
                                        <p:strVal val="visible"/>
                                      </p:to>
                                    </p:set>
                                    <p:animEffect transition="in" filter="dissolve">
                                      <p:cBhvr>
                                        <p:cTn id="32" dur="500"/>
                                        <p:tgtEl>
                                          <p:spTgt spid="52845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28399"/>
                                        </p:tgtEl>
                                        <p:attrNameLst>
                                          <p:attrName>style.visibility</p:attrName>
                                        </p:attrNameLst>
                                      </p:cBhvr>
                                      <p:to>
                                        <p:strVal val="visible"/>
                                      </p:to>
                                    </p:set>
                                    <p:animEffect transition="in" filter="dissolve">
                                      <p:cBhvr>
                                        <p:cTn id="37" dur="500"/>
                                        <p:tgtEl>
                                          <p:spTgt spid="52839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28400"/>
                                        </p:tgtEl>
                                        <p:attrNameLst>
                                          <p:attrName>style.visibility</p:attrName>
                                        </p:attrNameLst>
                                      </p:cBhvr>
                                      <p:to>
                                        <p:strVal val="visible"/>
                                      </p:to>
                                    </p:set>
                                    <p:animEffect transition="in" filter="dissolve">
                                      <p:cBhvr>
                                        <p:cTn id="42" dur="500"/>
                                        <p:tgtEl>
                                          <p:spTgt spid="52840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28401"/>
                                        </p:tgtEl>
                                        <p:attrNameLst>
                                          <p:attrName>style.visibility</p:attrName>
                                        </p:attrNameLst>
                                      </p:cBhvr>
                                      <p:to>
                                        <p:strVal val="visible"/>
                                      </p:to>
                                    </p:set>
                                    <p:animEffect transition="in" filter="dissolve">
                                      <p:cBhvr>
                                        <p:cTn id="47" dur="500"/>
                                        <p:tgtEl>
                                          <p:spTgt spid="528401"/>
                                        </p:tgtEl>
                                      </p:cBhvr>
                                    </p:animEffect>
                                  </p:childTnLst>
                                </p:cTn>
                              </p:par>
                            </p:childTnLst>
                          </p:cTn>
                        </p:par>
                        <p:par>
                          <p:cTn id="48" fill="hold" nodeType="afterGroup">
                            <p:stCondLst>
                              <p:cond delay="500"/>
                            </p:stCondLst>
                            <p:childTnLst>
                              <p:par>
                                <p:cTn id="49" presetID="9" presetClass="entr" presetSubtype="0" fill="hold" grpId="0" nodeType="afterEffect">
                                  <p:stCondLst>
                                    <p:cond delay="0"/>
                                  </p:stCondLst>
                                  <p:childTnLst>
                                    <p:set>
                                      <p:cBhvr>
                                        <p:cTn id="50" dur="1" fill="hold">
                                          <p:stCondLst>
                                            <p:cond delay="0"/>
                                          </p:stCondLst>
                                        </p:cTn>
                                        <p:tgtEl>
                                          <p:spTgt spid="528402"/>
                                        </p:tgtEl>
                                        <p:attrNameLst>
                                          <p:attrName>style.visibility</p:attrName>
                                        </p:attrNameLst>
                                      </p:cBhvr>
                                      <p:to>
                                        <p:strVal val="visible"/>
                                      </p:to>
                                    </p:set>
                                    <p:animEffect transition="in" filter="dissolve">
                                      <p:cBhvr>
                                        <p:cTn id="51" dur="500"/>
                                        <p:tgtEl>
                                          <p:spTgt spid="52840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528403"/>
                                        </p:tgtEl>
                                        <p:attrNameLst>
                                          <p:attrName>style.visibility</p:attrName>
                                        </p:attrNameLst>
                                      </p:cBhvr>
                                      <p:to>
                                        <p:strVal val="visible"/>
                                      </p:to>
                                    </p:set>
                                    <p:animEffect transition="in" filter="dissolve">
                                      <p:cBhvr>
                                        <p:cTn id="56" dur="500"/>
                                        <p:tgtEl>
                                          <p:spTgt spid="52840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528411"/>
                                        </p:tgtEl>
                                        <p:attrNameLst>
                                          <p:attrName>style.visibility</p:attrName>
                                        </p:attrNameLst>
                                      </p:cBhvr>
                                      <p:to>
                                        <p:strVal val="visible"/>
                                      </p:to>
                                    </p:set>
                                    <p:animEffect transition="in" filter="dissolve">
                                      <p:cBhvr>
                                        <p:cTn id="61" dur="500"/>
                                        <p:tgtEl>
                                          <p:spTgt spid="52841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528412"/>
                                        </p:tgtEl>
                                        <p:attrNameLst>
                                          <p:attrName>style.visibility</p:attrName>
                                        </p:attrNameLst>
                                      </p:cBhvr>
                                      <p:to>
                                        <p:strVal val="visible"/>
                                      </p:to>
                                    </p:set>
                                    <p:animEffect transition="in" filter="dissolve">
                                      <p:cBhvr>
                                        <p:cTn id="66" dur="500"/>
                                        <p:tgtEl>
                                          <p:spTgt spid="528412"/>
                                        </p:tgtEl>
                                      </p:cBhvr>
                                    </p:animEffect>
                                  </p:childTnLst>
                                </p:cTn>
                              </p:par>
                            </p:childTnLst>
                          </p:cTn>
                        </p:par>
                        <p:par>
                          <p:cTn id="67" fill="hold" nodeType="afterGroup">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528413"/>
                                        </p:tgtEl>
                                        <p:attrNameLst>
                                          <p:attrName>style.visibility</p:attrName>
                                        </p:attrNameLst>
                                      </p:cBhvr>
                                      <p:to>
                                        <p:strVal val="visible"/>
                                      </p:to>
                                    </p:set>
                                    <p:animEffect transition="in" filter="dissolve">
                                      <p:cBhvr>
                                        <p:cTn id="70" dur="500"/>
                                        <p:tgtEl>
                                          <p:spTgt spid="528413"/>
                                        </p:tgtEl>
                                      </p:cBhvr>
                                    </p:animEffect>
                                  </p:childTnLst>
                                </p:cTn>
                              </p:par>
                            </p:childTnLst>
                          </p:cTn>
                        </p:par>
                        <p:par>
                          <p:cTn id="71" fill="hold" nodeType="afterGroup">
                            <p:stCondLst>
                              <p:cond delay="1000"/>
                            </p:stCondLst>
                            <p:childTnLst>
                              <p:par>
                                <p:cTn id="72" presetID="9" presetClass="entr" presetSubtype="0" fill="hold" grpId="0" nodeType="afterEffect">
                                  <p:stCondLst>
                                    <p:cond delay="0"/>
                                  </p:stCondLst>
                                  <p:childTnLst>
                                    <p:set>
                                      <p:cBhvr>
                                        <p:cTn id="73" dur="1" fill="hold">
                                          <p:stCondLst>
                                            <p:cond delay="0"/>
                                          </p:stCondLst>
                                        </p:cTn>
                                        <p:tgtEl>
                                          <p:spTgt spid="528414"/>
                                        </p:tgtEl>
                                        <p:attrNameLst>
                                          <p:attrName>style.visibility</p:attrName>
                                        </p:attrNameLst>
                                      </p:cBhvr>
                                      <p:to>
                                        <p:strVal val="visible"/>
                                      </p:to>
                                    </p:set>
                                    <p:animEffect transition="in" filter="dissolve">
                                      <p:cBhvr>
                                        <p:cTn id="74" dur="500"/>
                                        <p:tgtEl>
                                          <p:spTgt spid="52841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528415"/>
                                        </p:tgtEl>
                                        <p:attrNameLst>
                                          <p:attrName>style.visibility</p:attrName>
                                        </p:attrNameLst>
                                      </p:cBhvr>
                                      <p:to>
                                        <p:strVal val="visible"/>
                                      </p:to>
                                    </p:set>
                                    <p:animEffect transition="in" filter="dissolve">
                                      <p:cBhvr>
                                        <p:cTn id="79" dur="500"/>
                                        <p:tgtEl>
                                          <p:spTgt spid="52841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528416"/>
                                        </p:tgtEl>
                                        <p:attrNameLst>
                                          <p:attrName>style.visibility</p:attrName>
                                        </p:attrNameLst>
                                      </p:cBhvr>
                                      <p:to>
                                        <p:strVal val="visible"/>
                                      </p:to>
                                    </p:set>
                                    <p:animEffect transition="in" filter="dissolve">
                                      <p:cBhvr>
                                        <p:cTn id="84" dur="500"/>
                                        <p:tgtEl>
                                          <p:spTgt spid="528416"/>
                                        </p:tgtEl>
                                      </p:cBhvr>
                                    </p:animEffect>
                                  </p:childTnLst>
                                </p:cTn>
                              </p:par>
                            </p:childTnLst>
                          </p:cTn>
                        </p:par>
                        <p:par>
                          <p:cTn id="85" fill="hold" nodeType="afterGroup">
                            <p:stCondLst>
                              <p:cond delay="500"/>
                            </p:stCondLst>
                            <p:childTnLst>
                              <p:par>
                                <p:cTn id="86" presetID="9" presetClass="entr" presetSubtype="0" fill="hold" grpId="0" nodeType="afterEffect">
                                  <p:stCondLst>
                                    <p:cond delay="0"/>
                                  </p:stCondLst>
                                  <p:childTnLst>
                                    <p:set>
                                      <p:cBhvr>
                                        <p:cTn id="87" dur="1" fill="hold">
                                          <p:stCondLst>
                                            <p:cond delay="0"/>
                                          </p:stCondLst>
                                        </p:cTn>
                                        <p:tgtEl>
                                          <p:spTgt spid="528417"/>
                                        </p:tgtEl>
                                        <p:attrNameLst>
                                          <p:attrName>style.visibility</p:attrName>
                                        </p:attrNameLst>
                                      </p:cBhvr>
                                      <p:to>
                                        <p:strVal val="visible"/>
                                      </p:to>
                                    </p:set>
                                    <p:animEffect transition="in" filter="dissolve">
                                      <p:cBhvr>
                                        <p:cTn id="88" dur="500"/>
                                        <p:tgtEl>
                                          <p:spTgt spid="528417"/>
                                        </p:tgtEl>
                                      </p:cBhvr>
                                    </p:animEffect>
                                  </p:childTnLst>
                                </p:cTn>
                              </p:par>
                            </p:childTnLst>
                          </p:cTn>
                        </p:par>
                        <p:par>
                          <p:cTn id="89" fill="hold" nodeType="afterGroup">
                            <p:stCondLst>
                              <p:cond delay="1000"/>
                            </p:stCondLst>
                            <p:childTnLst>
                              <p:par>
                                <p:cTn id="90" presetID="9" presetClass="entr" presetSubtype="0" fill="hold" grpId="0" nodeType="afterEffect">
                                  <p:stCondLst>
                                    <p:cond delay="0"/>
                                  </p:stCondLst>
                                  <p:childTnLst>
                                    <p:set>
                                      <p:cBhvr>
                                        <p:cTn id="91" dur="1" fill="hold">
                                          <p:stCondLst>
                                            <p:cond delay="0"/>
                                          </p:stCondLst>
                                        </p:cTn>
                                        <p:tgtEl>
                                          <p:spTgt spid="528418"/>
                                        </p:tgtEl>
                                        <p:attrNameLst>
                                          <p:attrName>style.visibility</p:attrName>
                                        </p:attrNameLst>
                                      </p:cBhvr>
                                      <p:to>
                                        <p:strVal val="visible"/>
                                      </p:to>
                                    </p:set>
                                    <p:animEffect transition="in" filter="dissolve">
                                      <p:cBhvr>
                                        <p:cTn id="92" dur="500"/>
                                        <p:tgtEl>
                                          <p:spTgt spid="528418"/>
                                        </p:tgtEl>
                                      </p:cBhvr>
                                    </p:animEffect>
                                  </p:childTnLst>
                                </p:cTn>
                              </p:par>
                            </p:childTnLst>
                          </p:cTn>
                        </p:par>
                        <p:par>
                          <p:cTn id="93" fill="hold" nodeType="afterGroup">
                            <p:stCondLst>
                              <p:cond delay="1500"/>
                            </p:stCondLst>
                            <p:childTnLst>
                              <p:par>
                                <p:cTn id="94" presetID="9" presetClass="entr" presetSubtype="0" fill="hold" grpId="0" nodeType="afterEffect">
                                  <p:stCondLst>
                                    <p:cond delay="0"/>
                                  </p:stCondLst>
                                  <p:childTnLst>
                                    <p:set>
                                      <p:cBhvr>
                                        <p:cTn id="95" dur="1" fill="hold">
                                          <p:stCondLst>
                                            <p:cond delay="0"/>
                                          </p:stCondLst>
                                        </p:cTn>
                                        <p:tgtEl>
                                          <p:spTgt spid="528419"/>
                                        </p:tgtEl>
                                        <p:attrNameLst>
                                          <p:attrName>style.visibility</p:attrName>
                                        </p:attrNameLst>
                                      </p:cBhvr>
                                      <p:to>
                                        <p:strVal val="visible"/>
                                      </p:to>
                                    </p:set>
                                    <p:animEffect transition="in" filter="dissolve">
                                      <p:cBhvr>
                                        <p:cTn id="96" dur="500"/>
                                        <p:tgtEl>
                                          <p:spTgt spid="528419"/>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9" presetClass="entr" presetSubtype="0" fill="hold" grpId="0" nodeType="clickEffect">
                                  <p:stCondLst>
                                    <p:cond delay="0"/>
                                  </p:stCondLst>
                                  <p:childTnLst>
                                    <p:set>
                                      <p:cBhvr>
                                        <p:cTn id="100" dur="1" fill="hold">
                                          <p:stCondLst>
                                            <p:cond delay="0"/>
                                          </p:stCondLst>
                                        </p:cTn>
                                        <p:tgtEl>
                                          <p:spTgt spid="528433"/>
                                        </p:tgtEl>
                                        <p:attrNameLst>
                                          <p:attrName>style.visibility</p:attrName>
                                        </p:attrNameLst>
                                      </p:cBhvr>
                                      <p:to>
                                        <p:strVal val="visible"/>
                                      </p:to>
                                    </p:set>
                                    <p:animEffect transition="in" filter="dissolve">
                                      <p:cBhvr>
                                        <p:cTn id="101" dur="500"/>
                                        <p:tgtEl>
                                          <p:spTgt spid="52843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9" presetClass="entr" presetSubtype="0" fill="hold" grpId="0" nodeType="clickEffect">
                                  <p:stCondLst>
                                    <p:cond delay="0"/>
                                  </p:stCondLst>
                                  <p:childTnLst>
                                    <p:set>
                                      <p:cBhvr>
                                        <p:cTn id="105" dur="1" fill="hold">
                                          <p:stCondLst>
                                            <p:cond delay="0"/>
                                          </p:stCondLst>
                                        </p:cTn>
                                        <p:tgtEl>
                                          <p:spTgt spid="528446"/>
                                        </p:tgtEl>
                                        <p:attrNameLst>
                                          <p:attrName>style.visibility</p:attrName>
                                        </p:attrNameLst>
                                      </p:cBhvr>
                                      <p:to>
                                        <p:strVal val="visible"/>
                                      </p:to>
                                    </p:set>
                                    <p:animEffect transition="in" filter="dissolve">
                                      <p:cBhvr>
                                        <p:cTn id="106" dur="500"/>
                                        <p:tgtEl>
                                          <p:spTgt spid="528446"/>
                                        </p:tgtEl>
                                      </p:cBhvr>
                                    </p:animEffect>
                                  </p:childTnLst>
                                </p:cTn>
                              </p:par>
                            </p:childTnLst>
                          </p:cTn>
                        </p:par>
                        <p:par>
                          <p:cTn id="107" fill="hold" nodeType="afterGroup">
                            <p:stCondLst>
                              <p:cond delay="500"/>
                            </p:stCondLst>
                            <p:childTnLst>
                              <p:par>
                                <p:cTn id="108" presetID="9" presetClass="entr" presetSubtype="0" fill="hold" grpId="0" nodeType="afterEffect">
                                  <p:stCondLst>
                                    <p:cond delay="0"/>
                                  </p:stCondLst>
                                  <p:childTnLst>
                                    <p:set>
                                      <p:cBhvr>
                                        <p:cTn id="109" dur="1" fill="hold">
                                          <p:stCondLst>
                                            <p:cond delay="0"/>
                                          </p:stCondLst>
                                        </p:cTn>
                                        <p:tgtEl>
                                          <p:spTgt spid="528447"/>
                                        </p:tgtEl>
                                        <p:attrNameLst>
                                          <p:attrName>style.visibility</p:attrName>
                                        </p:attrNameLst>
                                      </p:cBhvr>
                                      <p:to>
                                        <p:strVal val="visible"/>
                                      </p:to>
                                    </p:set>
                                    <p:animEffect transition="in" filter="dissolve">
                                      <p:cBhvr>
                                        <p:cTn id="110" dur="500"/>
                                        <p:tgtEl>
                                          <p:spTgt spid="528447"/>
                                        </p:tgtEl>
                                      </p:cBhvr>
                                    </p:animEffect>
                                  </p:childTnLst>
                                </p:cTn>
                              </p:par>
                            </p:childTnLst>
                          </p:cTn>
                        </p:par>
                        <p:par>
                          <p:cTn id="111" fill="hold" nodeType="afterGroup">
                            <p:stCondLst>
                              <p:cond delay="1000"/>
                            </p:stCondLst>
                            <p:childTnLst>
                              <p:par>
                                <p:cTn id="112" presetID="9" presetClass="entr" presetSubtype="0" fill="hold" grpId="0" nodeType="afterEffect">
                                  <p:stCondLst>
                                    <p:cond delay="0"/>
                                  </p:stCondLst>
                                  <p:childTnLst>
                                    <p:set>
                                      <p:cBhvr>
                                        <p:cTn id="113" dur="1" fill="hold">
                                          <p:stCondLst>
                                            <p:cond delay="0"/>
                                          </p:stCondLst>
                                        </p:cTn>
                                        <p:tgtEl>
                                          <p:spTgt spid="528448"/>
                                        </p:tgtEl>
                                        <p:attrNameLst>
                                          <p:attrName>style.visibility</p:attrName>
                                        </p:attrNameLst>
                                      </p:cBhvr>
                                      <p:to>
                                        <p:strVal val="visible"/>
                                      </p:to>
                                    </p:set>
                                    <p:animEffect transition="in" filter="dissolve">
                                      <p:cBhvr>
                                        <p:cTn id="114" dur="500"/>
                                        <p:tgtEl>
                                          <p:spTgt spid="528448"/>
                                        </p:tgtEl>
                                      </p:cBhvr>
                                    </p:animEffect>
                                  </p:childTnLst>
                                </p:cTn>
                              </p:par>
                            </p:childTnLst>
                          </p:cTn>
                        </p:par>
                        <p:par>
                          <p:cTn id="115" fill="hold" nodeType="afterGroup">
                            <p:stCondLst>
                              <p:cond delay="1500"/>
                            </p:stCondLst>
                            <p:childTnLst>
                              <p:par>
                                <p:cTn id="116" presetID="9" presetClass="entr" presetSubtype="0" fill="hold" grpId="0" nodeType="afterEffect">
                                  <p:stCondLst>
                                    <p:cond delay="0"/>
                                  </p:stCondLst>
                                  <p:childTnLst>
                                    <p:set>
                                      <p:cBhvr>
                                        <p:cTn id="117" dur="1" fill="hold">
                                          <p:stCondLst>
                                            <p:cond delay="0"/>
                                          </p:stCondLst>
                                        </p:cTn>
                                        <p:tgtEl>
                                          <p:spTgt spid="528449"/>
                                        </p:tgtEl>
                                        <p:attrNameLst>
                                          <p:attrName>style.visibility</p:attrName>
                                        </p:attrNameLst>
                                      </p:cBhvr>
                                      <p:to>
                                        <p:strVal val="visible"/>
                                      </p:to>
                                    </p:set>
                                    <p:animEffect transition="in" filter="dissolve">
                                      <p:cBhvr>
                                        <p:cTn id="118" dur="500"/>
                                        <p:tgtEl>
                                          <p:spTgt spid="528449"/>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9" presetClass="entr" presetSubtype="0" fill="hold" grpId="0" nodeType="clickEffect">
                                  <p:stCondLst>
                                    <p:cond delay="0"/>
                                  </p:stCondLst>
                                  <p:childTnLst>
                                    <p:set>
                                      <p:cBhvr>
                                        <p:cTn id="122" dur="1" fill="hold">
                                          <p:stCondLst>
                                            <p:cond delay="0"/>
                                          </p:stCondLst>
                                        </p:cTn>
                                        <p:tgtEl>
                                          <p:spTgt spid="528450"/>
                                        </p:tgtEl>
                                        <p:attrNameLst>
                                          <p:attrName>style.visibility</p:attrName>
                                        </p:attrNameLst>
                                      </p:cBhvr>
                                      <p:to>
                                        <p:strVal val="visible"/>
                                      </p:to>
                                    </p:set>
                                    <p:animEffect transition="in" filter="dissolve">
                                      <p:cBhvr>
                                        <p:cTn id="123" dur="500"/>
                                        <p:tgtEl>
                                          <p:spTgt spid="528450"/>
                                        </p:tgtEl>
                                      </p:cBhvr>
                                    </p:animEffect>
                                  </p:childTnLst>
                                </p:cTn>
                              </p:par>
                            </p:childTnLst>
                          </p:cTn>
                        </p:par>
                        <p:par>
                          <p:cTn id="124" fill="hold" nodeType="afterGroup">
                            <p:stCondLst>
                              <p:cond delay="500"/>
                            </p:stCondLst>
                            <p:childTnLst>
                              <p:par>
                                <p:cTn id="125" presetID="9" presetClass="entr" presetSubtype="0" fill="hold" grpId="0" nodeType="afterEffect">
                                  <p:stCondLst>
                                    <p:cond delay="0"/>
                                  </p:stCondLst>
                                  <p:childTnLst>
                                    <p:set>
                                      <p:cBhvr>
                                        <p:cTn id="126" dur="1" fill="hold">
                                          <p:stCondLst>
                                            <p:cond delay="0"/>
                                          </p:stCondLst>
                                        </p:cTn>
                                        <p:tgtEl>
                                          <p:spTgt spid="528451"/>
                                        </p:tgtEl>
                                        <p:attrNameLst>
                                          <p:attrName>style.visibility</p:attrName>
                                        </p:attrNameLst>
                                      </p:cBhvr>
                                      <p:to>
                                        <p:strVal val="visible"/>
                                      </p:to>
                                    </p:set>
                                    <p:animEffect transition="in" filter="dissolve">
                                      <p:cBhvr>
                                        <p:cTn id="127" dur="500"/>
                                        <p:tgtEl>
                                          <p:spTgt spid="528451"/>
                                        </p:tgtEl>
                                      </p:cBhvr>
                                    </p:animEffect>
                                  </p:childTnLst>
                                </p:cTn>
                              </p:par>
                            </p:childTnLst>
                          </p:cTn>
                        </p:par>
                        <p:par>
                          <p:cTn id="128" fill="hold" nodeType="afterGroup">
                            <p:stCondLst>
                              <p:cond delay="1000"/>
                            </p:stCondLst>
                            <p:childTnLst>
                              <p:par>
                                <p:cTn id="129" presetID="9" presetClass="entr" presetSubtype="0" fill="hold" grpId="0" nodeType="afterEffect">
                                  <p:stCondLst>
                                    <p:cond delay="0"/>
                                  </p:stCondLst>
                                  <p:childTnLst>
                                    <p:set>
                                      <p:cBhvr>
                                        <p:cTn id="130" dur="1" fill="hold">
                                          <p:stCondLst>
                                            <p:cond delay="0"/>
                                          </p:stCondLst>
                                        </p:cTn>
                                        <p:tgtEl>
                                          <p:spTgt spid="528452"/>
                                        </p:tgtEl>
                                        <p:attrNameLst>
                                          <p:attrName>style.visibility</p:attrName>
                                        </p:attrNameLst>
                                      </p:cBhvr>
                                      <p:to>
                                        <p:strVal val="visible"/>
                                      </p:to>
                                    </p:set>
                                    <p:animEffect transition="in" filter="dissolve">
                                      <p:cBhvr>
                                        <p:cTn id="131" dur="500"/>
                                        <p:tgtEl>
                                          <p:spTgt spid="528452"/>
                                        </p:tgtEl>
                                      </p:cBhvr>
                                    </p:animEffect>
                                  </p:childTnLst>
                                </p:cTn>
                              </p:par>
                            </p:childTnLst>
                          </p:cTn>
                        </p:par>
                        <p:par>
                          <p:cTn id="132" fill="hold" nodeType="afterGroup">
                            <p:stCondLst>
                              <p:cond delay="1500"/>
                            </p:stCondLst>
                            <p:childTnLst>
                              <p:par>
                                <p:cTn id="133" presetID="9" presetClass="entr" presetSubtype="0" fill="hold" grpId="0" nodeType="afterEffect">
                                  <p:stCondLst>
                                    <p:cond delay="0"/>
                                  </p:stCondLst>
                                  <p:childTnLst>
                                    <p:set>
                                      <p:cBhvr>
                                        <p:cTn id="134" dur="1" fill="hold">
                                          <p:stCondLst>
                                            <p:cond delay="0"/>
                                          </p:stCondLst>
                                        </p:cTn>
                                        <p:tgtEl>
                                          <p:spTgt spid="528453"/>
                                        </p:tgtEl>
                                        <p:attrNameLst>
                                          <p:attrName>style.visibility</p:attrName>
                                        </p:attrNameLst>
                                      </p:cBhvr>
                                      <p:to>
                                        <p:strVal val="visible"/>
                                      </p:to>
                                    </p:set>
                                    <p:animEffect transition="in" filter="dissolve">
                                      <p:cBhvr>
                                        <p:cTn id="135" dur="500"/>
                                        <p:tgtEl>
                                          <p:spTgt spid="528453"/>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9" presetClass="entr" presetSubtype="0" fill="hold" grpId="0" nodeType="clickEffect">
                                  <p:stCondLst>
                                    <p:cond delay="0"/>
                                  </p:stCondLst>
                                  <p:childTnLst>
                                    <p:set>
                                      <p:cBhvr>
                                        <p:cTn id="139" dur="1" fill="hold">
                                          <p:stCondLst>
                                            <p:cond delay="0"/>
                                          </p:stCondLst>
                                        </p:cTn>
                                        <p:tgtEl>
                                          <p:spTgt spid="528455"/>
                                        </p:tgtEl>
                                        <p:attrNameLst>
                                          <p:attrName>style.visibility</p:attrName>
                                        </p:attrNameLst>
                                      </p:cBhvr>
                                      <p:to>
                                        <p:strVal val="visible"/>
                                      </p:to>
                                    </p:set>
                                    <p:animEffect transition="in" filter="dissolve">
                                      <p:cBhvr>
                                        <p:cTn id="140" dur="500"/>
                                        <p:tgtEl>
                                          <p:spTgt spid="528455"/>
                                        </p:tgtEl>
                                      </p:cBhvr>
                                    </p:animEffect>
                                  </p:childTnLst>
                                </p:cTn>
                              </p:par>
                            </p:childTnLst>
                          </p:cTn>
                        </p:par>
                        <p:par>
                          <p:cTn id="141" fill="hold" nodeType="afterGroup">
                            <p:stCondLst>
                              <p:cond delay="500"/>
                            </p:stCondLst>
                            <p:childTnLst>
                              <p:par>
                                <p:cTn id="142" presetID="9" presetClass="entr" presetSubtype="0" fill="hold" grpId="0" nodeType="afterEffect">
                                  <p:stCondLst>
                                    <p:cond delay="0"/>
                                  </p:stCondLst>
                                  <p:childTnLst>
                                    <p:set>
                                      <p:cBhvr>
                                        <p:cTn id="143" dur="1" fill="hold">
                                          <p:stCondLst>
                                            <p:cond delay="0"/>
                                          </p:stCondLst>
                                        </p:cTn>
                                        <p:tgtEl>
                                          <p:spTgt spid="528456"/>
                                        </p:tgtEl>
                                        <p:attrNameLst>
                                          <p:attrName>style.visibility</p:attrName>
                                        </p:attrNameLst>
                                      </p:cBhvr>
                                      <p:to>
                                        <p:strVal val="visible"/>
                                      </p:to>
                                    </p:set>
                                    <p:animEffect transition="in" filter="dissolve">
                                      <p:cBhvr>
                                        <p:cTn id="144" dur="500"/>
                                        <p:tgtEl>
                                          <p:spTgt spid="528456"/>
                                        </p:tgtEl>
                                      </p:cBhvr>
                                    </p:animEffect>
                                  </p:childTnLst>
                                </p:cTn>
                              </p:par>
                            </p:childTnLst>
                          </p:cTn>
                        </p:par>
                        <p:par>
                          <p:cTn id="145" fill="hold" nodeType="afterGroup">
                            <p:stCondLst>
                              <p:cond delay="1000"/>
                            </p:stCondLst>
                            <p:childTnLst>
                              <p:par>
                                <p:cTn id="146" presetID="9" presetClass="entr" presetSubtype="0" fill="hold" grpId="0" nodeType="afterEffect">
                                  <p:stCondLst>
                                    <p:cond delay="0"/>
                                  </p:stCondLst>
                                  <p:childTnLst>
                                    <p:set>
                                      <p:cBhvr>
                                        <p:cTn id="147" dur="1" fill="hold">
                                          <p:stCondLst>
                                            <p:cond delay="0"/>
                                          </p:stCondLst>
                                        </p:cTn>
                                        <p:tgtEl>
                                          <p:spTgt spid="528457"/>
                                        </p:tgtEl>
                                        <p:attrNameLst>
                                          <p:attrName>style.visibility</p:attrName>
                                        </p:attrNameLst>
                                      </p:cBhvr>
                                      <p:to>
                                        <p:strVal val="visible"/>
                                      </p:to>
                                    </p:set>
                                    <p:animEffect transition="in" filter="dissolve">
                                      <p:cBhvr>
                                        <p:cTn id="148" dur="500"/>
                                        <p:tgtEl>
                                          <p:spTgt spid="528457"/>
                                        </p:tgtEl>
                                      </p:cBhvr>
                                    </p:animEffect>
                                  </p:childTnLst>
                                </p:cTn>
                              </p:par>
                            </p:childTnLst>
                          </p:cTn>
                        </p:par>
                        <p:par>
                          <p:cTn id="149" fill="hold" nodeType="afterGroup">
                            <p:stCondLst>
                              <p:cond delay="1500"/>
                            </p:stCondLst>
                            <p:childTnLst>
                              <p:par>
                                <p:cTn id="150" presetID="9" presetClass="entr" presetSubtype="0" fill="hold" grpId="0" nodeType="afterEffect">
                                  <p:stCondLst>
                                    <p:cond delay="0"/>
                                  </p:stCondLst>
                                  <p:childTnLst>
                                    <p:set>
                                      <p:cBhvr>
                                        <p:cTn id="151" dur="1" fill="hold">
                                          <p:stCondLst>
                                            <p:cond delay="0"/>
                                          </p:stCondLst>
                                        </p:cTn>
                                        <p:tgtEl>
                                          <p:spTgt spid="528458"/>
                                        </p:tgtEl>
                                        <p:attrNameLst>
                                          <p:attrName>style.visibility</p:attrName>
                                        </p:attrNameLst>
                                      </p:cBhvr>
                                      <p:to>
                                        <p:strVal val="visible"/>
                                      </p:to>
                                    </p:set>
                                    <p:animEffect transition="in" filter="dissolve">
                                      <p:cBhvr>
                                        <p:cTn id="152" dur="500"/>
                                        <p:tgtEl>
                                          <p:spTgt spid="528458"/>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9" presetClass="entr" presetSubtype="0" fill="hold" grpId="0" nodeType="clickEffect">
                                  <p:stCondLst>
                                    <p:cond delay="0"/>
                                  </p:stCondLst>
                                  <p:childTnLst>
                                    <p:set>
                                      <p:cBhvr>
                                        <p:cTn id="156" dur="1" fill="hold">
                                          <p:stCondLst>
                                            <p:cond delay="0"/>
                                          </p:stCondLst>
                                        </p:cTn>
                                        <p:tgtEl>
                                          <p:spTgt spid="528460"/>
                                        </p:tgtEl>
                                        <p:attrNameLst>
                                          <p:attrName>style.visibility</p:attrName>
                                        </p:attrNameLst>
                                      </p:cBhvr>
                                      <p:to>
                                        <p:strVal val="visible"/>
                                      </p:to>
                                    </p:set>
                                    <p:animEffect transition="in" filter="dissolve">
                                      <p:cBhvr>
                                        <p:cTn id="157" dur="500"/>
                                        <p:tgtEl>
                                          <p:spTgt spid="528460"/>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9" presetClass="entr" presetSubtype="0" fill="hold" grpId="0" nodeType="clickEffect">
                                  <p:stCondLst>
                                    <p:cond delay="0"/>
                                  </p:stCondLst>
                                  <p:childTnLst>
                                    <p:set>
                                      <p:cBhvr>
                                        <p:cTn id="161" dur="1" fill="hold">
                                          <p:stCondLst>
                                            <p:cond delay="0"/>
                                          </p:stCondLst>
                                        </p:cTn>
                                        <p:tgtEl>
                                          <p:spTgt spid="528461"/>
                                        </p:tgtEl>
                                        <p:attrNameLst>
                                          <p:attrName>style.visibility</p:attrName>
                                        </p:attrNameLst>
                                      </p:cBhvr>
                                      <p:to>
                                        <p:strVal val="visible"/>
                                      </p:to>
                                    </p:set>
                                    <p:animEffect transition="in" filter="dissolve">
                                      <p:cBhvr>
                                        <p:cTn id="162" dur="500"/>
                                        <p:tgtEl>
                                          <p:spTgt spid="528461"/>
                                        </p:tgtEl>
                                      </p:cBhvr>
                                    </p:animEffect>
                                  </p:childTnLst>
                                </p:cTn>
                              </p:par>
                            </p:childTnLst>
                          </p:cTn>
                        </p:par>
                        <p:par>
                          <p:cTn id="163" fill="hold" nodeType="afterGroup">
                            <p:stCondLst>
                              <p:cond delay="500"/>
                            </p:stCondLst>
                            <p:childTnLst>
                              <p:par>
                                <p:cTn id="164" presetID="9" presetClass="entr" presetSubtype="0" fill="hold" grpId="0" nodeType="afterEffect">
                                  <p:stCondLst>
                                    <p:cond delay="0"/>
                                  </p:stCondLst>
                                  <p:childTnLst>
                                    <p:set>
                                      <p:cBhvr>
                                        <p:cTn id="165" dur="1" fill="hold">
                                          <p:stCondLst>
                                            <p:cond delay="0"/>
                                          </p:stCondLst>
                                        </p:cTn>
                                        <p:tgtEl>
                                          <p:spTgt spid="528462"/>
                                        </p:tgtEl>
                                        <p:attrNameLst>
                                          <p:attrName>style.visibility</p:attrName>
                                        </p:attrNameLst>
                                      </p:cBhvr>
                                      <p:to>
                                        <p:strVal val="visible"/>
                                      </p:to>
                                    </p:set>
                                    <p:animEffect transition="in" filter="dissolve">
                                      <p:cBhvr>
                                        <p:cTn id="166" dur="500"/>
                                        <p:tgtEl>
                                          <p:spTgt spid="528462"/>
                                        </p:tgtEl>
                                      </p:cBhvr>
                                    </p:animEffect>
                                  </p:childTnLst>
                                </p:cTn>
                              </p:par>
                            </p:childTnLst>
                          </p:cTn>
                        </p:par>
                        <p:par>
                          <p:cTn id="167" fill="hold" nodeType="afterGroup">
                            <p:stCondLst>
                              <p:cond delay="1000"/>
                            </p:stCondLst>
                            <p:childTnLst>
                              <p:par>
                                <p:cTn id="168" presetID="9" presetClass="entr" presetSubtype="0" fill="hold" grpId="0" nodeType="afterEffect">
                                  <p:stCondLst>
                                    <p:cond delay="0"/>
                                  </p:stCondLst>
                                  <p:childTnLst>
                                    <p:set>
                                      <p:cBhvr>
                                        <p:cTn id="169" dur="1" fill="hold">
                                          <p:stCondLst>
                                            <p:cond delay="0"/>
                                          </p:stCondLst>
                                        </p:cTn>
                                        <p:tgtEl>
                                          <p:spTgt spid="528463"/>
                                        </p:tgtEl>
                                        <p:attrNameLst>
                                          <p:attrName>style.visibility</p:attrName>
                                        </p:attrNameLst>
                                      </p:cBhvr>
                                      <p:to>
                                        <p:strVal val="visible"/>
                                      </p:to>
                                    </p:set>
                                    <p:animEffect transition="in" filter="dissolve">
                                      <p:cBhvr>
                                        <p:cTn id="170" dur="500"/>
                                        <p:tgtEl>
                                          <p:spTgt spid="528463"/>
                                        </p:tgtEl>
                                      </p:cBhvr>
                                    </p:animEffect>
                                  </p:childTnLst>
                                </p:cTn>
                              </p:par>
                            </p:childTnLst>
                          </p:cTn>
                        </p:par>
                        <p:par>
                          <p:cTn id="171" fill="hold" nodeType="afterGroup">
                            <p:stCondLst>
                              <p:cond delay="1500"/>
                            </p:stCondLst>
                            <p:childTnLst>
                              <p:par>
                                <p:cTn id="172" presetID="9" presetClass="entr" presetSubtype="0" fill="hold" grpId="0" nodeType="afterEffect">
                                  <p:stCondLst>
                                    <p:cond delay="0"/>
                                  </p:stCondLst>
                                  <p:childTnLst>
                                    <p:set>
                                      <p:cBhvr>
                                        <p:cTn id="173" dur="1" fill="hold">
                                          <p:stCondLst>
                                            <p:cond delay="0"/>
                                          </p:stCondLst>
                                        </p:cTn>
                                        <p:tgtEl>
                                          <p:spTgt spid="528464"/>
                                        </p:tgtEl>
                                        <p:attrNameLst>
                                          <p:attrName>style.visibility</p:attrName>
                                        </p:attrNameLst>
                                      </p:cBhvr>
                                      <p:to>
                                        <p:strVal val="visible"/>
                                      </p:to>
                                    </p:set>
                                    <p:animEffect transition="in" filter="dissolve">
                                      <p:cBhvr>
                                        <p:cTn id="174" dur="500"/>
                                        <p:tgtEl>
                                          <p:spTgt spid="528464"/>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9" presetClass="entr" presetSubtype="0" fill="hold" grpId="0" nodeType="clickEffect">
                                  <p:stCondLst>
                                    <p:cond delay="0"/>
                                  </p:stCondLst>
                                  <p:childTnLst>
                                    <p:set>
                                      <p:cBhvr>
                                        <p:cTn id="178" dur="1" fill="hold">
                                          <p:stCondLst>
                                            <p:cond delay="0"/>
                                          </p:stCondLst>
                                        </p:cTn>
                                        <p:tgtEl>
                                          <p:spTgt spid="528465"/>
                                        </p:tgtEl>
                                        <p:attrNameLst>
                                          <p:attrName>style.visibility</p:attrName>
                                        </p:attrNameLst>
                                      </p:cBhvr>
                                      <p:to>
                                        <p:strVal val="visible"/>
                                      </p:to>
                                    </p:set>
                                    <p:animEffect transition="in" filter="dissolve">
                                      <p:cBhvr>
                                        <p:cTn id="179" dur="500"/>
                                        <p:tgtEl>
                                          <p:spTgt spid="528465"/>
                                        </p:tgtEl>
                                      </p:cBhvr>
                                    </p:animEffect>
                                  </p:childTnLst>
                                </p:cTn>
                              </p:par>
                            </p:childTnLst>
                          </p:cTn>
                        </p:par>
                        <p:par>
                          <p:cTn id="180" fill="hold" nodeType="afterGroup">
                            <p:stCondLst>
                              <p:cond delay="500"/>
                            </p:stCondLst>
                            <p:childTnLst>
                              <p:par>
                                <p:cTn id="181" presetID="9" presetClass="entr" presetSubtype="0" fill="hold" grpId="0" nodeType="afterEffect">
                                  <p:stCondLst>
                                    <p:cond delay="0"/>
                                  </p:stCondLst>
                                  <p:childTnLst>
                                    <p:set>
                                      <p:cBhvr>
                                        <p:cTn id="182" dur="1" fill="hold">
                                          <p:stCondLst>
                                            <p:cond delay="0"/>
                                          </p:stCondLst>
                                        </p:cTn>
                                        <p:tgtEl>
                                          <p:spTgt spid="528466"/>
                                        </p:tgtEl>
                                        <p:attrNameLst>
                                          <p:attrName>style.visibility</p:attrName>
                                        </p:attrNameLst>
                                      </p:cBhvr>
                                      <p:to>
                                        <p:strVal val="visible"/>
                                      </p:to>
                                    </p:set>
                                    <p:animEffect transition="in" filter="dissolve">
                                      <p:cBhvr>
                                        <p:cTn id="183" dur="500"/>
                                        <p:tgtEl>
                                          <p:spTgt spid="528466"/>
                                        </p:tgtEl>
                                      </p:cBhvr>
                                    </p:animEffect>
                                  </p:childTnLst>
                                </p:cTn>
                              </p:par>
                            </p:childTnLst>
                          </p:cTn>
                        </p:par>
                        <p:par>
                          <p:cTn id="184" fill="hold" nodeType="afterGroup">
                            <p:stCondLst>
                              <p:cond delay="1000"/>
                            </p:stCondLst>
                            <p:childTnLst>
                              <p:par>
                                <p:cTn id="185" presetID="9" presetClass="entr" presetSubtype="0" fill="hold" grpId="0" nodeType="afterEffect">
                                  <p:stCondLst>
                                    <p:cond delay="0"/>
                                  </p:stCondLst>
                                  <p:childTnLst>
                                    <p:set>
                                      <p:cBhvr>
                                        <p:cTn id="186" dur="1" fill="hold">
                                          <p:stCondLst>
                                            <p:cond delay="0"/>
                                          </p:stCondLst>
                                        </p:cTn>
                                        <p:tgtEl>
                                          <p:spTgt spid="528467"/>
                                        </p:tgtEl>
                                        <p:attrNameLst>
                                          <p:attrName>style.visibility</p:attrName>
                                        </p:attrNameLst>
                                      </p:cBhvr>
                                      <p:to>
                                        <p:strVal val="visible"/>
                                      </p:to>
                                    </p:set>
                                    <p:animEffect transition="in" filter="dissolve">
                                      <p:cBhvr>
                                        <p:cTn id="187" dur="500"/>
                                        <p:tgtEl>
                                          <p:spTgt spid="528467"/>
                                        </p:tgtEl>
                                      </p:cBhvr>
                                    </p:animEffect>
                                  </p:childTnLst>
                                </p:cTn>
                              </p:par>
                            </p:childTnLst>
                          </p:cTn>
                        </p:par>
                        <p:par>
                          <p:cTn id="188" fill="hold" nodeType="afterGroup">
                            <p:stCondLst>
                              <p:cond delay="1500"/>
                            </p:stCondLst>
                            <p:childTnLst>
                              <p:par>
                                <p:cTn id="189" presetID="9" presetClass="entr" presetSubtype="0" fill="hold" grpId="0" nodeType="afterEffect">
                                  <p:stCondLst>
                                    <p:cond delay="0"/>
                                  </p:stCondLst>
                                  <p:childTnLst>
                                    <p:set>
                                      <p:cBhvr>
                                        <p:cTn id="190" dur="1" fill="hold">
                                          <p:stCondLst>
                                            <p:cond delay="0"/>
                                          </p:stCondLst>
                                        </p:cTn>
                                        <p:tgtEl>
                                          <p:spTgt spid="528468"/>
                                        </p:tgtEl>
                                        <p:attrNameLst>
                                          <p:attrName>style.visibility</p:attrName>
                                        </p:attrNameLst>
                                      </p:cBhvr>
                                      <p:to>
                                        <p:strVal val="visible"/>
                                      </p:to>
                                    </p:set>
                                    <p:animEffect transition="in" filter="dissolve">
                                      <p:cBhvr>
                                        <p:cTn id="191" dur="500"/>
                                        <p:tgtEl>
                                          <p:spTgt spid="528468"/>
                                        </p:tgtEl>
                                      </p:cBhvr>
                                    </p:animEffect>
                                  </p:childTnLst>
                                </p:cTn>
                              </p:par>
                            </p:childTnLst>
                          </p:cTn>
                        </p:par>
                      </p:childTnLst>
                    </p:cTn>
                  </p:par>
                  <p:par>
                    <p:cTn id="192" fill="hold" nodeType="clickPar">
                      <p:stCondLst>
                        <p:cond delay="indefinite"/>
                      </p:stCondLst>
                      <p:childTnLst>
                        <p:par>
                          <p:cTn id="193" fill="hold" nodeType="withGroup">
                            <p:stCondLst>
                              <p:cond delay="0"/>
                            </p:stCondLst>
                            <p:childTnLst>
                              <p:par>
                                <p:cTn id="194" presetID="9" presetClass="entr" presetSubtype="0" fill="hold" grpId="0" nodeType="clickEffect">
                                  <p:stCondLst>
                                    <p:cond delay="0"/>
                                  </p:stCondLst>
                                  <p:childTnLst>
                                    <p:set>
                                      <p:cBhvr>
                                        <p:cTn id="195" dur="1" fill="hold">
                                          <p:stCondLst>
                                            <p:cond delay="0"/>
                                          </p:stCondLst>
                                        </p:cTn>
                                        <p:tgtEl>
                                          <p:spTgt spid="528469"/>
                                        </p:tgtEl>
                                        <p:attrNameLst>
                                          <p:attrName>style.visibility</p:attrName>
                                        </p:attrNameLst>
                                      </p:cBhvr>
                                      <p:to>
                                        <p:strVal val="visible"/>
                                      </p:to>
                                    </p:set>
                                    <p:animEffect transition="in" filter="dissolve">
                                      <p:cBhvr>
                                        <p:cTn id="196" dur="500"/>
                                        <p:tgtEl>
                                          <p:spTgt spid="528469"/>
                                        </p:tgtEl>
                                      </p:cBhvr>
                                    </p:animEffect>
                                  </p:childTnLst>
                                </p:cTn>
                              </p:par>
                            </p:childTnLst>
                          </p:cTn>
                        </p:par>
                        <p:par>
                          <p:cTn id="197" fill="hold" nodeType="afterGroup">
                            <p:stCondLst>
                              <p:cond delay="500"/>
                            </p:stCondLst>
                            <p:childTnLst>
                              <p:par>
                                <p:cTn id="198" presetID="9" presetClass="entr" presetSubtype="0" fill="hold" grpId="0" nodeType="afterEffect">
                                  <p:stCondLst>
                                    <p:cond delay="0"/>
                                  </p:stCondLst>
                                  <p:childTnLst>
                                    <p:set>
                                      <p:cBhvr>
                                        <p:cTn id="199" dur="1" fill="hold">
                                          <p:stCondLst>
                                            <p:cond delay="0"/>
                                          </p:stCondLst>
                                        </p:cTn>
                                        <p:tgtEl>
                                          <p:spTgt spid="528470"/>
                                        </p:tgtEl>
                                        <p:attrNameLst>
                                          <p:attrName>style.visibility</p:attrName>
                                        </p:attrNameLst>
                                      </p:cBhvr>
                                      <p:to>
                                        <p:strVal val="visible"/>
                                      </p:to>
                                    </p:set>
                                    <p:animEffect transition="in" filter="dissolve">
                                      <p:cBhvr>
                                        <p:cTn id="200" dur="500"/>
                                        <p:tgtEl>
                                          <p:spTgt spid="528470"/>
                                        </p:tgtEl>
                                      </p:cBhvr>
                                    </p:animEffect>
                                  </p:childTnLst>
                                </p:cTn>
                              </p:par>
                            </p:childTnLst>
                          </p:cTn>
                        </p:par>
                        <p:par>
                          <p:cTn id="201" fill="hold" nodeType="afterGroup">
                            <p:stCondLst>
                              <p:cond delay="1000"/>
                            </p:stCondLst>
                            <p:childTnLst>
                              <p:par>
                                <p:cTn id="202" presetID="9" presetClass="entr" presetSubtype="0" fill="hold" grpId="0" nodeType="afterEffect">
                                  <p:stCondLst>
                                    <p:cond delay="0"/>
                                  </p:stCondLst>
                                  <p:childTnLst>
                                    <p:set>
                                      <p:cBhvr>
                                        <p:cTn id="203" dur="1" fill="hold">
                                          <p:stCondLst>
                                            <p:cond delay="0"/>
                                          </p:stCondLst>
                                        </p:cTn>
                                        <p:tgtEl>
                                          <p:spTgt spid="528471"/>
                                        </p:tgtEl>
                                        <p:attrNameLst>
                                          <p:attrName>style.visibility</p:attrName>
                                        </p:attrNameLst>
                                      </p:cBhvr>
                                      <p:to>
                                        <p:strVal val="visible"/>
                                      </p:to>
                                    </p:set>
                                    <p:animEffect transition="in" filter="dissolve">
                                      <p:cBhvr>
                                        <p:cTn id="204" dur="500"/>
                                        <p:tgtEl>
                                          <p:spTgt spid="528471"/>
                                        </p:tgtEl>
                                      </p:cBhvr>
                                    </p:animEffect>
                                  </p:childTnLst>
                                </p:cTn>
                              </p:par>
                            </p:childTnLst>
                          </p:cTn>
                        </p:par>
                        <p:par>
                          <p:cTn id="205" fill="hold" nodeType="afterGroup">
                            <p:stCondLst>
                              <p:cond delay="1500"/>
                            </p:stCondLst>
                            <p:childTnLst>
                              <p:par>
                                <p:cTn id="206" presetID="9" presetClass="entr" presetSubtype="0" fill="hold" grpId="0" nodeType="afterEffect">
                                  <p:stCondLst>
                                    <p:cond delay="0"/>
                                  </p:stCondLst>
                                  <p:childTnLst>
                                    <p:set>
                                      <p:cBhvr>
                                        <p:cTn id="207" dur="1" fill="hold">
                                          <p:stCondLst>
                                            <p:cond delay="0"/>
                                          </p:stCondLst>
                                        </p:cTn>
                                        <p:tgtEl>
                                          <p:spTgt spid="528472"/>
                                        </p:tgtEl>
                                        <p:attrNameLst>
                                          <p:attrName>style.visibility</p:attrName>
                                        </p:attrNameLst>
                                      </p:cBhvr>
                                      <p:to>
                                        <p:strVal val="visible"/>
                                      </p:to>
                                    </p:set>
                                    <p:animEffect transition="in" filter="dissolve">
                                      <p:cBhvr>
                                        <p:cTn id="208" dur="500"/>
                                        <p:tgtEl>
                                          <p:spTgt spid="528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96" grpId="0" animBg="1"/>
      <p:bldP spid="528399" grpId="0" autoUpdateAnimBg="0"/>
      <p:bldP spid="528400" grpId="0" autoUpdateAnimBg="0"/>
      <p:bldP spid="528401" grpId="0" animBg="1"/>
      <p:bldP spid="528402" grpId="0" autoUpdateAnimBg="0"/>
      <p:bldP spid="528403" grpId="0" autoUpdateAnimBg="0"/>
      <p:bldP spid="528411" grpId="0" autoUpdateAnimBg="0"/>
      <p:bldP spid="528412" grpId="0" animBg="1"/>
      <p:bldP spid="528413" grpId="0" autoUpdateAnimBg="0"/>
      <p:bldP spid="528414" grpId="0" autoUpdateAnimBg="0"/>
      <p:bldP spid="528415" grpId="0" autoUpdateAnimBg="0"/>
      <p:bldP spid="528416" grpId="0" autoUpdateAnimBg="0"/>
      <p:bldP spid="528417" grpId="0" animBg="1"/>
      <p:bldP spid="528418" grpId="0" autoUpdateAnimBg="0"/>
      <p:bldP spid="528419" grpId="0" autoUpdateAnimBg="0"/>
      <p:bldP spid="528433" grpId="0" autoUpdateAnimBg="0"/>
      <p:bldP spid="528446" grpId="0" autoUpdateAnimBg="0"/>
      <p:bldP spid="528447" grpId="0" animBg="1"/>
      <p:bldP spid="528448" grpId="0" autoUpdateAnimBg="0"/>
      <p:bldP spid="528449" grpId="0" autoUpdateAnimBg="0"/>
      <p:bldP spid="528450" grpId="0" autoUpdateAnimBg="0"/>
      <p:bldP spid="528451" grpId="0" animBg="1"/>
      <p:bldP spid="528452" grpId="0" autoUpdateAnimBg="0"/>
      <p:bldP spid="528453" grpId="0" autoUpdateAnimBg="0"/>
      <p:bldP spid="528455" grpId="0" autoUpdateAnimBg="0"/>
      <p:bldP spid="528456" grpId="0" animBg="1"/>
      <p:bldP spid="528457" grpId="0" autoUpdateAnimBg="0"/>
      <p:bldP spid="528458" grpId="0" autoUpdateAnimBg="0"/>
      <p:bldP spid="528460" grpId="0" autoUpdateAnimBg="0"/>
      <p:bldP spid="528461" grpId="0" autoUpdateAnimBg="0"/>
      <p:bldP spid="528462" grpId="0" animBg="1"/>
      <p:bldP spid="528463" grpId="0" autoUpdateAnimBg="0"/>
      <p:bldP spid="528464" grpId="0" autoUpdateAnimBg="0"/>
      <p:bldP spid="528465" grpId="0" autoUpdateAnimBg="0"/>
      <p:bldP spid="528466" grpId="0" animBg="1"/>
      <p:bldP spid="528467" grpId="0" autoUpdateAnimBg="0"/>
      <p:bldP spid="528468" grpId="0" autoUpdateAnimBg="0"/>
      <p:bldP spid="528469" grpId="0" autoUpdateAnimBg="0"/>
      <p:bldP spid="528470" grpId="0" animBg="1"/>
      <p:bldP spid="528471" grpId="0" autoUpdateAnimBg="0"/>
      <p:bldP spid="528472"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81EB218-B52F-4485-982C-AE5D44DFAF53}" type="slidenum">
              <a:rPr lang="zh-CN" altLang="en-US" b="0" i="0" smtClean="0"/>
              <a:pPr/>
              <a:t>94</a:t>
            </a:fld>
            <a:endParaRPr lang="en-US" altLang="zh-CN" b="0" i="0" smtClean="0"/>
          </a:p>
        </p:txBody>
      </p:sp>
      <p:sp>
        <p:nvSpPr>
          <p:cNvPr id="11673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831BC62-661E-4521-845B-0935A6F47547}" type="datetime1">
              <a:rPr lang="zh-CN" altLang="en-US" sz="1800" i="0" smtClean="0"/>
              <a:pPr/>
              <a:t>2024/10/20</a:t>
            </a:fld>
            <a:endParaRPr lang="en-US" altLang="zh-CN" sz="1800" i="0" smtClean="0"/>
          </a:p>
        </p:txBody>
      </p:sp>
      <p:sp>
        <p:nvSpPr>
          <p:cNvPr id="807938" name="Rectangle 2"/>
          <p:cNvSpPr>
            <a:spLocks noGrp="1" noChangeArrowheads="1"/>
          </p:cNvSpPr>
          <p:nvPr>
            <p:ph type="title"/>
          </p:nvPr>
        </p:nvSpPr>
        <p:spPr/>
        <p:txBody>
          <a:bodyPr/>
          <a:lstStyle/>
          <a:p>
            <a:pPr>
              <a:defRPr/>
            </a:pPr>
            <a:r>
              <a:rPr lang="zh-CN" altLang="en-US" smtClean="0"/>
              <a:t>§5  插值公式的唯一性及其应用</a:t>
            </a:r>
          </a:p>
        </p:txBody>
      </p:sp>
      <p:sp>
        <p:nvSpPr>
          <p:cNvPr id="116741" name="Text Box 5"/>
          <p:cNvSpPr txBox="1">
            <a:spLocks noChangeArrowheads="1"/>
          </p:cNvSpPr>
          <p:nvPr/>
        </p:nvSpPr>
        <p:spPr bwMode="auto">
          <a:xfrm>
            <a:off x="304800" y="1158875"/>
            <a:ext cx="9296400"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80000"/>
              </a:lnSpc>
              <a:spcBef>
                <a:spcPct val="50000"/>
              </a:spcBef>
            </a:pPr>
            <a:r>
              <a:rPr kumimoji="1" lang="zh-CN" altLang="en-US" sz="2800" i="0">
                <a:solidFill>
                  <a:srgbClr val="0000CC"/>
                </a:solidFill>
                <a:latin typeface="Times New Roman" pitchFamily="18" charset="0"/>
                <a:ea typeface="黑体" pitchFamily="49" charset="-122"/>
              </a:rPr>
              <a:t>定理</a:t>
            </a:r>
            <a:r>
              <a:rPr kumimoji="1" lang="en-US" altLang="zh-CN" sz="2800">
                <a:latin typeface="Times New Roman" pitchFamily="18" charset="0"/>
                <a:ea typeface="黑体" pitchFamily="49" charset="-122"/>
              </a:rPr>
              <a:t>n</a:t>
            </a:r>
            <a:r>
              <a:rPr kumimoji="1" lang="en-US" altLang="zh-CN" sz="2800" i="0">
                <a:latin typeface="Times New Roman" pitchFamily="18" charset="0"/>
                <a:ea typeface="黑体" pitchFamily="49" charset="-122"/>
              </a:rPr>
              <a:t>+1</a:t>
            </a:r>
            <a:r>
              <a:rPr kumimoji="1" lang="zh-CN" altLang="en-US" sz="2800" i="0">
                <a:latin typeface="Times New Roman" pitchFamily="18" charset="0"/>
                <a:ea typeface="黑体" pitchFamily="49" charset="-122"/>
              </a:rPr>
              <a:t>个互异节点处满足插值条件</a:t>
            </a:r>
          </a:p>
          <a:p>
            <a:pPr algn="l" eaLnBrk="1" hangingPunct="1">
              <a:lnSpc>
                <a:spcPct val="80000"/>
              </a:lnSpc>
              <a:spcBef>
                <a:spcPct val="50000"/>
              </a:spcBef>
            </a:pPr>
            <a:r>
              <a:rPr kumimoji="1" lang="zh-CN" altLang="en-US" sz="2800" i="0">
                <a:latin typeface="Times New Roman" pitchFamily="18" charset="0"/>
                <a:ea typeface="黑体" pitchFamily="49" charset="-122"/>
              </a:rPr>
              <a:t>  的</a:t>
            </a:r>
            <a:r>
              <a:rPr kumimoji="1" lang="en-US" altLang="zh-CN" sz="2800">
                <a:latin typeface="Times New Roman" pitchFamily="18" charset="0"/>
                <a:ea typeface="黑体" pitchFamily="49" charset="-122"/>
              </a:rPr>
              <a:t>n</a:t>
            </a:r>
            <a:r>
              <a:rPr kumimoji="1" lang="zh-CN" altLang="en-US" sz="2800" i="0">
                <a:latin typeface="Times New Roman" pitchFamily="18" charset="0"/>
                <a:ea typeface="黑体" pitchFamily="49" charset="-122"/>
              </a:rPr>
              <a:t>次代数多项式                                                  是唯一的。 </a:t>
            </a:r>
          </a:p>
        </p:txBody>
      </p:sp>
      <p:sp>
        <p:nvSpPr>
          <p:cNvPr id="116742" name="Text Box 6"/>
          <p:cNvSpPr txBox="1">
            <a:spLocks noChangeArrowheads="1"/>
          </p:cNvSpPr>
          <p:nvPr/>
        </p:nvSpPr>
        <p:spPr bwMode="auto">
          <a:xfrm>
            <a:off x="76200" y="2057400"/>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2800" i="0">
                <a:solidFill>
                  <a:srgbClr val="0066FF"/>
                </a:solidFill>
                <a:latin typeface="黑体" pitchFamily="49" charset="-122"/>
                <a:ea typeface="黑体" pitchFamily="49" charset="-122"/>
              </a:rPr>
              <a:t> </a:t>
            </a:r>
            <a:r>
              <a:rPr kumimoji="1" lang="zh-CN" altLang="en-US" sz="2800" i="0">
                <a:solidFill>
                  <a:srgbClr val="0000CC"/>
                </a:solidFill>
                <a:latin typeface="黑体" pitchFamily="49" charset="-122"/>
                <a:ea typeface="黑体" pitchFamily="49" charset="-122"/>
              </a:rPr>
              <a:t>证</a:t>
            </a:r>
            <a:r>
              <a:rPr kumimoji="1" lang="zh-CN" altLang="en-US" sz="2800" b="0" i="0">
                <a:solidFill>
                  <a:srgbClr val="0066FF"/>
                </a:solidFill>
                <a:latin typeface="黑体" pitchFamily="49" charset="-122"/>
                <a:ea typeface="黑体" pitchFamily="49" charset="-122"/>
              </a:rPr>
              <a:t> </a:t>
            </a:r>
          </a:p>
        </p:txBody>
      </p:sp>
      <p:graphicFrame>
        <p:nvGraphicFramePr>
          <p:cNvPr id="807943" name="Object 7"/>
          <p:cNvGraphicFramePr>
            <a:graphicFrameLocks noChangeAspect="1"/>
          </p:cNvGraphicFramePr>
          <p:nvPr/>
        </p:nvGraphicFramePr>
        <p:xfrm>
          <a:off x="914400" y="2132013"/>
          <a:ext cx="4114800" cy="476250"/>
        </p:xfrm>
        <a:graphic>
          <a:graphicData uri="http://schemas.openxmlformats.org/presentationml/2006/ole">
            <mc:AlternateContent xmlns:mc="http://schemas.openxmlformats.org/markup-compatibility/2006">
              <mc:Choice xmlns:v="urn:schemas-microsoft-com:vml" Requires="v">
                <p:oleObj spid="_x0000_s116896" name="Equation" r:id="rId3" imgW="2120900" imgH="228600" progId="Equation.DSMT4">
                  <p:embed/>
                </p:oleObj>
              </mc:Choice>
              <mc:Fallback>
                <p:oleObj name="Equation" r:id="rId3" imgW="2120900" imgH="2286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132013"/>
                        <a:ext cx="411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7944" name="Object 8"/>
          <p:cNvGraphicFramePr>
            <a:graphicFrameLocks noChangeAspect="1"/>
          </p:cNvGraphicFramePr>
          <p:nvPr/>
        </p:nvGraphicFramePr>
        <p:xfrm>
          <a:off x="5181600" y="2133600"/>
          <a:ext cx="4419600" cy="2035175"/>
        </p:xfrm>
        <a:graphic>
          <a:graphicData uri="http://schemas.openxmlformats.org/presentationml/2006/ole">
            <mc:AlternateContent xmlns:mc="http://schemas.openxmlformats.org/markup-compatibility/2006">
              <mc:Choice xmlns:v="urn:schemas-microsoft-com:vml" Requires="v">
                <p:oleObj spid="_x0000_s116897" name="Equation" r:id="rId5" imgW="2260600" imgH="1041400" progId="Equation.DSMT4">
                  <p:embed/>
                </p:oleObj>
              </mc:Choice>
              <mc:Fallback>
                <p:oleObj name="Equation" r:id="rId5" imgW="2260600" imgH="10414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2133600"/>
                        <a:ext cx="4419600"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7945" name="Rectangle 9"/>
          <p:cNvSpPr>
            <a:spLocks noChangeArrowheads="1"/>
          </p:cNvSpPr>
          <p:nvPr/>
        </p:nvSpPr>
        <p:spPr bwMode="auto">
          <a:xfrm>
            <a:off x="533400" y="35814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800" i="0">
                <a:latin typeface="黑体" pitchFamily="49" charset="-122"/>
                <a:ea typeface="黑体" pitchFamily="49" charset="-122"/>
              </a:rPr>
              <a:t>其系数行列式为</a:t>
            </a:r>
            <a:r>
              <a:rPr kumimoji="1" lang="zh-CN" altLang="en-US" sz="2800" b="0" i="0">
                <a:latin typeface="黑体" pitchFamily="49" charset="-122"/>
                <a:ea typeface="黑体" pitchFamily="49" charset="-122"/>
              </a:rPr>
              <a:t> </a:t>
            </a:r>
          </a:p>
        </p:txBody>
      </p:sp>
      <p:graphicFrame>
        <p:nvGraphicFramePr>
          <p:cNvPr id="807947" name="Object 11"/>
          <p:cNvGraphicFramePr>
            <a:graphicFrameLocks noChangeAspect="1"/>
          </p:cNvGraphicFramePr>
          <p:nvPr/>
        </p:nvGraphicFramePr>
        <p:xfrm>
          <a:off x="2362200" y="4114800"/>
          <a:ext cx="2024063" cy="2133600"/>
        </p:xfrm>
        <a:graphic>
          <a:graphicData uri="http://schemas.openxmlformats.org/presentationml/2006/ole">
            <mc:AlternateContent xmlns:mc="http://schemas.openxmlformats.org/markup-compatibility/2006">
              <mc:Choice xmlns:v="urn:schemas-microsoft-com:vml" Requires="v">
                <p:oleObj spid="_x0000_s116898" r:id="rId7" imgW="952087" imgH="1002865" progId="Equation.3">
                  <p:embed/>
                </p:oleObj>
              </mc:Choice>
              <mc:Fallback>
                <p:oleObj r:id="rId7" imgW="952087" imgH="1002865"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4114800"/>
                        <a:ext cx="2024063"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7948" name="Object 12"/>
          <p:cNvGraphicFramePr>
            <a:graphicFrameLocks noChangeAspect="1"/>
          </p:cNvGraphicFramePr>
          <p:nvPr/>
        </p:nvGraphicFramePr>
        <p:xfrm>
          <a:off x="4419600" y="4648200"/>
          <a:ext cx="2978150" cy="860425"/>
        </p:xfrm>
        <a:graphic>
          <a:graphicData uri="http://schemas.openxmlformats.org/presentationml/2006/ole">
            <mc:AlternateContent xmlns:mc="http://schemas.openxmlformats.org/markup-compatibility/2006">
              <mc:Choice xmlns:v="urn:schemas-microsoft-com:vml" Requires="v">
                <p:oleObj spid="_x0000_s116899" name="Equation" r:id="rId9" imgW="1231366" imgH="355446" progId="Equation.3">
                  <p:embed/>
                </p:oleObj>
              </mc:Choice>
              <mc:Fallback>
                <p:oleObj name="Equation" r:id="rId9" imgW="1231366" imgH="355446"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4648200"/>
                        <a:ext cx="297815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7949" name="Text Box 13"/>
          <p:cNvSpPr txBox="1">
            <a:spLocks noChangeArrowheads="1"/>
          </p:cNvSpPr>
          <p:nvPr/>
        </p:nvSpPr>
        <p:spPr bwMode="auto">
          <a:xfrm>
            <a:off x="4876800" y="5562600"/>
            <a:ext cx="373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2800" i="0">
                <a:latin typeface="黑体" pitchFamily="49" charset="-122"/>
                <a:ea typeface="黑体" pitchFamily="49" charset="-122"/>
              </a:rPr>
              <a:t>方程组有唯一解</a:t>
            </a:r>
            <a:r>
              <a:rPr kumimoji="1" lang="zh-CN" altLang="en-US" sz="2800" b="0" i="0">
                <a:latin typeface="黑体" pitchFamily="49" charset="-122"/>
                <a:ea typeface="黑体" pitchFamily="49" charset="-122"/>
              </a:rPr>
              <a:t> </a:t>
            </a:r>
          </a:p>
        </p:txBody>
      </p:sp>
      <p:sp>
        <p:nvSpPr>
          <p:cNvPr id="807951" name="Text Box 15"/>
          <p:cNvSpPr txBox="1">
            <a:spLocks noChangeArrowheads="1"/>
          </p:cNvSpPr>
          <p:nvPr/>
        </p:nvSpPr>
        <p:spPr bwMode="auto">
          <a:xfrm>
            <a:off x="4953000" y="6172200"/>
            <a:ext cx="449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2800" i="0">
                <a:latin typeface="Times New Roman" pitchFamily="18" charset="0"/>
                <a:ea typeface="黑体" pitchFamily="49" charset="-122"/>
              </a:rPr>
              <a:t>因此</a:t>
            </a:r>
            <a:r>
              <a:rPr kumimoji="1" lang="en-US" altLang="zh-CN" sz="2800">
                <a:latin typeface="Times New Roman" pitchFamily="18" charset="0"/>
                <a:ea typeface="黑体" pitchFamily="49" charset="-122"/>
              </a:rPr>
              <a:t>P</a:t>
            </a:r>
            <a:r>
              <a:rPr kumimoji="1" lang="en-US" altLang="zh-CN" sz="2800" i="0">
                <a:latin typeface="Times New Roman" pitchFamily="18" charset="0"/>
                <a:ea typeface="黑体" pitchFamily="49" charset="-122"/>
              </a:rPr>
              <a:t>(</a:t>
            </a:r>
            <a:r>
              <a:rPr kumimoji="1" lang="en-US" altLang="zh-CN" sz="2800">
                <a:latin typeface="Times New Roman" pitchFamily="18" charset="0"/>
                <a:ea typeface="黑体" pitchFamily="49" charset="-122"/>
              </a:rPr>
              <a:t>x</a:t>
            </a:r>
            <a:r>
              <a:rPr kumimoji="1" lang="en-US" altLang="zh-CN" sz="2800" i="0">
                <a:latin typeface="Times New Roman" pitchFamily="18" charset="0"/>
                <a:ea typeface="黑体" pitchFamily="49" charset="-122"/>
              </a:rPr>
              <a:t>)</a:t>
            </a:r>
            <a:r>
              <a:rPr kumimoji="1" lang="zh-CN" altLang="en-US" sz="2800" i="0">
                <a:latin typeface="Times New Roman" pitchFamily="18" charset="0"/>
                <a:ea typeface="黑体" pitchFamily="49" charset="-122"/>
              </a:rPr>
              <a:t>存在且唯一。</a:t>
            </a:r>
          </a:p>
        </p:txBody>
      </p:sp>
      <p:graphicFrame>
        <p:nvGraphicFramePr>
          <p:cNvPr id="807952" name="Object 16"/>
          <p:cNvGraphicFramePr>
            <a:graphicFrameLocks noChangeAspect="1"/>
          </p:cNvGraphicFramePr>
          <p:nvPr/>
        </p:nvGraphicFramePr>
        <p:xfrm>
          <a:off x="6018213" y="1143000"/>
          <a:ext cx="3201987" cy="441325"/>
        </p:xfrm>
        <a:graphic>
          <a:graphicData uri="http://schemas.openxmlformats.org/presentationml/2006/ole">
            <mc:AlternateContent xmlns:mc="http://schemas.openxmlformats.org/markup-compatibility/2006">
              <mc:Choice xmlns:v="urn:schemas-microsoft-com:vml" Requires="v">
                <p:oleObj spid="_x0000_s116900" name="Equation" r:id="rId11" imgW="1625600" imgH="228600" progId="Equation.DSMT4">
                  <p:embed/>
                </p:oleObj>
              </mc:Choice>
              <mc:Fallback>
                <p:oleObj name="Equation" r:id="rId11" imgW="1625600" imgH="228600" progId="Equation.DSMT4">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8213" y="1143000"/>
                        <a:ext cx="3201987" cy="4413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7953" name="Object 17"/>
          <p:cNvGraphicFramePr>
            <a:graphicFrameLocks noChangeAspect="1"/>
          </p:cNvGraphicFramePr>
          <p:nvPr/>
        </p:nvGraphicFramePr>
        <p:xfrm>
          <a:off x="3276600" y="1600200"/>
          <a:ext cx="4213225" cy="503238"/>
        </p:xfrm>
        <a:graphic>
          <a:graphicData uri="http://schemas.openxmlformats.org/presentationml/2006/ole">
            <mc:AlternateContent xmlns:mc="http://schemas.openxmlformats.org/markup-compatibility/2006">
              <mc:Choice xmlns:v="urn:schemas-microsoft-com:vml" Requires="v">
                <p:oleObj spid="_x0000_s116901" name="Equation" r:id="rId13" imgW="2044700" imgH="241300" progId="Equation.DSMT4">
                  <p:embed/>
                </p:oleObj>
              </mc:Choice>
              <mc:Fallback>
                <p:oleObj name="Equation" r:id="rId13" imgW="2044700" imgH="241300" progId="Equation.DSMT4">
                  <p:embed/>
                  <p:pic>
                    <p:nvPicPr>
                      <p:cNvPr id="0" name="Object 17"/>
                      <p:cNvPicPr>
                        <a:picLocks noChangeAspect="1" noChangeArrowheads="1"/>
                      </p:cNvPicPr>
                      <p:nvPr/>
                    </p:nvPicPr>
                    <p:blipFill>
                      <a:blip r:embed="rId14">
                        <a:lum bright="-84000"/>
                        <a:extLst>
                          <a:ext uri="{28A0092B-C50C-407E-A947-70E740481C1C}">
                            <a14:useLocalDpi xmlns:a14="http://schemas.microsoft.com/office/drawing/2010/main" val="0"/>
                          </a:ext>
                        </a:extLst>
                      </a:blip>
                      <a:srcRect/>
                      <a:stretch>
                        <a:fillRect/>
                      </a:stretch>
                    </p:blipFill>
                    <p:spPr bwMode="auto">
                      <a:xfrm>
                        <a:off x="3276600" y="1600200"/>
                        <a:ext cx="4213225" cy="50323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07943"/>
                                        </p:tgtEl>
                                        <p:attrNameLst>
                                          <p:attrName>style.visibility</p:attrName>
                                        </p:attrNameLst>
                                      </p:cBhvr>
                                      <p:to>
                                        <p:strVal val="visible"/>
                                      </p:to>
                                    </p:set>
                                    <p:animEffect transition="in" filter="wipe(left)">
                                      <p:cBhvr>
                                        <p:cTn id="7" dur="500"/>
                                        <p:tgtEl>
                                          <p:spTgt spid="8079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07944"/>
                                        </p:tgtEl>
                                        <p:attrNameLst>
                                          <p:attrName>style.visibility</p:attrName>
                                        </p:attrNameLst>
                                      </p:cBhvr>
                                      <p:to>
                                        <p:strVal val="visible"/>
                                      </p:to>
                                    </p:set>
                                    <p:animEffect transition="in" filter="wipe(left)">
                                      <p:cBhvr>
                                        <p:cTn id="12" dur="500"/>
                                        <p:tgtEl>
                                          <p:spTgt spid="8079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7945">
                                            <p:txEl>
                                              <p:pRg st="0" end="0"/>
                                            </p:txEl>
                                          </p:spTgt>
                                        </p:tgtEl>
                                        <p:attrNameLst>
                                          <p:attrName>style.visibility</p:attrName>
                                        </p:attrNameLst>
                                      </p:cBhvr>
                                      <p:to>
                                        <p:strVal val="visible"/>
                                      </p:to>
                                    </p:set>
                                    <p:animEffect transition="in" filter="wipe(left)">
                                      <p:cBhvr>
                                        <p:cTn id="17" dur="500"/>
                                        <p:tgtEl>
                                          <p:spTgt spid="80794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07947"/>
                                        </p:tgtEl>
                                        <p:attrNameLst>
                                          <p:attrName>style.visibility</p:attrName>
                                        </p:attrNameLst>
                                      </p:cBhvr>
                                      <p:to>
                                        <p:strVal val="visible"/>
                                      </p:to>
                                    </p:set>
                                    <p:animEffect transition="in" filter="wipe(left)">
                                      <p:cBhvr>
                                        <p:cTn id="22" dur="500"/>
                                        <p:tgtEl>
                                          <p:spTgt spid="8079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07948"/>
                                        </p:tgtEl>
                                        <p:attrNameLst>
                                          <p:attrName>style.visibility</p:attrName>
                                        </p:attrNameLst>
                                      </p:cBhvr>
                                      <p:to>
                                        <p:strVal val="visible"/>
                                      </p:to>
                                    </p:set>
                                    <p:animEffect transition="in" filter="wipe(left)">
                                      <p:cBhvr>
                                        <p:cTn id="27" dur="500"/>
                                        <p:tgtEl>
                                          <p:spTgt spid="8079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07949">
                                            <p:txEl>
                                              <p:pRg st="0" end="0"/>
                                            </p:txEl>
                                          </p:spTgt>
                                        </p:tgtEl>
                                        <p:attrNameLst>
                                          <p:attrName>style.visibility</p:attrName>
                                        </p:attrNameLst>
                                      </p:cBhvr>
                                      <p:to>
                                        <p:strVal val="visible"/>
                                      </p:to>
                                    </p:set>
                                    <p:animEffect transition="in" filter="wipe(left)">
                                      <p:cBhvr>
                                        <p:cTn id="32" dur="500"/>
                                        <p:tgtEl>
                                          <p:spTgt spid="80794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07951">
                                            <p:txEl>
                                              <p:pRg st="0" end="0"/>
                                            </p:txEl>
                                          </p:spTgt>
                                        </p:tgtEl>
                                        <p:attrNameLst>
                                          <p:attrName>style.visibility</p:attrName>
                                        </p:attrNameLst>
                                      </p:cBhvr>
                                      <p:to>
                                        <p:strVal val="visible"/>
                                      </p:to>
                                    </p:set>
                                    <p:animEffect transition="in" filter="wipe(left)">
                                      <p:cBhvr>
                                        <p:cTn id="37" dur="500"/>
                                        <p:tgtEl>
                                          <p:spTgt spid="807951">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07953"/>
                                        </p:tgtEl>
                                        <p:attrNameLst>
                                          <p:attrName>style.visibility</p:attrName>
                                        </p:attrNameLst>
                                      </p:cBhvr>
                                      <p:to>
                                        <p:strVal val="visible"/>
                                      </p:to>
                                    </p:set>
                                    <p:animEffect transition="in" filter="wipe(left)">
                                      <p:cBhvr>
                                        <p:cTn id="42" dur="500"/>
                                        <p:tgtEl>
                                          <p:spTgt spid="80795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07952"/>
                                        </p:tgtEl>
                                        <p:attrNameLst>
                                          <p:attrName>style.visibility</p:attrName>
                                        </p:attrNameLst>
                                      </p:cBhvr>
                                      <p:to>
                                        <p:strVal val="visible"/>
                                      </p:to>
                                    </p:set>
                                    <p:animEffect transition="in" filter="wipe(left)">
                                      <p:cBhvr>
                                        <p:cTn id="47" dur="500"/>
                                        <p:tgtEl>
                                          <p:spTgt spid="807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7945" grpId="0" build="p" autoUpdateAnimBg="0"/>
      <p:bldP spid="807949" grpId="0" build="p" autoUpdateAnimBg="0"/>
      <p:bldP spid="807951"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E5F55ED-B667-4CF9-9357-FA754E17D9BC}" type="slidenum">
              <a:rPr lang="zh-CN" altLang="en-US" b="0" i="0" smtClean="0"/>
              <a:pPr/>
              <a:t>95</a:t>
            </a:fld>
            <a:endParaRPr lang="en-US" altLang="zh-CN" b="0" i="0" smtClean="0"/>
          </a:p>
        </p:txBody>
      </p:sp>
      <p:sp>
        <p:nvSpPr>
          <p:cNvPr id="11776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9F55119-B00C-469F-A9A2-C89CEE237545}" type="datetime1">
              <a:rPr lang="zh-CN" altLang="en-US" sz="1800" i="0" smtClean="0"/>
              <a:pPr/>
              <a:t>2024/10/20</a:t>
            </a:fld>
            <a:endParaRPr lang="en-US" altLang="zh-CN" sz="1800" i="0" smtClean="0"/>
          </a:p>
        </p:txBody>
      </p:sp>
      <p:sp>
        <p:nvSpPr>
          <p:cNvPr id="520194" name="Rectangle 2"/>
          <p:cNvSpPr>
            <a:spLocks noGrp="1" noChangeArrowheads="1"/>
          </p:cNvSpPr>
          <p:nvPr>
            <p:ph type="title"/>
          </p:nvPr>
        </p:nvSpPr>
        <p:spPr/>
        <p:txBody>
          <a:bodyPr/>
          <a:lstStyle/>
          <a:p>
            <a:pPr>
              <a:defRPr/>
            </a:pPr>
            <a:r>
              <a:rPr lang="zh-CN" altLang="en-US" smtClean="0"/>
              <a:t>§5  插值公式的唯一性及其应用</a:t>
            </a:r>
          </a:p>
        </p:txBody>
      </p:sp>
      <p:sp>
        <p:nvSpPr>
          <p:cNvPr id="520195" name="Rectangle 3"/>
          <p:cNvSpPr>
            <a:spLocks noGrp="1" noChangeArrowheads="1"/>
          </p:cNvSpPr>
          <p:nvPr>
            <p:ph type="body" idx="1"/>
          </p:nvPr>
        </p:nvSpPr>
        <p:spPr>
          <a:xfrm>
            <a:off x="304800" y="1612900"/>
            <a:ext cx="8820150" cy="438150"/>
          </a:xfrm>
        </p:spPr>
        <p:txBody>
          <a:bodyPr/>
          <a:lstStyle/>
          <a:p>
            <a:r>
              <a:rPr lang="zh-CN" altLang="en-US" sz="3200" smtClean="0"/>
              <a:t>不等距节点情况下</a:t>
            </a:r>
          </a:p>
        </p:txBody>
      </p:sp>
      <p:sp>
        <p:nvSpPr>
          <p:cNvPr id="520196" name="AutoShape 4"/>
          <p:cNvSpPr>
            <a:spLocks/>
          </p:cNvSpPr>
          <p:nvPr/>
        </p:nvSpPr>
        <p:spPr bwMode="auto">
          <a:xfrm>
            <a:off x="3810000" y="1219200"/>
            <a:ext cx="304800" cy="1143000"/>
          </a:xfrm>
          <a:prstGeom prst="leftBrace">
            <a:avLst>
              <a:gd name="adj1" fmla="val 31250"/>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0197" name="Rectangle 5"/>
          <p:cNvSpPr>
            <a:spLocks noChangeArrowheads="1"/>
          </p:cNvSpPr>
          <p:nvPr/>
        </p:nvSpPr>
        <p:spPr bwMode="auto">
          <a:xfrm>
            <a:off x="4097338" y="990600"/>
            <a:ext cx="34464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ea typeface="黑体" pitchFamily="49" charset="-122"/>
              </a:rPr>
              <a:t>牛顿基本差商公式</a:t>
            </a:r>
          </a:p>
        </p:txBody>
      </p:sp>
      <p:sp>
        <p:nvSpPr>
          <p:cNvPr id="520198" name="Rectangle 6"/>
          <p:cNvSpPr>
            <a:spLocks noChangeArrowheads="1"/>
          </p:cNvSpPr>
          <p:nvPr/>
        </p:nvSpPr>
        <p:spPr bwMode="auto">
          <a:xfrm>
            <a:off x="4097338" y="1828800"/>
            <a:ext cx="34464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ea typeface="黑体" pitchFamily="49" charset="-122"/>
              </a:rPr>
              <a:t>拉格朗日插值公式</a:t>
            </a:r>
          </a:p>
        </p:txBody>
      </p:sp>
      <p:sp>
        <p:nvSpPr>
          <p:cNvPr id="520199" name="Rectangle 7"/>
          <p:cNvSpPr>
            <a:spLocks noChangeArrowheads="1"/>
          </p:cNvSpPr>
          <p:nvPr/>
        </p:nvSpPr>
        <p:spPr bwMode="auto">
          <a:xfrm>
            <a:off x="339725" y="3197225"/>
            <a:ext cx="88201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3200" i="0">
                <a:latin typeface="Times New Roman" pitchFamily="18" charset="0"/>
                <a:ea typeface="黑体" pitchFamily="49" charset="-122"/>
              </a:rPr>
              <a:t>等距节点情况下</a:t>
            </a:r>
          </a:p>
        </p:txBody>
      </p:sp>
      <p:sp>
        <p:nvSpPr>
          <p:cNvPr id="520200" name="AutoShape 8"/>
          <p:cNvSpPr>
            <a:spLocks/>
          </p:cNvSpPr>
          <p:nvPr/>
        </p:nvSpPr>
        <p:spPr bwMode="auto">
          <a:xfrm>
            <a:off x="3429000" y="2819400"/>
            <a:ext cx="304800" cy="1143000"/>
          </a:xfrm>
          <a:prstGeom prst="leftBrace">
            <a:avLst>
              <a:gd name="adj1" fmla="val 31250"/>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0201" name="Rectangle 9"/>
          <p:cNvSpPr>
            <a:spLocks noChangeArrowheads="1"/>
          </p:cNvSpPr>
          <p:nvPr/>
        </p:nvSpPr>
        <p:spPr bwMode="auto">
          <a:xfrm>
            <a:off x="3657600" y="2544763"/>
            <a:ext cx="2632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ea typeface="黑体" pitchFamily="49" charset="-122"/>
              </a:rPr>
              <a:t>牛顿前插公式</a:t>
            </a:r>
          </a:p>
        </p:txBody>
      </p:sp>
      <p:sp>
        <p:nvSpPr>
          <p:cNvPr id="520202" name="Rectangle 10"/>
          <p:cNvSpPr>
            <a:spLocks noChangeArrowheads="1"/>
          </p:cNvSpPr>
          <p:nvPr/>
        </p:nvSpPr>
        <p:spPr bwMode="auto">
          <a:xfrm>
            <a:off x="3581400" y="3154363"/>
            <a:ext cx="2632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ea typeface="黑体" pitchFamily="49" charset="-122"/>
              </a:rPr>
              <a:t>牛顿后插公式</a:t>
            </a:r>
          </a:p>
        </p:txBody>
      </p:sp>
      <p:sp>
        <p:nvSpPr>
          <p:cNvPr id="520203" name="Rectangle 11"/>
          <p:cNvSpPr>
            <a:spLocks noChangeArrowheads="1"/>
          </p:cNvSpPr>
          <p:nvPr/>
        </p:nvSpPr>
        <p:spPr bwMode="auto">
          <a:xfrm>
            <a:off x="3633788" y="3763963"/>
            <a:ext cx="2632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ea typeface="黑体" pitchFamily="49" charset="-122"/>
              </a:rPr>
              <a:t>中心差分公式</a:t>
            </a:r>
          </a:p>
        </p:txBody>
      </p:sp>
      <p:sp>
        <p:nvSpPr>
          <p:cNvPr id="520204" name="AutoShape 12"/>
          <p:cNvSpPr>
            <a:spLocks/>
          </p:cNvSpPr>
          <p:nvPr/>
        </p:nvSpPr>
        <p:spPr bwMode="auto">
          <a:xfrm>
            <a:off x="6367463" y="3505200"/>
            <a:ext cx="303212" cy="1295400"/>
          </a:xfrm>
          <a:prstGeom prst="leftBrace">
            <a:avLst>
              <a:gd name="adj1" fmla="val 35602"/>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0205" name="Rectangle 13"/>
          <p:cNvSpPr>
            <a:spLocks noChangeArrowheads="1"/>
          </p:cNvSpPr>
          <p:nvPr/>
        </p:nvSpPr>
        <p:spPr bwMode="auto">
          <a:xfrm>
            <a:off x="6494463" y="3071813"/>
            <a:ext cx="30400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ea typeface="黑体" pitchFamily="49" charset="-122"/>
              </a:rPr>
              <a:t>斯梯林插值公式</a:t>
            </a:r>
          </a:p>
        </p:txBody>
      </p:sp>
      <p:sp>
        <p:nvSpPr>
          <p:cNvPr id="520206" name="Rectangle 14"/>
          <p:cNvSpPr>
            <a:spLocks noChangeArrowheads="1"/>
          </p:cNvSpPr>
          <p:nvPr/>
        </p:nvSpPr>
        <p:spPr bwMode="auto">
          <a:xfrm>
            <a:off x="6492875" y="4291013"/>
            <a:ext cx="3040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ea typeface="黑体" pitchFamily="49" charset="-122"/>
              </a:rPr>
              <a:t>贝赛尔插值公式</a:t>
            </a:r>
          </a:p>
        </p:txBody>
      </p:sp>
      <p:graphicFrame>
        <p:nvGraphicFramePr>
          <p:cNvPr id="520207" name="Object 15"/>
          <p:cNvGraphicFramePr>
            <a:graphicFrameLocks noChangeAspect="1"/>
          </p:cNvGraphicFramePr>
          <p:nvPr/>
        </p:nvGraphicFramePr>
        <p:xfrm>
          <a:off x="6864350" y="3443288"/>
          <a:ext cx="1293813" cy="976312"/>
        </p:xfrm>
        <a:graphic>
          <a:graphicData uri="http://schemas.openxmlformats.org/presentationml/2006/ole">
            <mc:AlternateContent xmlns:mc="http://schemas.openxmlformats.org/markup-compatibility/2006">
              <mc:Choice xmlns:v="urn:schemas-microsoft-com:vml" Requires="v">
                <p:oleObj spid="_x0000_s117827" name="Equation" r:id="rId4" imgW="431613" imgH="393529" progId="Equation.3">
                  <p:embed/>
                </p:oleObj>
              </mc:Choice>
              <mc:Fallback>
                <p:oleObj name="Equation" r:id="rId4" imgW="431613" imgH="393529"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64350" y="3443288"/>
                        <a:ext cx="1293813" cy="976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0208" name="Object 16"/>
          <p:cNvGraphicFramePr>
            <a:graphicFrameLocks noChangeAspect="1"/>
          </p:cNvGraphicFramePr>
          <p:nvPr/>
        </p:nvGraphicFramePr>
        <p:xfrm>
          <a:off x="6864350" y="4662488"/>
          <a:ext cx="2016125" cy="976312"/>
        </p:xfrm>
        <a:graphic>
          <a:graphicData uri="http://schemas.openxmlformats.org/presentationml/2006/ole">
            <mc:AlternateContent xmlns:mc="http://schemas.openxmlformats.org/markup-compatibility/2006">
              <mc:Choice xmlns:v="urn:schemas-microsoft-com:vml" Requires="v">
                <p:oleObj spid="_x0000_s117828" name="Equation" r:id="rId6" imgW="672808" imgH="393529" progId="Equation.3">
                  <p:embed/>
                </p:oleObj>
              </mc:Choice>
              <mc:Fallback>
                <p:oleObj name="Equation" r:id="rId6" imgW="672808" imgH="393529"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4350" y="4662488"/>
                        <a:ext cx="2016125" cy="976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520195">
                                            <p:txEl>
                                              <p:pRg st="0" end="0"/>
                                            </p:txEl>
                                          </p:spTgt>
                                        </p:tgtEl>
                                        <p:attrNameLst>
                                          <p:attrName>style.visibility</p:attrName>
                                        </p:attrNameLst>
                                      </p:cBhvr>
                                      <p:to>
                                        <p:strVal val="visible"/>
                                      </p:to>
                                    </p:set>
                                    <p:animEffect transition="in" filter="dissolve">
                                      <p:cBhvr>
                                        <p:cTn id="7" dur="75"/>
                                        <p:tgtEl>
                                          <p:spTgt spid="520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20196"/>
                                        </p:tgtEl>
                                        <p:attrNameLst>
                                          <p:attrName>style.visibility</p:attrName>
                                        </p:attrNameLst>
                                      </p:cBhvr>
                                      <p:to>
                                        <p:strVal val="visible"/>
                                      </p:to>
                                    </p:set>
                                    <p:animEffect transition="in" filter="dissolve">
                                      <p:cBhvr>
                                        <p:cTn id="12" dur="500"/>
                                        <p:tgtEl>
                                          <p:spTgt spid="5201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20197"/>
                                        </p:tgtEl>
                                        <p:attrNameLst>
                                          <p:attrName>style.visibility</p:attrName>
                                        </p:attrNameLst>
                                      </p:cBhvr>
                                      <p:to>
                                        <p:strVal val="visible"/>
                                      </p:to>
                                    </p:set>
                                    <p:animEffect transition="in" filter="dissolve">
                                      <p:cBhvr>
                                        <p:cTn id="17" dur="500"/>
                                        <p:tgtEl>
                                          <p:spTgt spid="5201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20198"/>
                                        </p:tgtEl>
                                        <p:attrNameLst>
                                          <p:attrName>style.visibility</p:attrName>
                                        </p:attrNameLst>
                                      </p:cBhvr>
                                      <p:to>
                                        <p:strVal val="visible"/>
                                      </p:to>
                                    </p:set>
                                    <p:animEffect transition="in" filter="dissolve">
                                      <p:cBhvr>
                                        <p:cTn id="22" dur="500"/>
                                        <p:tgtEl>
                                          <p:spTgt spid="5201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20199"/>
                                        </p:tgtEl>
                                        <p:attrNameLst>
                                          <p:attrName>style.visibility</p:attrName>
                                        </p:attrNameLst>
                                      </p:cBhvr>
                                      <p:to>
                                        <p:strVal val="visible"/>
                                      </p:to>
                                    </p:set>
                                    <p:animEffect transition="in" filter="dissolve">
                                      <p:cBhvr>
                                        <p:cTn id="27" dur="500"/>
                                        <p:tgtEl>
                                          <p:spTgt spid="5201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20200"/>
                                        </p:tgtEl>
                                        <p:attrNameLst>
                                          <p:attrName>style.visibility</p:attrName>
                                        </p:attrNameLst>
                                      </p:cBhvr>
                                      <p:to>
                                        <p:strVal val="visible"/>
                                      </p:to>
                                    </p:set>
                                    <p:animEffect transition="in" filter="dissolve">
                                      <p:cBhvr>
                                        <p:cTn id="32" dur="500"/>
                                        <p:tgtEl>
                                          <p:spTgt spid="5202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20201"/>
                                        </p:tgtEl>
                                        <p:attrNameLst>
                                          <p:attrName>style.visibility</p:attrName>
                                        </p:attrNameLst>
                                      </p:cBhvr>
                                      <p:to>
                                        <p:strVal val="visible"/>
                                      </p:to>
                                    </p:set>
                                    <p:animEffect transition="in" filter="dissolve">
                                      <p:cBhvr>
                                        <p:cTn id="37" dur="500"/>
                                        <p:tgtEl>
                                          <p:spTgt spid="5202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20202"/>
                                        </p:tgtEl>
                                        <p:attrNameLst>
                                          <p:attrName>style.visibility</p:attrName>
                                        </p:attrNameLst>
                                      </p:cBhvr>
                                      <p:to>
                                        <p:strVal val="visible"/>
                                      </p:to>
                                    </p:set>
                                    <p:animEffect transition="in" filter="dissolve">
                                      <p:cBhvr>
                                        <p:cTn id="42" dur="500"/>
                                        <p:tgtEl>
                                          <p:spTgt spid="52020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20203"/>
                                        </p:tgtEl>
                                        <p:attrNameLst>
                                          <p:attrName>style.visibility</p:attrName>
                                        </p:attrNameLst>
                                      </p:cBhvr>
                                      <p:to>
                                        <p:strVal val="visible"/>
                                      </p:to>
                                    </p:set>
                                    <p:animEffect transition="in" filter="dissolve">
                                      <p:cBhvr>
                                        <p:cTn id="47" dur="500"/>
                                        <p:tgtEl>
                                          <p:spTgt spid="52020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520204"/>
                                        </p:tgtEl>
                                        <p:attrNameLst>
                                          <p:attrName>style.visibility</p:attrName>
                                        </p:attrNameLst>
                                      </p:cBhvr>
                                      <p:to>
                                        <p:strVal val="visible"/>
                                      </p:to>
                                    </p:set>
                                    <p:animEffect transition="in" filter="dissolve">
                                      <p:cBhvr>
                                        <p:cTn id="52" dur="500"/>
                                        <p:tgtEl>
                                          <p:spTgt spid="52020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iterate type="lt">
                                    <p:tmPct val="100000"/>
                                  </p:iterate>
                                  <p:childTnLst>
                                    <p:set>
                                      <p:cBhvr>
                                        <p:cTn id="56" dur="1" fill="hold">
                                          <p:stCondLst>
                                            <p:cond delay="0"/>
                                          </p:stCondLst>
                                        </p:cTn>
                                        <p:tgtEl>
                                          <p:spTgt spid="520205"/>
                                        </p:tgtEl>
                                        <p:attrNameLst>
                                          <p:attrName>style.visibility</p:attrName>
                                        </p:attrNameLst>
                                      </p:cBhvr>
                                      <p:to>
                                        <p:strVal val="visible"/>
                                      </p:to>
                                    </p:set>
                                    <p:animEffect transition="in" filter="dissolve">
                                      <p:cBhvr>
                                        <p:cTn id="57" dur="75"/>
                                        <p:tgtEl>
                                          <p:spTgt spid="52020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iterate type="lt">
                                    <p:tmPct val="100000"/>
                                  </p:iterate>
                                  <p:childTnLst>
                                    <p:set>
                                      <p:cBhvr>
                                        <p:cTn id="61" dur="1" fill="hold">
                                          <p:stCondLst>
                                            <p:cond delay="0"/>
                                          </p:stCondLst>
                                        </p:cTn>
                                        <p:tgtEl>
                                          <p:spTgt spid="520206"/>
                                        </p:tgtEl>
                                        <p:attrNameLst>
                                          <p:attrName>style.visibility</p:attrName>
                                        </p:attrNameLst>
                                      </p:cBhvr>
                                      <p:to>
                                        <p:strVal val="visible"/>
                                      </p:to>
                                    </p:set>
                                    <p:animEffect transition="in" filter="dissolve">
                                      <p:cBhvr>
                                        <p:cTn id="62" dur="75"/>
                                        <p:tgtEl>
                                          <p:spTgt spid="52020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520207"/>
                                        </p:tgtEl>
                                        <p:attrNameLst>
                                          <p:attrName>style.visibility</p:attrName>
                                        </p:attrNameLst>
                                      </p:cBhvr>
                                      <p:to>
                                        <p:strVal val="visible"/>
                                      </p:to>
                                    </p:set>
                                    <p:animEffect transition="in" filter="dissolve">
                                      <p:cBhvr>
                                        <p:cTn id="67" dur="500"/>
                                        <p:tgtEl>
                                          <p:spTgt spid="52020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520208"/>
                                        </p:tgtEl>
                                        <p:attrNameLst>
                                          <p:attrName>style.visibility</p:attrName>
                                        </p:attrNameLst>
                                      </p:cBhvr>
                                      <p:to>
                                        <p:strVal val="visible"/>
                                      </p:to>
                                    </p:set>
                                    <p:animEffect transition="in" filter="dissolve">
                                      <p:cBhvr>
                                        <p:cTn id="72" dur="500"/>
                                        <p:tgtEl>
                                          <p:spTgt spid="520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5" grpId="0" build="p" autoUpdateAnimBg="0"/>
      <p:bldP spid="520196" grpId="0" animBg="1"/>
      <p:bldP spid="520197" grpId="0" autoUpdateAnimBg="0"/>
      <p:bldP spid="520198" grpId="0" autoUpdateAnimBg="0"/>
      <p:bldP spid="520199" grpId="0" autoUpdateAnimBg="0"/>
      <p:bldP spid="520200" grpId="0" animBg="1"/>
      <p:bldP spid="520201" grpId="0" autoUpdateAnimBg="0"/>
      <p:bldP spid="520202" grpId="0" autoUpdateAnimBg="0"/>
      <p:bldP spid="520203" grpId="0" autoUpdateAnimBg="0"/>
      <p:bldP spid="520204" grpId="0" animBg="1"/>
      <p:bldP spid="520205" grpId="0" autoUpdateAnimBg="0"/>
      <p:bldP spid="520206"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02B4CBF-5081-462B-B598-C3A905232500}" type="slidenum">
              <a:rPr lang="zh-CN" altLang="en-US" b="0" i="0" smtClean="0"/>
              <a:pPr/>
              <a:t>96</a:t>
            </a:fld>
            <a:endParaRPr lang="en-US" altLang="zh-CN" b="0" i="0" smtClean="0"/>
          </a:p>
        </p:txBody>
      </p:sp>
      <p:sp>
        <p:nvSpPr>
          <p:cNvPr id="118787"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759B366-354E-4016-B7F5-7C6DA72D7572}" type="datetime1">
              <a:rPr lang="zh-CN" altLang="en-US" sz="1800" i="0" smtClean="0"/>
              <a:pPr/>
              <a:t>2024/10/20</a:t>
            </a:fld>
            <a:endParaRPr lang="en-US" altLang="zh-CN" sz="1800" i="0" smtClean="0"/>
          </a:p>
        </p:txBody>
      </p:sp>
      <p:grpSp>
        <p:nvGrpSpPr>
          <p:cNvPr id="118788" name="Group 2"/>
          <p:cNvGrpSpPr>
            <a:grpSpLocks/>
          </p:cNvGrpSpPr>
          <p:nvPr/>
        </p:nvGrpSpPr>
        <p:grpSpPr bwMode="auto">
          <a:xfrm>
            <a:off x="601663" y="2036763"/>
            <a:ext cx="8607425" cy="2608262"/>
            <a:chOff x="350" y="1283"/>
            <a:chExt cx="5005" cy="1643"/>
          </a:xfrm>
        </p:grpSpPr>
        <p:sp>
          <p:nvSpPr>
            <p:cNvPr id="118790" name="Rectangle 3"/>
            <p:cNvSpPr>
              <a:spLocks noChangeArrowheads="1"/>
            </p:cNvSpPr>
            <p:nvPr/>
          </p:nvSpPr>
          <p:spPr bwMode="auto">
            <a:xfrm>
              <a:off x="483" y="1325"/>
              <a:ext cx="4780" cy="156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118791"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18792"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18793" name="AutoShape 6"/>
            <p:cNvSpPr>
              <a:spLocks noChangeArrowheads="1"/>
            </p:cNvSpPr>
            <p:nvPr/>
          </p:nvSpPr>
          <p:spPr bwMode="auto">
            <a:xfrm>
              <a:off x="377" y="1283"/>
              <a:ext cx="4974"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18794" name="AutoShape 7"/>
            <p:cNvSpPr>
              <a:spLocks noChangeArrowheads="1"/>
            </p:cNvSpPr>
            <p:nvPr/>
          </p:nvSpPr>
          <p:spPr bwMode="auto">
            <a:xfrm flipV="1">
              <a:off x="350" y="2828"/>
              <a:ext cx="5005"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18795"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523273" name="Rectangle 9"/>
          <p:cNvSpPr>
            <a:spLocks noChangeArrowheads="1"/>
          </p:cNvSpPr>
          <p:nvPr/>
        </p:nvSpPr>
        <p:spPr bwMode="auto">
          <a:xfrm>
            <a:off x="660400" y="2438400"/>
            <a:ext cx="8216900" cy="855663"/>
          </a:xfrm>
          <a:prstGeom prst="rect">
            <a:avLst/>
          </a:prstGeom>
          <a:noFill/>
          <a:ln w="12700">
            <a:noFill/>
            <a:miter lim="800000"/>
            <a:headEnd/>
            <a:tailEnd/>
          </a:ln>
          <a:effectLst>
            <a:outerShdw dist="17961" dir="2700000" algn="ctr" rotWithShape="0">
              <a:srgbClr val="354281"/>
            </a:outerShdw>
          </a:effectLst>
        </p:spPr>
        <p:txBody>
          <a:bodyPr lIns="0" tIns="0" rIns="0" bIns="0">
            <a:spAutoFit/>
          </a:bodyPr>
          <a:lstStyle/>
          <a:p>
            <a:pPr marL="290513" indent="-290513" defTabSz="915988">
              <a:lnSpc>
                <a:spcPct val="85000"/>
              </a:lnSpc>
              <a:spcBef>
                <a:spcPct val="35000"/>
              </a:spcBef>
              <a:buClr>
                <a:srgbClr val="FF0000"/>
              </a:buClr>
              <a:buSzPct val="95000"/>
              <a:defRPr/>
            </a:pPr>
            <a:r>
              <a:rPr lang="zh-CN" altLang="en-US" sz="6600" i="0">
                <a:solidFill>
                  <a:schemeClr val="bg1"/>
                </a:solidFill>
                <a:effectLst>
                  <a:outerShdw blurRad="38100" dist="38100" dir="2700000" algn="tl">
                    <a:srgbClr val="C0C0C0"/>
                  </a:outerShdw>
                </a:effectLst>
              </a:rPr>
              <a:t>§6  反插值</a:t>
            </a:r>
            <a:endParaRPr lang="zh-CN" altLang="en-US" sz="5400" i="0">
              <a:solidFill>
                <a:schemeClr val="bg1"/>
              </a:solidFill>
              <a:effectLst>
                <a:outerShdw blurRad="38100" dist="38100" dir="2700000" algn="tl">
                  <a:srgbClr val="C0C0C0"/>
                </a:outerShdw>
              </a:effectLst>
            </a:endParaRPr>
          </a:p>
        </p:txBody>
      </p:sp>
    </p:spTree>
    <p:extLst>
      <p:ext uri="{BB962C8B-B14F-4D97-AF65-F5344CB8AC3E}">
        <p14:creationId xmlns:p14="http://schemas.microsoft.com/office/powerpoint/2010/main" val="27337275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95E603A-EECE-4D47-BBBD-04902745AEA7}" type="slidenum">
              <a:rPr lang="zh-CN" altLang="en-US" b="0" i="0" smtClean="0"/>
              <a:pPr/>
              <a:t>97</a:t>
            </a:fld>
            <a:endParaRPr lang="en-US" altLang="zh-CN" b="0" i="0" smtClean="0"/>
          </a:p>
        </p:txBody>
      </p:sp>
      <p:sp>
        <p:nvSpPr>
          <p:cNvPr id="11981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1EB413F-4910-47A8-9775-285E5ED361DA}" type="datetime1">
              <a:rPr lang="zh-CN" altLang="en-US" sz="1800" i="0" smtClean="0"/>
              <a:pPr/>
              <a:t>2024/10/20</a:t>
            </a:fld>
            <a:endParaRPr lang="en-US" altLang="zh-CN" sz="1800" i="0" smtClean="0"/>
          </a:p>
        </p:txBody>
      </p:sp>
      <p:sp>
        <p:nvSpPr>
          <p:cNvPr id="530434" name="Rectangle 2"/>
          <p:cNvSpPr>
            <a:spLocks noGrp="1" noChangeArrowheads="1"/>
          </p:cNvSpPr>
          <p:nvPr>
            <p:ph type="title"/>
          </p:nvPr>
        </p:nvSpPr>
        <p:spPr/>
        <p:txBody>
          <a:bodyPr/>
          <a:lstStyle/>
          <a:p>
            <a:pPr>
              <a:defRPr/>
            </a:pPr>
            <a:r>
              <a:rPr lang="zh-CN" altLang="en-US" smtClean="0"/>
              <a:t>§6 反插值</a:t>
            </a:r>
          </a:p>
        </p:txBody>
      </p:sp>
      <p:sp>
        <p:nvSpPr>
          <p:cNvPr id="119813" name="Rectangle 3"/>
          <p:cNvSpPr>
            <a:spLocks noGrp="1" noChangeArrowheads="1"/>
          </p:cNvSpPr>
          <p:nvPr>
            <p:ph type="body" idx="1"/>
          </p:nvPr>
        </p:nvSpPr>
        <p:spPr>
          <a:xfrm>
            <a:off x="650875" y="1143000"/>
            <a:ext cx="8820150" cy="1654175"/>
          </a:xfrm>
        </p:spPr>
        <p:txBody>
          <a:bodyPr/>
          <a:lstStyle/>
          <a:p>
            <a:r>
              <a:rPr lang="zh-CN" altLang="en-US" sz="3200" smtClean="0"/>
              <a:t>正插值：已知</a:t>
            </a:r>
            <a:r>
              <a:rPr lang="en-US" altLang="zh-CN" sz="3200" i="1" smtClean="0"/>
              <a:t>x</a:t>
            </a:r>
            <a:r>
              <a:rPr lang="en-US" altLang="zh-CN" sz="3200" smtClean="0"/>
              <a:t>—〉</a:t>
            </a:r>
            <a:r>
              <a:rPr lang="zh-CN" altLang="en-US" sz="3200" smtClean="0"/>
              <a:t>求</a:t>
            </a:r>
            <a:r>
              <a:rPr lang="en-US" altLang="zh-CN" sz="3200" i="1" smtClean="0"/>
              <a:t>y</a:t>
            </a:r>
          </a:p>
          <a:p>
            <a:r>
              <a:rPr lang="zh-CN" altLang="en-US" sz="3200" smtClean="0"/>
              <a:t>反插值：已知</a:t>
            </a:r>
            <a:r>
              <a:rPr lang="en-US" altLang="zh-CN" sz="3200" i="1" smtClean="0"/>
              <a:t>y</a:t>
            </a:r>
            <a:r>
              <a:rPr lang="en-US" altLang="zh-CN" sz="3200" smtClean="0"/>
              <a:t>—〉</a:t>
            </a:r>
            <a:r>
              <a:rPr lang="zh-CN" altLang="en-US" sz="3200" smtClean="0"/>
              <a:t>求</a:t>
            </a:r>
            <a:r>
              <a:rPr lang="en-US" altLang="zh-CN" sz="3200" i="1" smtClean="0"/>
              <a:t>x</a:t>
            </a:r>
          </a:p>
          <a:p>
            <a:r>
              <a:rPr lang="en-US" altLang="zh-CN" sz="3200" smtClean="0"/>
              <a:t>1. </a:t>
            </a:r>
            <a:r>
              <a:rPr lang="zh-CN" altLang="en-US" sz="3200" smtClean="0"/>
              <a:t>使用反函数的插值法</a:t>
            </a:r>
          </a:p>
        </p:txBody>
      </p:sp>
      <p:grpSp>
        <p:nvGrpSpPr>
          <p:cNvPr id="2" name="Group 8"/>
          <p:cNvGrpSpPr>
            <a:grpSpLocks/>
          </p:cNvGrpSpPr>
          <p:nvPr/>
        </p:nvGrpSpPr>
        <p:grpSpPr bwMode="auto">
          <a:xfrm>
            <a:off x="1676400" y="2743200"/>
            <a:ext cx="2971800" cy="1143000"/>
            <a:chOff x="144" y="1776"/>
            <a:chExt cx="1872" cy="720"/>
          </a:xfrm>
        </p:grpSpPr>
        <p:sp>
          <p:nvSpPr>
            <p:cNvPr id="119824" name="Rectangle 4"/>
            <p:cNvSpPr>
              <a:spLocks noChangeArrowheads="1"/>
            </p:cNvSpPr>
            <p:nvPr/>
          </p:nvSpPr>
          <p:spPr bwMode="auto">
            <a:xfrm>
              <a:off x="192" y="1776"/>
              <a:ext cx="176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x     x</a:t>
              </a:r>
              <a:r>
                <a:rPr lang="en-US" altLang="zh-CN" sz="3200" i="0" baseline="-25000">
                  <a:latin typeface="Times New Roman" pitchFamily="18" charset="0"/>
                </a:rPr>
                <a:t>0</a:t>
              </a:r>
              <a:r>
                <a:rPr lang="en-US" altLang="zh-CN" sz="3200">
                  <a:latin typeface="Times New Roman" pitchFamily="18" charset="0"/>
                </a:rPr>
                <a:t>  x</a:t>
              </a:r>
              <a:r>
                <a:rPr lang="en-US" altLang="zh-CN" sz="3200" i="0" baseline="-25000">
                  <a:latin typeface="Times New Roman" pitchFamily="18" charset="0"/>
                </a:rPr>
                <a:t>1</a:t>
              </a:r>
              <a:r>
                <a:rPr lang="en-US" altLang="zh-CN" sz="3200">
                  <a:latin typeface="Times New Roman" pitchFamily="18" charset="0"/>
                </a:rPr>
                <a:t> … x</a:t>
              </a:r>
              <a:r>
                <a:rPr lang="en-US" altLang="zh-CN" sz="3200" i="0" baseline="-25000">
                  <a:latin typeface="Times New Roman" pitchFamily="18" charset="0"/>
                </a:rPr>
                <a:t>n </a:t>
              </a:r>
              <a:endParaRPr lang="zh-CN" altLang="en-US" sz="3200" i="0" baseline="-25000">
                <a:latin typeface="Times New Roman" pitchFamily="18" charset="0"/>
              </a:endParaRPr>
            </a:p>
          </p:txBody>
        </p:sp>
        <p:sp>
          <p:nvSpPr>
            <p:cNvPr id="119825" name="Rectangle 5"/>
            <p:cNvSpPr>
              <a:spLocks noChangeArrowheads="1"/>
            </p:cNvSpPr>
            <p:nvPr/>
          </p:nvSpPr>
          <p:spPr bwMode="auto">
            <a:xfrm>
              <a:off x="202" y="2112"/>
              <a:ext cx="170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y     y</a:t>
              </a:r>
              <a:r>
                <a:rPr lang="en-US" altLang="zh-CN" sz="3200" i="0" baseline="-25000">
                  <a:latin typeface="Times New Roman" pitchFamily="18" charset="0"/>
                </a:rPr>
                <a:t>0</a:t>
              </a:r>
              <a:r>
                <a:rPr lang="en-US" altLang="zh-CN" sz="3200">
                  <a:latin typeface="Times New Roman" pitchFamily="18" charset="0"/>
                </a:rPr>
                <a:t>  y</a:t>
              </a:r>
              <a:r>
                <a:rPr lang="en-US" altLang="zh-CN" sz="3200" i="0" baseline="-25000">
                  <a:latin typeface="Times New Roman" pitchFamily="18" charset="0"/>
                </a:rPr>
                <a:t>1</a:t>
              </a:r>
              <a:r>
                <a:rPr lang="en-US" altLang="zh-CN" sz="3200">
                  <a:latin typeface="Times New Roman" pitchFamily="18" charset="0"/>
                </a:rPr>
                <a:t> … y</a:t>
              </a:r>
              <a:r>
                <a:rPr lang="en-US" altLang="zh-CN" sz="3200" i="0" baseline="-25000">
                  <a:latin typeface="Times New Roman" pitchFamily="18" charset="0"/>
                </a:rPr>
                <a:t>n </a:t>
              </a:r>
              <a:endParaRPr lang="zh-CN" altLang="en-US" sz="3200" i="0" baseline="-25000">
                <a:latin typeface="Times New Roman" pitchFamily="18" charset="0"/>
              </a:endParaRPr>
            </a:p>
          </p:txBody>
        </p:sp>
        <p:sp>
          <p:nvSpPr>
            <p:cNvPr id="119826" name="Line 6"/>
            <p:cNvSpPr>
              <a:spLocks noChangeShapeType="1"/>
            </p:cNvSpPr>
            <p:nvPr/>
          </p:nvSpPr>
          <p:spPr bwMode="auto">
            <a:xfrm>
              <a:off x="144" y="2160"/>
              <a:ext cx="18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27" name="Line 7"/>
            <p:cNvSpPr>
              <a:spLocks noChangeShapeType="1"/>
            </p:cNvSpPr>
            <p:nvPr/>
          </p:nvSpPr>
          <p:spPr bwMode="auto">
            <a:xfrm>
              <a:off x="528" y="1824"/>
              <a:ext cx="0" cy="6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30441" name="AutoShape 9"/>
          <p:cNvSpPr>
            <a:spLocks noChangeArrowheads="1"/>
          </p:cNvSpPr>
          <p:nvPr/>
        </p:nvSpPr>
        <p:spPr bwMode="auto">
          <a:xfrm>
            <a:off x="5181600" y="3124200"/>
            <a:ext cx="838200" cy="685800"/>
          </a:xfrm>
          <a:prstGeom prst="rightArrow">
            <a:avLst>
              <a:gd name="adj1" fmla="val 50000"/>
              <a:gd name="adj2" fmla="val 30556"/>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 name="Group 11"/>
          <p:cNvGrpSpPr>
            <a:grpSpLocks/>
          </p:cNvGrpSpPr>
          <p:nvPr/>
        </p:nvGrpSpPr>
        <p:grpSpPr bwMode="auto">
          <a:xfrm>
            <a:off x="6477000" y="2743200"/>
            <a:ext cx="2971800" cy="1143000"/>
            <a:chOff x="144" y="1776"/>
            <a:chExt cx="1872" cy="720"/>
          </a:xfrm>
        </p:grpSpPr>
        <p:sp>
          <p:nvSpPr>
            <p:cNvPr id="119820" name="Rectangle 12"/>
            <p:cNvSpPr>
              <a:spLocks noChangeArrowheads="1"/>
            </p:cNvSpPr>
            <p:nvPr/>
          </p:nvSpPr>
          <p:spPr bwMode="auto">
            <a:xfrm>
              <a:off x="192" y="1776"/>
              <a:ext cx="170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y     y</a:t>
              </a:r>
              <a:r>
                <a:rPr lang="en-US" altLang="zh-CN" sz="3200" i="0" baseline="-25000">
                  <a:latin typeface="Times New Roman" pitchFamily="18" charset="0"/>
                </a:rPr>
                <a:t>0</a:t>
              </a:r>
              <a:r>
                <a:rPr lang="en-US" altLang="zh-CN" sz="3200">
                  <a:latin typeface="Times New Roman" pitchFamily="18" charset="0"/>
                </a:rPr>
                <a:t>  y</a:t>
              </a:r>
              <a:r>
                <a:rPr lang="en-US" altLang="zh-CN" sz="3200" i="0" baseline="-25000">
                  <a:latin typeface="Times New Roman" pitchFamily="18" charset="0"/>
                </a:rPr>
                <a:t>1</a:t>
              </a:r>
              <a:r>
                <a:rPr lang="en-US" altLang="zh-CN" sz="3200">
                  <a:latin typeface="Times New Roman" pitchFamily="18" charset="0"/>
                </a:rPr>
                <a:t> … y</a:t>
              </a:r>
              <a:r>
                <a:rPr lang="en-US" altLang="zh-CN" sz="3200" i="0" baseline="-25000">
                  <a:latin typeface="Times New Roman" pitchFamily="18" charset="0"/>
                </a:rPr>
                <a:t>n </a:t>
              </a:r>
              <a:endParaRPr lang="zh-CN" altLang="en-US" sz="3200" i="0" baseline="-25000">
                <a:latin typeface="Times New Roman" pitchFamily="18" charset="0"/>
              </a:endParaRPr>
            </a:p>
          </p:txBody>
        </p:sp>
        <p:sp>
          <p:nvSpPr>
            <p:cNvPr id="119821" name="Rectangle 13"/>
            <p:cNvSpPr>
              <a:spLocks noChangeArrowheads="1"/>
            </p:cNvSpPr>
            <p:nvPr/>
          </p:nvSpPr>
          <p:spPr bwMode="auto">
            <a:xfrm>
              <a:off x="202" y="2112"/>
              <a:ext cx="176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x     x</a:t>
              </a:r>
              <a:r>
                <a:rPr lang="en-US" altLang="zh-CN" sz="3200" i="0" baseline="-25000">
                  <a:latin typeface="Times New Roman" pitchFamily="18" charset="0"/>
                </a:rPr>
                <a:t>0</a:t>
              </a:r>
              <a:r>
                <a:rPr lang="en-US" altLang="zh-CN" sz="3200">
                  <a:latin typeface="Times New Roman" pitchFamily="18" charset="0"/>
                </a:rPr>
                <a:t>  x</a:t>
              </a:r>
              <a:r>
                <a:rPr lang="en-US" altLang="zh-CN" sz="3200" i="0" baseline="-25000">
                  <a:latin typeface="Times New Roman" pitchFamily="18" charset="0"/>
                </a:rPr>
                <a:t>1</a:t>
              </a:r>
              <a:r>
                <a:rPr lang="en-US" altLang="zh-CN" sz="3200">
                  <a:latin typeface="Times New Roman" pitchFamily="18" charset="0"/>
                </a:rPr>
                <a:t> … x</a:t>
              </a:r>
              <a:r>
                <a:rPr lang="en-US" altLang="zh-CN" sz="3200" i="0" baseline="-25000">
                  <a:latin typeface="Times New Roman" pitchFamily="18" charset="0"/>
                </a:rPr>
                <a:t>n </a:t>
              </a:r>
              <a:endParaRPr lang="zh-CN" altLang="en-US" sz="3200" i="0" baseline="-25000">
                <a:latin typeface="Times New Roman" pitchFamily="18" charset="0"/>
              </a:endParaRPr>
            </a:p>
          </p:txBody>
        </p:sp>
        <p:sp>
          <p:nvSpPr>
            <p:cNvPr id="119822" name="Line 14"/>
            <p:cNvSpPr>
              <a:spLocks noChangeShapeType="1"/>
            </p:cNvSpPr>
            <p:nvPr/>
          </p:nvSpPr>
          <p:spPr bwMode="auto">
            <a:xfrm>
              <a:off x="144" y="2160"/>
              <a:ext cx="18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23" name="Line 15"/>
            <p:cNvSpPr>
              <a:spLocks noChangeShapeType="1"/>
            </p:cNvSpPr>
            <p:nvPr/>
          </p:nvSpPr>
          <p:spPr bwMode="auto">
            <a:xfrm>
              <a:off x="528" y="1824"/>
              <a:ext cx="0" cy="6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30448" name="Object 16"/>
          <p:cNvGraphicFramePr>
            <a:graphicFrameLocks noChangeAspect="1"/>
          </p:cNvGraphicFramePr>
          <p:nvPr/>
        </p:nvGraphicFramePr>
        <p:xfrm>
          <a:off x="1143000" y="3886200"/>
          <a:ext cx="6767513" cy="1122363"/>
        </p:xfrm>
        <a:graphic>
          <a:graphicData uri="http://schemas.openxmlformats.org/presentationml/2006/ole">
            <mc:AlternateContent xmlns:mc="http://schemas.openxmlformats.org/markup-compatibility/2006">
              <mc:Choice xmlns:v="urn:schemas-microsoft-com:vml" Requires="v">
                <p:oleObj spid="_x0000_s193584" name="Equation" r:id="rId3" imgW="2971800" imgH="444500" progId="Equation.3">
                  <p:embed/>
                </p:oleObj>
              </mc:Choice>
              <mc:Fallback>
                <p:oleObj name="Equation" r:id="rId3" imgW="2971800" imgH="4445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886200"/>
                        <a:ext cx="6767513"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0449" name="AutoShape 17"/>
          <p:cNvSpPr>
            <a:spLocks noChangeArrowheads="1"/>
          </p:cNvSpPr>
          <p:nvPr/>
        </p:nvSpPr>
        <p:spPr bwMode="auto">
          <a:xfrm>
            <a:off x="762000" y="5105400"/>
            <a:ext cx="685800" cy="685800"/>
          </a:xfrm>
          <a:prstGeom prst="rightArrow">
            <a:avLst>
              <a:gd name="adj1" fmla="val 50000"/>
              <a:gd name="adj2"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30450" name="Object 18"/>
          <p:cNvGraphicFramePr>
            <a:graphicFrameLocks noChangeAspect="1"/>
          </p:cNvGraphicFramePr>
          <p:nvPr/>
        </p:nvGraphicFramePr>
        <p:xfrm>
          <a:off x="1600200" y="4953000"/>
          <a:ext cx="5551488" cy="1122363"/>
        </p:xfrm>
        <a:graphic>
          <a:graphicData uri="http://schemas.openxmlformats.org/presentationml/2006/ole">
            <mc:AlternateContent xmlns:mc="http://schemas.openxmlformats.org/markup-compatibility/2006">
              <mc:Choice xmlns:v="urn:schemas-microsoft-com:vml" Requires="v">
                <p:oleObj spid="_x0000_s193585" name="Equation" r:id="rId5" imgW="2438400" imgH="444500" progId="Equation.3">
                  <p:embed/>
                </p:oleObj>
              </mc:Choice>
              <mc:Fallback>
                <p:oleObj name="Equation" r:id="rId5" imgW="2438400" imgH="444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4953000"/>
                        <a:ext cx="5551488"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964734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0441"/>
                                        </p:tgtEl>
                                        <p:attrNameLst>
                                          <p:attrName>style.visibility</p:attrName>
                                        </p:attrNameLst>
                                      </p:cBhvr>
                                      <p:to>
                                        <p:strVal val="visible"/>
                                      </p:to>
                                    </p:set>
                                    <p:animEffect transition="in" filter="dissolve">
                                      <p:cBhvr>
                                        <p:cTn id="12" dur="500"/>
                                        <p:tgtEl>
                                          <p:spTgt spid="5304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30448"/>
                                        </p:tgtEl>
                                        <p:attrNameLst>
                                          <p:attrName>style.visibility</p:attrName>
                                        </p:attrNameLst>
                                      </p:cBhvr>
                                      <p:to>
                                        <p:strVal val="visible"/>
                                      </p:to>
                                    </p:set>
                                    <p:animEffect transition="in" filter="dissolve">
                                      <p:cBhvr>
                                        <p:cTn id="22" dur="500"/>
                                        <p:tgtEl>
                                          <p:spTgt spid="5304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30449"/>
                                        </p:tgtEl>
                                        <p:attrNameLst>
                                          <p:attrName>style.visibility</p:attrName>
                                        </p:attrNameLst>
                                      </p:cBhvr>
                                      <p:to>
                                        <p:strVal val="visible"/>
                                      </p:to>
                                    </p:set>
                                    <p:animEffect transition="in" filter="dissolve">
                                      <p:cBhvr>
                                        <p:cTn id="27" dur="500"/>
                                        <p:tgtEl>
                                          <p:spTgt spid="53044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530450"/>
                                        </p:tgtEl>
                                        <p:attrNameLst>
                                          <p:attrName>style.visibility</p:attrName>
                                        </p:attrNameLst>
                                      </p:cBhvr>
                                      <p:to>
                                        <p:strVal val="visible"/>
                                      </p:to>
                                    </p:set>
                                    <p:animEffect transition="in" filter="dissolve">
                                      <p:cBhvr>
                                        <p:cTn id="32" dur="500"/>
                                        <p:tgtEl>
                                          <p:spTgt spid="530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41" grpId="0" animBg="1"/>
      <p:bldP spid="530449" grpId="0" animBg="1"/>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D4C18E5-7E82-437B-A888-F7B59596D953}" type="slidenum">
              <a:rPr lang="zh-CN" altLang="en-US" b="0" i="0" smtClean="0"/>
              <a:pPr/>
              <a:t>98</a:t>
            </a:fld>
            <a:endParaRPr lang="en-US" altLang="zh-CN" b="0" i="0" smtClean="0"/>
          </a:p>
        </p:txBody>
      </p:sp>
      <p:sp>
        <p:nvSpPr>
          <p:cNvPr id="12083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7209A91-A24A-4403-BA7E-3E879F617691}" type="datetime1">
              <a:rPr lang="zh-CN" altLang="en-US" sz="1800" i="0" smtClean="0"/>
              <a:pPr/>
              <a:t>2024/10/20</a:t>
            </a:fld>
            <a:endParaRPr lang="en-US" altLang="zh-CN" sz="1800" i="0" smtClean="0"/>
          </a:p>
        </p:txBody>
      </p:sp>
      <p:sp>
        <p:nvSpPr>
          <p:cNvPr id="532482" name="Rectangle 2"/>
          <p:cNvSpPr>
            <a:spLocks noGrp="1" noChangeArrowheads="1"/>
          </p:cNvSpPr>
          <p:nvPr>
            <p:ph type="title"/>
          </p:nvPr>
        </p:nvSpPr>
        <p:spPr/>
        <p:txBody>
          <a:bodyPr/>
          <a:lstStyle/>
          <a:p>
            <a:pPr>
              <a:defRPr/>
            </a:pPr>
            <a:r>
              <a:rPr lang="zh-CN" altLang="en-US" smtClean="0"/>
              <a:t>§6.1 使用反函数的插值法</a:t>
            </a:r>
          </a:p>
        </p:txBody>
      </p:sp>
      <p:sp>
        <p:nvSpPr>
          <p:cNvPr id="120837" name="Rectangle 3"/>
          <p:cNvSpPr>
            <a:spLocks noGrp="1" noChangeArrowheads="1"/>
          </p:cNvSpPr>
          <p:nvPr>
            <p:ph type="body" idx="1"/>
          </p:nvPr>
        </p:nvSpPr>
        <p:spPr>
          <a:xfrm>
            <a:off x="650875" y="1143000"/>
            <a:ext cx="8820150" cy="768350"/>
          </a:xfrm>
        </p:spPr>
        <p:txBody>
          <a:bodyPr/>
          <a:lstStyle/>
          <a:p>
            <a:r>
              <a:rPr lang="zh-CN" altLang="en-US" smtClean="0"/>
              <a:t>例5.1</a:t>
            </a:r>
            <a:r>
              <a:rPr lang="en-US" altLang="zh-CN" smtClean="0"/>
              <a:t>0 </a:t>
            </a:r>
            <a:r>
              <a:rPr lang="zh-CN" altLang="en-US" smtClean="0"/>
              <a:t>给出</a:t>
            </a:r>
            <a:r>
              <a:rPr lang="en-US" altLang="zh-CN" i="1" smtClean="0"/>
              <a:t>sinx</a:t>
            </a:r>
            <a:r>
              <a:rPr lang="zh-CN" altLang="en-US" smtClean="0"/>
              <a:t>的函数表，对</a:t>
            </a:r>
            <a:r>
              <a:rPr lang="en-US" altLang="zh-CN" i="1" smtClean="0"/>
              <a:t>y</a:t>
            </a:r>
            <a:r>
              <a:rPr lang="en-US" altLang="zh-CN" smtClean="0"/>
              <a:t>=0.98000000</a:t>
            </a:r>
            <a:r>
              <a:rPr lang="zh-CN" altLang="en-US" smtClean="0"/>
              <a:t>利用</a:t>
            </a:r>
            <a:r>
              <a:rPr lang="en-US" altLang="zh-CN" i="1" smtClean="0"/>
              <a:t>y</a:t>
            </a:r>
            <a:r>
              <a:rPr lang="en-US" altLang="zh-CN" smtClean="0"/>
              <a:t>=</a:t>
            </a:r>
            <a:r>
              <a:rPr lang="en-US" altLang="zh-CN" i="1" smtClean="0"/>
              <a:t>sinx</a:t>
            </a:r>
            <a:r>
              <a:rPr lang="zh-CN" altLang="en-US" smtClean="0"/>
              <a:t>的反函数进行反插值</a:t>
            </a:r>
          </a:p>
        </p:txBody>
      </p:sp>
      <p:graphicFrame>
        <p:nvGraphicFramePr>
          <p:cNvPr id="532524" name="Group 44"/>
          <p:cNvGraphicFramePr>
            <a:graphicFrameLocks noGrp="1"/>
          </p:cNvGraphicFramePr>
          <p:nvPr/>
        </p:nvGraphicFramePr>
        <p:xfrm>
          <a:off x="382588" y="1905000"/>
          <a:ext cx="9142412" cy="914400"/>
        </p:xfrm>
        <a:graphic>
          <a:graphicData uri="http://schemas.openxmlformats.org/drawingml/2006/table">
            <a:tbl>
              <a:tblPr/>
              <a:tblGrid>
                <a:gridCol w="836612"/>
                <a:gridCol w="1676400"/>
                <a:gridCol w="1676400"/>
                <a:gridCol w="1676400"/>
                <a:gridCol w="1524000"/>
                <a:gridCol w="1752600"/>
              </a:tblGrid>
              <a:tr h="4572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1.74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1.76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1.78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1.80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1.82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sinx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0.98571918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0.98215432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0.97819661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0.9784763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0.96910913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32518" name="Object 38"/>
          <p:cNvGraphicFramePr>
            <a:graphicFrameLocks noChangeAspect="1"/>
          </p:cNvGraphicFramePr>
          <p:nvPr/>
        </p:nvGraphicFramePr>
        <p:xfrm>
          <a:off x="609600" y="2743200"/>
          <a:ext cx="5551488" cy="1122363"/>
        </p:xfrm>
        <a:graphic>
          <a:graphicData uri="http://schemas.openxmlformats.org/presentationml/2006/ole">
            <mc:AlternateContent xmlns:mc="http://schemas.openxmlformats.org/markup-compatibility/2006">
              <mc:Choice xmlns:v="urn:schemas-microsoft-com:vml" Requires="v">
                <p:oleObj spid="_x0000_s194677" name="Equation" r:id="rId3" imgW="2438400" imgH="444500" progId="Equation.3">
                  <p:embed/>
                </p:oleObj>
              </mc:Choice>
              <mc:Fallback>
                <p:oleObj name="Equation" r:id="rId3" imgW="2438400" imgH="4445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743200"/>
                        <a:ext cx="5551488"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19" name="Object 39"/>
          <p:cNvGraphicFramePr>
            <a:graphicFrameLocks noChangeAspect="1"/>
          </p:cNvGraphicFramePr>
          <p:nvPr/>
        </p:nvGraphicFramePr>
        <p:xfrm>
          <a:off x="0" y="3810000"/>
          <a:ext cx="5029200" cy="1122363"/>
        </p:xfrm>
        <a:graphic>
          <a:graphicData uri="http://schemas.openxmlformats.org/presentationml/2006/ole">
            <mc:AlternateContent xmlns:mc="http://schemas.openxmlformats.org/markup-compatibility/2006">
              <mc:Choice xmlns:v="urn:schemas-microsoft-com:vml" Requires="v">
                <p:oleObj spid="_x0000_s194678" name="Equation" r:id="rId5" imgW="2616200" imgH="444500" progId="Equation.3">
                  <p:embed/>
                </p:oleObj>
              </mc:Choice>
              <mc:Fallback>
                <p:oleObj name="Equation" r:id="rId5" imgW="2616200" imgH="444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810000"/>
                        <a:ext cx="5029200"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20" name="Object 40"/>
          <p:cNvGraphicFramePr>
            <a:graphicFrameLocks noChangeAspect="1"/>
          </p:cNvGraphicFramePr>
          <p:nvPr/>
        </p:nvGraphicFramePr>
        <p:xfrm>
          <a:off x="5029200" y="3886200"/>
          <a:ext cx="4876800" cy="914400"/>
        </p:xfrm>
        <a:graphic>
          <a:graphicData uri="http://schemas.openxmlformats.org/presentationml/2006/ole">
            <mc:AlternateContent xmlns:mc="http://schemas.openxmlformats.org/markup-compatibility/2006">
              <mc:Choice xmlns:v="urn:schemas-microsoft-com:vml" Requires="v">
                <p:oleObj spid="_x0000_s194679" name="Equation" r:id="rId7" imgW="2616200" imgH="444500" progId="Equation.3">
                  <p:embed/>
                </p:oleObj>
              </mc:Choice>
              <mc:Fallback>
                <p:oleObj name="Equation" r:id="rId7" imgW="2616200" imgH="4445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9200" y="3886200"/>
                        <a:ext cx="4876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21" name="Object 41"/>
          <p:cNvGraphicFramePr>
            <a:graphicFrameLocks noChangeAspect="1"/>
          </p:cNvGraphicFramePr>
          <p:nvPr/>
        </p:nvGraphicFramePr>
        <p:xfrm>
          <a:off x="4902200" y="4800600"/>
          <a:ext cx="5003800" cy="990600"/>
        </p:xfrm>
        <a:graphic>
          <a:graphicData uri="http://schemas.openxmlformats.org/presentationml/2006/ole">
            <mc:AlternateContent xmlns:mc="http://schemas.openxmlformats.org/markup-compatibility/2006">
              <mc:Choice xmlns:v="urn:schemas-microsoft-com:vml" Requires="v">
                <p:oleObj spid="_x0000_s194680" name="Equation" r:id="rId9" imgW="2603500" imgH="444500" progId="Equation.3">
                  <p:embed/>
                </p:oleObj>
              </mc:Choice>
              <mc:Fallback>
                <p:oleObj name="Equation" r:id="rId9" imgW="2603500" imgH="4445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02200" y="4800600"/>
                        <a:ext cx="50038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22" name="Object 42"/>
          <p:cNvGraphicFramePr>
            <a:graphicFrameLocks noChangeAspect="1"/>
          </p:cNvGraphicFramePr>
          <p:nvPr/>
        </p:nvGraphicFramePr>
        <p:xfrm>
          <a:off x="11113" y="4876800"/>
          <a:ext cx="4852987" cy="914400"/>
        </p:xfrm>
        <a:graphic>
          <a:graphicData uri="http://schemas.openxmlformats.org/presentationml/2006/ole">
            <mc:AlternateContent xmlns:mc="http://schemas.openxmlformats.org/markup-compatibility/2006">
              <mc:Choice xmlns:v="urn:schemas-microsoft-com:vml" Requires="v">
                <p:oleObj spid="_x0000_s194681" name="Equation" r:id="rId11" imgW="2603500" imgH="444500" progId="Equation.3">
                  <p:embed/>
                </p:oleObj>
              </mc:Choice>
              <mc:Fallback>
                <p:oleObj name="Equation" r:id="rId11" imgW="2603500" imgH="4445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13" y="4876800"/>
                        <a:ext cx="4852987"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23" name="Rectangle 43"/>
          <p:cNvSpPr>
            <a:spLocks noChangeArrowheads="1"/>
          </p:cNvSpPr>
          <p:nvPr/>
        </p:nvSpPr>
        <p:spPr bwMode="auto">
          <a:xfrm>
            <a:off x="762000" y="5745163"/>
            <a:ext cx="23463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i="0">
                <a:latin typeface="Times New Roman" pitchFamily="18" charset="0"/>
              </a:rPr>
              <a:t>=1.77113820</a:t>
            </a:r>
          </a:p>
        </p:txBody>
      </p:sp>
    </p:spTree>
    <p:extLst>
      <p:ext uri="{BB962C8B-B14F-4D97-AF65-F5344CB8AC3E}">
        <p14:creationId xmlns:p14="http://schemas.microsoft.com/office/powerpoint/2010/main" val="206386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32518"/>
                                        </p:tgtEl>
                                        <p:attrNameLst>
                                          <p:attrName>style.visibility</p:attrName>
                                        </p:attrNameLst>
                                      </p:cBhvr>
                                      <p:to>
                                        <p:strVal val="visible"/>
                                      </p:to>
                                    </p:set>
                                    <p:animEffect transition="in" filter="dissolve">
                                      <p:cBhvr>
                                        <p:cTn id="7" dur="500"/>
                                        <p:tgtEl>
                                          <p:spTgt spid="5325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32519"/>
                                        </p:tgtEl>
                                        <p:attrNameLst>
                                          <p:attrName>style.visibility</p:attrName>
                                        </p:attrNameLst>
                                      </p:cBhvr>
                                      <p:to>
                                        <p:strVal val="visible"/>
                                      </p:to>
                                    </p:set>
                                    <p:animEffect transition="in" filter="dissolve">
                                      <p:cBhvr>
                                        <p:cTn id="12" dur="500"/>
                                        <p:tgtEl>
                                          <p:spTgt spid="5325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32520"/>
                                        </p:tgtEl>
                                        <p:attrNameLst>
                                          <p:attrName>style.visibility</p:attrName>
                                        </p:attrNameLst>
                                      </p:cBhvr>
                                      <p:to>
                                        <p:strVal val="visible"/>
                                      </p:to>
                                    </p:set>
                                    <p:animEffect transition="in" filter="dissolve">
                                      <p:cBhvr>
                                        <p:cTn id="17" dur="500"/>
                                        <p:tgtEl>
                                          <p:spTgt spid="5325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32522"/>
                                        </p:tgtEl>
                                        <p:attrNameLst>
                                          <p:attrName>style.visibility</p:attrName>
                                        </p:attrNameLst>
                                      </p:cBhvr>
                                      <p:to>
                                        <p:strVal val="visible"/>
                                      </p:to>
                                    </p:set>
                                    <p:animEffect transition="in" filter="dissolve">
                                      <p:cBhvr>
                                        <p:cTn id="22" dur="500"/>
                                        <p:tgtEl>
                                          <p:spTgt spid="5325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32521"/>
                                        </p:tgtEl>
                                        <p:attrNameLst>
                                          <p:attrName>style.visibility</p:attrName>
                                        </p:attrNameLst>
                                      </p:cBhvr>
                                      <p:to>
                                        <p:strVal val="visible"/>
                                      </p:to>
                                    </p:set>
                                    <p:animEffect transition="in" filter="dissolve">
                                      <p:cBhvr>
                                        <p:cTn id="27" dur="500"/>
                                        <p:tgtEl>
                                          <p:spTgt spid="5325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32523"/>
                                        </p:tgtEl>
                                        <p:attrNameLst>
                                          <p:attrName>style.visibility</p:attrName>
                                        </p:attrNameLst>
                                      </p:cBhvr>
                                      <p:to>
                                        <p:strVal val="visible"/>
                                      </p:to>
                                    </p:set>
                                    <p:animEffect transition="in" filter="dissolve">
                                      <p:cBhvr>
                                        <p:cTn id="32" dur="500"/>
                                        <p:tgtEl>
                                          <p:spTgt spid="532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3"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61A9E97-AA7A-4D45-AC0D-C5F46B5D1CC3}" type="slidenum">
              <a:rPr lang="zh-CN" altLang="en-US" b="0" i="0" smtClean="0"/>
              <a:pPr/>
              <a:t>99</a:t>
            </a:fld>
            <a:endParaRPr lang="en-US" altLang="zh-CN" b="0" i="0" smtClean="0"/>
          </a:p>
        </p:txBody>
      </p:sp>
      <p:sp>
        <p:nvSpPr>
          <p:cNvPr id="12185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34C972F-0091-4824-B6AE-225AA600AD90}" type="datetime1">
              <a:rPr lang="zh-CN" altLang="en-US" sz="1800" i="0" smtClean="0"/>
              <a:pPr/>
              <a:t>2024/10/20</a:t>
            </a:fld>
            <a:endParaRPr lang="en-US" altLang="zh-CN" sz="1800" i="0" smtClean="0"/>
          </a:p>
        </p:txBody>
      </p:sp>
      <p:sp>
        <p:nvSpPr>
          <p:cNvPr id="531458" name="Rectangle 2"/>
          <p:cNvSpPr>
            <a:spLocks noGrp="1" noChangeArrowheads="1"/>
          </p:cNvSpPr>
          <p:nvPr>
            <p:ph type="title"/>
          </p:nvPr>
        </p:nvSpPr>
        <p:spPr/>
        <p:txBody>
          <a:bodyPr/>
          <a:lstStyle/>
          <a:p>
            <a:pPr>
              <a:defRPr/>
            </a:pPr>
            <a:r>
              <a:rPr lang="zh-CN" altLang="en-US" smtClean="0"/>
              <a:t>§6.1 使用反函数的插值法</a:t>
            </a:r>
          </a:p>
        </p:txBody>
      </p:sp>
      <p:graphicFrame>
        <p:nvGraphicFramePr>
          <p:cNvPr id="531460" name="Object 4"/>
          <p:cNvGraphicFramePr>
            <a:graphicFrameLocks noGrp="1" noChangeAspect="1"/>
          </p:cNvGraphicFramePr>
          <p:nvPr>
            <p:ph type="body" idx="1"/>
          </p:nvPr>
        </p:nvGraphicFramePr>
        <p:xfrm>
          <a:off x="76200" y="1049338"/>
          <a:ext cx="9829800" cy="1169987"/>
        </p:xfrm>
        <a:graphic>
          <a:graphicData uri="http://schemas.openxmlformats.org/presentationml/2006/ole">
            <mc:AlternateContent xmlns:mc="http://schemas.openxmlformats.org/markup-compatibility/2006">
              <mc:Choice xmlns:v="urn:schemas-microsoft-com:vml" Requires="v">
                <p:oleObj spid="_x0000_s195632" name="Equation" r:id="rId3" imgW="4114800" imgH="457200" progId="Equation.3">
                  <p:embed/>
                </p:oleObj>
              </mc:Choice>
              <mc:Fallback>
                <p:oleObj name="Equation" r:id="rId3" imgW="41148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1049338"/>
                        <a:ext cx="9829800" cy="1169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1461" name="AutoShape 5"/>
          <p:cNvSpPr>
            <a:spLocks noChangeArrowheads="1"/>
          </p:cNvSpPr>
          <p:nvPr/>
        </p:nvSpPr>
        <p:spPr bwMode="auto">
          <a:xfrm>
            <a:off x="152400" y="2362200"/>
            <a:ext cx="381000" cy="685800"/>
          </a:xfrm>
          <a:prstGeom prst="rightArrow">
            <a:avLst>
              <a:gd name="adj1" fmla="val 50000"/>
              <a:gd name="adj2"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31462" name="Object 6"/>
          <p:cNvGraphicFramePr>
            <a:graphicFrameLocks noChangeAspect="1"/>
          </p:cNvGraphicFramePr>
          <p:nvPr/>
        </p:nvGraphicFramePr>
        <p:xfrm>
          <a:off x="533400" y="2316163"/>
          <a:ext cx="9372600" cy="1189037"/>
        </p:xfrm>
        <a:graphic>
          <a:graphicData uri="http://schemas.openxmlformats.org/presentationml/2006/ole">
            <mc:AlternateContent xmlns:mc="http://schemas.openxmlformats.org/markup-compatibility/2006">
              <mc:Choice xmlns:v="urn:schemas-microsoft-com:vml" Requires="v">
                <p:oleObj spid="_x0000_s195633" name="Equation" r:id="rId5" imgW="3606800" imgH="457200" progId="Equation.3">
                  <p:embed/>
                </p:oleObj>
              </mc:Choice>
              <mc:Fallback>
                <p:oleObj name="Equation" r:id="rId5" imgW="36068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2316163"/>
                        <a:ext cx="9372600" cy="1189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1463" name="Rectangle 7"/>
          <p:cNvSpPr>
            <a:spLocks noChangeArrowheads="1"/>
          </p:cNvSpPr>
          <p:nvPr/>
        </p:nvSpPr>
        <p:spPr bwMode="auto">
          <a:xfrm>
            <a:off x="1111250" y="3670300"/>
            <a:ext cx="34480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y = f(x)</a:t>
            </a:r>
            <a:r>
              <a:rPr lang="zh-CN" altLang="en-US" sz="3200" i="0">
                <a:latin typeface="Times New Roman" pitchFamily="18" charset="0"/>
              </a:rPr>
              <a:t>是单调函数</a:t>
            </a:r>
          </a:p>
        </p:txBody>
      </p:sp>
      <p:grpSp>
        <p:nvGrpSpPr>
          <p:cNvPr id="2" name="Group 14"/>
          <p:cNvGrpSpPr>
            <a:grpSpLocks/>
          </p:cNvGrpSpPr>
          <p:nvPr/>
        </p:nvGrpSpPr>
        <p:grpSpPr bwMode="auto">
          <a:xfrm>
            <a:off x="2101850" y="4173538"/>
            <a:ext cx="4016375" cy="2684462"/>
            <a:chOff x="864" y="2304"/>
            <a:chExt cx="2531" cy="1691"/>
          </a:xfrm>
        </p:grpSpPr>
        <p:sp>
          <p:nvSpPr>
            <p:cNvPr id="121868" name="Line 8"/>
            <p:cNvSpPr>
              <a:spLocks noChangeShapeType="1"/>
            </p:cNvSpPr>
            <p:nvPr/>
          </p:nvSpPr>
          <p:spPr bwMode="auto">
            <a:xfrm>
              <a:off x="864" y="3696"/>
              <a:ext cx="2531"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869" name="Line 9"/>
            <p:cNvSpPr>
              <a:spLocks noChangeShapeType="1"/>
            </p:cNvSpPr>
            <p:nvPr/>
          </p:nvSpPr>
          <p:spPr bwMode="auto">
            <a:xfrm>
              <a:off x="1104" y="2430"/>
              <a:ext cx="1" cy="1565"/>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870" name="Freeform 10"/>
            <p:cNvSpPr>
              <a:spLocks/>
            </p:cNvSpPr>
            <p:nvPr/>
          </p:nvSpPr>
          <p:spPr bwMode="auto">
            <a:xfrm>
              <a:off x="1152" y="2496"/>
              <a:ext cx="1919" cy="1229"/>
            </a:xfrm>
            <a:custGeom>
              <a:avLst/>
              <a:gdLst>
                <a:gd name="T0" fmla="*/ 0 w 1856"/>
                <a:gd name="T1" fmla="*/ 1466 h 1168"/>
                <a:gd name="T2" fmla="*/ 313 w 1856"/>
                <a:gd name="T3" fmla="*/ 818 h 1168"/>
                <a:gd name="T4" fmla="*/ 376 w 1856"/>
                <a:gd name="T5" fmla="*/ 527 h 1168"/>
                <a:gd name="T6" fmla="*/ 500 w 1856"/>
                <a:gd name="T7" fmla="*/ 384 h 1168"/>
                <a:gd name="T8" fmla="*/ 627 w 1856"/>
                <a:gd name="T9" fmla="*/ 601 h 1168"/>
                <a:gd name="T10" fmla="*/ 691 w 1856"/>
                <a:gd name="T11" fmla="*/ 1034 h 1168"/>
                <a:gd name="T12" fmla="*/ 815 w 1856"/>
                <a:gd name="T13" fmla="*/ 1536 h 1168"/>
                <a:gd name="T14" fmla="*/ 940 w 1856"/>
                <a:gd name="T15" fmla="*/ 1611 h 1168"/>
                <a:gd name="T16" fmla="*/ 1004 w 1856"/>
                <a:gd name="T17" fmla="*/ 1250 h 1168"/>
                <a:gd name="T18" fmla="*/ 1068 w 1856"/>
                <a:gd name="T19" fmla="*/ 890 h 1168"/>
                <a:gd name="T20" fmla="*/ 1255 w 1856"/>
                <a:gd name="T21" fmla="*/ 1034 h 1168"/>
                <a:gd name="T22" fmla="*/ 1316 w 1856"/>
                <a:gd name="T23" fmla="*/ 1393 h 1168"/>
                <a:gd name="T24" fmla="*/ 1568 w 1856"/>
                <a:gd name="T25" fmla="*/ 1466 h 1168"/>
                <a:gd name="T26" fmla="*/ 1629 w 1856"/>
                <a:gd name="T27" fmla="*/ 1106 h 1168"/>
                <a:gd name="T28" fmla="*/ 1693 w 1856"/>
                <a:gd name="T29" fmla="*/ 818 h 1168"/>
                <a:gd name="T30" fmla="*/ 1819 w 1856"/>
                <a:gd name="T31" fmla="*/ 745 h 1168"/>
                <a:gd name="T32" fmla="*/ 1945 w 1856"/>
                <a:gd name="T33" fmla="*/ 1034 h 1168"/>
                <a:gd name="T34" fmla="*/ 2008 w 1856"/>
                <a:gd name="T35" fmla="*/ 1536 h 1168"/>
                <a:gd name="T36" fmla="*/ 2130 w 1856"/>
                <a:gd name="T37" fmla="*/ 1536 h 1168"/>
                <a:gd name="T38" fmla="*/ 2382 w 1856"/>
                <a:gd name="T39" fmla="*/ 240 h 1168"/>
                <a:gd name="T40" fmla="*/ 2382 w 1856"/>
                <a:gd name="T41" fmla="*/ 95 h 1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56"/>
                <a:gd name="T64" fmla="*/ 0 h 1168"/>
                <a:gd name="T65" fmla="*/ 1856 w 1856"/>
                <a:gd name="T66" fmla="*/ 1168 h 1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56" h="1168">
                  <a:moveTo>
                    <a:pt x="0" y="976"/>
                  </a:moveTo>
                  <a:cubicBezTo>
                    <a:pt x="96" y="812"/>
                    <a:pt x="192" y="648"/>
                    <a:pt x="240" y="544"/>
                  </a:cubicBezTo>
                  <a:cubicBezTo>
                    <a:pt x="288" y="440"/>
                    <a:pt x="264" y="400"/>
                    <a:pt x="288" y="352"/>
                  </a:cubicBezTo>
                  <a:cubicBezTo>
                    <a:pt x="312" y="304"/>
                    <a:pt x="352" y="248"/>
                    <a:pt x="384" y="256"/>
                  </a:cubicBezTo>
                  <a:cubicBezTo>
                    <a:pt x="416" y="264"/>
                    <a:pt x="456" y="328"/>
                    <a:pt x="480" y="400"/>
                  </a:cubicBezTo>
                  <a:cubicBezTo>
                    <a:pt x="504" y="472"/>
                    <a:pt x="504" y="584"/>
                    <a:pt x="528" y="688"/>
                  </a:cubicBezTo>
                  <a:cubicBezTo>
                    <a:pt x="552" y="792"/>
                    <a:pt x="592" y="960"/>
                    <a:pt x="624" y="1024"/>
                  </a:cubicBezTo>
                  <a:cubicBezTo>
                    <a:pt x="656" y="1088"/>
                    <a:pt x="696" y="1104"/>
                    <a:pt x="720" y="1072"/>
                  </a:cubicBezTo>
                  <a:cubicBezTo>
                    <a:pt x="744" y="1040"/>
                    <a:pt x="752" y="912"/>
                    <a:pt x="768" y="832"/>
                  </a:cubicBezTo>
                  <a:cubicBezTo>
                    <a:pt x="784" y="752"/>
                    <a:pt x="784" y="616"/>
                    <a:pt x="816" y="592"/>
                  </a:cubicBezTo>
                  <a:cubicBezTo>
                    <a:pt x="848" y="568"/>
                    <a:pt x="928" y="632"/>
                    <a:pt x="960" y="688"/>
                  </a:cubicBezTo>
                  <a:cubicBezTo>
                    <a:pt x="992" y="744"/>
                    <a:pt x="968" y="880"/>
                    <a:pt x="1008" y="928"/>
                  </a:cubicBezTo>
                  <a:cubicBezTo>
                    <a:pt x="1048" y="976"/>
                    <a:pt x="1160" y="1008"/>
                    <a:pt x="1200" y="976"/>
                  </a:cubicBezTo>
                  <a:cubicBezTo>
                    <a:pt x="1240" y="944"/>
                    <a:pt x="1232" y="808"/>
                    <a:pt x="1248" y="736"/>
                  </a:cubicBezTo>
                  <a:cubicBezTo>
                    <a:pt x="1264" y="664"/>
                    <a:pt x="1272" y="584"/>
                    <a:pt x="1296" y="544"/>
                  </a:cubicBezTo>
                  <a:cubicBezTo>
                    <a:pt x="1320" y="504"/>
                    <a:pt x="1360" y="472"/>
                    <a:pt x="1392" y="496"/>
                  </a:cubicBezTo>
                  <a:cubicBezTo>
                    <a:pt x="1424" y="520"/>
                    <a:pt x="1464" y="600"/>
                    <a:pt x="1488" y="688"/>
                  </a:cubicBezTo>
                  <a:cubicBezTo>
                    <a:pt x="1512" y="776"/>
                    <a:pt x="1512" y="968"/>
                    <a:pt x="1536" y="1024"/>
                  </a:cubicBezTo>
                  <a:cubicBezTo>
                    <a:pt x="1560" y="1080"/>
                    <a:pt x="1584" y="1168"/>
                    <a:pt x="1632" y="1024"/>
                  </a:cubicBezTo>
                  <a:cubicBezTo>
                    <a:pt x="1680" y="880"/>
                    <a:pt x="1792" y="320"/>
                    <a:pt x="1824" y="160"/>
                  </a:cubicBezTo>
                  <a:cubicBezTo>
                    <a:pt x="1856" y="0"/>
                    <a:pt x="1840" y="32"/>
                    <a:pt x="1824" y="64"/>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1871" name="Rectangle 11"/>
            <p:cNvSpPr>
              <a:spLocks noChangeArrowheads="1"/>
            </p:cNvSpPr>
            <p:nvPr/>
          </p:nvSpPr>
          <p:spPr bwMode="auto">
            <a:xfrm>
              <a:off x="1124" y="2304"/>
              <a:ext cx="49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sym typeface="Symbol" pitchFamily="18" charset="2"/>
                </a:rPr>
                <a:t>f(x)</a:t>
              </a:r>
              <a:endParaRPr lang="zh-CN" altLang="en-US" sz="3200" i="0" baseline="30000">
                <a:latin typeface="Times New Roman" pitchFamily="18" charset="0"/>
              </a:endParaRPr>
            </a:p>
          </p:txBody>
        </p:sp>
      </p:grpSp>
      <p:sp>
        <p:nvSpPr>
          <p:cNvPr id="531468" name="Rectangle 12"/>
          <p:cNvSpPr>
            <a:spLocks noChangeArrowheads="1"/>
          </p:cNvSpPr>
          <p:nvPr/>
        </p:nvSpPr>
        <p:spPr bwMode="auto">
          <a:xfrm>
            <a:off x="1185863" y="5240338"/>
            <a:ext cx="8683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solidFill>
                  <a:srgbClr val="FF3300"/>
                </a:solidFill>
                <a:latin typeface="Times New Roman" pitchFamily="18" charset="0"/>
              </a:rPr>
              <a:t>y=C</a:t>
            </a:r>
            <a:endParaRPr lang="zh-CN" altLang="en-US" sz="3200">
              <a:solidFill>
                <a:srgbClr val="FF3300"/>
              </a:solidFill>
              <a:latin typeface="Times New Roman" pitchFamily="18" charset="0"/>
            </a:endParaRPr>
          </a:p>
        </p:txBody>
      </p:sp>
      <p:sp>
        <p:nvSpPr>
          <p:cNvPr id="531469" name="Line 13"/>
          <p:cNvSpPr>
            <a:spLocks noChangeShapeType="1"/>
          </p:cNvSpPr>
          <p:nvPr/>
        </p:nvSpPr>
        <p:spPr bwMode="auto">
          <a:xfrm flipV="1">
            <a:off x="2252663" y="5621338"/>
            <a:ext cx="38862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011573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31460"/>
                                        </p:tgtEl>
                                        <p:attrNameLst>
                                          <p:attrName>style.visibility</p:attrName>
                                        </p:attrNameLst>
                                      </p:cBhvr>
                                      <p:to>
                                        <p:strVal val="visible"/>
                                      </p:to>
                                    </p:set>
                                    <p:animEffect transition="in" filter="dissolve">
                                      <p:cBhvr>
                                        <p:cTn id="7" dur="500"/>
                                        <p:tgtEl>
                                          <p:spTgt spid="531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1461"/>
                                        </p:tgtEl>
                                        <p:attrNameLst>
                                          <p:attrName>style.visibility</p:attrName>
                                        </p:attrNameLst>
                                      </p:cBhvr>
                                      <p:to>
                                        <p:strVal val="visible"/>
                                      </p:to>
                                    </p:set>
                                    <p:animEffect transition="in" filter="dissolve">
                                      <p:cBhvr>
                                        <p:cTn id="12" dur="500"/>
                                        <p:tgtEl>
                                          <p:spTgt spid="5314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31462"/>
                                        </p:tgtEl>
                                        <p:attrNameLst>
                                          <p:attrName>style.visibility</p:attrName>
                                        </p:attrNameLst>
                                      </p:cBhvr>
                                      <p:to>
                                        <p:strVal val="visible"/>
                                      </p:to>
                                    </p:set>
                                    <p:animEffect transition="in" filter="dissolve">
                                      <p:cBhvr>
                                        <p:cTn id="17" dur="500"/>
                                        <p:tgtEl>
                                          <p:spTgt spid="5314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1463"/>
                                        </p:tgtEl>
                                        <p:attrNameLst>
                                          <p:attrName>style.visibility</p:attrName>
                                        </p:attrNameLst>
                                      </p:cBhvr>
                                      <p:to>
                                        <p:strVal val="visible"/>
                                      </p:to>
                                    </p:set>
                                    <p:animEffect transition="in" filter="dissolve">
                                      <p:cBhvr>
                                        <p:cTn id="22" dur="500"/>
                                        <p:tgtEl>
                                          <p:spTgt spid="5314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31468"/>
                                        </p:tgtEl>
                                        <p:attrNameLst>
                                          <p:attrName>style.visibility</p:attrName>
                                        </p:attrNameLst>
                                      </p:cBhvr>
                                      <p:to>
                                        <p:strVal val="visible"/>
                                      </p:to>
                                    </p:set>
                                    <p:animEffect transition="in" filter="dissolve">
                                      <p:cBhvr>
                                        <p:cTn id="32" dur="500"/>
                                        <p:tgtEl>
                                          <p:spTgt spid="5314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31469"/>
                                        </p:tgtEl>
                                        <p:attrNameLst>
                                          <p:attrName>style.visibility</p:attrName>
                                        </p:attrNameLst>
                                      </p:cBhvr>
                                      <p:to>
                                        <p:strVal val="visible"/>
                                      </p:to>
                                    </p:set>
                                    <p:animEffect transition="in" filter="dissolve">
                                      <p:cBhvr>
                                        <p:cTn id="37" dur="500"/>
                                        <p:tgtEl>
                                          <p:spTgt spid="531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61" grpId="0" animBg="1"/>
      <p:bldP spid="531463" grpId="0" autoUpdateAnimBg="0"/>
      <p:bldP spid="531468" grpId="0" autoUpdateAnimBg="0"/>
      <p:bldP spid="53146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B028942-60CF-47F4-9DD1-83943C28CA64}" type="slidenum">
              <a:rPr lang="zh-CN" altLang="en-US" b="0" i="0" smtClean="0"/>
              <a:pPr/>
              <a:t>100</a:t>
            </a:fld>
            <a:endParaRPr lang="en-US" altLang="zh-CN" b="0" i="0" smtClean="0"/>
          </a:p>
        </p:txBody>
      </p:sp>
      <p:sp>
        <p:nvSpPr>
          <p:cNvPr id="12288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9EF0FE8-BAE1-4551-8382-BA96DFFC74BA}" type="datetime1">
              <a:rPr lang="zh-CN" altLang="en-US" sz="1800" i="0" smtClean="0"/>
              <a:pPr/>
              <a:t>2024/10/20</a:t>
            </a:fld>
            <a:endParaRPr lang="en-US" altLang="zh-CN" sz="1800" i="0" smtClean="0"/>
          </a:p>
        </p:txBody>
      </p:sp>
      <p:sp>
        <p:nvSpPr>
          <p:cNvPr id="533506" name="Rectangle 2"/>
          <p:cNvSpPr>
            <a:spLocks noGrp="1" noChangeArrowheads="1"/>
          </p:cNvSpPr>
          <p:nvPr>
            <p:ph type="title"/>
          </p:nvPr>
        </p:nvSpPr>
        <p:spPr/>
        <p:txBody>
          <a:bodyPr/>
          <a:lstStyle/>
          <a:p>
            <a:pPr>
              <a:defRPr/>
            </a:pPr>
            <a:r>
              <a:rPr lang="zh-CN" altLang="en-US" smtClean="0"/>
              <a:t>§6.1 使用反函数的插值法</a:t>
            </a:r>
          </a:p>
        </p:txBody>
      </p:sp>
      <p:sp>
        <p:nvSpPr>
          <p:cNvPr id="122885" name="Rectangle 3"/>
          <p:cNvSpPr>
            <a:spLocks noGrp="1" noChangeArrowheads="1"/>
          </p:cNvSpPr>
          <p:nvPr>
            <p:ph type="body" idx="1"/>
          </p:nvPr>
        </p:nvSpPr>
        <p:spPr>
          <a:xfrm>
            <a:off x="650875" y="1066800"/>
            <a:ext cx="8820150" cy="1301750"/>
          </a:xfrm>
        </p:spPr>
        <p:txBody>
          <a:bodyPr/>
          <a:lstStyle/>
          <a:p>
            <a:r>
              <a:rPr lang="zh-CN" altLang="en-US" smtClean="0"/>
              <a:t>例  已知</a:t>
            </a:r>
            <a:r>
              <a:rPr lang="en-US" altLang="zh-CN" i="1" smtClean="0"/>
              <a:t>f</a:t>
            </a:r>
            <a:r>
              <a:rPr lang="en-US" altLang="zh-CN" smtClean="0"/>
              <a:t>(</a:t>
            </a:r>
            <a:r>
              <a:rPr lang="en-US" altLang="zh-CN" i="1" smtClean="0"/>
              <a:t>x</a:t>
            </a:r>
            <a:r>
              <a:rPr lang="en-US" altLang="zh-CN" smtClean="0"/>
              <a:t>)=</a:t>
            </a:r>
            <a:r>
              <a:rPr lang="en-US" altLang="zh-CN" i="1" smtClean="0"/>
              <a:t>x</a:t>
            </a:r>
            <a:r>
              <a:rPr lang="en-US" altLang="zh-CN" baseline="30000" smtClean="0"/>
              <a:t>3</a:t>
            </a:r>
            <a:r>
              <a:rPr lang="en-US" altLang="zh-CN" smtClean="0"/>
              <a:t>-3</a:t>
            </a:r>
            <a:r>
              <a:rPr lang="en-US" altLang="zh-CN" i="1" smtClean="0"/>
              <a:t>x</a:t>
            </a:r>
            <a:r>
              <a:rPr lang="en-US" altLang="zh-CN" baseline="30000" smtClean="0"/>
              <a:t>2</a:t>
            </a:r>
            <a:r>
              <a:rPr lang="en-US" altLang="zh-CN" smtClean="0"/>
              <a:t>-</a:t>
            </a:r>
            <a:r>
              <a:rPr lang="en-US" altLang="zh-CN" i="1" smtClean="0"/>
              <a:t>x</a:t>
            </a:r>
            <a:r>
              <a:rPr lang="en-US" altLang="zh-CN" smtClean="0"/>
              <a:t>+9</a:t>
            </a:r>
            <a:r>
              <a:rPr lang="zh-CN" altLang="en-US" smtClean="0"/>
              <a:t>的函数值，求方程</a:t>
            </a:r>
            <a:r>
              <a:rPr lang="en-US" altLang="zh-CN" i="1" smtClean="0"/>
              <a:t>f</a:t>
            </a:r>
            <a:r>
              <a:rPr lang="en-US" altLang="zh-CN" smtClean="0"/>
              <a:t>(</a:t>
            </a:r>
            <a:r>
              <a:rPr lang="en-US" altLang="zh-CN" i="1" smtClean="0"/>
              <a:t>x</a:t>
            </a:r>
            <a:r>
              <a:rPr lang="en-US" altLang="zh-CN" smtClean="0"/>
              <a:t>)=0</a:t>
            </a:r>
            <a:r>
              <a:rPr lang="zh-CN" altLang="en-US" smtClean="0"/>
              <a:t>在区间[-1.7,-1.3]上的根的近似值</a:t>
            </a:r>
          </a:p>
          <a:p>
            <a:r>
              <a:rPr lang="zh-CN" altLang="en-US" smtClean="0"/>
              <a:t>解：建立反函数的差商表</a:t>
            </a:r>
          </a:p>
        </p:txBody>
      </p:sp>
      <p:graphicFrame>
        <p:nvGraphicFramePr>
          <p:cNvPr id="533613" name="Group 109"/>
          <p:cNvGraphicFramePr>
            <a:graphicFrameLocks noGrp="1"/>
          </p:cNvGraphicFramePr>
          <p:nvPr/>
        </p:nvGraphicFramePr>
        <p:xfrm>
          <a:off x="76200" y="2438400"/>
          <a:ext cx="9448800" cy="2708276"/>
        </p:xfrm>
        <a:graphic>
          <a:graphicData uri="http://schemas.openxmlformats.org/drawingml/2006/table">
            <a:tbl>
              <a:tblPr/>
              <a:tblGrid>
                <a:gridCol w="1008063"/>
                <a:gridCol w="695325"/>
                <a:gridCol w="1371600"/>
                <a:gridCol w="1804987"/>
                <a:gridCol w="2322513"/>
                <a:gridCol w="2246312"/>
              </a:tblGrid>
              <a:tr h="4206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x</a:t>
                      </a:r>
                      <a:endParaRPr kumimoji="0" lang="en-US" altLang="zh-CN"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 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i+1</a:t>
                      </a: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i+2</a:t>
                      </a: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i+2</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i+3</a:t>
                      </a: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i+1</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i+2</a:t>
                      </a:r>
                      <a:r>
                        <a:rPr kumimoji="0" lang="en-US" altLang="zh-CN" sz="24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400" b="1" i="1" u="none" strike="noStrike" cap="none" normalizeH="0" baseline="-25000" smtClean="0">
                          <a:ln>
                            <a:noFill/>
                          </a:ln>
                          <a:solidFill>
                            <a:schemeClr val="tx1"/>
                          </a:solidFill>
                          <a:effectLst/>
                          <a:latin typeface="Times New Roman" pitchFamily="18" charset="0"/>
                          <a:ea typeface="黑体" pitchFamily="2" charset="-122"/>
                        </a:rPr>
                        <a:t>i+3</a:t>
                      </a: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1346">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rPr>
                        <a:t>3.033</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2" charset="-122"/>
                        </a:rPr>
                        <a:t>-1.3</a:t>
                      </a: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74685">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2" charset="-122"/>
                        </a:rPr>
                        <a:t>1.776</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2" charset="-122"/>
                        </a:rPr>
                        <a:t>-1.4</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4685">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2" charset="-122"/>
                        </a:rPr>
                        <a:t>0.375</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rPr>
                        <a:t>-1.5</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6272">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rPr>
                        <a:t>-1.176</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2" charset="-122"/>
                        </a:rPr>
                        <a:t>-1.6</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20644">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2" charset="-122"/>
                        </a:rPr>
                        <a:t>-2.883</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2" charset="-122"/>
                        </a:rPr>
                        <a:t>-1.7</a:t>
                      </a:r>
                      <a:endParaRPr kumimoji="0" lang="zh-CN" altLang="en-US" sz="2400" b="1" i="0" u="none" strike="noStrike" cap="none" normalizeH="0" baseline="-2500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33550" name="Rectangle 46"/>
          <p:cNvSpPr>
            <a:spLocks noChangeArrowheads="1"/>
          </p:cNvSpPr>
          <p:nvPr/>
        </p:nvSpPr>
        <p:spPr bwMode="auto">
          <a:xfrm>
            <a:off x="1752600" y="31242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0.0795545</a:t>
            </a:r>
            <a:endParaRPr lang="zh-CN" altLang="en-US" sz="2400" i="0">
              <a:latin typeface="Times New Roman" pitchFamily="18" charset="0"/>
            </a:endParaRPr>
          </a:p>
        </p:txBody>
      </p:sp>
      <p:sp>
        <p:nvSpPr>
          <p:cNvPr id="533551" name="Rectangle 47"/>
          <p:cNvSpPr>
            <a:spLocks noChangeArrowheads="1"/>
          </p:cNvSpPr>
          <p:nvPr/>
        </p:nvSpPr>
        <p:spPr bwMode="auto">
          <a:xfrm>
            <a:off x="1787525" y="35052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0.0752445</a:t>
            </a:r>
            <a:endParaRPr lang="zh-CN" altLang="en-US" sz="2400" i="0">
              <a:latin typeface="Times New Roman" pitchFamily="18" charset="0"/>
            </a:endParaRPr>
          </a:p>
        </p:txBody>
      </p:sp>
      <p:sp>
        <p:nvSpPr>
          <p:cNvPr id="533552" name="Rectangle 48"/>
          <p:cNvSpPr>
            <a:spLocks noChangeArrowheads="1"/>
          </p:cNvSpPr>
          <p:nvPr/>
        </p:nvSpPr>
        <p:spPr bwMode="auto">
          <a:xfrm>
            <a:off x="1752600" y="39624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0.0712758</a:t>
            </a:r>
            <a:endParaRPr lang="zh-CN" altLang="en-US" sz="2400" i="0">
              <a:latin typeface="Times New Roman" pitchFamily="18" charset="0"/>
            </a:endParaRPr>
          </a:p>
        </p:txBody>
      </p:sp>
      <p:sp>
        <p:nvSpPr>
          <p:cNvPr id="533553" name="Rectangle 49"/>
          <p:cNvSpPr>
            <a:spLocks noChangeArrowheads="1"/>
          </p:cNvSpPr>
          <p:nvPr/>
        </p:nvSpPr>
        <p:spPr bwMode="auto">
          <a:xfrm>
            <a:off x="1752600" y="44196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0.0676133</a:t>
            </a:r>
            <a:endParaRPr lang="zh-CN" altLang="en-US" sz="2400" i="0">
              <a:latin typeface="Times New Roman" pitchFamily="18" charset="0"/>
            </a:endParaRPr>
          </a:p>
        </p:txBody>
      </p:sp>
      <p:sp>
        <p:nvSpPr>
          <p:cNvPr id="533554" name="Rectangle 50"/>
          <p:cNvSpPr>
            <a:spLocks noChangeArrowheads="1"/>
          </p:cNvSpPr>
          <p:nvPr/>
        </p:nvSpPr>
        <p:spPr bwMode="auto">
          <a:xfrm>
            <a:off x="3319463" y="33528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0.0030763</a:t>
            </a:r>
            <a:endParaRPr lang="zh-CN" altLang="en-US" sz="2400" i="0">
              <a:latin typeface="Times New Roman" pitchFamily="18" charset="0"/>
            </a:endParaRPr>
          </a:p>
        </p:txBody>
      </p:sp>
      <p:sp>
        <p:nvSpPr>
          <p:cNvPr id="533555" name="Rectangle 51"/>
          <p:cNvSpPr>
            <a:spLocks noChangeArrowheads="1"/>
          </p:cNvSpPr>
          <p:nvPr/>
        </p:nvSpPr>
        <p:spPr bwMode="auto">
          <a:xfrm>
            <a:off x="3346450" y="37338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0.0028044</a:t>
            </a:r>
            <a:endParaRPr lang="zh-CN" altLang="en-US" sz="2400" i="0">
              <a:latin typeface="Times New Roman" pitchFamily="18" charset="0"/>
            </a:endParaRPr>
          </a:p>
        </p:txBody>
      </p:sp>
      <p:sp>
        <p:nvSpPr>
          <p:cNvPr id="533556" name="Rectangle 52"/>
          <p:cNvSpPr>
            <a:spLocks noChangeArrowheads="1"/>
          </p:cNvSpPr>
          <p:nvPr/>
        </p:nvSpPr>
        <p:spPr bwMode="auto">
          <a:xfrm>
            <a:off x="3325813" y="41910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0.0025630</a:t>
            </a:r>
            <a:endParaRPr lang="zh-CN" altLang="en-US" sz="2400" i="0">
              <a:latin typeface="Times New Roman" pitchFamily="18" charset="0"/>
            </a:endParaRPr>
          </a:p>
        </p:txBody>
      </p:sp>
      <p:sp>
        <p:nvSpPr>
          <p:cNvPr id="533557" name="Rectangle 53"/>
          <p:cNvSpPr>
            <a:spLocks noChangeArrowheads="1"/>
          </p:cNvSpPr>
          <p:nvPr/>
        </p:nvSpPr>
        <p:spPr bwMode="auto">
          <a:xfrm>
            <a:off x="5029200" y="35052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0.0001753</a:t>
            </a:r>
            <a:endParaRPr lang="zh-CN" altLang="en-US" sz="2400" i="0">
              <a:latin typeface="Times New Roman" pitchFamily="18" charset="0"/>
            </a:endParaRPr>
          </a:p>
        </p:txBody>
      </p:sp>
      <p:sp>
        <p:nvSpPr>
          <p:cNvPr id="533558" name="Rectangle 54"/>
          <p:cNvSpPr>
            <a:spLocks noChangeArrowheads="1"/>
          </p:cNvSpPr>
          <p:nvPr/>
        </p:nvSpPr>
        <p:spPr bwMode="auto">
          <a:xfrm>
            <a:off x="5029200" y="39624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0.0001575</a:t>
            </a:r>
            <a:endParaRPr lang="zh-CN" altLang="en-US" sz="2400" i="0">
              <a:latin typeface="Times New Roman" pitchFamily="18" charset="0"/>
            </a:endParaRPr>
          </a:p>
        </p:txBody>
      </p:sp>
      <p:sp>
        <p:nvSpPr>
          <p:cNvPr id="533607" name="Rectangle 103"/>
          <p:cNvSpPr>
            <a:spLocks noChangeArrowheads="1"/>
          </p:cNvSpPr>
          <p:nvPr/>
        </p:nvSpPr>
        <p:spPr bwMode="auto">
          <a:xfrm>
            <a:off x="7391400" y="37338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0">
                <a:latin typeface="Times New Roman" pitchFamily="18" charset="0"/>
              </a:rPr>
              <a:t>0.0000104</a:t>
            </a:r>
            <a:endParaRPr lang="zh-CN" altLang="en-US" sz="2400" i="0">
              <a:latin typeface="Times New Roman" pitchFamily="18" charset="0"/>
            </a:endParaRPr>
          </a:p>
        </p:txBody>
      </p:sp>
      <p:sp>
        <p:nvSpPr>
          <p:cNvPr id="533611" name="Rectangle 107"/>
          <p:cNvSpPr>
            <a:spLocks noChangeArrowheads="1"/>
          </p:cNvSpPr>
          <p:nvPr/>
        </p:nvSpPr>
        <p:spPr bwMode="auto">
          <a:xfrm>
            <a:off x="76200" y="5219700"/>
            <a:ext cx="107442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3200" i="0">
                <a:latin typeface="Times New Roman" pitchFamily="18" charset="0"/>
              </a:rPr>
              <a:t>P(</a:t>
            </a:r>
            <a:r>
              <a:rPr lang="en-US" altLang="zh-CN" sz="3200">
                <a:latin typeface="Times New Roman" pitchFamily="18" charset="0"/>
              </a:rPr>
              <a:t>y</a:t>
            </a:r>
            <a:r>
              <a:rPr lang="en-US" altLang="zh-CN" sz="3200" i="0">
                <a:latin typeface="Times New Roman" pitchFamily="18" charset="0"/>
              </a:rPr>
              <a:t>)=-1.3+(</a:t>
            </a:r>
            <a:r>
              <a:rPr lang="en-US" altLang="zh-CN" sz="3200">
                <a:latin typeface="Times New Roman" pitchFamily="18" charset="0"/>
              </a:rPr>
              <a:t>y</a:t>
            </a:r>
            <a:r>
              <a:rPr lang="en-US" altLang="zh-CN" sz="3200" i="0">
                <a:latin typeface="Times New Roman" pitchFamily="18" charset="0"/>
              </a:rPr>
              <a:t>-3.033)*0.0795545+ (</a:t>
            </a:r>
            <a:r>
              <a:rPr lang="en-US" altLang="zh-CN" sz="3200">
                <a:latin typeface="Times New Roman" pitchFamily="18" charset="0"/>
              </a:rPr>
              <a:t>y</a:t>
            </a:r>
            <a:r>
              <a:rPr lang="en-US" altLang="zh-CN" sz="3200" i="0">
                <a:latin typeface="Times New Roman" pitchFamily="18" charset="0"/>
              </a:rPr>
              <a:t>-3.033)*(</a:t>
            </a:r>
            <a:r>
              <a:rPr lang="en-US" altLang="zh-CN" sz="3200">
                <a:latin typeface="Times New Roman" pitchFamily="18" charset="0"/>
              </a:rPr>
              <a:t>y</a:t>
            </a:r>
            <a:r>
              <a:rPr lang="en-US" altLang="zh-CN" sz="3200" i="0">
                <a:latin typeface="Times New Roman" pitchFamily="18" charset="0"/>
              </a:rPr>
              <a:t>-1.776)* 0.0030763+ (</a:t>
            </a:r>
            <a:r>
              <a:rPr lang="en-US" altLang="zh-CN" sz="3200">
                <a:latin typeface="Times New Roman" pitchFamily="18" charset="0"/>
              </a:rPr>
              <a:t>y</a:t>
            </a:r>
            <a:r>
              <a:rPr lang="en-US" altLang="zh-CN" sz="3200" i="0">
                <a:latin typeface="Times New Roman" pitchFamily="18" charset="0"/>
              </a:rPr>
              <a:t>-3.033)*(</a:t>
            </a:r>
            <a:r>
              <a:rPr lang="en-US" altLang="zh-CN" sz="3200">
                <a:latin typeface="Times New Roman" pitchFamily="18" charset="0"/>
              </a:rPr>
              <a:t>y</a:t>
            </a:r>
            <a:r>
              <a:rPr lang="en-US" altLang="zh-CN" sz="3200" i="0">
                <a:latin typeface="Times New Roman" pitchFamily="18" charset="0"/>
              </a:rPr>
              <a:t>-1.776)*(</a:t>
            </a:r>
            <a:r>
              <a:rPr lang="en-US" altLang="zh-CN" sz="3200">
                <a:latin typeface="Times New Roman" pitchFamily="18" charset="0"/>
              </a:rPr>
              <a:t>y</a:t>
            </a:r>
            <a:r>
              <a:rPr lang="en-US" altLang="zh-CN" sz="3200" i="0">
                <a:latin typeface="Times New Roman" pitchFamily="18" charset="0"/>
              </a:rPr>
              <a:t>-2.883)*0.0001753+…</a:t>
            </a:r>
            <a:endParaRPr lang="zh-CN" altLang="en-US" sz="3200" i="0">
              <a:latin typeface="Times New Roman" pitchFamily="18" charset="0"/>
            </a:endParaRPr>
          </a:p>
        </p:txBody>
      </p:sp>
      <p:sp>
        <p:nvSpPr>
          <p:cNvPr id="533612" name="Rectangle 108"/>
          <p:cNvSpPr>
            <a:spLocks noChangeArrowheads="1"/>
          </p:cNvSpPr>
          <p:nvPr/>
        </p:nvSpPr>
        <p:spPr bwMode="auto">
          <a:xfrm>
            <a:off x="2057400" y="6049963"/>
            <a:ext cx="32305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en-US" altLang="zh-CN" sz="3200">
                <a:latin typeface="Times New Roman" pitchFamily="18" charset="0"/>
              </a:rPr>
              <a:t>x</a:t>
            </a:r>
            <a:r>
              <a:rPr lang="en-US" altLang="zh-CN" sz="3200" i="0">
                <a:latin typeface="Times New Roman" pitchFamily="18" charset="0"/>
              </a:rPr>
              <a:t>=P(0)=-1.525097</a:t>
            </a:r>
            <a:endParaRPr lang="zh-CN" altLang="en-US" sz="3200" i="0">
              <a:latin typeface="Times New Roman" pitchFamily="18" charset="0"/>
            </a:endParaRPr>
          </a:p>
        </p:txBody>
      </p:sp>
    </p:spTree>
    <p:extLst>
      <p:ext uri="{BB962C8B-B14F-4D97-AF65-F5344CB8AC3E}">
        <p14:creationId xmlns:p14="http://schemas.microsoft.com/office/powerpoint/2010/main" val="20483637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33613"/>
                                        </p:tgtEl>
                                        <p:attrNameLst>
                                          <p:attrName>style.visibility</p:attrName>
                                        </p:attrNameLst>
                                      </p:cBhvr>
                                      <p:to>
                                        <p:strVal val="visible"/>
                                      </p:to>
                                    </p:set>
                                    <p:animEffect transition="in" filter="dissolve">
                                      <p:cBhvr>
                                        <p:cTn id="7" dur="500"/>
                                        <p:tgtEl>
                                          <p:spTgt spid="5336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3550"/>
                                        </p:tgtEl>
                                        <p:attrNameLst>
                                          <p:attrName>style.visibility</p:attrName>
                                        </p:attrNameLst>
                                      </p:cBhvr>
                                      <p:to>
                                        <p:strVal val="visible"/>
                                      </p:to>
                                    </p:set>
                                    <p:animEffect transition="in" filter="dissolve">
                                      <p:cBhvr>
                                        <p:cTn id="12" dur="500"/>
                                        <p:tgtEl>
                                          <p:spTgt spid="5335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33551"/>
                                        </p:tgtEl>
                                        <p:attrNameLst>
                                          <p:attrName>style.visibility</p:attrName>
                                        </p:attrNameLst>
                                      </p:cBhvr>
                                      <p:to>
                                        <p:strVal val="visible"/>
                                      </p:to>
                                    </p:set>
                                    <p:animEffect transition="in" filter="dissolve">
                                      <p:cBhvr>
                                        <p:cTn id="17" dur="500"/>
                                        <p:tgtEl>
                                          <p:spTgt spid="533551"/>
                                        </p:tgtEl>
                                      </p:cBhvr>
                                    </p:animEffect>
                                  </p:childTnLst>
                                </p:cTn>
                              </p:par>
                            </p:childTnLst>
                          </p:cTn>
                        </p:par>
                        <p:par>
                          <p:cTn id="18" fill="hold" nodeType="afterGroup">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533552"/>
                                        </p:tgtEl>
                                        <p:attrNameLst>
                                          <p:attrName>style.visibility</p:attrName>
                                        </p:attrNameLst>
                                      </p:cBhvr>
                                      <p:to>
                                        <p:strVal val="visible"/>
                                      </p:to>
                                    </p:set>
                                    <p:animEffect transition="in" filter="dissolve">
                                      <p:cBhvr>
                                        <p:cTn id="21" dur="500"/>
                                        <p:tgtEl>
                                          <p:spTgt spid="533552"/>
                                        </p:tgtEl>
                                      </p:cBhvr>
                                    </p:animEffect>
                                  </p:childTnLst>
                                </p:cTn>
                              </p:par>
                            </p:childTnLst>
                          </p:cTn>
                        </p:par>
                        <p:par>
                          <p:cTn id="22" fill="hold" nodeType="afterGroup">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533553"/>
                                        </p:tgtEl>
                                        <p:attrNameLst>
                                          <p:attrName>style.visibility</p:attrName>
                                        </p:attrNameLst>
                                      </p:cBhvr>
                                      <p:to>
                                        <p:strVal val="visible"/>
                                      </p:to>
                                    </p:set>
                                    <p:animEffect transition="in" filter="dissolve">
                                      <p:cBhvr>
                                        <p:cTn id="25" dur="500"/>
                                        <p:tgtEl>
                                          <p:spTgt spid="533553"/>
                                        </p:tgtEl>
                                      </p:cBhvr>
                                    </p:animEffect>
                                  </p:childTnLst>
                                </p:cTn>
                              </p:par>
                            </p:childTnLst>
                          </p:cTn>
                        </p:par>
                        <p:par>
                          <p:cTn id="26" fill="hold" nodeType="afterGroup">
                            <p:stCondLst>
                              <p:cond delay="1500"/>
                            </p:stCondLst>
                            <p:childTnLst>
                              <p:par>
                                <p:cTn id="27" presetID="9" presetClass="entr" presetSubtype="0" fill="hold" grpId="0" nodeType="afterEffect">
                                  <p:stCondLst>
                                    <p:cond delay="0"/>
                                  </p:stCondLst>
                                  <p:childTnLst>
                                    <p:set>
                                      <p:cBhvr>
                                        <p:cTn id="28" dur="1" fill="hold">
                                          <p:stCondLst>
                                            <p:cond delay="0"/>
                                          </p:stCondLst>
                                        </p:cTn>
                                        <p:tgtEl>
                                          <p:spTgt spid="533554"/>
                                        </p:tgtEl>
                                        <p:attrNameLst>
                                          <p:attrName>style.visibility</p:attrName>
                                        </p:attrNameLst>
                                      </p:cBhvr>
                                      <p:to>
                                        <p:strVal val="visible"/>
                                      </p:to>
                                    </p:set>
                                    <p:animEffect transition="in" filter="dissolve">
                                      <p:cBhvr>
                                        <p:cTn id="29" dur="500"/>
                                        <p:tgtEl>
                                          <p:spTgt spid="533554"/>
                                        </p:tgtEl>
                                      </p:cBhvr>
                                    </p:animEffect>
                                  </p:childTnLst>
                                </p:cTn>
                              </p:par>
                            </p:childTnLst>
                          </p:cTn>
                        </p:par>
                        <p:par>
                          <p:cTn id="30" fill="hold" nodeType="afterGroup">
                            <p:stCondLst>
                              <p:cond delay="2000"/>
                            </p:stCondLst>
                            <p:childTnLst>
                              <p:par>
                                <p:cTn id="31" presetID="9" presetClass="entr" presetSubtype="0" fill="hold" grpId="0" nodeType="afterEffect">
                                  <p:stCondLst>
                                    <p:cond delay="0"/>
                                  </p:stCondLst>
                                  <p:childTnLst>
                                    <p:set>
                                      <p:cBhvr>
                                        <p:cTn id="32" dur="1" fill="hold">
                                          <p:stCondLst>
                                            <p:cond delay="0"/>
                                          </p:stCondLst>
                                        </p:cTn>
                                        <p:tgtEl>
                                          <p:spTgt spid="533555"/>
                                        </p:tgtEl>
                                        <p:attrNameLst>
                                          <p:attrName>style.visibility</p:attrName>
                                        </p:attrNameLst>
                                      </p:cBhvr>
                                      <p:to>
                                        <p:strVal val="visible"/>
                                      </p:to>
                                    </p:set>
                                    <p:animEffect transition="in" filter="dissolve">
                                      <p:cBhvr>
                                        <p:cTn id="33" dur="500"/>
                                        <p:tgtEl>
                                          <p:spTgt spid="533555"/>
                                        </p:tgtEl>
                                      </p:cBhvr>
                                    </p:animEffect>
                                  </p:childTnLst>
                                </p:cTn>
                              </p:par>
                            </p:childTnLst>
                          </p:cTn>
                        </p:par>
                        <p:par>
                          <p:cTn id="34" fill="hold" nodeType="afterGroup">
                            <p:stCondLst>
                              <p:cond delay="2500"/>
                            </p:stCondLst>
                            <p:childTnLst>
                              <p:par>
                                <p:cTn id="35" presetID="9" presetClass="entr" presetSubtype="0" fill="hold" grpId="0" nodeType="afterEffect">
                                  <p:stCondLst>
                                    <p:cond delay="0"/>
                                  </p:stCondLst>
                                  <p:childTnLst>
                                    <p:set>
                                      <p:cBhvr>
                                        <p:cTn id="36" dur="1" fill="hold">
                                          <p:stCondLst>
                                            <p:cond delay="0"/>
                                          </p:stCondLst>
                                        </p:cTn>
                                        <p:tgtEl>
                                          <p:spTgt spid="533556"/>
                                        </p:tgtEl>
                                        <p:attrNameLst>
                                          <p:attrName>style.visibility</p:attrName>
                                        </p:attrNameLst>
                                      </p:cBhvr>
                                      <p:to>
                                        <p:strVal val="visible"/>
                                      </p:to>
                                    </p:set>
                                    <p:animEffect transition="in" filter="dissolve">
                                      <p:cBhvr>
                                        <p:cTn id="37" dur="500"/>
                                        <p:tgtEl>
                                          <p:spTgt spid="533556"/>
                                        </p:tgtEl>
                                      </p:cBhvr>
                                    </p:animEffect>
                                  </p:childTnLst>
                                </p:cTn>
                              </p:par>
                            </p:childTnLst>
                          </p:cTn>
                        </p:par>
                        <p:par>
                          <p:cTn id="38" fill="hold" nodeType="afterGroup">
                            <p:stCondLst>
                              <p:cond delay="3000"/>
                            </p:stCondLst>
                            <p:childTnLst>
                              <p:par>
                                <p:cTn id="39" presetID="9" presetClass="entr" presetSubtype="0" fill="hold" grpId="0" nodeType="afterEffect">
                                  <p:stCondLst>
                                    <p:cond delay="0"/>
                                  </p:stCondLst>
                                  <p:childTnLst>
                                    <p:set>
                                      <p:cBhvr>
                                        <p:cTn id="40" dur="1" fill="hold">
                                          <p:stCondLst>
                                            <p:cond delay="0"/>
                                          </p:stCondLst>
                                        </p:cTn>
                                        <p:tgtEl>
                                          <p:spTgt spid="533557"/>
                                        </p:tgtEl>
                                        <p:attrNameLst>
                                          <p:attrName>style.visibility</p:attrName>
                                        </p:attrNameLst>
                                      </p:cBhvr>
                                      <p:to>
                                        <p:strVal val="visible"/>
                                      </p:to>
                                    </p:set>
                                    <p:animEffect transition="in" filter="dissolve">
                                      <p:cBhvr>
                                        <p:cTn id="41" dur="500"/>
                                        <p:tgtEl>
                                          <p:spTgt spid="533557"/>
                                        </p:tgtEl>
                                      </p:cBhvr>
                                    </p:animEffect>
                                  </p:childTnLst>
                                </p:cTn>
                              </p:par>
                            </p:childTnLst>
                          </p:cTn>
                        </p:par>
                        <p:par>
                          <p:cTn id="42" fill="hold" nodeType="afterGroup">
                            <p:stCondLst>
                              <p:cond delay="3500"/>
                            </p:stCondLst>
                            <p:childTnLst>
                              <p:par>
                                <p:cTn id="43" presetID="9" presetClass="entr" presetSubtype="0" fill="hold" grpId="0" nodeType="afterEffect">
                                  <p:stCondLst>
                                    <p:cond delay="0"/>
                                  </p:stCondLst>
                                  <p:childTnLst>
                                    <p:set>
                                      <p:cBhvr>
                                        <p:cTn id="44" dur="1" fill="hold">
                                          <p:stCondLst>
                                            <p:cond delay="0"/>
                                          </p:stCondLst>
                                        </p:cTn>
                                        <p:tgtEl>
                                          <p:spTgt spid="533558"/>
                                        </p:tgtEl>
                                        <p:attrNameLst>
                                          <p:attrName>style.visibility</p:attrName>
                                        </p:attrNameLst>
                                      </p:cBhvr>
                                      <p:to>
                                        <p:strVal val="visible"/>
                                      </p:to>
                                    </p:set>
                                    <p:animEffect transition="in" filter="dissolve">
                                      <p:cBhvr>
                                        <p:cTn id="45" dur="500"/>
                                        <p:tgtEl>
                                          <p:spTgt spid="533558"/>
                                        </p:tgtEl>
                                      </p:cBhvr>
                                    </p:animEffect>
                                  </p:childTnLst>
                                </p:cTn>
                              </p:par>
                            </p:childTnLst>
                          </p:cTn>
                        </p:par>
                        <p:par>
                          <p:cTn id="46" fill="hold" nodeType="afterGroup">
                            <p:stCondLst>
                              <p:cond delay="4000"/>
                            </p:stCondLst>
                            <p:childTnLst>
                              <p:par>
                                <p:cTn id="47" presetID="9" presetClass="entr" presetSubtype="0" fill="hold" grpId="0" nodeType="afterEffect">
                                  <p:stCondLst>
                                    <p:cond delay="0"/>
                                  </p:stCondLst>
                                  <p:childTnLst>
                                    <p:set>
                                      <p:cBhvr>
                                        <p:cTn id="48" dur="1" fill="hold">
                                          <p:stCondLst>
                                            <p:cond delay="0"/>
                                          </p:stCondLst>
                                        </p:cTn>
                                        <p:tgtEl>
                                          <p:spTgt spid="533607"/>
                                        </p:tgtEl>
                                        <p:attrNameLst>
                                          <p:attrName>style.visibility</p:attrName>
                                        </p:attrNameLst>
                                      </p:cBhvr>
                                      <p:to>
                                        <p:strVal val="visible"/>
                                      </p:to>
                                    </p:set>
                                    <p:animEffect transition="in" filter="dissolve">
                                      <p:cBhvr>
                                        <p:cTn id="49" dur="500"/>
                                        <p:tgtEl>
                                          <p:spTgt spid="53360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iterate type="lt">
                                    <p:tmPct val="100000"/>
                                  </p:iterate>
                                  <p:childTnLst>
                                    <p:set>
                                      <p:cBhvr>
                                        <p:cTn id="53" dur="1" fill="hold">
                                          <p:stCondLst>
                                            <p:cond delay="0"/>
                                          </p:stCondLst>
                                        </p:cTn>
                                        <p:tgtEl>
                                          <p:spTgt spid="533611"/>
                                        </p:tgtEl>
                                        <p:attrNameLst>
                                          <p:attrName>style.visibility</p:attrName>
                                        </p:attrNameLst>
                                      </p:cBhvr>
                                      <p:to>
                                        <p:strVal val="visible"/>
                                      </p:to>
                                    </p:set>
                                    <p:animEffect transition="in" filter="wipe(left)">
                                      <p:cBhvr>
                                        <p:cTn id="54" dur="75"/>
                                        <p:tgtEl>
                                          <p:spTgt spid="53361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533612"/>
                                        </p:tgtEl>
                                        <p:attrNameLst>
                                          <p:attrName>style.visibility</p:attrName>
                                        </p:attrNameLst>
                                      </p:cBhvr>
                                      <p:to>
                                        <p:strVal val="visible"/>
                                      </p:to>
                                    </p:set>
                                    <p:anim calcmode="lin" valueType="num">
                                      <p:cBhvr additive="base">
                                        <p:cTn id="59" dur="500" fill="hold"/>
                                        <p:tgtEl>
                                          <p:spTgt spid="533612"/>
                                        </p:tgtEl>
                                        <p:attrNameLst>
                                          <p:attrName>ppt_x</p:attrName>
                                        </p:attrNameLst>
                                      </p:cBhvr>
                                      <p:tavLst>
                                        <p:tav tm="0">
                                          <p:val>
                                            <p:strVal val="0-#ppt_w/2"/>
                                          </p:val>
                                        </p:tav>
                                        <p:tav tm="100000">
                                          <p:val>
                                            <p:strVal val="#ppt_x"/>
                                          </p:val>
                                        </p:tav>
                                      </p:tavLst>
                                    </p:anim>
                                    <p:anim calcmode="lin" valueType="num">
                                      <p:cBhvr additive="base">
                                        <p:cTn id="60" dur="500" fill="hold"/>
                                        <p:tgtEl>
                                          <p:spTgt spid="5336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50" grpId="0" autoUpdateAnimBg="0"/>
      <p:bldP spid="533551" grpId="0" autoUpdateAnimBg="0"/>
      <p:bldP spid="533552" grpId="0" autoUpdateAnimBg="0"/>
      <p:bldP spid="533553" grpId="0" autoUpdateAnimBg="0"/>
      <p:bldP spid="533554" grpId="0" autoUpdateAnimBg="0"/>
      <p:bldP spid="533555" grpId="0" autoUpdateAnimBg="0"/>
      <p:bldP spid="533556" grpId="0" autoUpdateAnimBg="0"/>
      <p:bldP spid="533557" grpId="0" autoUpdateAnimBg="0"/>
      <p:bldP spid="533558" grpId="0" autoUpdateAnimBg="0"/>
      <p:bldP spid="533607" grpId="0" autoUpdateAnimBg="0"/>
      <p:bldP spid="533611" grpId="0" autoUpdateAnimBg="0"/>
      <p:bldP spid="533612"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93E1422-DF96-4A10-B9B5-42940ED15D47}" type="slidenum">
              <a:rPr lang="zh-CN" altLang="en-US" b="0" i="0" smtClean="0"/>
              <a:pPr/>
              <a:t>101</a:t>
            </a:fld>
            <a:endParaRPr lang="en-US" altLang="zh-CN" b="0" i="0" smtClean="0"/>
          </a:p>
        </p:txBody>
      </p:sp>
      <p:sp>
        <p:nvSpPr>
          <p:cNvPr id="12390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E473FAC-465B-43D1-A986-AE383F06FE55}" type="datetime1">
              <a:rPr lang="zh-CN" altLang="en-US" sz="1800" i="0" smtClean="0"/>
              <a:pPr/>
              <a:t>2024/10/20</a:t>
            </a:fld>
            <a:endParaRPr lang="en-US" altLang="zh-CN" sz="1800" i="0" smtClean="0"/>
          </a:p>
        </p:txBody>
      </p:sp>
      <p:sp>
        <p:nvSpPr>
          <p:cNvPr id="534530" name="Rectangle 2"/>
          <p:cNvSpPr>
            <a:spLocks noGrp="1" noChangeArrowheads="1"/>
          </p:cNvSpPr>
          <p:nvPr>
            <p:ph type="title"/>
          </p:nvPr>
        </p:nvSpPr>
        <p:spPr>
          <a:xfrm>
            <a:off x="650875" y="365125"/>
            <a:ext cx="8820150" cy="549275"/>
          </a:xfrm>
        </p:spPr>
        <p:txBody>
          <a:bodyPr/>
          <a:lstStyle/>
          <a:p>
            <a:pPr>
              <a:defRPr/>
            </a:pPr>
            <a:r>
              <a:rPr lang="zh-CN" altLang="en-US" sz="4000" smtClean="0"/>
              <a:t>§6.2 利用正函数插值公式的反插值法</a:t>
            </a:r>
          </a:p>
        </p:txBody>
      </p:sp>
      <p:graphicFrame>
        <p:nvGraphicFramePr>
          <p:cNvPr id="534532" name="Object 4"/>
          <p:cNvGraphicFramePr>
            <a:graphicFrameLocks noGrp="1" noChangeAspect="1"/>
          </p:cNvGraphicFramePr>
          <p:nvPr>
            <p:ph type="body" idx="1"/>
          </p:nvPr>
        </p:nvGraphicFramePr>
        <p:xfrm>
          <a:off x="857250" y="1143000"/>
          <a:ext cx="8820150" cy="1066800"/>
        </p:xfrm>
        <a:graphic>
          <a:graphicData uri="http://schemas.openxmlformats.org/presentationml/2006/ole">
            <mc:AlternateContent xmlns:mc="http://schemas.openxmlformats.org/markup-compatibility/2006">
              <mc:Choice xmlns:v="urn:schemas-microsoft-com:vml" Requires="v">
                <p:oleObj spid="_x0000_s196679" name="Equation" r:id="rId3" imgW="4114800" imgH="457200" progId="Equation.3">
                  <p:embed/>
                </p:oleObj>
              </mc:Choice>
              <mc:Fallback>
                <p:oleObj name="Equation" r:id="rId3" imgW="41148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1143000"/>
                        <a:ext cx="882015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533" name="Rectangle 5"/>
          <p:cNvSpPr>
            <a:spLocks noChangeArrowheads="1"/>
          </p:cNvSpPr>
          <p:nvPr/>
        </p:nvSpPr>
        <p:spPr bwMode="auto">
          <a:xfrm>
            <a:off x="304800" y="1066800"/>
            <a:ext cx="644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solidFill>
                  <a:srgbClr val="0000FF"/>
                </a:solidFill>
                <a:latin typeface="Times New Roman" pitchFamily="18" charset="0"/>
              </a:rPr>
              <a:t>C=</a:t>
            </a:r>
          </a:p>
        </p:txBody>
      </p:sp>
      <p:sp>
        <p:nvSpPr>
          <p:cNvPr id="534534" name="Rectangle 6"/>
          <p:cNvSpPr>
            <a:spLocks noChangeArrowheads="1"/>
          </p:cNvSpPr>
          <p:nvPr/>
        </p:nvSpPr>
        <p:spPr bwMode="auto">
          <a:xfrm>
            <a:off x="3048000" y="990600"/>
            <a:ext cx="2438400" cy="685800"/>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34535" name="Object 7"/>
          <p:cNvGraphicFramePr>
            <a:graphicFrameLocks noChangeAspect="1"/>
          </p:cNvGraphicFramePr>
          <p:nvPr/>
        </p:nvGraphicFramePr>
        <p:xfrm>
          <a:off x="838200" y="2286000"/>
          <a:ext cx="9067800" cy="1143000"/>
        </p:xfrm>
        <a:graphic>
          <a:graphicData uri="http://schemas.openxmlformats.org/presentationml/2006/ole">
            <mc:AlternateContent xmlns:mc="http://schemas.openxmlformats.org/markup-compatibility/2006">
              <mc:Choice xmlns:v="urn:schemas-microsoft-com:vml" Requires="v">
                <p:oleObj spid="_x0000_s196680" name="Equation" r:id="rId5" imgW="4495800" imgH="457200" progId="Equation.3">
                  <p:embed/>
                </p:oleObj>
              </mc:Choice>
              <mc:Fallback>
                <p:oleObj name="Equation" r:id="rId5" imgW="44958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286000"/>
                        <a:ext cx="90678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536" name="AutoShape 8"/>
          <p:cNvSpPr>
            <a:spLocks noChangeArrowheads="1"/>
          </p:cNvSpPr>
          <p:nvPr/>
        </p:nvSpPr>
        <p:spPr bwMode="auto">
          <a:xfrm>
            <a:off x="76200" y="2286000"/>
            <a:ext cx="685800" cy="685800"/>
          </a:xfrm>
          <a:prstGeom prst="rightArrow">
            <a:avLst>
              <a:gd name="adj1" fmla="val 50000"/>
              <a:gd name="adj2"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34538" name="Object 10"/>
          <p:cNvGraphicFramePr>
            <a:graphicFrameLocks noChangeAspect="1"/>
          </p:cNvGraphicFramePr>
          <p:nvPr/>
        </p:nvGraphicFramePr>
        <p:xfrm>
          <a:off x="838200" y="3827463"/>
          <a:ext cx="7772400" cy="2268537"/>
        </p:xfrm>
        <a:graphic>
          <a:graphicData uri="http://schemas.openxmlformats.org/presentationml/2006/ole">
            <mc:AlternateContent xmlns:mc="http://schemas.openxmlformats.org/markup-compatibility/2006">
              <mc:Choice xmlns:v="urn:schemas-microsoft-com:vml" Requires="v">
                <p:oleObj spid="_x0000_s196681" name="Equation" r:id="rId7" imgW="3289300" imgH="889000" progId="Equation.3">
                  <p:embed/>
                </p:oleObj>
              </mc:Choice>
              <mc:Fallback>
                <p:oleObj name="Equation" r:id="rId7" imgW="3289300" imgH="8890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3827463"/>
                        <a:ext cx="7772400" cy="2268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539" name="AutoShape 11"/>
          <p:cNvSpPr>
            <a:spLocks noChangeArrowheads="1"/>
          </p:cNvSpPr>
          <p:nvPr/>
        </p:nvSpPr>
        <p:spPr bwMode="auto">
          <a:xfrm>
            <a:off x="76200" y="3903663"/>
            <a:ext cx="685800" cy="685800"/>
          </a:xfrm>
          <a:prstGeom prst="rightArrow">
            <a:avLst>
              <a:gd name="adj1" fmla="val 50000"/>
              <a:gd name="adj2"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4540" name="Text Box 12"/>
          <p:cNvSpPr txBox="1">
            <a:spLocks noChangeArrowheads="1"/>
          </p:cNvSpPr>
          <p:nvPr/>
        </p:nvSpPr>
        <p:spPr bwMode="auto">
          <a:xfrm>
            <a:off x="1373188" y="3727450"/>
            <a:ext cx="2513012" cy="1166813"/>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endParaRPr lang="zh-CN" altLang="en-US" i="0"/>
          </a:p>
          <a:p>
            <a:pPr algn="l">
              <a:spcBef>
                <a:spcPct val="50000"/>
              </a:spcBef>
            </a:pPr>
            <a:r>
              <a:rPr lang="en-US" altLang="zh-CN" sz="3200" i="0">
                <a:solidFill>
                  <a:srgbClr val="FF3300"/>
                </a:solidFill>
              </a:rPr>
              <a:t>m</a:t>
            </a:r>
            <a:r>
              <a:rPr lang="en-US" altLang="zh-CN" sz="3200" i="0" baseline="-25000">
                <a:solidFill>
                  <a:srgbClr val="FF3300"/>
                </a:solidFill>
              </a:rPr>
              <a:t>1</a:t>
            </a:r>
          </a:p>
        </p:txBody>
      </p:sp>
      <p:sp>
        <p:nvSpPr>
          <p:cNvPr id="534541" name="Text Box 13"/>
          <p:cNvSpPr txBox="1">
            <a:spLocks noChangeArrowheads="1"/>
          </p:cNvSpPr>
          <p:nvPr/>
        </p:nvSpPr>
        <p:spPr bwMode="auto">
          <a:xfrm>
            <a:off x="3962400" y="3775075"/>
            <a:ext cx="2209800" cy="1166813"/>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endParaRPr lang="zh-CN" altLang="en-US" i="0"/>
          </a:p>
          <a:p>
            <a:pPr algn="l">
              <a:spcBef>
                <a:spcPct val="50000"/>
              </a:spcBef>
            </a:pPr>
            <a:r>
              <a:rPr lang="en-US" altLang="zh-CN" sz="3200" i="0">
                <a:solidFill>
                  <a:srgbClr val="FF3300"/>
                </a:solidFill>
              </a:rPr>
              <a:t>m</a:t>
            </a:r>
            <a:r>
              <a:rPr lang="en-US" altLang="zh-CN" sz="3200" i="0" baseline="-25000">
                <a:solidFill>
                  <a:srgbClr val="FF3300"/>
                </a:solidFill>
              </a:rPr>
              <a:t>2</a:t>
            </a:r>
          </a:p>
        </p:txBody>
      </p:sp>
      <p:sp>
        <p:nvSpPr>
          <p:cNvPr id="534542" name="Text Box 14"/>
          <p:cNvSpPr txBox="1">
            <a:spLocks noChangeArrowheads="1"/>
          </p:cNvSpPr>
          <p:nvPr/>
        </p:nvSpPr>
        <p:spPr bwMode="auto">
          <a:xfrm>
            <a:off x="1373188" y="4818063"/>
            <a:ext cx="2971800" cy="1166812"/>
          </a:xfrm>
          <a:prstGeom prst="rect">
            <a:avLst/>
          </a:prstGeom>
          <a:noFill/>
          <a:ln w="38100">
            <a:solidFill>
              <a:srgbClr val="FF3300"/>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endParaRPr lang="zh-CN" altLang="en-US" i="0"/>
          </a:p>
          <a:p>
            <a:pPr algn="l">
              <a:spcBef>
                <a:spcPct val="50000"/>
              </a:spcBef>
            </a:pPr>
            <a:r>
              <a:rPr lang="en-US" altLang="zh-CN" sz="3200" i="0">
                <a:solidFill>
                  <a:srgbClr val="FF3300"/>
                </a:solidFill>
              </a:rPr>
              <a:t>m</a:t>
            </a:r>
            <a:r>
              <a:rPr lang="en-US" altLang="zh-CN" sz="3200" i="0" baseline="-25000">
                <a:solidFill>
                  <a:srgbClr val="FF3300"/>
                </a:solidFill>
              </a:rPr>
              <a:t>n</a:t>
            </a:r>
          </a:p>
        </p:txBody>
      </p:sp>
      <p:sp>
        <p:nvSpPr>
          <p:cNvPr id="534543" name="Rectangle 15"/>
          <p:cNvSpPr>
            <a:spLocks noChangeArrowheads="1"/>
          </p:cNvSpPr>
          <p:nvPr/>
        </p:nvSpPr>
        <p:spPr bwMode="auto">
          <a:xfrm>
            <a:off x="8458200" y="5222875"/>
            <a:ext cx="1203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solidFill>
                  <a:srgbClr val="0000FF"/>
                </a:solidFill>
                <a:latin typeface="Times New Roman" pitchFamily="18" charset="0"/>
              </a:rPr>
              <a:t>= </a:t>
            </a:r>
            <a:r>
              <a:rPr lang="en-US" altLang="zh-CN" sz="3200" i="0">
                <a:solidFill>
                  <a:srgbClr val="0000FF"/>
                </a:solidFill>
                <a:latin typeface="Times New Roman" pitchFamily="18" charset="0"/>
                <a:sym typeface="Symbol" pitchFamily="18" charset="2"/>
              </a:rPr>
              <a:t>(x)</a:t>
            </a:r>
            <a:endParaRPr lang="en-US" altLang="zh-CN" sz="3200" i="0">
              <a:solidFill>
                <a:srgbClr val="0000FF"/>
              </a:solidFill>
              <a:latin typeface="Times New Roman" pitchFamily="18" charset="0"/>
            </a:endParaRPr>
          </a:p>
        </p:txBody>
      </p:sp>
    </p:spTree>
    <p:extLst>
      <p:ext uri="{BB962C8B-B14F-4D97-AF65-F5344CB8AC3E}">
        <p14:creationId xmlns:p14="http://schemas.microsoft.com/office/powerpoint/2010/main" val="17704223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34532"/>
                                        </p:tgtEl>
                                        <p:attrNameLst>
                                          <p:attrName>style.visibility</p:attrName>
                                        </p:attrNameLst>
                                      </p:cBhvr>
                                      <p:to>
                                        <p:strVal val="visible"/>
                                      </p:to>
                                    </p:set>
                                    <p:animEffect transition="in" filter="dissolve">
                                      <p:cBhvr>
                                        <p:cTn id="7" dur="500"/>
                                        <p:tgtEl>
                                          <p:spTgt spid="5345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4533"/>
                                        </p:tgtEl>
                                        <p:attrNameLst>
                                          <p:attrName>style.visibility</p:attrName>
                                        </p:attrNameLst>
                                      </p:cBhvr>
                                      <p:to>
                                        <p:strVal val="visible"/>
                                      </p:to>
                                    </p:set>
                                    <p:animEffect transition="in" filter="dissolve">
                                      <p:cBhvr>
                                        <p:cTn id="12" dur="500"/>
                                        <p:tgtEl>
                                          <p:spTgt spid="5345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34534"/>
                                        </p:tgtEl>
                                        <p:attrNameLst>
                                          <p:attrName>style.visibility</p:attrName>
                                        </p:attrNameLst>
                                      </p:cBhvr>
                                      <p:to>
                                        <p:strVal val="visible"/>
                                      </p:to>
                                    </p:set>
                                    <p:animEffect transition="in" filter="dissolve">
                                      <p:cBhvr>
                                        <p:cTn id="17" dur="500"/>
                                        <p:tgtEl>
                                          <p:spTgt spid="5345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4536"/>
                                        </p:tgtEl>
                                        <p:attrNameLst>
                                          <p:attrName>style.visibility</p:attrName>
                                        </p:attrNameLst>
                                      </p:cBhvr>
                                      <p:to>
                                        <p:strVal val="visible"/>
                                      </p:to>
                                    </p:set>
                                    <p:animEffect transition="in" filter="dissolve">
                                      <p:cBhvr>
                                        <p:cTn id="22" dur="500"/>
                                        <p:tgtEl>
                                          <p:spTgt spid="5345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34535"/>
                                        </p:tgtEl>
                                        <p:attrNameLst>
                                          <p:attrName>style.visibility</p:attrName>
                                        </p:attrNameLst>
                                      </p:cBhvr>
                                      <p:to>
                                        <p:strVal val="visible"/>
                                      </p:to>
                                    </p:set>
                                    <p:animEffect transition="in" filter="dissolve">
                                      <p:cBhvr>
                                        <p:cTn id="27" dur="500"/>
                                        <p:tgtEl>
                                          <p:spTgt spid="5345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34539"/>
                                        </p:tgtEl>
                                        <p:attrNameLst>
                                          <p:attrName>style.visibility</p:attrName>
                                        </p:attrNameLst>
                                      </p:cBhvr>
                                      <p:to>
                                        <p:strVal val="visible"/>
                                      </p:to>
                                    </p:set>
                                    <p:animEffect transition="in" filter="dissolve">
                                      <p:cBhvr>
                                        <p:cTn id="32" dur="500"/>
                                        <p:tgtEl>
                                          <p:spTgt spid="53453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534538"/>
                                        </p:tgtEl>
                                        <p:attrNameLst>
                                          <p:attrName>style.visibility</p:attrName>
                                        </p:attrNameLst>
                                      </p:cBhvr>
                                      <p:to>
                                        <p:strVal val="visible"/>
                                      </p:to>
                                    </p:set>
                                    <p:animEffect transition="in" filter="dissolve">
                                      <p:cBhvr>
                                        <p:cTn id="37" dur="500"/>
                                        <p:tgtEl>
                                          <p:spTgt spid="53453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34540"/>
                                        </p:tgtEl>
                                        <p:attrNameLst>
                                          <p:attrName>style.visibility</p:attrName>
                                        </p:attrNameLst>
                                      </p:cBhvr>
                                      <p:to>
                                        <p:strVal val="visible"/>
                                      </p:to>
                                    </p:set>
                                    <p:animEffect transition="in" filter="dissolve">
                                      <p:cBhvr>
                                        <p:cTn id="42" dur="500"/>
                                        <p:tgtEl>
                                          <p:spTgt spid="5345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34541"/>
                                        </p:tgtEl>
                                        <p:attrNameLst>
                                          <p:attrName>style.visibility</p:attrName>
                                        </p:attrNameLst>
                                      </p:cBhvr>
                                      <p:to>
                                        <p:strVal val="visible"/>
                                      </p:to>
                                    </p:set>
                                    <p:animEffect transition="in" filter="dissolve">
                                      <p:cBhvr>
                                        <p:cTn id="47" dur="500"/>
                                        <p:tgtEl>
                                          <p:spTgt spid="53454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534542"/>
                                        </p:tgtEl>
                                        <p:attrNameLst>
                                          <p:attrName>style.visibility</p:attrName>
                                        </p:attrNameLst>
                                      </p:cBhvr>
                                      <p:to>
                                        <p:strVal val="visible"/>
                                      </p:to>
                                    </p:set>
                                    <p:animEffect transition="in" filter="dissolve">
                                      <p:cBhvr>
                                        <p:cTn id="52" dur="500"/>
                                        <p:tgtEl>
                                          <p:spTgt spid="53454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34543"/>
                                        </p:tgtEl>
                                        <p:attrNameLst>
                                          <p:attrName>style.visibility</p:attrName>
                                        </p:attrNameLst>
                                      </p:cBhvr>
                                      <p:to>
                                        <p:strVal val="visible"/>
                                      </p:to>
                                    </p:set>
                                    <p:animEffect transition="in" filter="dissolve">
                                      <p:cBhvr>
                                        <p:cTn id="57" dur="500"/>
                                        <p:tgtEl>
                                          <p:spTgt spid="534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3" grpId="0" autoUpdateAnimBg="0"/>
      <p:bldP spid="534534" grpId="0" animBg="1"/>
      <p:bldP spid="534536" grpId="0" animBg="1"/>
      <p:bldP spid="534539" grpId="0" animBg="1"/>
      <p:bldP spid="534540" grpId="0" animBg="1" autoUpdateAnimBg="0"/>
      <p:bldP spid="534541" grpId="0" animBg="1" autoUpdateAnimBg="0"/>
      <p:bldP spid="534542" grpId="0" animBg="1" autoUpdateAnimBg="0"/>
      <p:bldP spid="534543"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D9578CE-058A-4FAB-B40B-120D5851CCC6}" type="slidenum">
              <a:rPr lang="zh-CN" altLang="en-US" b="0" i="0" smtClean="0"/>
              <a:pPr/>
              <a:t>102</a:t>
            </a:fld>
            <a:endParaRPr lang="en-US" altLang="zh-CN" b="0" i="0" smtClean="0"/>
          </a:p>
        </p:txBody>
      </p:sp>
      <p:sp>
        <p:nvSpPr>
          <p:cNvPr id="12493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2AC27EF-CB0E-4492-9793-A3A3D182D933}" type="datetime1">
              <a:rPr lang="zh-CN" altLang="en-US" sz="1800" i="0" smtClean="0"/>
              <a:pPr/>
              <a:t>2024/10/20</a:t>
            </a:fld>
            <a:endParaRPr lang="en-US" altLang="zh-CN" sz="1800" i="0" smtClean="0"/>
          </a:p>
        </p:txBody>
      </p:sp>
      <p:sp>
        <p:nvSpPr>
          <p:cNvPr id="535554" name="Rectangle 2"/>
          <p:cNvSpPr>
            <a:spLocks noGrp="1" noChangeArrowheads="1"/>
          </p:cNvSpPr>
          <p:nvPr>
            <p:ph type="title"/>
          </p:nvPr>
        </p:nvSpPr>
        <p:spPr>
          <a:xfrm>
            <a:off x="650875" y="365125"/>
            <a:ext cx="8820150" cy="549275"/>
          </a:xfrm>
        </p:spPr>
        <p:txBody>
          <a:bodyPr/>
          <a:lstStyle/>
          <a:p>
            <a:pPr>
              <a:defRPr/>
            </a:pPr>
            <a:r>
              <a:rPr lang="zh-CN" altLang="en-US" sz="4000" smtClean="0"/>
              <a:t>§6.2 利用正函数插值公式的反插值法</a:t>
            </a:r>
          </a:p>
        </p:txBody>
      </p:sp>
      <p:sp>
        <p:nvSpPr>
          <p:cNvPr id="124933" name="Rectangle 3"/>
          <p:cNvSpPr>
            <a:spLocks noGrp="1" noChangeArrowheads="1"/>
          </p:cNvSpPr>
          <p:nvPr>
            <p:ph type="body" idx="1"/>
          </p:nvPr>
        </p:nvSpPr>
        <p:spPr>
          <a:xfrm>
            <a:off x="588963" y="1143000"/>
            <a:ext cx="9164637" cy="4086225"/>
          </a:xfrm>
        </p:spPr>
        <p:txBody>
          <a:bodyPr/>
          <a:lstStyle/>
          <a:p>
            <a:r>
              <a:rPr lang="en-US" altLang="zh-CN" sz="3200" i="1" smtClean="0"/>
              <a:t>x</a:t>
            </a:r>
            <a:r>
              <a:rPr lang="en-US" altLang="zh-CN" sz="3200" baseline="30000" smtClean="0"/>
              <a:t>(0)</a:t>
            </a:r>
            <a:r>
              <a:rPr lang="en-US" altLang="zh-CN" sz="3200" i="1" smtClean="0"/>
              <a:t>=m</a:t>
            </a:r>
            <a:r>
              <a:rPr lang="en-US" altLang="zh-CN" sz="3200" i="1" baseline="-25000" smtClean="0"/>
              <a:t>1</a:t>
            </a:r>
          </a:p>
          <a:p>
            <a:r>
              <a:rPr lang="en-US" altLang="zh-CN" sz="3200" i="1" smtClean="0"/>
              <a:t>x</a:t>
            </a:r>
            <a:r>
              <a:rPr lang="en-US" altLang="zh-CN" sz="3200" baseline="30000" smtClean="0"/>
              <a:t>(1)</a:t>
            </a:r>
            <a:r>
              <a:rPr lang="en-US" altLang="zh-CN" sz="3200" i="1" smtClean="0"/>
              <a:t>=m</a:t>
            </a:r>
            <a:r>
              <a:rPr lang="en-US" altLang="zh-CN" sz="3200" i="1" baseline="-25000" smtClean="0"/>
              <a:t>1</a:t>
            </a:r>
            <a:r>
              <a:rPr lang="en-US" altLang="zh-CN" sz="3200" i="1" smtClean="0"/>
              <a:t>+m</a:t>
            </a:r>
            <a:r>
              <a:rPr lang="en-US" altLang="zh-CN" sz="3200" i="1" baseline="-25000" smtClean="0"/>
              <a:t>2</a:t>
            </a:r>
            <a:r>
              <a:rPr lang="en-US" altLang="zh-CN" sz="3200" smtClean="0"/>
              <a:t>(</a:t>
            </a:r>
            <a:r>
              <a:rPr lang="en-US" altLang="zh-CN" sz="3200" i="1" smtClean="0"/>
              <a:t>x</a:t>
            </a:r>
            <a:r>
              <a:rPr lang="en-US" altLang="zh-CN" sz="3200" baseline="30000" smtClean="0"/>
              <a:t>(0)</a:t>
            </a:r>
            <a:r>
              <a:rPr lang="en-US" altLang="zh-CN" sz="3200" smtClean="0"/>
              <a:t>-</a:t>
            </a:r>
            <a:r>
              <a:rPr lang="en-US" altLang="zh-CN" sz="3200" i="1" smtClean="0"/>
              <a:t>x</a:t>
            </a:r>
            <a:r>
              <a:rPr lang="en-US" altLang="zh-CN" sz="3200" baseline="-25000" smtClean="0"/>
              <a:t>0</a:t>
            </a:r>
            <a:r>
              <a:rPr lang="en-US" altLang="zh-CN" sz="3200" smtClean="0"/>
              <a:t>) (</a:t>
            </a:r>
            <a:r>
              <a:rPr lang="en-US" altLang="zh-CN" sz="3200" i="1" smtClean="0"/>
              <a:t>x</a:t>
            </a:r>
            <a:r>
              <a:rPr lang="en-US" altLang="zh-CN" sz="3200" baseline="30000" smtClean="0"/>
              <a:t>(0)</a:t>
            </a:r>
            <a:r>
              <a:rPr lang="en-US" altLang="zh-CN" sz="3200" smtClean="0"/>
              <a:t>-</a:t>
            </a:r>
            <a:r>
              <a:rPr lang="en-US" altLang="zh-CN" sz="3200" i="1" baseline="30000" smtClean="0"/>
              <a:t> </a:t>
            </a:r>
            <a:r>
              <a:rPr lang="en-US" altLang="zh-CN" sz="3200" i="1" smtClean="0"/>
              <a:t>x</a:t>
            </a:r>
            <a:r>
              <a:rPr lang="en-US" altLang="zh-CN" sz="3200" i="1" baseline="-25000" smtClean="0"/>
              <a:t>1</a:t>
            </a:r>
            <a:r>
              <a:rPr lang="en-US" altLang="zh-CN" sz="3200" smtClean="0"/>
              <a:t>)</a:t>
            </a:r>
          </a:p>
          <a:p>
            <a:r>
              <a:rPr lang="en-US" altLang="zh-CN" sz="3200" i="1" smtClean="0"/>
              <a:t>x</a:t>
            </a:r>
            <a:r>
              <a:rPr lang="en-US" altLang="zh-CN" sz="3200" baseline="30000" smtClean="0"/>
              <a:t>(2)</a:t>
            </a:r>
            <a:r>
              <a:rPr lang="en-US" altLang="zh-CN" sz="3200" i="1" smtClean="0"/>
              <a:t>=m</a:t>
            </a:r>
            <a:r>
              <a:rPr lang="en-US" altLang="zh-CN" sz="3200" i="1" baseline="-25000" smtClean="0"/>
              <a:t>1</a:t>
            </a:r>
            <a:r>
              <a:rPr lang="en-US" altLang="zh-CN" sz="3200" i="1" smtClean="0"/>
              <a:t>+m</a:t>
            </a:r>
            <a:r>
              <a:rPr lang="en-US" altLang="zh-CN" sz="3200" i="1" baseline="-25000" smtClean="0"/>
              <a:t>2</a:t>
            </a:r>
            <a:r>
              <a:rPr lang="en-US" altLang="zh-CN" sz="3200" smtClean="0"/>
              <a:t>(</a:t>
            </a:r>
            <a:r>
              <a:rPr lang="en-US" altLang="zh-CN" sz="3200" i="1" smtClean="0"/>
              <a:t>x</a:t>
            </a:r>
            <a:r>
              <a:rPr lang="en-US" altLang="zh-CN" sz="3200" baseline="30000" smtClean="0"/>
              <a:t>(1)</a:t>
            </a:r>
            <a:r>
              <a:rPr lang="en-US" altLang="zh-CN" sz="3200" smtClean="0"/>
              <a:t>-</a:t>
            </a:r>
            <a:r>
              <a:rPr lang="en-US" altLang="zh-CN" sz="3200" i="1" smtClean="0"/>
              <a:t>x</a:t>
            </a:r>
            <a:r>
              <a:rPr lang="en-US" altLang="zh-CN" sz="3200" baseline="-25000" smtClean="0"/>
              <a:t>0</a:t>
            </a:r>
            <a:r>
              <a:rPr lang="en-US" altLang="zh-CN" sz="3200" smtClean="0"/>
              <a:t>)(</a:t>
            </a:r>
            <a:r>
              <a:rPr lang="en-US" altLang="zh-CN" sz="3200" i="1" smtClean="0"/>
              <a:t>x</a:t>
            </a:r>
            <a:r>
              <a:rPr lang="en-US" altLang="zh-CN" sz="3200" baseline="30000" smtClean="0"/>
              <a:t>(1)</a:t>
            </a:r>
            <a:r>
              <a:rPr lang="en-US" altLang="zh-CN" sz="3200" smtClean="0"/>
              <a:t>-</a:t>
            </a:r>
            <a:r>
              <a:rPr lang="en-US" altLang="zh-CN" sz="3200" i="1" smtClean="0"/>
              <a:t>x</a:t>
            </a:r>
            <a:r>
              <a:rPr lang="en-US" altLang="zh-CN" sz="3200" baseline="-25000" smtClean="0"/>
              <a:t>1</a:t>
            </a:r>
            <a:r>
              <a:rPr lang="en-US" altLang="zh-CN" sz="3200" smtClean="0"/>
              <a:t>)</a:t>
            </a:r>
            <a:r>
              <a:rPr lang="en-US" altLang="zh-CN" sz="3200" i="1" smtClean="0"/>
              <a:t>+m</a:t>
            </a:r>
            <a:r>
              <a:rPr lang="en-US" altLang="zh-CN" sz="3200" i="1" baseline="-25000" smtClean="0"/>
              <a:t>3</a:t>
            </a:r>
            <a:r>
              <a:rPr lang="en-US" altLang="zh-CN" sz="3200" smtClean="0"/>
              <a:t>(</a:t>
            </a:r>
            <a:r>
              <a:rPr lang="en-US" altLang="zh-CN" sz="3200" i="1" smtClean="0"/>
              <a:t>x</a:t>
            </a:r>
            <a:r>
              <a:rPr lang="en-US" altLang="zh-CN" sz="3200" baseline="30000" smtClean="0"/>
              <a:t>(1)</a:t>
            </a:r>
            <a:r>
              <a:rPr lang="en-US" altLang="zh-CN" sz="3200" smtClean="0"/>
              <a:t>-</a:t>
            </a:r>
            <a:r>
              <a:rPr lang="en-US" altLang="zh-CN" sz="3200" i="1" smtClean="0"/>
              <a:t>x</a:t>
            </a:r>
            <a:r>
              <a:rPr lang="en-US" altLang="zh-CN" sz="3200" i="1" baseline="-25000" smtClean="0"/>
              <a:t>0</a:t>
            </a:r>
            <a:r>
              <a:rPr lang="en-US" altLang="zh-CN" sz="3200" smtClean="0"/>
              <a:t>)(</a:t>
            </a:r>
            <a:r>
              <a:rPr lang="en-US" altLang="zh-CN" sz="3200" i="1" smtClean="0"/>
              <a:t>x</a:t>
            </a:r>
            <a:r>
              <a:rPr lang="en-US" altLang="zh-CN" sz="3200" baseline="30000" smtClean="0"/>
              <a:t>(1)</a:t>
            </a:r>
            <a:r>
              <a:rPr lang="en-US" altLang="zh-CN" sz="3200" smtClean="0"/>
              <a:t>-</a:t>
            </a:r>
            <a:r>
              <a:rPr lang="en-US" altLang="zh-CN" sz="3200" i="1" smtClean="0"/>
              <a:t>x</a:t>
            </a:r>
            <a:r>
              <a:rPr lang="en-US" altLang="zh-CN" sz="3200" baseline="-25000" smtClean="0"/>
              <a:t>1</a:t>
            </a:r>
            <a:r>
              <a:rPr lang="en-US" altLang="zh-CN" sz="3200" smtClean="0"/>
              <a:t>)(</a:t>
            </a:r>
            <a:r>
              <a:rPr lang="en-US" altLang="zh-CN" sz="3200" i="1" smtClean="0"/>
              <a:t>x</a:t>
            </a:r>
            <a:r>
              <a:rPr lang="en-US" altLang="zh-CN" sz="3200" baseline="30000" smtClean="0"/>
              <a:t>(1)</a:t>
            </a:r>
            <a:r>
              <a:rPr lang="en-US" altLang="zh-CN" sz="3200" smtClean="0"/>
              <a:t>-</a:t>
            </a:r>
            <a:r>
              <a:rPr lang="en-US" altLang="zh-CN" sz="3200" i="1" smtClean="0"/>
              <a:t>x</a:t>
            </a:r>
            <a:r>
              <a:rPr lang="en-US" altLang="zh-CN" sz="3200" baseline="-25000" smtClean="0"/>
              <a:t>1</a:t>
            </a:r>
            <a:r>
              <a:rPr lang="en-US" altLang="zh-CN" sz="3200" smtClean="0"/>
              <a:t>)</a:t>
            </a:r>
            <a:endParaRPr lang="zh-CN" altLang="en-US" sz="3200" smtClean="0"/>
          </a:p>
          <a:p>
            <a:r>
              <a:rPr lang="zh-CN" altLang="en-US" sz="3200" smtClean="0"/>
              <a:t>…….</a:t>
            </a:r>
          </a:p>
          <a:p>
            <a:r>
              <a:rPr lang="en-US" altLang="zh-CN" sz="3200" i="1" smtClean="0"/>
              <a:t>x</a:t>
            </a:r>
            <a:r>
              <a:rPr lang="en-US" altLang="zh-CN" sz="3200" baseline="30000" smtClean="0"/>
              <a:t>(n-1)</a:t>
            </a:r>
            <a:r>
              <a:rPr lang="en-US" altLang="zh-CN" sz="3200" i="1" smtClean="0"/>
              <a:t>= </a:t>
            </a:r>
            <a:r>
              <a:rPr lang="zh-CN" altLang="en-US" sz="3200" i="1" smtClean="0">
                <a:sym typeface="Symbol" pitchFamily="18" charset="2"/>
              </a:rPr>
              <a:t> </a:t>
            </a:r>
            <a:r>
              <a:rPr lang="en-US" altLang="zh-CN" sz="3200" smtClean="0">
                <a:sym typeface="Symbol" pitchFamily="18" charset="2"/>
              </a:rPr>
              <a:t>(</a:t>
            </a:r>
            <a:r>
              <a:rPr lang="en-US" altLang="zh-CN" sz="3200" i="1" smtClean="0"/>
              <a:t>x</a:t>
            </a:r>
            <a:r>
              <a:rPr lang="en-US" altLang="zh-CN" sz="3200" baseline="30000" smtClean="0"/>
              <a:t>(n-2)</a:t>
            </a:r>
            <a:r>
              <a:rPr lang="en-US" altLang="zh-CN" sz="3200" smtClean="0"/>
              <a:t>)</a:t>
            </a:r>
            <a:endParaRPr lang="zh-CN" altLang="en-US" sz="3200" smtClean="0"/>
          </a:p>
          <a:p>
            <a:r>
              <a:rPr lang="en-US" altLang="zh-CN" sz="3200" i="1" smtClean="0"/>
              <a:t>x</a:t>
            </a:r>
            <a:r>
              <a:rPr lang="en-US" altLang="zh-CN" sz="3200" baseline="30000" smtClean="0"/>
              <a:t>(n)</a:t>
            </a:r>
            <a:r>
              <a:rPr lang="en-US" altLang="zh-CN" sz="3200" i="1" smtClean="0"/>
              <a:t>= </a:t>
            </a:r>
            <a:r>
              <a:rPr lang="zh-CN" altLang="en-US" sz="3200" i="1" smtClean="0">
                <a:sym typeface="Symbol" pitchFamily="18" charset="2"/>
              </a:rPr>
              <a:t> </a:t>
            </a:r>
            <a:r>
              <a:rPr lang="en-US" altLang="zh-CN" sz="3200" smtClean="0">
                <a:sym typeface="Symbol" pitchFamily="18" charset="2"/>
              </a:rPr>
              <a:t>(</a:t>
            </a:r>
            <a:r>
              <a:rPr lang="en-US" altLang="zh-CN" sz="3200" i="1" smtClean="0"/>
              <a:t>x</a:t>
            </a:r>
            <a:r>
              <a:rPr lang="en-US" altLang="zh-CN" sz="3200" baseline="30000" smtClean="0"/>
              <a:t>(n-1)</a:t>
            </a:r>
            <a:r>
              <a:rPr lang="en-US" altLang="zh-CN" sz="3200" smtClean="0"/>
              <a:t>)</a:t>
            </a:r>
          </a:p>
          <a:p>
            <a:r>
              <a:rPr lang="zh-CN" altLang="en-US" sz="3200" smtClean="0"/>
              <a:t>……</a:t>
            </a:r>
          </a:p>
        </p:txBody>
      </p:sp>
    </p:spTree>
    <p:extLst>
      <p:ext uri="{BB962C8B-B14F-4D97-AF65-F5344CB8AC3E}">
        <p14:creationId xmlns:p14="http://schemas.microsoft.com/office/powerpoint/2010/main" val="363650620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88C6B43-966D-4631-84A6-2738EA63BB53}" type="slidenum">
              <a:rPr lang="zh-CN" altLang="en-US" b="0" i="0" smtClean="0"/>
              <a:pPr/>
              <a:t>103</a:t>
            </a:fld>
            <a:endParaRPr lang="en-US" altLang="zh-CN" b="0" i="0" smtClean="0"/>
          </a:p>
        </p:txBody>
      </p:sp>
      <p:sp>
        <p:nvSpPr>
          <p:cNvPr id="12595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16F96CE-C798-40AF-A6F4-C8E60D2E0D5E}" type="datetime1">
              <a:rPr lang="zh-CN" altLang="en-US" sz="1800" i="0" smtClean="0"/>
              <a:pPr/>
              <a:t>2024/10/20</a:t>
            </a:fld>
            <a:endParaRPr lang="en-US" altLang="zh-CN" sz="1800" i="0" smtClean="0"/>
          </a:p>
        </p:txBody>
      </p:sp>
      <p:sp>
        <p:nvSpPr>
          <p:cNvPr id="536578" name="Rectangle 2"/>
          <p:cNvSpPr>
            <a:spLocks noGrp="1" noChangeArrowheads="1"/>
          </p:cNvSpPr>
          <p:nvPr>
            <p:ph type="title"/>
          </p:nvPr>
        </p:nvSpPr>
        <p:spPr>
          <a:xfrm>
            <a:off x="650875" y="365125"/>
            <a:ext cx="8820150" cy="549275"/>
          </a:xfrm>
        </p:spPr>
        <p:txBody>
          <a:bodyPr/>
          <a:lstStyle/>
          <a:p>
            <a:pPr>
              <a:defRPr/>
            </a:pPr>
            <a:r>
              <a:rPr lang="zh-CN" altLang="en-US" sz="4000" smtClean="0"/>
              <a:t>§6.2 利用正函数插值公式的反插值法</a:t>
            </a:r>
          </a:p>
        </p:txBody>
      </p:sp>
      <p:graphicFrame>
        <p:nvGraphicFramePr>
          <p:cNvPr id="536580" name="Object 4"/>
          <p:cNvGraphicFramePr>
            <a:graphicFrameLocks noGrp="1" noChangeAspect="1"/>
          </p:cNvGraphicFramePr>
          <p:nvPr>
            <p:ph type="body" idx="1"/>
          </p:nvPr>
        </p:nvGraphicFramePr>
        <p:xfrm>
          <a:off x="457200" y="1143000"/>
          <a:ext cx="8820150" cy="1066800"/>
        </p:xfrm>
        <a:graphic>
          <a:graphicData uri="http://schemas.openxmlformats.org/presentationml/2006/ole">
            <mc:AlternateContent xmlns:mc="http://schemas.openxmlformats.org/markup-compatibility/2006">
              <mc:Choice xmlns:v="urn:schemas-microsoft-com:vml" Requires="v">
                <p:oleObj spid="_x0000_s197726" name="Equation" r:id="rId3" imgW="4114800" imgH="457200" progId="Equation.3">
                  <p:embed/>
                </p:oleObj>
              </mc:Choice>
              <mc:Fallback>
                <p:oleObj name="Equation" r:id="rId3" imgW="41148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143000"/>
                        <a:ext cx="882015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6581" name="Object 5"/>
          <p:cNvGraphicFramePr>
            <a:graphicFrameLocks noChangeAspect="1"/>
          </p:cNvGraphicFramePr>
          <p:nvPr/>
        </p:nvGraphicFramePr>
        <p:xfrm>
          <a:off x="838200" y="2286000"/>
          <a:ext cx="7889875" cy="1143000"/>
        </p:xfrm>
        <a:graphic>
          <a:graphicData uri="http://schemas.openxmlformats.org/presentationml/2006/ole">
            <mc:AlternateContent xmlns:mc="http://schemas.openxmlformats.org/markup-compatibility/2006">
              <mc:Choice xmlns:v="urn:schemas-microsoft-com:vml" Requires="v">
                <p:oleObj spid="_x0000_s197727" name="Equation" r:id="rId5" imgW="3911600" imgH="457200" progId="Equation.3">
                  <p:embed/>
                </p:oleObj>
              </mc:Choice>
              <mc:Fallback>
                <p:oleObj name="Equation" r:id="rId5" imgW="39116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286000"/>
                        <a:ext cx="788987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6582" name="AutoShape 6"/>
          <p:cNvSpPr>
            <a:spLocks noChangeArrowheads="1"/>
          </p:cNvSpPr>
          <p:nvPr/>
        </p:nvSpPr>
        <p:spPr bwMode="auto">
          <a:xfrm>
            <a:off x="76200" y="2286000"/>
            <a:ext cx="685800" cy="685800"/>
          </a:xfrm>
          <a:prstGeom prst="rightArrow">
            <a:avLst>
              <a:gd name="adj1" fmla="val 50000"/>
              <a:gd name="adj2"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6583" name="Line 7"/>
          <p:cNvSpPr>
            <a:spLocks noChangeShapeType="1"/>
          </p:cNvSpPr>
          <p:nvPr/>
        </p:nvSpPr>
        <p:spPr bwMode="auto">
          <a:xfrm>
            <a:off x="2514600" y="2819400"/>
            <a:ext cx="990600" cy="0"/>
          </a:xfrm>
          <a:prstGeom prst="line">
            <a:avLst/>
          </a:prstGeom>
          <a:noFill/>
          <a:ln w="381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6584" name="Line 8"/>
          <p:cNvSpPr>
            <a:spLocks noChangeShapeType="1"/>
          </p:cNvSpPr>
          <p:nvPr/>
        </p:nvSpPr>
        <p:spPr bwMode="auto">
          <a:xfrm>
            <a:off x="5105400" y="2743200"/>
            <a:ext cx="990600" cy="0"/>
          </a:xfrm>
          <a:prstGeom prst="line">
            <a:avLst/>
          </a:prstGeom>
          <a:noFill/>
          <a:ln w="381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6585" name="Line 9"/>
          <p:cNvSpPr>
            <a:spLocks noChangeShapeType="1"/>
          </p:cNvSpPr>
          <p:nvPr/>
        </p:nvSpPr>
        <p:spPr bwMode="auto">
          <a:xfrm>
            <a:off x="1676400" y="3352800"/>
            <a:ext cx="990600" cy="0"/>
          </a:xfrm>
          <a:prstGeom prst="line">
            <a:avLst/>
          </a:prstGeom>
          <a:noFill/>
          <a:ln w="381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36586" name="Object 10"/>
          <p:cNvGraphicFramePr>
            <a:graphicFrameLocks noChangeAspect="1"/>
          </p:cNvGraphicFramePr>
          <p:nvPr/>
        </p:nvGraphicFramePr>
        <p:xfrm>
          <a:off x="838200" y="3429000"/>
          <a:ext cx="6994525" cy="1143000"/>
        </p:xfrm>
        <a:graphic>
          <a:graphicData uri="http://schemas.openxmlformats.org/presentationml/2006/ole">
            <mc:AlternateContent xmlns:mc="http://schemas.openxmlformats.org/markup-compatibility/2006">
              <mc:Choice xmlns:v="urn:schemas-microsoft-com:vml" Requires="v">
                <p:oleObj spid="_x0000_s197728" name="Equation" r:id="rId7" imgW="3467100" imgH="457200" progId="Equation.3">
                  <p:embed/>
                </p:oleObj>
              </mc:Choice>
              <mc:Fallback>
                <p:oleObj name="Equation" r:id="rId7" imgW="34671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3429000"/>
                        <a:ext cx="69945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6587" name="AutoShape 11"/>
          <p:cNvSpPr>
            <a:spLocks noChangeArrowheads="1"/>
          </p:cNvSpPr>
          <p:nvPr/>
        </p:nvSpPr>
        <p:spPr bwMode="auto">
          <a:xfrm>
            <a:off x="76200" y="3429000"/>
            <a:ext cx="685800" cy="685800"/>
          </a:xfrm>
          <a:prstGeom prst="rightArrow">
            <a:avLst>
              <a:gd name="adj1" fmla="val 50000"/>
              <a:gd name="adj2"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36588" name="Object 12"/>
          <p:cNvGraphicFramePr>
            <a:graphicFrameLocks noChangeAspect="1"/>
          </p:cNvGraphicFramePr>
          <p:nvPr/>
        </p:nvGraphicFramePr>
        <p:xfrm>
          <a:off x="457200" y="4495800"/>
          <a:ext cx="9448800" cy="1752600"/>
        </p:xfrm>
        <a:graphic>
          <a:graphicData uri="http://schemas.openxmlformats.org/presentationml/2006/ole">
            <mc:AlternateContent xmlns:mc="http://schemas.openxmlformats.org/markup-compatibility/2006">
              <mc:Choice xmlns:v="urn:schemas-microsoft-com:vml" Requires="v">
                <p:oleObj spid="_x0000_s197729" name="Equation" r:id="rId9" imgW="4813300" imgH="685800" progId="Equation.3">
                  <p:embed/>
                </p:oleObj>
              </mc:Choice>
              <mc:Fallback>
                <p:oleObj name="Equation" r:id="rId9" imgW="4813300" imgH="6858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4495800"/>
                        <a:ext cx="94488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6589" name="AutoShape 13"/>
          <p:cNvSpPr>
            <a:spLocks noChangeArrowheads="1"/>
          </p:cNvSpPr>
          <p:nvPr/>
        </p:nvSpPr>
        <p:spPr bwMode="auto">
          <a:xfrm>
            <a:off x="76200" y="4495800"/>
            <a:ext cx="457200" cy="685800"/>
          </a:xfrm>
          <a:prstGeom prst="rightArrow">
            <a:avLst>
              <a:gd name="adj1" fmla="val 50000"/>
              <a:gd name="adj2"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6590" name="Rectangle 14"/>
          <p:cNvSpPr>
            <a:spLocks noChangeArrowheads="1"/>
          </p:cNvSpPr>
          <p:nvPr/>
        </p:nvSpPr>
        <p:spPr bwMode="auto">
          <a:xfrm>
            <a:off x="8458200" y="4724400"/>
            <a:ext cx="1203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200">
                <a:solidFill>
                  <a:srgbClr val="0000CC"/>
                </a:solidFill>
                <a:latin typeface="Times New Roman" pitchFamily="18" charset="0"/>
                <a:ea typeface="黑体" pitchFamily="49" charset="-122"/>
                <a:sym typeface="Symbol" pitchFamily="18" charset="2"/>
              </a:rPr>
              <a:t></a:t>
            </a:r>
            <a:r>
              <a:rPr lang="zh-CN" altLang="en-US" sz="3200" i="0" baseline="-25000">
                <a:solidFill>
                  <a:srgbClr val="0000CC"/>
                </a:solidFill>
                <a:latin typeface="Times New Roman" pitchFamily="18" charset="0"/>
                <a:ea typeface="黑体" pitchFamily="49" charset="-122"/>
                <a:sym typeface="Symbol" pitchFamily="18" charset="2"/>
              </a:rPr>
              <a:t> </a:t>
            </a:r>
            <a:r>
              <a:rPr lang="zh-CN" altLang="en-US" sz="3200" i="0">
                <a:solidFill>
                  <a:srgbClr val="0000CC"/>
                </a:solidFill>
                <a:latin typeface="Times New Roman" pitchFamily="18" charset="0"/>
                <a:ea typeface="黑体" pitchFamily="49" charset="-122"/>
              </a:rPr>
              <a:t>(</a:t>
            </a:r>
            <a:r>
              <a:rPr lang="en-US" altLang="zh-CN" sz="3200">
                <a:solidFill>
                  <a:srgbClr val="0000CC"/>
                </a:solidFill>
                <a:latin typeface="Times New Roman" pitchFamily="18" charset="0"/>
                <a:ea typeface="黑体" pitchFamily="49" charset="-122"/>
              </a:rPr>
              <a:t>x</a:t>
            </a:r>
            <a:r>
              <a:rPr lang="en-US" altLang="zh-CN" sz="3200" i="0">
                <a:solidFill>
                  <a:srgbClr val="0000CC"/>
                </a:solidFill>
                <a:latin typeface="Times New Roman" pitchFamily="18" charset="0"/>
                <a:ea typeface="黑体" pitchFamily="49" charset="-122"/>
              </a:rPr>
              <a:t>)</a:t>
            </a:r>
          </a:p>
        </p:txBody>
      </p:sp>
    </p:spTree>
    <p:extLst>
      <p:ext uri="{BB962C8B-B14F-4D97-AF65-F5344CB8AC3E}">
        <p14:creationId xmlns:p14="http://schemas.microsoft.com/office/powerpoint/2010/main" val="35342692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36580"/>
                                        </p:tgtEl>
                                        <p:attrNameLst>
                                          <p:attrName>style.visibility</p:attrName>
                                        </p:attrNameLst>
                                      </p:cBhvr>
                                      <p:to>
                                        <p:strVal val="visible"/>
                                      </p:to>
                                    </p:set>
                                    <p:animEffect transition="in" filter="dissolve">
                                      <p:cBhvr>
                                        <p:cTn id="7" dur="500"/>
                                        <p:tgtEl>
                                          <p:spTgt spid="5365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6582"/>
                                        </p:tgtEl>
                                        <p:attrNameLst>
                                          <p:attrName>style.visibility</p:attrName>
                                        </p:attrNameLst>
                                      </p:cBhvr>
                                      <p:to>
                                        <p:strVal val="visible"/>
                                      </p:to>
                                    </p:set>
                                    <p:animEffect transition="in" filter="dissolve">
                                      <p:cBhvr>
                                        <p:cTn id="12" dur="500"/>
                                        <p:tgtEl>
                                          <p:spTgt spid="5365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36581"/>
                                        </p:tgtEl>
                                        <p:attrNameLst>
                                          <p:attrName>style.visibility</p:attrName>
                                        </p:attrNameLst>
                                      </p:cBhvr>
                                      <p:to>
                                        <p:strVal val="visible"/>
                                      </p:to>
                                    </p:set>
                                    <p:animEffect transition="in" filter="dissolve">
                                      <p:cBhvr>
                                        <p:cTn id="17" dur="500"/>
                                        <p:tgtEl>
                                          <p:spTgt spid="5365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6583"/>
                                        </p:tgtEl>
                                        <p:attrNameLst>
                                          <p:attrName>style.visibility</p:attrName>
                                        </p:attrNameLst>
                                      </p:cBhvr>
                                      <p:to>
                                        <p:strVal val="visible"/>
                                      </p:to>
                                    </p:set>
                                    <p:animEffect transition="in" filter="dissolve">
                                      <p:cBhvr>
                                        <p:cTn id="22" dur="500"/>
                                        <p:tgtEl>
                                          <p:spTgt spid="536583"/>
                                        </p:tgtEl>
                                      </p:cBhvr>
                                    </p:animEffect>
                                  </p:childTnLst>
                                </p:cTn>
                              </p:par>
                            </p:childTnLst>
                          </p:cTn>
                        </p:par>
                        <p:par>
                          <p:cTn id="23" fill="hold" nodeType="afterGroup">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536584"/>
                                        </p:tgtEl>
                                        <p:attrNameLst>
                                          <p:attrName>style.visibility</p:attrName>
                                        </p:attrNameLst>
                                      </p:cBhvr>
                                      <p:to>
                                        <p:strVal val="visible"/>
                                      </p:to>
                                    </p:set>
                                    <p:animEffect transition="in" filter="dissolve">
                                      <p:cBhvr>
                                        <p:cTn id="26" dur="500"/>
                                        <p:tgtEl>
                                          <p:spTgt spid="536584"/>
                                        </p:tgtEl>
                                      </p:cBhvr>
                                    </p:animEffect>
                                  </p:childTnLst>
                                </p:cTn>
                              </p:par>
                            </p:childTnLst>
                          </p:cTn>
                        </p:par>
                        <p:par>
                          <p:cTn id="27" fill="hold" nodeType="afterGroup">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536585"/>
                                        </p:tgtEl>
                                        <p:attrNameLst>
                                          <p:attrName>style.visibility</p:attrName>
                                        </p:attrNameLst>
                                      </p:cBhvr>
                                      <p:to>
                                        <p:strVal val="visible"/>
                                      </p:to>
                                    </p:set>
                                    <p:animEffect transition="in" filter="dissolve">
                                      <p:cBhvr>
                                        <p:cTn id="30" dur="500"/>
                                        <p:tgtEl>
                                          <p:spTgt spid="53658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36587"/>
                                        </p:tgtEl>
                                        <p:attrNameLst>
                                          <p:attrName>style.visibility</p:attrName>
                                        </p:attrNameLst>
                                      </p:cBhvr>
                                      <p:to>
                                        <p:strVal val="visible"/>
                                      </p:to>
                                    </p:set>
                                    <p:animEffect transition="in" filter="dissolve">
                                      <p:cBhvr>
                                        <p:cTn id="35" dur="500"/>
                                        <p:tgtEl>
                                          <p:spTgt spid="53658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536586"/>
                                        </p:tgtEl>
                                        <p:attrNameLst>
                                          <p:attrName>style.visibility</p:attrName>
                                        </p:attrNameLst>
                                      </p:cBhvr>
                                      <p:to>
                                        <p:strVal val="visible"/>
                                      </p:to>
                                    </p:set>
                                    <p:animEffect transition="in" filter="dissolve">
                                      <p:cBhvr>
                                        <p:cTn id="40" dur="500"/>
                                        <p:tgtEl>
                                          <p:spTgt spid="53658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536589"/>
                                        </p:tgtEl>
                                        <p:attrNameLst>
                                          <p:attrName>style.visibility</p:attrName>
                                        </p:attrNameLst>
                                      </p:cBhvr>
                                      <p:to>
                                        <p:strVal val="visible"/>
                                      </p:to>
                                    </p:set>
                                    <p:animEffect transition="in" filter="dissolve">
                                      <p:cBhvr>
                                        <p:cTn id="45" dur="500"/>
                                        <p:tgtEl>
                                          <p:spTgt spid="53658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536588"/>
                                        </p:tgtEl>
                                        <p:attrNameLst>
                                          <p:attrName>style.visibility</p:attrName>
                                        </p:attrNameLst>
                                      </p:cBhvr>
                                      <p:to>
                                        <p:strVal val="visible"/>
                                      </p:to>
                                    </p:set>
                                    <p:animEffect transition="in" filter="dissolve">
                                      <p:cBhvr>
                                        <p:cTn id="50" dur="500"/>
                                        <p:tgtEl>
                                          <p:spTgt spid="53658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536590"/>
                                        </p:tgtEl>
                                        <p:attrNameLst>
                                          <p:attrName>style.visibility</p:attrName>
                                        </p:attrNameLst>
                                      </p:cBhvr>
                                      <p:to>
                                        <p:strVal val="visible"/>
                                      </p:to>
                                    </p:set>
                                    <p:animEffect transition="in" filter="dissolve">
                                      <p:cBhvr>
                                        <p:cTn id="55" dur="500"/>
                                        <p:tgtEl>
                                          <p:spTgt spid="536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82" grpId="0" animBg="1"/>
      <p:bldP spid="536583" grpId="0" animBg="1"/>
      <p:bldP spid="536584" grpId="0" animBg="1"/>
      <p:bldP spid="536585" grpId="0" animBg="1"/>
      <p:bldP spid="536587" grpId="0" animBg="1"/>
      <p:bldP spid="536589" grpId="0" animBg="1"/>
      <p:bldP spid="536590"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B1B6C23-FC8F-4F9A-A873-A6CF32CA2483}" type="slidenum">
              <a:rPr lang="zh-CN" altLang="en-US" b="0" i="0" smtClean="0"/>
              <a:pPr/>
              <a:t>104</a:t>
            </a:fld>
            <a:endParaRPr lang="en-US" altLang="zh-CN" b="0" i="0" smtClean="0"/>
          </a:p>
        </p:txBody>
      </p:sp>
      <p:sp>
        <p:nvSpPr>
          <p:cNvPr id="12697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735172F-F3E1-4EE9-94E1-F678D81414F5}" type="datetime1">
              <a:rPr lang="zh-CN" altLang="en-US" sz="1800" i="0" smtClean="0"/>
              <a:pPr/>
              <a:t>2024/10/20</a:t>
            </a:fld>
            <a:endParaRPr lang="en-US" altLang="zh-CN" sz="1800" i="0" smtClean="0"/>
          </a:p>
        </p:txBody>
      </p:sp>
      <p:sp>
        <p:nvSpPr>
          <p:cNvPr id="537602" name="Rectangle 2"/>
          <p:cNvSpPr>
            <a:spLocks noGrp="1" noChangeArrowheads="1"/>
          </p:cNvSpPr>
          <p:nvPr>
            <p:ph type="title"/>
          </p:nvPr>
        </p:nvSpPr>
        <p:spPr>
          <a:xfrm>
            <a:off x="650875" y="365125"/>
            <a:ext cx="8820150" cy="549275"/>
          </a:xfrm>
        </p:spPr>
        <p:txBody>
          <a:bodyPr/>
          <a:lstStyle/>
          <a:p>
            <a:pPr>
              <a:defRPr/>
            </a:pPr>
            <a:r>
              <a:rPr lang="zh-CN" altLang="en-US" sz="4000" smtClean="0"/>
              <a:t>§6.2 利用正函数插值公式的反插值法</a:t>
            </a:r>
          </a:p>
        </p:txBody>
      </p:sp>
      <p:graphicFrame>
        <p:nvGraphicFramePr>
          <p:cNvPr id="537604" name="Object 4"/>
          <p:cNvGraphicFramePr>
            <a:graphicFrameLocks noChangeAspect="1"/>
          </p:cNvGraphicFramePr>
          <p:nvPr/>
        </p:nvGraphicFramePr>
        <p:xfrm>
          <a:off x="762000" y="990600"/>
          <a:ext cx="2816225" cy="1135063"/>
        </p:xfrm>
        <a:graphic>
          <a:graphicData uri="http://schemas.openxmlformats.org/presentationml/2006/ole">
            <mc:AlternateContent xmlns:mc="http://schemas.openxmlformats.org/markup-compatibility/2006">
              <mc:Choice xmlns:v="urn:schemas-microsoft-com:vml" Requires="v">
                <p:oleObj spid="_x0000_s198727" name="Equation" r:id="rId3" imgW="1435100" imgH="444500" progId="Equation.3">
                  <p:embed/>
                </p:oleObj>
              </mc:Choice>
              <mc:Fallback>
                <p:oleObj name="Equation" r:id="rId3" imgW="1435100" imgH="4445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990600"/>
                        <a:ext cx="2816225" cy="1135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7605" name="Object 5"/>
          <p:cNvGraphicFramePr>
            <a:graphicFrameLocks noChangeAspect="1"/>
          </p:cNvGraphicFramePr>
          <p:nvPr/>
        </p:nvGraphicFramePr>
        <p:xfrm>
          <a:off x="685800" y="1905000"/>
          <a:ext cx="5807075" cy="1135063"/>
        </p:xfrm>
        <a:graphic>
          <a:graphicData uri="http://schemas.openxmlformats.org/presentationml/2006/ole">
            <mc:AlternateContent xmlns:mc="http://schemas.openxmlformats.org/markup-compatibility/2006">
              <mc:Choice xmlns:v="urn:schemas-microsoft-com:vml" Requires="v">
                <p:oleObj spid="_x0000_s198728" name="Equation" r:id="rId5" imgW="2959100" imgH="444500" progId="Equation.3">
                  <p:embed/>
                </p:oleObj>
              </mc:Choice>
              <mc:Fallback>
                <p:oleObj name="Equation" r:id="rId5" imgW="2959100" imgH="444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1905000"/>
                        <a:ext cx="5807075" cy="1135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7607" name="Rectangle 7"/>
          <p:cNvSpPr>
            <a:spLocks noChangeArrowheads="1"/>
          </p:cNvSpPr>
          <p:nvPr/>
        </p:nvSpPr>
        <p:spPr bwMode="auto">
          <a:xfrm>
            <a:off x="685800" y="3817938"/>
            <a:ext cx="2433638" cy="235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lnSpc>
                <a:spcPct val="90000"/>
              </a:lnSpc>
              <a:spcBef>
                <a:spcPct val="35000"/>
              </a:spcBef>
              <a:buClr>
                <a:srgbClr val="27305F"/>
              </a:buClr>
              <a:buSzPct val="60000"/>
              <a:buFont typeface="Wingdings" pitchFamily="2" charset="2"/>
              <a:buNone/>
            </a:pPr>
            <a:r>
              <a:rPr lang="zh-CN" altLang="en-US" sz="3200" i="0">
                <a:latin typeface="Times New Roman" pitchFamily="18" charset="0"/>
              </a:rPr>
              <a:t>…….</a:t>
            </a:r>
          </a:p>
          <a:p>
            <a:pPr algn="l">
              <a:lnSpc>
                <a:spcPct val="90000"/>
              </a:lnSpc>
              <a:spcBef>
                <a:spcPct val="35000"/>
              </a:spcBef>
              <a:buClr>
                <a:srgbClr val="27305F"/>
              </a:buClr>
              <a:buSzPct val="60000"/>
              <a:buFont typeface="Wingdings" pitchFamily="2" charset="2"/>
              <a:buNone/>
            </a:pPr>
            <a:r>
              <a:rPr lang="en-US" altLang="zh-CN" sz="3200">
                <a:latin typeface="Times New Roman" pitchFamily="18" charset="0"/>
              </a:rPr>
              <a:t>x</a:t>
            </a:r>
            <a:r>
              <a:rPr lang="en-US" altLang="zh-CN" sz="3200" baseline="30000">
                <a:latin typeface="Times New Roman" pitchFamily="18" charset="0"/>
              </a:rPr>
              <a:t>(n-1)</a:t>
            </a:r>
            <a:r>
              <a:rPr lang="en-US" altLang="zh-CN" sz="3200">
                <a:latin typeface="Times New Roman" pitchFamily="18" charset="0"/>
              </a:rPr>
              <a:t>=</a:t>
            </a:r>
            <a:r>
              <a:rPr lang="zh-CN" altLang="en-US" sz="3200">
                <a:latin typeface="Times New Roman" pitchFamily="18" charset="0"/>
                <a:ea typeface="黑体" pitchFamily="49" charset="-122"/>
                <a:sym typeface="Symbol" pitchFamily="18" charset="2"/>
              </a:rPr>
              <a:t></a:t>
            </a:r>
            <a:r>
              <a:rPr lang="en-US" altLang="zh-CN" sz="3200" i="0">
                <a:latin typeface="Times New Roman" pitchFamily="18" charset="0"/>
                <a:sym typeface="Symbol" pitchFamily="18" charset="2"/>
              </a:rPr>
              <a:t>(</a:t>
            </a:r>
            <a:r>
              <a:rPr lang="en-US" altLang="zh-CN" sz="3200">
                <a:latin typeface="Times New Roman" pitchFamily="18" charset="0"/>
              </a:rPr>
              <a:t>x</a:t>
            </a:r>
            <a:r>
              <a:rPr lang="en-US" altLang="zh-CN" sz="3200" i="0" baseline="30000">
                <a:latin typeface="Times New Roman" pitchFamily="18" charset="0"/>
              </a:rPr>
              <a:t>(</a:t>
            </a:r>
            <a:r>
              <a:rPr lang="en-US" altLang="zh-CN" sz="3200" baseline="30000">
                <a:latin typeface="Times New Roman" pitchFamily="18" charset="0"/>
              </a:rPr>
              <a:t>n</a:t>
            </a:r>
            <a:r>
              <a:rPr lang="en-US" altLang="zh-CN" sz="3200" i="0" baseline="30000">
                <a:latin typeface="Times New Roman" pitchFamily="18" charset="0"/>
              </a:rPr>
              <a:t>-2)</a:t>
            </a:r>
            <a:r>
              <a:rPr lang="en-US" altLang="zh-CN" sz="3200" i="0">
                <a:latin typeface="Times New Roman" pitchFamily="18" charset="0"/>
              </a:rPr>
              <a:t>)</a:t>
            </a:r>
            <a:endParaRPr lang="zh-CN" altLang="en-US" sz="3200" i="0">
              <a:latin typeface="Times New Roman" pitchFamily="18" charset="0"/>
            </a:endParaRPr>
          </a:p>
          <a:p>
            <a:pPr algn="l">
              <a:lnSpc>
                <a:spcPct val="90000"/>
              </a:lnSpc>
              <a:spcBef>
                <a:spcPct val="35000"/>
              </a:spcBef>
              <a:buClr>
                <a:srgbClr val="27305F"/>
              </a:buClr>
              <a:buSzPct val="60000"/>
              <a:buFont typeface="Wingdings" pitchFamily="2" charset="2"/>
              <a:buNone/>
            </a:pPr>
            <a:r>
              <a:rPr lang="en-US" altLang="zh-CN" sz="3200">
                <a:latin typeface="Times New Roman" pitchFamily="18" charset="0"/>
              </a:rPr>
              <a:t>x</a:t>
            </a:r>
            <a:r>
              <a:rPr lang="en-US" altLang="zh-CN" sz="3200" baseline="30000">
                <a:latin typeface="Times New Roman" pitchFamily="18" charset="0"/>
              </a:rPr>
              <a:t>(n)</a:t>
            </a:r>
            <a:r>
              <a:rPr lang="en-US" altLang="zh-CN" sz="3200">
                <a:latin typeface="Times New Roman" pitchFamily="18" charset="0"/>
              </a:rPr>
              <a:t>=</a:t>
            </a:r>
            <a:r>
              <a:rPr lang="zh-CN" altLang="en-US" sz="3200">
                <a:latin typeface="Times New Roman" pitchFamily="18" charset="0"/>
                <a:ea typeface="黑体" pitchFamily="49" charset="-122"/>
                <a:sym typeface="Symbol" pitchFamily="18" charset="2"/>
              </a:rPr>
              <a:t></a:t>
            </a:r>
            <a:r>
              <a:rPr lang="en-US" altLang="zh-CN" sz="3200" i="0">
                <a:latin typeface="Times New Roman" pitchFamily="18" charset="0"/>
                <a:sym typeface="Symbol" pitchFamily="18" charset="2"/>
              </a:rPr>
              <a:t>(</a:t>
            </a:r>
            <a:r>
              <a:rPr lang="en-US" altLang="zh-CN" sz="3200">
                <a:latin typeface="Times New Roman" pitchFamily="18" charset="0"/>
              </a:rPr>
              <a:t>x</a:t>
            </a:r>
            <a:r>
              <a:rPr lang="en-US" altLang="zh-CN" sz="3200" i="0" baseline="30000">
                <a:latin typeface="Times New Roman" pitchFamily="18" charset="0"/>
              </a:rPr>
              <a:t>(</a:t>
            </a:r>
            <a:r>
              <a:rPr lang="en-US" altLang="zh-CN" sz="3200" baseline="30000">
                <a:latin typeface="Times New Roman" pitchFamily="18" charset="0"/>
              </a:rPr>
              <a:t>n</a:t>
            </a:r>
            <a:r>
              <a:rPr lang="en-US" altLang="zh-CN" sz="3200" i="0" baseline="30000">
                <a:latin typeface="Times New Roman" pitchFamily="18" charset="0"/>
              </a:rPr>
              <a:t>-1)</a:t>
            </a:r>
            <a:r>
              <a:rPr lang="en-US" altLang="zh-CN" sz="3200" i="0">
                <a:latin typeface="Times New Roman" pitchFamily="18" charset="0"/>
              </a:rPr>
              <a:t>)</a:t>
            </a:r>
          </a:p>
          <a:p>
            <a:pPr algn="l">
              <a:lnSpc>
                <a:spcPct val="90000"/>
              </a:lnSpc>
              <a:spcBef>
                <a:spcPct val="35000"/>
              </a:spcBef>
              <a:buClr>
                <a:srgbClr val="27305F"/>
              </a:buClr>
              <a:buSzPct val="60000"/>
              <a:buFont typeface="Wingdings" pitchFamily="2" charset="2"/>
              <a:buNone/>
            </a:pPr>
            <a:r>
              <a:rPr lang="zh-CN" altLang="en-US" sz="3200" i="0">
                <a:latin typeface="Times New Roman" pitchFamily="18" charset="0"/>
              </a:rPr>
              <a:t>……</a:t>
            </a:r>
          </a:p>
        </p:txBody>
      </p:sp>
      <p:graphicFrame>
        <p:nvGraphicFramePr>
          <p:cNvPr id="537609" name="Object 9"/>
          <p:cNvGraphicFramePr>
            <a:graphicFrameLocks noChangeAspect="1"/>
          </p:cNvGraphicFramePr>
          <p:nvPr/>
        </p:nvGraphicFramePr>
        <p:xfrm>
          <a:off x="152400" y="2884488"/>
          <a:ext cx="9601200" cy="1077912"/>
        </p:xfrm>
        <a:graphic>
          <a:graphicData uri="http://schemas.openxmlformats.org/presentationml/2006/ole">
            <mc:AlternateContent xmlns:mc="http://schemas.openxmlformats.org/markup-compatibility/2006">
              <mc:Choice xmlns:v="urn:schemas-microsoft-com:vml" Requires="v">
                <p:oleObj spid="_x0000_s198729" name="Equation" r:id="rId7" imgW="5435600" imgH="444500" progId="Equation.3">
                  <p:embed/>
                </p:oleObj>
              </mc:Choice>
              <mc:Fallback>
                <p:oleObj name="Equation" r:id="rId7" imgW="5435600" imgH="4445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2884488"/>
                        <a:ext cx="9601200" cy="1077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27602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37604"/>
                                        </p:tgtEl>
                                        <p:attrNameLst>
                                          <p:attrName>style.visibility</p:attrName>
                                        </p:attrNameLst>
                                      </p:cBhvr>
                                      <p:to>
                                        <p:strVal val="visible"/>
                                      </p:to>
                                    </p:set>
                                    <p:animEffect transition="in" filter="dissolve">
                                      <p:cBhvr>
                                        <p:cTn id="7" dur="500"/>
                                        <p:tgtEl>
                                          <p:spTgt spid="5376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37605"/>
                                        </p:tgtEl>
                                        <p:attrNameLst>
                                          <p:attrName>style.visibility</p:attrName>
                                        </p:attrNameLst>
                                      </p:cBhvr>
                                      <p:to>
                                        <p:strVal val="visible"/>
                                      </p:to>
                                    </p:set>
                                    <p:animEffect transition="in" filter="dissolve">
                                      <p:cBhvr>
                                        <p:cTn id="12" dur="500"/>
                                        <p:tgtEl>
                                          <p:spTgt spid="5376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37609"/>
                                        </p:tgtEl>
                                        <p:attrNameLst>
                                          <p:attrName>style.visibility</p:attrName>
                                        </p:attrNameLst>
                                      </p:cBhvr>
                                      <p:to>
                                        <p:strVal val="visible"/>
                                      </p:to>
                                    </p:set>
                                    <p:animEffect transition="in" filter="dissolve">
                                      <p:cBhvr>
                                        <p:cTn id="17" dur="500"/>
                                        <p:tgtEl>
                                          <p:spTgt spid="5376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537607">
                                            <p:txEl>
                                              <p:pRg st="0" end="0"/>
                                            </p:txEl>
                                          </p:spTgt>
                                        </p:tgtEl>
                                        <p:attrNameLst>
                                          <p:attrName>style.visibility</p:attrName>
                                        </p:attrNameLst>
                                      </p:cBhvr>
                                      <p:to>
                                        <p:strVal val="visible"/>
                                      </p:to>
                                    </p:set>
                                    <p:animEffect transition="in" filter="wipe(left)">
                                      <p:cBhvr>
                                        <p:cTn id="22" dur="75"/>
                                        <p:tgtEl>
                                          <p:spTgt spid="53760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537607">
                                            <p:txEl>
                                              <p:pRg st="1" end="1"/>
                                            </p:txEl>
                                          </p:spTgt>
                                        </p:tgtEl>
                                        <p:attrNameLst>
                                          <p:attrName>style.visibility</p:attrName>
                                        </p:attrNameLst>
                                      </p:cBhvr>
                                      <p:to>
                                        <p:strVal val="visible"/>
                                      </p:to>
                                    </p:set>
                                    <p:animEffect transition="in" filter="wipe(left)">
                                      <p:cBhvr>
                                        <p:cTn id="27" dur="75"/>
                                        <p:tgtEl>
                                          <p:spTgt spid="537607">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537607">
                                            <p:txEl>
                                              <p:pRg st="2" end="2"/>
                                            </p:txEl>
                                          </p:spTgt>
                                        </p:tgtEl>
                                        <p:attrNameLst>
                                          <p:attrName>style.visibility</p:attrName>
                                        </p:attrNameLst>
                                      </p:cBhvr>
                                      <p:to>
                                        <p:strVal val="visible"/>
                                      </p:to>
                                    </p:set>
                                    <p:animEffect transition="in" filter="wipe(left)">
                                      <p:cBhvr>
                                        <p:cTn id="32" dur="75"/>
                                        <p:tgtEl>
                                          <p:spTgt spid="537607">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537607">
                                            <p:txEl>
                                              <p:pRg st="3" end="3"/>
                                            </p:txEl>
                                          </p:spTgt>
                                        </p:tgtEl>
                                        <p:attrNameLst>
                                          <p:attrName>style.visibility</p:attrName>
                                        </p:attrNameLst>
                                      </p:cBhvr>
                                      <p:to>
                                        <p:strVal val="visible"/>
                                      </p:to>
                                    </p:set>
                                    <p:animEffect transition="in" filter="wipe(left)">
                                      <p:cBhvr>
                                        <p:cTn id="37" dur="75"/>
                                        <p:tgtEl>
                                          <p:spTgt spid="5376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7"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348E12E-20AB-4B7C-B0EA-064915B2D6B5}" type="slidenum">
              <a:rPr lang="zh-CN" altLang="en-US" b="0" i="0" smtClean="0"/>
              <a:pPr/>
              <a:t>105</a:t>
            </a:fld>
            <a:endParaRPr lang="en-US" altLang="zh-CN" b="0" i="0" smtClean="0"/>
          </a:p>
        </p:txBody>
      </p:sp>
      <p:sp>
        <p:nvSpPr>
          <p:cNvPr id="12800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AF6999E-4151-4688-8691-08EB97F83D45}" type="datetime1">
              <a:rPr lang="zh-CN" altLang="en-US" sz="1800" i="0" smtClean="0"/>
              <a:pPr/>
              <a:t>2024/10/20</a:t>
            </a:fld>
            <a:endParaRPr lang="en-US" altLang="zh-CN" sz="1800" i="0" smtClean="0"/>
          </a:p>
        </p:txBody>
      </p:sp>
      <p:sp>
        <p:nvSpPr>
          <p:cNvPr id="541698" name="Rectangle 2"/>
          <p:cNvSpPr>
            <a:spLocks noGrp="1" noChangeArrowheads="1"/>
          </p:cNvSpPr>
          <p:nvPr>
            <p:ph type="title"/>
          </p:nvPr>
        </p:nvSpPr>
        <p:spPr>
          <a:xfrm>
            <a:off x="650875" y="365125"/>
            <a:ext cx="8820150" cy="549275"/>
          </a:xfrm>
        </p:spPr>
        <p:txBody>
          <a:bodyPr/>
          <a:lstStyle/>
          <a:p>
            <a:pPr>
              <a:defRPr/>
            </a:pPr>
            <a:r>
              <a:rPr lang="zh-CN" altLang="en-US" sz="4000" smtClean="0"/>
              <a:t>§6.2 利用正函数插值公式的反插值法</a:t>
            </a:r>
          </a:p>
        </p:txBody>
      </p:sp>
      <p:sp>
        <p:nvSpPr>
          <p:cNvPr id="128005" name="Rectangle 3"/>
          <p:cNvSpPr>
            <a:spLocks noGrp="1" noChangeArrowheads="1"/>
          </p:cNvSpPr>
          <p:nvPr>
            <p:ph type="body" idx="1"/>
          </p:nvPr>
        </p:nvSpPr>
        <p:spPr>
          <a:xfrm>
            <a:off x="650875" y="1143000"/>
            <a:ext cx="8820150" cy="384175"/>
          </a:xfrm>
        </p:spPr>
        <p:txBody>
          <a:bodyPr/>
          <a:lstStyle/>
          <a:p>
            <a:r>
              <a:rPr lang="zh-CN" altLang="en-US" smtClean="0"/>
              <a:t>等距情况下，可以选择牛顿前插公式</a:t>
            </a:r>
          </a:p>
        </p:txBody>
      </p:sp>
      <p:grpSp>
        <p:nvGrpSpPr>
          <p:cNvPr id="2" name="Group 4"/>
          <p:cNvGrpSpPr>
            <a:grpSpLocks/>
          </p:cNvGrpSpPr>
          <p:nvPr/>
        </p:nvGrpSpPr>
        <p:grpSpPr bwMode="auto">
          <a:xfrm>
            <a:off x="42863" y="1371600"/>
            <a:ext cx="9863137" cy="1143000"/>
            <a:chOff x="25" y="2487"/>
            <a:chExt cx="5735" cy="720"/>
          </a:xfrm>
        </p:grpSpPr>
        <p:grpSp>
          <p:nvGrpSpPr>
            <p:cNvPr id="128014" name="Group 5"/>
            <p:cNvGrpSpPr>
              <a:grpSpLocks/>
            </p:cNvGrpSpPr>
            <p:nvPr/>
          </p:nvGrpSpPr>
          <p:grpSpPr bwMode="auto">
            <a:xfrm>
              <a:off x="5210" y="2487"/>
              <a:ext cx="550" cy="663"/>
              <a:chOff x="3866" y="3033"/>
              <a:chExt cx="550" cy="663"/>
            </a:xfrm>
          </p:grpSpPr>
          <p:sp>
            <p:nvSpPr>
              <p:cNvPr id="128032" name="Rectangle 6"/>
              <p:cNvSpPr>
                <a:spLocks noChangeArrowheads="1"/>
              </p:cNvSpPr>
              <p:nvPr/>
            </p:nvSpPr>
            <p:spPr bwMode="auto">
              <a:xfrm>
                <a:off x="3866" y="3033"/>
                <a:ext cx="49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2800" i="0" baseline="30000">
                    <a:latin typeface="Times New Roman" pitchFamily="18" charset="0"/>
                    <a:sym typeface="Symbol" pitchFamily="18" charset="2"/>
                  </a:rPr>
                  <a:t>n</a:t>
                </a:r>
                <a:r>
                  <a:rPr lang="en-US" altLang="zh-CN" sz="3200">
                    <a:latin typeface="Times New Roman" pitchFamily="18" charset="0"/>
                  </a:rPr>
                  <a:t>y</a:t>
                </a:r>
                <a:r>
                  <a:rPr lang="en-US" altLang="zh-CN" sz="3200" i="0" baseline="-25000">
                    <a:latin typeface="Times New Roman" pitchFamily="18" charset="0"/>
                  </a:rPr>
                  <a:t>0</a:t>
                </a:r>
              </a:p>
            </p:txBody>
          </p:sp>
          <p:sp>
            <p:nvSpPr>
              <p:cNvPr id="128033" name="Line 7"/>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34" name="Rectangle 8"/>
              <p:cNvSpPr>
                <a:spLocks noChangeArrowheads="1"/>
              </p:cNvSpPr>
              <p:nvPr/>
            </p:nvSpPr>
            <p:spPr bwMode="auto">
              <a:xfrm>
                <a:off x="3977" y="3369"/>
                <a:ext cx="2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2800" i="0">
                    <a:latin typeface="Times New Roman" pitchFamily="18" charset="0"/>
                    <a:sym typeface="Symbol" pitchFamily="18" charset="2"/>
                  </a:rPr>
                  <a:t>n!</a:t>
                </a:r>
                <a:endParaRPr lang="en-US" altLang="zh-CN" sz="2800" i="0" baseline="30000">
                  <a:latin typeface="Times New Roman" pitchFamily="18" charset="0"/>
                  <a:sym typeface="Symbol" pitchFamily="18" charset="2"/>
                </a:endParaRPr>
              </a:p>
            </p:txBody>
          </p:sp>
        </p:grpSp>
        <p:grpSp>
          <p:nvGrpSpPr>
            <p:cNvPr id="128015" name="Group 9"/>
            <p:cNvGrpSpPr>
              <a:grpSpLocks/>
            </p:cNvGrpSpPr>
            <p:nvPr/>
          </p:nvGrpSpPr>
          <p:grpSpPr bwMode="auto">
            <a:xfrm>
              <a:off x="25" y="2535"/>
              <a:ext cx="5143" cy="672"/>
              <a:chOff x="25" y="2535"/>
              <a:chExt cx="5143" cy="672"/>
            </a:xfrm>
          </p:grpSpPr>
          <p:sp>
            <p:nvSpPr>
              <p:cNvPr id="128016" name="Rectangle 10"/>
              <p:cNvSpPr>
                <a:spLocks noChangeArrowheads="1"/>
              </p:cNvSpPr>
              <p:nvPr/>
            </p:nvSpPr>
            <p:spPr bwMode="auto">
              <a:xfrm>
                <a:off x="25" y="2688"/>
                <a:ext cx="6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i="0">
                    <a:latin typeface="Times New Roman" pitchFamily="18" charset="0"/>
                  </a:rPr>
                  <a:t>P</a:t>
                </a:r>
                <a:r>
                  <a:rPr lang="en-US" altLang="zh-CN" sz="3200" i="0" baseline="-25000">
                    <a:latin typeface="Times New Roman" pitchFamily="18" charset="0"/>
                  </a:rPr>
                  <a:t>n</a:t>
                </a:r>
                <a:r>
                  <a:rPr lang="en-US" altLang="zh-CN" sz="3200" i="0">
                    <a:latin typeface="Times New Roman" pitchFamily="18" charset="0"/>
                  </a:rPr>
                  <a:t>(</a:t>
                </a:r>
                <a:r>
                  <a:rPr lang="en-US" altLang="zh-CN" sz="3200">
                    <a:latin typeface="Times New Roman" pitchFamily="18" charset="0"/>
                  </a:rPr>
                  <a:t>x</a:t>
                </a:r>
                <a:r>
                  <a:rPr lang="en-US" altLang="zh-CN" sz="3200" i="0">
                    <a:latin typeface="Times New Roman" pitchFamily="18" charset="0"/>
                  </a:rPr>
                  <a:t>)</a:t>
                </a:r>
              </a:p>
            </p:txBody>
          </p:sp>
          <p:sp>
            <p:nvSpPr>
              <p:cNvPr id="128017" name="Rectangle 11"/>
              <p:cNvSpPr>
                <a:spLocks noChangeArrowheads="1"/>
              </p:cNvSpPr>
              <p:nvPr/>
            </p:nvSpPr>
            <p:spPr bwMode="auto">
              <a:xfrm>
                <a:off x="568" y="2707"/>
                <a:ext cx="42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a:latin typeface="Times New Roman" pitchFamily="18" charset="0"/>
                  </a:rPr>
                  <a:t>=</a:t>
                </a:r>
                <a:r>
                  <a:rPr lang="en-US" altLang="zh-CN" sz="3200">
                    <a:latin typeface="Times New Roman" pitchFamily="18" charset="0"/>
                  </a:rPr>
                  <a:t>y</a:t>
                </a:r>
                <a:r>
                  <a:rPr lang="en-US" altLang="zh-CN" sz="3200" i="0" baseline="-25000">
                    <a:latin typeface="Times New Roman" pitchFamily="18" charset="0"/>
                  </a:rPr>
                  <a:t>0</a:t>
                </a:r>
              </a:p>
            </p:txBody>
          </p:sp>
          <p:sp>
            <p:nvSpPr>
              <p:cNvPr id="128018" name="Rectangle 12"/>
              <p:cNvSpPr>
                <a:spLocks noChangeArrowheads="1"/>
              </p:cNvSpPr>
              <p:nvPr/>
            </p:nvSpPr>
            <p:spPr bwMode="auto">
              <a:xfrm>
                <a:off x="879" y="2707"/>
                <a:ext cx="36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a:latin typeface="Times New Roman" pitchFamily="18" charset="0"/>
                  </a:rPr>
                  <a:t>+ </a:t>
                </a:r>
                <a:r>
                  <a:rPr lang="en-US" altLang="zh-CN" sz="3200">
                    <a:latin typeface="Times New Roman" pitchFamily="18" charset="0"/>
                  </a:rPr>
                  <a:t>t</a:t>
                </a:r>
                <a:endParaRPr lang="en-US" altLang="zh-CN" sz="3200" i="0">
                  <a:latin typeface="Times New Roman" pitchFamily="18" charset="0"/>
                </a:endParaRPr>
              </a:p>
            </p:txBody>
          </p:sp>
          <p:grpSp>
            <p:nvGrpSpPr>
              <p:cNvPr id="128019" name="Group 13"/>
              <p:cNvGrpSpPr>
                <a:grpSpLocks/>
              </p:cNvGrpSpPr>
              <p:nvPr/>
            </p:nvGrpSpPr>
            <p:grpSpPr bwMode="auto">
              <a:xfrm>
                <a:off x="1247" y="2583"/>
                <a:ext cx="529" cy="624"/>
                <a:chOff x="2015" y="3120"/>
                <a:chExt cx="529" cy="624"/>
              </a:xfrm>
            </p:grpSpPr>
            <p:sp>
              <p:nvSpPr>
                <p:cNvPr id="128029" name="Rectangle 14"/>
                <p:cNvSpPr>
                  <a:spLocks noChangeArrowheads="1"/>
                </p:cNvSpPr>
                <p:nvPr/>
              </p:nvSpPr>
              <p:spPr bwMode="auto">
                <a:xfrm>
                  <a:off x="2015" y="3120"/>
                  <a:ext cx="4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en-US" altLang="zh-CN" sz="3200">
                      <a:latin typeface="Times New Roman" pitchFamily="18" charset="0"/>
                    </a:rPr>
                    <a:t>y</a:t>
                  </a:r>
                  <a:r>
                    <a:rPr lang="en-US" altLang="zh-CN" sz="3200" i="0" baseline="-25000">
                      <a:latin typeface="Times New Roman" pitchFamily="18" charset="0"/>
                    </a:rPr>
                    <a:t>0</a:t>
                  </a:r>
                </a:p>
              </p:txBody>
            </p:sp>
            <p:sp>
              <p:nvSpPr>
                <p:cNvPr id="128030" name="Line 15"/>
                <p:cNvSpPr>
                  <a:spLocks noChangeShapeType="1"/>
                </p:cNvSpPr>
                <p:nvPr/>
              </p:nvSpPr>
              <p:spPr bwMode="auto">
                <a:xfrm>
                  <a:off x="2016" y="3465"/>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31" name="Rectangle 16"/>
                <p:cNvSpPr>
                  <a:spLocks noChangeArrowheads="1"/>
                </p:cNvSpPr>
                <p:nvPr/>
              </p:nvSpPr>
              <p:spPr bwMode="auto">
                <a:xfrm>
                  <a:off x="2092" y="3417"/>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1!</a:t>
                  </a:r>
                  <a:endParaRPr lang="zh-CN" altLang="en-US" sz="2800">
                    <a:latin typeface="Times New Roman" pitchFamily="18" charset="0"/>
                    <a:sym typeface="Symbol" pitchFamily="18" charset="2"/>
                  </a:endParaRPr>
                </a:p>
              </p:txBody>
            </p:sp>
          </p:grpSp>
          <p:sp>
            <p:nvSpPr>
              <p:cNvPr id="128020" name="Rectangle 17"/>
              <p:cNvSpPr>
                <a:spLocks noChangeArrowheads="1"/>
              </p:cNvSpPr>
              <p:nvPr/>
            </p:nvSpPr>
            <p:spPr bwMode="auto">
              <a:xfrm>
                <a:off x="1667" y="2707"/>
                <a:ext cx="84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a:latin typeface="Times New Roman" pitchFamily="18" charset="0"/>
                  </a:rPr>
                  <a:t>+</a:t>
                </a:r>
                <a:r>
                  <a:rPr lang="zh-CN" altLang="en-US" sz="3200" i="0">
                    <a:latin typeface="Times New Roman" pitchFamily="18" charset="0"/>
                  </a:rPr>
                  <a:t> </a:t>
                </a:r>
                <a:r>
                  <a:rPr lang="en-US" altLang="zh-CN" sz="3200">
                    <a:latin typeface="Times New Roman" pitchFamily="18" charset="0"/>
                  </a:rPr>
                  <a:t>t </a:t>
                </a:r>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-1)</a:t>
                </a:r>
                <a:endParaRPr lang="en-US" altLang="zh-CN" sz="3200">
                  <a:latin typeface="Times New Roman" pitchFamily="18" charset="0"/>
                </a:endParaRPr>
              </a:p>
            </p:txBody>
          </p:sp>
          <p:grpSp>
            <p:nvGrpSpPr>
              <p:cNvPr id="128021" name="Group 18"/>
              <p:cNvGrpSpPr>
                <a:grpSpLocks/>
              </p:cNvGrpSpPr>
              <p:nvPr/>
            </p:nvGrpSpPr>
            <p:grpSpPr bwMode="auto">
              <a:xfrm>
                <a:off x="2468" y="2535"/>
                <a:ext cx="546" cy="663"/>
                <a:chOff x="3870" y="3033"/>
                <a:chExt cx="546" cy="663"/>
              </a:xfrm>
            </p:grpSpPr>
            <p:sp>
              <p:nvSpPr>
                <p:cNvPr id="128026" name="Rectangle 19"/>
                <p:cNvSpPr>
                  <a:spLocks noChangeArrowheads="1"/>
                </p:cNvSpPr>
                <p:nvPr/>
              </p:nvSpPr>
              <p:spPr bwMode="auto">
                <a:xfrm>
                  <a:off x="3870" y="3033"/>
                  <a:ext cx="4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a:t>
                  </a:r>
                  <a:r>
                    <a:rPr lang="zh-CN" altLang="en-US" sz="2800" i="0" baseline="30000">
                      <a:latin typeface="Times New Roman" pitchFamily="18" charset="0"/>
                      <a:sym typeface="Symbol" pitchFamily="18" charset="2"/>
                    </a:rPr>
                    <a:t>2</a:t>
                  </a:r>
                  <a:r>
                    <a:rPr lang="en-US" altLang="zh-CN" sz="3200">
                      <a:latin typeface="Times New Roman" pitchFamily="18" charset="0"/>
                    </a:rPr>
                    <a:t>y</a:t>
                  </a:r>
                  <a:r>
                    <a:rPr lang="en-US" altLang="zh-CN" sz="3200" i="0" baseline="-25000">
                      <a:latin typeface="Times New Roman" pitchFamily="18" charset="0"/>
                    </a:rPr>
                    <a:t>0</a:t>
                  </a:r>
                </a:p>
              </p:txBody>
            </p:sp>
            <p:sp>
              <p:nvSpPr>
                <p:cNvPr id="128027" name="Line 20"/>
                <p:cNvSpPr>
                  <a:spLocks noChangeShapeType="1"/>
                </p:cNvSpPr>
                <p:nvPr/>
              </p:nvSpPr>
              <p:spPr bwMode="auto">
                <a:xfrm>
                  <a:off x="3888" y="3417"/>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8" name="Rectangle 21"/>
                <p:cNvSpPr>
                  <a:spLocks noChangeArrowheads="1"/>
                </p:cNvSpPr>
                <p:nvPr/>
              </p:nvSpPr>
              <p:spPr bwMode="auto">
                <a:xfrm>
                  <a:off x="3981" y="3369"/>
                  <a:ext cx="2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800" i="0">
                      <a:latin typeface="Times New Roman" pitchFamily="18" charset="0"/>
                      <a:sym typeface="Symbol" pitchFamily="18" charset="2"/>
                    </a:rPr>
                    <a:t>2!</a:t>
                  </a:r>
                  <a:endParaRPr lang="zh-CN" altLang="en-US" sz="2800" i="0" baseline="30000">
                    <a:latin typeface="Times New Roman" pitchFamily="18" charset="0"/>
                    <a:sym typeface="Symbol" pitchFamily="18" charset="2"/>
                  </a:endParaRPr>
                </a:p>
              </p:txBody>
            </p:sp>
          </p:grpSp>
          <p:sp>
            <p:nvSpPr>
              <p:cNvPr id="128022" name="Rectangle 22"/>
              <p:cNvSpPr>
                <a:spLocks noChangeArrowheads="1"/>
              </p:cNvSpPr>
              <p:nvPr/>
            </p:nvSpPr>
            <p:spPr bwMode="auto">
              <a:xfrm>
                <a:off x="2906" y="2746"/>
                <a:ext cx="6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3200">
                    <a:latin typeface="Times New Roman" pitchFamily="18" charset="0"/>
                  </a:rPr>
                  <a:t>+…+</a:t>
                </a:r>
              </a:p>
            </p:txBody>
          </p:sp>
          <p:grpSp>
            <p:nvGrpSpPr>
              <p:cNvPr id="128023" name="Group 23"/>
              <p:cNvGrpSpPr>
                <a:grpSpLocks/>
              </p:cNvGrpSpPr>
              <p:nvPr/>
            </p:nvGrpSpPr>
            <p:grpSpPr bwMode="auto">
              <a:xfrm>
                <a:off x="3534" y="2736"/>
                <a:ext cx="1634" cy="365"/>
                <a:chOff x="1783" y="2553"/>
                <a:chExt cx="1634" cy="365"/>
              </a:xfrm>
            </p:grpSpPr>
            <p:sp>
              <p:nvSpPr>
                <p:cNvPr id="128024" name="Rectangle 24"/>
                <p:cNvSpPr>
                  <a:spLocks noChangeArrowheads="1"/>
                </p:cNvSpPr>
                <p:nvPr/>
              </p:nvSpPr>
              <p:spPr bwMode="auto">
                <a:xfrm>
                  <a:off x="1783" y="2553"/>
                  <a:ext cx="163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en-US" altLang="zh-CN" sz="3200">
                      <a:latin typeface="Times New Roman" pitchFamily="18" charset="0"/>
                    </a:rPr>
                    <a:t>t </a:t>
                  </a:r>
                  <a:r>
                    <a:rPr lang="en-US" altLang="zh-CN" sz="3200" i="0">
                      <a:latin typeface="Times New Roman" pitchFamily="18" charset="0"/>
                    </a:rPr>
                    <a:t>(</a:t>
                  </a:r>
                  <a:r>
                    <a:rPr lang="en-US" altLang="zh-CN" sz="3200">
                      <a:latin typeface="Times New Roman" pitchFamily="18" charset="0"/>
                    </a:rPr>
                    <a:t>t</a:t>
                  </a:r>
                  <a:r>
                    <a:rPr lang="en-US" altLang="zh-CN" sz="3200" i="0">
                      <a:latin typeface="Times New Roman" pitchFamily="18" charset="0"/>
                    </a:rPr>
                    <a:t>-1) … (</a:t>
                  </a:r>
                  <a:r>
                    <a:rPr lang="en-US" altLang="zh-CN" sz="3200">
                      <a:latin typeface="Times New Roman" pitchFamily="18" charset="0"/>
                    </a:rPr>
                    <a:t>t</a:t>
                  </a:r>
                  <a:r>
                    <a:rPr lang="en-US" altLang="zh-CN" sz="3200" i="0">
                      <a:latin typeface="Times New Roman" pitchFamily="18" charset="0"/>
                    </a:rPr>
                    <a:t>-</a:t>
                  </a:r>
                  <a:r>
                    <a:rPr lang="en-US" altLang="zh-CN" sz="3200">
                      <a:latin typeface="Times New Roman" pitchFamily="18" charset="0"/>
                    </a:rPr>
                    <a:t>n-1</a:t>
                  </a:r>
                  <a:r>
                    <a:rPr lang="en-US" altLang="zh-CN" sz="3200" i="0">
                      <a:latin typeface="Times New Roman" pitchFamily="18" charset="0"/>
                    </a:rPr>
                    <a:t>)</a:t>
                  </a:r>
                  <a:endParaRPr lang="en-US" altLang="zh-CN" sz="3200">
                    <a:latin typeface="Times New Roman" pitchFamily="18" charset="0"/>
                  </a:endParaRPr>
                </a:p>
              </p:txBody>
            </p:sp>
            <p:sp>
              <p:nvSpPr>
                <p:cNvPr id="128025" name="Line 25"/>
                <p:cNvSpPr>
                  <a:spLocks noChangeShapeType="1"/>
                </p:cNvSpPr>
                <p:nvPr/>
              </p:nvSpPr>
              <p:spPr bwMode="auto">
                <a:xfrm>
                  <a:off x="3072" y="2592"/>
                  <a:ext cx="2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graphicFrame>
        <p:nvGraphicFramePr>
          <p:cNvPr id="541722" name="Object 26"/>
          <p:cNvGraphicFramePr>
            <a:graphicFrameLocks noChangeAspect="1"/>
          </p:cNvGraphicFramePr>
          <p:nvPr/>
        </p:nvGraphicFramePr>
        <p:xfrm>
          <a:off x="7086600" y="838200"/>
          <a:ext cx="1524000" cy="1087438"/>
        </p:xfrm>
        <a:graphic>
          <a:graphicData uri="http://schemas.openxmlformats.org/presentationml/2006/ole">
            <mc:AlternateContent xmlns:mc="http://schemas.openxmlformats.org/markup-compatibility/2006">
              <mc:Choice xmlns:v="urn:schemas-microsoft-com:vml" Requires="v">
                <p:oleObj spid="_x0000_s199797" name="Equation" r:id="rId3" imgW="660113" imgH="393529" progId="Equation.3">
                  <p:embed/>
                </p:oleObj>
              </mc:Choice>
              <mc:Fallback>
                <p:oleObj name="Equation" r:id="rId3" imgW="660113"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838200"/>
                        <a:ext cx="1524000" cy="108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1723" name="Object 27"/>
          <p:cNvGraphicFramePr>
            <a:graphicFrameLocks noChangeAspect="1"/>
          </p:cNvGraphicFramePr>
          <p:nvPr/>
        </p:nvGraphicFramePr>
        <p:xfrm>
          <a:off x="819150" y="2428875"/>
          <a:ext cx="8648700" cy="1047750"/>
        </p:xfrm>
        <a:graphic>
          <a:graphicData uri="http://schemas.openxmlformats.org/presentationml/2006/ole">
            <mc:AlternateContent xmlns:mc="http://schemas.openxmlformats.org/markup-compatibility/2006">
              <mc:Choice xmlns:v="urn:schemas-microsoft-com:vml" Requires="v">
                <p:oleObj spid="_x0000_s199798" name="Equation" r:id="rId5" imgW="3835400" imgH="419100" progId="Equation.3">
                  <p:embed/>
                </p:oleObj>
              </mc:Choice>
              <mc:Fallback>
                <p:oleObj name="Equation" r:id="rId5" imgW="38354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9150" y="2428875"/>
                        <a:ext cx="8648700"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1724" name="AutoShape 28"/>
          <p:cNvSpPr>
            <a:spLocks noChangeArrowheads="1"/>
          </p:cNvSpPr>
          <p:nvPr/>
        </p:nvSpPr>
        <p:spPr bwMode="auto">
          <a:xfrm>
            <a:off x="76200" y="2562225"/>
            <a:ext cx="685800" cy="685800"/>
          </a:xfrm>
          <a:prstGeom prst="rightArrow">
            <a:avLst>
              <a:gd name="adj1" fmla="val 50000"/>
              <a:gd name="adj2"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41725" name="Object 29"/>
          <p:cNvGraphicFramePr>
            <a:graphicFrameLocks noChangeAspect="1"/>
          </p:cNvGraphicFramePr>
          <p:nvPr/>
        </p:nvGraphicFramePr>
        <p:xfrm>
          <a:off x="590550" y="3124200"/>
          <a:ext cx="8247063" cy="1143000"/>
        </p:xfrm>
        <a:graphic>
          <a:graphicData uri="http://schemas.openxmlformats.org/presentationml/2006/ole">
            <mc:AlternateContent xmlns:mc="http://schemas.openxmlformats.org/markup-compatibility/2006">
              <mc:Choice xmlns:v="urn:schemas-microsoft-com:vml" Requires="v">
                <p:oleObj spid="_x0000_s199799" name="Equation" r:id="rId7" imgW="3657600" imgH="457200" progId="Equation.3">
                  <p:embed/>
                </p:oleObj>
              </mc:Choice>
              <mc:Fallback>
                <p:oleObj name="Equation" r:id="rId7" imgW="36576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0550" y="3124200"/>
                        <a:ext cx="8247063"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1726" name="Object 30"/>
          <p:cNvGraphicFramePr>
            <a:graphicFrameLocks noChangeAspect="1"/>
          </p:cNvGraphicFramePr>
          <p:nvPr/>
        </p:nvGraphicFramePr>
        <p:xfrm>
          <a:off x="609600" y="5537200"/>
          <a:ext cx="2311400" cy="863600"/>
        </p:xfrm>
        <a:graphic>
          <a:graphicData uri="http://schemas.openxmlformats.org/presentationml/2006/ole">
            <mc:AlternateContent xmlns:mc="http://schemas.openxmlformats.org/markup-compatibility/2006">
              <mc:Choice xmlns:v="urn:schemas-microsoft-com:vml" Requires="v">
                <p:oleObj spid="_x0000_s199800" name="Equation" r:id="rId9" imgW="812447" imgH="253890" progId="Equation.3">
                  <p:embed/>
                </p:oleObj>
              </mc:Choice>
              <mc:Fallback>
                <p:oleObj name="Equation" r:id="rId9" imgW="812447" imgH="25389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5537200"/>
                        <a:ext cx="23114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1727" name="AutoShape 31"/>
          <p:cNvSpPr>
            <a:spLocks/>
          </p:cNvSpPr>
          <p:nvPr/>
        </p:nvSpPr>
        <p:spPr bwMode="auto">
          <a:xfrm>
            <a:off x="0" y="3657600"/>
            <a:ext cx="382588" cy="1524000"/>
          </a:xfrm>
          <a:prstGeom prst="leftBrace">
            <a:avLst>
              <a:gd name="adj1" fmla="val 33195"/>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41728" name="Object 32"/>
          <p:cNvGraphicFramePr>
            <a:graphicFrameLocks noChangeAspect="1"/>
          </p:cNvGraphicFramePr>
          <p:nvPr/>
        </p:nvGraphicFramePr>
        <p:xfrm>
          <a:off x="460375" y="4203700"/>
          <a:ext cx="7559675" cy="1587500"/>
        </p:xfrm>
        <a:graphic>
          <a:graphicData uri="http://schemas.openxmlformats.org/presentationml/2006/ole">
            <mc:AlternateContent xmlns:mc="http://schemas.openxmlformats.org/markup-compatibility/2006">
              <mc:Choice xmlns:v="urn:schemas-microsoft-com:vml" Requires="v">
                <p:oleObj spid="_x0000_s199801" name="Equation" r:id="rId11" imgW="3352800" imgH="635000" progId="Equation.3">
                  <p:embed/>
                </p:oleObj>
              </mc:Choice>
              <mc:Fallback>
                <p:oleObj name="Equation" r:id="rId11" imgW="3352800" imgH="6350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375" y="4203700"/>
                        <a:ext cx="7559675" cy="158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313297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41722"/>
                                        </p:tgtEl>
                                        <p:attrNameLst>
                                          <p:attrName>style.visibility</p:attrName>
                                        </p:attrNameLst>
                                      </p:cBhvr>
                                      <p:to>
                                        <p:strVal val="visible"/>
                                      </p:to>
                                    </p:set>
                                    <p:animEffect transition="in" filter="dissolve">
                                      <p:cBhvr>
                                        <p:cTn id="7" dur="500"/>
                                        <p:tgtEl>
                                          <p:spTgt spid="5417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1724"/>
                                        </p:tgtEl>
                                        <p:attrNameLst>
                                          <p:attrName>style.visibility</p:attrName>
                                        </p:attrNameLst>
                                      </p:cBhvr>
                                      <p:to>
                                        <p:strVal val="visible"/>
                                      </p:to>
                                    </p:set>
                                    <p:animEffect transition="in" filter="dissolve">
                                      <p:cBhvr>
                                        <p:cTn id="17" dur="500"/>
                                        <p:tgtEl>
                                          <p:spTgt spid="5417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41723"/>
                                        </p:tgtEl>
                                        <p:attrNameLst>
                                          <p:attrName>style.visibility</p:attrName>
                                        </p:attrNameLst>
                                      </p:cBhvr>
                                      <p:to>
                                        <p:strVal val="visible"/>
                                      </p:to>
                                    </p:set>
                                    <p:animEffect transition="in" filter="dissolve">
                                      <p:cBhvr>
                                        <p:cTn id="22" dur="500"/>
                                        <p:tgtEl>
                                          <p:spTgt spid="5417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41727"/>
                                        </p:tgtEl>
                                        <p:attrNameLst>
                                          <p:attrName>style.visibility</p:attrName>
                                        </p:attrNameLst>
                                      </p:cBhvr>
                                      <p:to>
                                        <p:strVal val="visible"/>
                                      </p:to>
                                    </p:set>
                                    <p:anim calcmode="lin" valueType="num">
                                      <p:cBhvr additive="base">
                                        <p:cTn id="27" dur="500" fill="hold"/>
                                        <p:tgtEl>
                                          <p:spTgt spid="541727"/>
                                        </p:tgtEl>
                                        <p:attrNameLst>
                                          <p:attrName>ppt_x</p:attrName>
                                        </p:attrNameLst>
                                      </p:cBhvr>
                                      <p:tavLst>
                                        <p:tav tm="0">
                                          <p:val>
                                            <p:strVal val="0-#ppt_w/2"/>
                                          </p:val>
                                        </p:tav>
                                        <p:tav tm="100000">
                                          <p:val>
                                            <p:strVal val="#ppt_x"/>
                                          </p:val>
                                        </p:tav>
                                      </p:tavLst>
                                    </p:anim>
                                    <p:anim calcmode="lin" valueType="num">
                                      <p:cBhvr additive="base">
                                        <p:cTn id="28" dur="500" fill="hold"/>
                                        <p:tgtEl>
                                          <p:spTgt spid="541727"/>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541725"/>
                                        </p:tgtEl>
                                        <p:attrNameLst>
                                          <p:attrName>style.visibility</p:attrName>
                                        </p:attrNameLst>
                                      </p:cBhvr>
                                      <p:to>
                                        <p:strVal val="visible"/>
                                      </p:to>
                                    </p:set>
                                    <p:animEffect transition="in" filter="dissolve">
                                      <p:cBhvr>
                                        <p:cTn id="33" dur="500"/>
                                        <p:tgtEl>
                                          <p:spTgt spid="54172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541728"/>
                                        </p:tgtEl>
                                        <p:attrNameLst>
                                          <p:attrName>style.visibility</p:attrName>
                                        </p:attrNameLst>
                                      </p:cBhvr>
                                      <p:to>
                                        <p:strVal val="visible"/>
                                      </p:to>
                                    </p:set>
                                    <p:animEffect transition="in" filter="dissolve">
                                      <p:cBhvr>
                                        <p:cTn id="38" dur="500"/>
                                        <p:tgtEl>
                                          <p:spTgt spid="54172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541726"/>
                                        </p:tgtEl>
                                        <p:attrNameLst>
                                          <p:attrName>style.visibility</p:attrName>
                                        </p:attrNameLst>
                                      </p:cBhvr>
                                      <p:to>
                                        <p:strVal val="visible"/>
                                      </p:to>
                                    </p:set>
                                    <p:animEffect transition="in" filter="dissolve">
                                      <p:cBhvr>
                                        <p:cTn id="43" dur="500"/>
                                        <p:tgtEl>
                                          <p:spTgt spid="541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724" grpId="0" animBg="1"/>
      <p:bldP spid="54172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BEA6454-6E01-4DE6-9F46-4B541FD938B9}" type="slidenum">
              <a:rPr lang="zh-CN" altLang="en-US" b="0" i="0" smtClean="0"/>
              <a:pPr/>
              <a:t>106</a:t>
            </a:fld>
            <a:endParaRPr lang="en-US" altLang="zh-CN" b="0" i="0" smtClean="0"/>
          </a:p>
        </p:txBody>
      </p:sp>
      <p:sp>
        <p:nvSpPr>
          <p:cNvPr id="1290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E493D5D-C88B-4DF4-BFF7-A516F7839E0F}" type="datetime1">
              <a:rPr lang="zh-CN" altLang="en-US" sz="1800" i="0" smtClean="0"/>
              <a:pPr/>
              <a:t>2024/10/20</a:t>
            </a:fld>
            <a:endParaRPr lang="en-US" altLang="zh-CN" sz="1800" i="0" smtClean="0"/>
          </a:p>
        </p:txBody>
      </p:sp>
      <p:sp>
        <p:nvSpPr>
          <p:cNvPr id="543746" name="Rectangle 2"/>
          <p:cNvSpPr>
            <a:spLocks noGrp="1" noChangeArrowheads="1"/>
          </p:cNvSpPr>
          <p:nvPr>
            <p:ph type="title"/>
          </p:nvPr>
        </p:nvSpPr>
        <p:spPr>
          <a:xfrm>
            <a:off x="650875" y="365125"/>
            <a:ext cx="8820150" cy="549275"/>
          </a:xfrm>
        </p:spPr>
        <p:txBody>
          <a:bodyPr/>
          <a:lstStyle/>
          <a:p>
            <a:pPr>
              <a:defRPr/>
            </a:pPr>
            <a:r>
              <a:rPr lang="zh-CN" altLang="en-US" sz="4000" smtClean="0"/>
              <a:t>§6.2 利用正函数插值公式的反插值法</a:t>
            </a:r>
          </a:p>
        </p:txBody>
      </p:sp>
      <p:sp>
        <p:nvSpPr>
          <p:cNvPr id="129029" name="Rectangle 3"/>
          <p:cNvSpPr>
            <a:spLocks noGrp="1" noChangeArrowheads="1"/>
          </p:cNvSpPr>
          <p:nvPr>
            <p:ph type="body" idx="1"/>
          </p:nvPr>
        </p:nvSpPr>
        <p:spPr>
          <a:xfrm>
            <a:off x="650875" y="1143000"/>
            <a:ext cx="8820150" cy="384175"/>
          </a:xfrm>
        </p:spPr>
        <p:txBody>
          <a:bodyPr/>
          <a:lstStyle/>
          <a:p>
            <a:r>
              <a:rPr lang="zh-CN" altLang="en-US" smtClean="0"/>
              <a:t>例5.1</a:t>
            </a:r>
            <a:r>
              <a:rPr lang="en-US" altLang="zh-CN" smtClean="0"/>
              <a:t>2 </a:t>
            </a:r>
            <a:r>
              <a:rPr lang="zh-CN" altLang="en-US" smtClean="0"/>
              <a:t>求方程</a:t>
            </a:r>
            <a:r>
              <a:rPr lang="en-US" altLang="zh-CN" i="1" smtClean="0"/>
              <a:t>x</a:t>
            </a:r>
            <a:r>
              <a:rPr lang="en-US" altLang="zh-CN" baseline="30000" smtClean="0"/>
              <a:t>5</a:t>
            </a:r>
            <a:r>
              <a:rPr lang="en-US" altLang="zh-CN" smtClean="0"/>
              <a:t>-5</a:t>
            </a:r>
            <a:r>
              <a:rPr lang="en-US" altLang="zh-CN" i="1" smtClean="0"/>
              <a:t>x</a:t>
            </a:r>
            <a:r>
              <a:rPr lang="en-US" altLang="zh-CN" smtClean="0"/>
              <a:t>+3=0</a:t>
            </a:r>
            <a:r>
              <a:rPr lang="zh-CN" altLang="en-US" smtClean="0"/>
              <a:t>在[0,1]上的根</a:t>
            </a:r>
          </a:p>
        </p:txBody>
      </p:sp>
      <p:graphicFrame>
        <p:nvGraphicFramePr>
          <p:cNvPr id="543811" name="Group 67"/>
          <p:cNvGraphicFramePr>
            <a:graphicFrameLocks noGrp="1"/>
          </p:cNvGraphicFramePr>
          <p:nvPr/>
        </p:nvGraphicFramePr>
        <p:xfrm>
          <a:off x="228600" y="1600200"/>
          <a:ext cx="7315200" cy="2854326"/>
        </p:xfrm>
        <a:graphic>
          <a:graphicData uri="http://schemas.openxmlformats.org/drawingml/2006/table">
            <a:tbl>
              <a:tblPr/>
              <a:tblGrid>
                <a:gridCol w="762000"/>
                <a:gridCol w="1524000"/>
                <a:gridCol w="1371600"/>
                <a:gridCol w="1371600"/>
                <a:gridCol w="1447800"/>
                <a:gridCol w="838200"/>
              </a:tblGrid>
              <a:tr h="47548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x</a:t>
                      </a:r>
                      <a:endParaRPr kumimoji="0" lang="en-US" altLang="zh-CN" sz="2800" b="1" i="0" u="none" strike="noStrike" cap="none" normalizeH="0" baseline="-25000" smtClean="0">
                        <a:ln>
                          <a:noFill/>
                        </a:ln>
                        <a:solidFill>
                          <a:schemeClr val="tx1"/>
                        </a:solidFill>
                        <a:effectLst/>
                        <a:latin typeface="Times New Roman" pitchFamily="18" charset="0"/>
                        <a:ea typeface="黑体" pitchFamily="2" charset="-122"/>
                      </a:endParaRP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endParaRPr kumimoji="0" lang="en-US" altLang="zh-CN"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1" u="none" strike="noStrike" cap="none" normalizeH="0" baseline="-25000" smtClean="0">
                          <a:ln>
                            <a:noFill/>
                          </a:ln>
                          <a:solidFill>
                            <a:schemeClr val="tx1"/>
                          </a:solidFill>
                          <a:effectLst/>
                          <a:latin typeface="Times New Roman" pitchFamily="18" charset="0"/>
                          <a:ea typeface="黑体" pitchFamily="2" charset="-122"/>
                        </a:rPr>
                        <a:t>i</a:t>
                      </a:r>
                      <a:endParaRPr kumimoji="0" lang="en-US" altLang="zh-CN"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2</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1" u="none" strike="noStrike" cap="none" normalizeH="0" baseline="-25000" smtClean="0">
                          <a:ln>
                            <a:noFill/>
                          </a:ln>
                          <a:solidFill>
                            <a:schemeClr val="tx1"/>
                          </a:solidFill>
                          <a:effectLst/>
                          <a:latin typeface="Times New Roman" pitchFamily="18" charset="0"/>
                          <a:ea typeface="黑体" pitchFamily="2" charset="-122"/>
                        </a:rPr>
                        <a:t>i</a:t>
                      </a:r>
                      <a:endParaRPr kumimoji="0" lang="en-US" altLang="zh-CN"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3</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1" u="none" strike="noStrike" cap="none" normalizeH="0" baseline="-25000" smtClean="0">
                          <a:ln>
                            <a:noFill/>
                          </a:ln>
                          <a:solidFill>
                            <a:schemeClr val="tx1"/>
                          </a:solidFill>
                          <a:effectLst/>
                          <a:latin typeface="Times New Roman" pitchFamily="18" charset="0"/>
                          <a:ea typeface="黑体" pitchFamily="2" charset="-122"/>
                        </a:rPr>
                        <a:t>i</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sym typeface="Symbol" pitchFamily="18" charset="2"/>
                        </a:rPr>
                        <a:t></a:t>
                      </a:r>
                      <a:r>
                        <a:rPr kumimoji="0" lang="zh-CN" altLang="en-US" sz="2800" b="1" i="0" u="none" strike="noStrike" cap="none" normalizeH="0" baseline="30000" smtClean="0">
                          <a:ln>
                            <a:noFill/>
                          </a:ln>
                          <a:solidFill>
                            <a:schemeClr val="tx1"/>
                          </a:solidFill>
                          <a:effectLst/>
                          <a:latin typeface="Times New Roman" pitchFamily="18" charset="0"/>
                          <a:ea typeface="黑体" pitchFamily="2" charset="-122"/>
                          <a:sym typeface="Symbol" pitchFamily="18" charset="2"/>
                        </a:rPr>
                        <a:t>4</a:t>
                      </a:r>
                      <a:r>
                        <a:rPr kumimoji="0" lang="en-US" altLang="zh-CN" sz="2800" b="1" i="1" u="none" strike="noStrike" cap="none" normalizeH="0" baseline="0" smtClean="0">
                          <a:ln>
                            <a:noFill/>
                          </a:ln>
                          <a:solidFill>
                            <a:schemeClr val="tx1"/>
                          </a:solidFill>
                          <a:effectLst/>
                          <a:latin typeface="Times New Roman" pitchFamily="18" charset="0"/>
                          <a:ea typeface="黑体" pitchFamily="2" charset="-122"/>
                        </a:rPr>
                        <a:t>y</a:t>
                      </a:r>
                      <a:r>
                        <a:rPr kumimoji="0" lang="en-US" altLang="zh-CN" sz="2800" b="1" i="1" u="none" strike="noStrike" cap="none" normalizeH="0" baseline="-25000" smtClean="0">
                          <a:ln>
                            <a:noFill/>
                          </a:ln>
                          <a:solidFill>
                            <a:schemeClr val="tx1"/>
                          </a:solidFill>
                          <a:effectLst/>
                          <a:latin typeface="Times New Roman" pitchFamily="18" charset="0"/>
                          <a:ea typeface="黑体" pitchFamily="2" charset="-122"/>
                        </a:rPr>
                        <a:t>i</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48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0.5</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0.53125</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7548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0.6</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0.07776</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548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0.7</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-0.33193</a:t>
                      </a:r>
                      <a:endParaRPr kumimoji="0" lang="zh-CN" altLang="en-US" sz="2800" b="1" i="0" u="none" strike="noStrike" cap="none" normalizeH="0" baseline="-2500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6203">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0.8</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-0.67232</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76203">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-0.90951</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43797" name="Rectangle 53"/>
          <p:cNvSpPr>
            <a:spLocks noChangeArrowheads="1"/>
          </p:cNvSpPr>
          <p:nvPr/>
        </p:nvSpPr>
        <p:spPr bwMode="auto">
          <a:xfrm>
            <a:off x="2500313" y="2159000"/>
            <a:ext cx="1458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-0.45349</a:t>
            </a:r>
          </a:p>
        </p:txBody>
      </p:sp>
      <p:sp>
        <p:nvSpPr>
          <p:cNvPr id="543798" name="Rectangle 54"/>
          <p:cNvSpPr>
            <a:spLocks noChangeArrowheads="1"/>
          </p:cNvSpPr>
          <p:nvPr/>
        </p:nvSpPr>
        <p:spPr bwMode="auto">
          <a:xfrm>
            <a:off x="2514600" y="2743200"/>
            <a:ext cx="1458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-0.40969</a:t>
            </a:r>
          </a:p>
        </p:txBody>
      </p:sp>
      <p:sp>
        <p:nvSpPr>
          <p:cNvPr id="543799" name="Rectangle 55"/>
          <p:cNvSpPr>
            <a:spLocks noChangeArrowheads="1"/>
          </p:cNvSpPr>
          <p:nvPr/>
        </p:nvSpPr>
        <p:spPr bwMode="auto">
          <a:xfrm>
            <a:off x="2514600" y="3214688"/>
            <a:ext cx="1458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-0.34039</a:t>
            </a:r>
          </a:p>
        </p:txBody>
      </p:sp>
      <p:sp>
        <p:nvSpPr>
          <p:cNvPr id="543800" name="Rectangle 56"/>
          <p:cNvSpPr>
            <a:spLocks noChangeArrowheads="1"/>
          </p:cNvSpPr>
          <p:nvPr/>
        </p:nvSpPr>
        <p:spPr bwMode="auto">
          <a:xfrm>
            <a:off x="3798888" y="2452688"/>
            <a:ext cx="14589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-0.04380</a:t>
            </a:r>
          </a:p>
        </p:txBody>
      </p:sp>
      <p:sp>
        <p:nvSpPr>
          <p:cNvPr id="543801" name="Rectangle 57"/>
          <p:cNvSpPr>
            <a:spLocks noChangeArrowheads="1"/>
          </p:cNvSpPr>
          <p:nvPr/>
        </p:nvSpPr>
        <p:spPr bwMode="auto">
          <a:xfrm>
            <a:off x="3810000" y="2971800"/>
            <a:ext cx="1458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-0.06930</a:t>
            </a:r>
          </a:p>
        </p:txBody>
      </p:sp>
      <p:sp>
        <p:nvSpPr>
          <p:cNvPr id="543802" name="Rectangle 58"/>
          <p:cNvSpPr>
            <a:spLocks noChangeArrowheads="1"/>
          </p:cNvSpPr>
          <p:nvPr/>
        </p:nvSpPr>
        <p:spPr bwMode="auto">
          <a:xfrm>
            <a:off x="5257800" y="2681288"/>
            <a:ext cx="1460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-0.02550</a:t>
            </a:r>
          </a:p>
        </p:txBody>
      </p:sp>
      <p:sp>
        <p:nvSpPr>
          <p:cNvPr id="543803" name="Line 59"/>
          <p:cNvSpPr>
            <a:spLocks noChangeShapeType="1"/>
          </p:cNvSpPr>
          <p:nvPr/>
        </p:nvSpPr>
        <p:spPr bwMode="auto">
          <a:xfrm>
            <a:off x="-152400" y="2971800"/>
            <a:ext cx="2362200" cy="0"/>
          </a:xfrm>
          <a:prstGeom prst="line">
            <a:avLst/>
          </a:prstGeom>
          <a:noFill/>
          <a:ln w="381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804" name="Rectangle 60"/>
          <p:cNvSpPr>
            <a:spLocks noChangeArrowheads="1"/>
          </p:cNvSpPr>
          <p:nvPr/>
        </p:nvSpPr>
        <p:spPr bwMode="auto">
          <a:xfrm>
            <a:off x="2503488" y="3671888"/>
            <a:ext cx="14589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-0.23719</a:t>
            </a:r>
          </a:p>
        </p:txBody>
      </p:sp>
      <p:sp>
        <p:nvSpPr>
          <p:cNvPr id="543805" name="Rectangle 61"/>
          <p:cNvSpPr>
            <a:spLocks noChangeArrowheads="1"/>
          </p:cNvSpPr>
          <p:nvPr/>
        </p:nvSpPr>
        <p:spPr bwMode="auto">
          <a:xfrm>
            <a:off x="3810000" y="3429000"/>
            <a:ext cx="1458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-0.10320</a:t>
            </a:r>
          </a:p>
        </p:txBody>
      </p:sp>
      <p:sp>
        <p:nvSpPr>
          <p:cNvPr id="543806" name="Rectangle 62"/>
          <p:cNvSpPr>
            <a:spLocks noChangeArrowheads="1"/>
          </p:cNvSpPr>
          <p:nvPr/>
        </p:nvSpPr>
        <p:spPr bwMode="auto">
          <a:xfrm>
            <a:off x="5257800" y="3200400"/>
            <a:ext cx="1460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latin typeface="Times New Roman" pitchFamily="18" charset="0"/>
              </a:rPr>
              <a:t>-0.03390</a:t>
            </a:r>
          </a:p>
        </p:txBody>
      </p:sp>
      <p:sp>
        <p:nvSpPr>
          <p:cNvPr id="543807" name="Line 63"/>
          <p:cNvSpPr>
            <a:spLocks noChangeShapeType="1"/>
          </p:cNvSpPr>
          <p:nvPr/>
        </p:nvSpPr>
        <p:spPr bwMode="auto">
          <a:xfrm>
            <a:off x="2057400" y="2590800"/>
            <a:ext cx="4800600" cy="762000"/>
          </a:xfrm>
          <a:prstGeom prst="line">
            <a:avLst/>
          </a:prstGeom>
          <a:noFill/>
          <a:ln w="38100">
            <a:solidFill>
              <a:srgbClr val="FF33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808" name="Rectangle 64"/>
          <p:cNvSpPr>
            <a:spLocks noChangeArrowheads="1"/>
          </p:cNvSpPr>
          <p:nvPr/>
        </p:nvSpPr>
        <p:spPr bwMode="auto">
          <a:xfrm>
            <a:off x="7613650" y="1628775"/>
            <a:ext cx="17700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zh-CN" altLang="en-US" sz="3200" i="0">
                <a:latin typeface="Times New Roman" pitchFamily="18" charset="0"/>
              </a:rPr>
              <a:t>取</a:t>
            </a:r>
            <a:r>
              <a:rPr lang="en-US" altLang="zh-CN" sz="3200">
                <a:latin typeface="Times New Roman" pitchFamily="18" charset="0"/>
              </a:rPr>
              <a:t>x</a:t>
            </a:r>
            <a:r>
              <a:rPr lang="en-US" altLang="zh-CN" sz="3200" i="0" baseline="-25000">
                <a:latin typeface="Times New Roman" pitchFamily="18" charset="0"/>
              </a:rPr>
              <a:t>0</a:t>
            </a:r>
            <a:r>
              <a:rPr lang="en-US" altLang="zh-CN" sz="3200" i="0">
                <a:latin typeface="Times New Roman" pitchFamily="18" charset="0"/>
              </a:rPr>
              <a:t>=0.6,</a:t>
            </a:r>
          </a:p>
          <a:p>
            <a:pPr algn="l"/>
            <a:r>
              <a:rPr lang="en-US" altLang="zh-CN" sz="3200" i="0">
                <a:latin typeface="Times New Roman" pitchFamily="18" charset="0"/>
              </a:rPr>
              <a:t> c=0,</a:t>
            </a:r>
          </a:p>
        </p:txBody>
      </p:sp>
      <p:graphicFrame>
        <p:nvGraphicFramePr>
          <p:cNvPr id="543809" name="Object 65"/>
          <p:cNvGraphicFramePr>
            <a:graphicFrameLocks noChangeAspect="1"/>
          </p:cNvGraphicFramePr>
          <p:nvPr/>
        </p:nvGraphicFramePr>
        <p:xfrm>
          <a:off x="514350" y="4419600"/>
          <a:ext cx="9391650" cy="1143000"/>
        </p:xfrm>
        <a:graphic>
          <a:graphicData uri="http://schemas.openxmlformats.org/presentationml/2006/ole">
            <mc:AlternateContent xmlns:mc="http://schemas.openxmlformats.org/markup-compatibility/2006">
              <mc:Choice xmlns:v="urn:schemas-microsoft-com:vml" Requires="v">
                <p:oleObj spid="_x0000_s200752" name="Equation" r:id="rId3" imgW="3657600" imgH="457200" progId="Equation.3">
                  <p:embed/>
                </p:oleObj>
              </mc:Choice>
              <mc:Fallback>
                <p:oleObj name="Equation" r:id="rId3" imgW="36576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4419600"/>
                        <a:ext cx="939165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810" name="Object 66"/>
          <p:cNvGraphicFramePr>
            <a:graphicFrameLocks noChangeAspect="1"/>
          </p:cNvGraphicFramePr>
          <p:nvPr/>
        </p:nvGraphicFramePr>
        <p:xfrm>
          <a:off x="304800" y="5661025"/>
          <a:ext cx="9448800" cy="873125"/>
        </p:xfrm>
        <a:graphic>
          <a:graphicData uri="http://schemas.openxmlformats.org/presentationml/2006/ole">
            <mc:AlternateContent xmlns:mc="http://schemas.openxmlformats.org/markup-compatibility/2006">
              <mc:Choice xmlns:v="urn:schemas-microsoft-com:vml" Requires="v">
                <p:oleObj spid="_x0000_s200753" name="Equation" r:id="rId5" imgW="4191000" imgH="419100" progId="Equation.3">
                  <p:embed/>
                </p:oleObj>
              </mc:Choice>
              <mc:Fallback>
                <p:oleObj name="Equation" r:id="rId5" imgW="41910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5661025"/>
                        <a:ext cx="94488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769624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43811"/>
                                        </p:tgtEl>
                                        <p:attrNameLst>
                                          <p:attrName>style.visibility</p:attrName>
                                        </p:attrNameLst>
                                      </p:cBhvr>
                                      <p:to>
                                        <p:strVal val="visible"/>
                                      </p:to>
                                    </p:set>
                                    <p:animEffect transition="in" filter="dissolve">
                                      <p:cBhvr>
                                        <p:cTn id="7" dur="500"/>
                                        <p:tgtEl>
                                          <p:spTgt spid="543811"/>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43797"/>
                                        </p:tgtEl>
                                        <p:attrNameLst>
                                          <p:attrName>style.visibility</p:attrName>
                                        </p:attrNameLst>
                                      </p:cBhvr>
                                      <p:to>
                                        <p:strVal val="visible"/>
                                      </p:to>
                                    </p:set>
                                    <p:animEffect transition="in" filter="dissolve">
                                      <p:cBhvr>
                                        <p:cTn id="11" dur="500"/>
                                        <p:tgtEl>
                                          <p:spTgt spid="543797"/>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543798"/>
                                        </p:tgtEl>
                                        <p:attrNameLst>
                                          <p:attrName>style.visibility</p:attrName>
                                        </p:attrNameLst>
                                      </p:cBhvr>
                                      <p:to>
                                        <p:strVal val="visible"/>
                                      </p:to>
                                    </p:set>
                                    <p:animEffect transition="in" filter="dissolve">
                                      <p:cBhvr>
                                        <p:cTn id="15" dur="500"/>
                                        <p:tgtEl>
                                          <p:spTgt spid="543798"/>
                                        </p:tgtEl>
                                      </p:cBhvr>
                                    </p:animEffect>
                                  </p:childTnLst>
                                </p:cTn>
                              </p:par>
                            </p:childTnLst>
                          </p:cTn>
                        </p:par>
                        <p:par>
                          <p:cTn id="16" fill="hold" nodeType="afterGroup">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543799"/>
                                        </p:tgtEl>
                                        <p:attrNameLst>
                                          <p:attrName>style.visibility</p:attrName>
                                        </p:attrNameLst>
                                      </p:cBhvr>
                                      <p:to>
                                        <p:strVal val="visible"/>
                                      </p:to>
                                    </p:set>
                                    <p:animEffect transition="in" filter="dissolve">
                                      <p:cBhvr>
                                        <p:cTn id="19" dur="500"/>
                                        <p:tgtEl>
                                          <p:spTgt spid="543799"/>
                                        </p:tgtEl>
                                      </p:cBhvr>
                                    </p:animEffect>
                                  </p:childTnLst>
                                </p:cTn>
                              </p:par>
                            </p:childTnLst>
                          </p:cTn>
                        </p:par>
                        <p:par>
                          <p:cTn id="20" fill="hold" nodeType="afterGroup">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543804"/>
                                        </p:tgtEl>
                                        <p:attrNameLst>
                                          <p:attrName>style.visibility</p:attrName>
                                        </p:attrNameLst>
                                      </p:cBhvr>
                                      <p:to>
                                        <p:strVal val="visible"/>
                                      </p:to>
                                    </p:set>
                                    <p:animEffect transition="in" filter="dissolve">
                                      <p:cBhvr>
                                        <p:cTn id="23" dur="500"/>
                                        <p:tgtEl>
                                          <p:spTgt spid="543804"/>
                                        </p:tgtEl>
                                      </p:cBhvr>
                                    </p:animEffect>
                                  </p:childTnLst>
                                </p:cTn>
                              </p:par>
                            </p:childTnLst>
                          </p:cTn>
                        </p:par>
                        <p:par>
                          <p:cTn id="24" fill="hold" nodeType="afterGroup">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543800"/>
                                        </p:tgtEl>
                                        <p:attrNameLst>
                                          <p:attrName>style.visibility</p:attrName>
                                        </p:attrNameLst>
                                      </p:cBhvr>
                                      <p:to>
                                        <p:strVal val="visible"/>
                                      </p:to>
                                    </p:set>
                                    <p:animEffect transition="in" filter="dissolve">
                                      <p:cBhvr>
                                        <p:cTn id="27" dur="500"/>
                                        <p:tgtEl>
                                          <p:spTgt spid="543800"/>
                                        </p:tgtEl>
                                      </p:cBhvr>
                                    </p:animEffect>
                                  </p:childTnLst>
                                </p:cTn>
                              </p:par>
                            </p:childTnLst>
                          </p:cTn>
                        </p:par>
                        <p:par>
                          <p:cTn id="28" fill="hold" nodeType="afterGroup">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543801"/>
                                        </p:tgtEl>
                                        <p:attrNameLst>
                                          <p:attrName>style.visibility</p:attrName>
                                        </p:attrNameLst>
                                      </p:cBhvr>
                                      <p:to>
                                        <p:strVal val="visible"/>
                                      </p:to>
                                    </p:set>
                                    <p:animEffect transition="in" filter="dissolve">
                                      <p:cBhvr>
                                        <p:cTn id="31" dur="500"/>
                                        <p:tgtEl>
                                          <p:spTgt spid="543801"/>
                                        </p:tgtEl>
                                      </p:cBhvr>
                                    </p:animEffect>
                                  </p:childTnLst>
                                </p:cTn>
                              </p:par>
                            </p:childTnLst>
                          </p:cTn>
                        </p:par>
                        <p:par>
                          <p:cTn id="32" fill="hold" nodeType="afterGroup">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543805"/>
                                        </p:tgtEl>
                                        <p:attrNameLst>
                                          <p:attrName>style.visibility</p:attrName>
                                        </p:attrNameLst>
                                      </p:cBhvr>
                                      <p:to>
                                        <p:strVal val="visible"/>
                                      </p:to>
                                    </p:set>
                                    <p:animEffect transition="in" filter="dissolve">
                                      <p:cBhvr>
                                        <p:cTn id="35" dur="500"/>
                                        <p:tgtEl>
                                          <p:spTgt spid="543805"/>
                                        </p:tgtEl>
                                      </p:cBhvr>
                                    </p:animEffect>
                                  </p:childTnLst>
                                </p:cTn>
                              </p:par>
                            </p:childTnLst>
                          </p:cTn>
                        </p:par>
                        <p:par>
                          <p:cTn id="36" fill="hold" nodeType="afterGroup">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543802"/>
                                        </p:tgtEl>
                                        <p:attrNameLst>
                                          <p:attrName>style.visibility</p:attrName>
                                        </p:attrNameLst>
                                      </p:cBhvr>
                                      <p:to>
                                        <p:strVal val="visible"/>
                                      </p:to>
                                    </p:set>
                                    <p:animEffect transition="in" filter="dissolve">
                                      <p:cBhvr>
                                        <p:cTn id="39" dur="500"/>
                                        <p:tgtEl>
                                          <p:spTgt spid="543802"/>
                                        </p:tgtEl>
                                      </p:cBhvr>
                                    </p:animEffect>
                                  </p:childTnLst>
                                </p:cTn>
                              </p:par>
                            </p:childTnLst>
                          </p:cTn>
                        </p:par>
                        <p:par>
                          <p:cTn id="40" fill="hold" nodeType="afterGroup">
                            <p:stCondLst>
                              <p:cond delay="4500"/>
                            </p:stCondLst>
                            <p:childTnLst>
                              <p:par>
                                <p:cTn id="41" presetID="9" presetClass="entr" presetSubtype="0" fill="hold" grpId="0" nodeType="afterEffect">
                                  <p:stCondLst>
                                    <p:cond delay="0"/>
                                  </p:stCondLst>
                                  <p:childTnLst>
                                    <p:set>
                                      <p:cBhvr>
                                        <p:cTn id="42" dur="1" fill="hold">
                                          <p:stCondLst>
                                            <p:cond delay="0"/>
                                          </p:stCondLst>
                                        </p:cTn>
                                        <p:tgtEl>
                                          <p:spTgt spid="543806"/>
                                        </p:tgtEl>
                                        <p:attrNameLst>
                                          <p:attrName>style.visibility</p:attrName>
                                        </p:attrNameLst>
                                      </p:cBhvr>
                                      <p:to>
                                        <p:strVal val="visible"/>
                                      </p:to>
                                    </p:set>
                                    <p:animEffect transition="in" filter="dissolve">
                                      <p:cBhvr>
                                        <p:cTn id="43" dur="500"/>
                                        <p:tgtEl>
                                          <p:spTgt spid="54380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543803"/>
                                        </p:tgtEl>
                                        <p:attrNameLst>
                                          <p:attrName>style.visibility</p:attrName>
                                        </p:attrNameLst>
                                      </p:cBhvr>
                                      <p:to>
                                        <p:strVal val="visible"/>
                                      </p:to>
                                    </p:set>
                                    <p:animEffect transition="in" filter="dissolve">
                                      <p:cBhvr>
                                        <p:cTn id="48" dur="500"/>
                                        <p:tgtEl>
                                          <p:spTgt spid="54380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543807"/>
                                        </p:tgtEl>
                                        <p:attrNameLst>
                                          <p:attrName>style.visibility</p:attrName>
                                        </p:attrNameLst>
                                      </p:cBhvr>
                                      <p:to>
                                        <p:strVal val="visible"/>
                                      </p:to>
                                    </p:set>
                                    <p:animEffect transition="in" filter="dissolve">
                                      <p:cBhvr>
                                        <p:cTn id="53" dur="500"/>
                                        <p:tgtEl>
                                          <p:spTgt spid="54380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543808"/>
                                        </p:tgtEl>
                                        <p:attrNameLst>
                                          <p:attrName>style.visibility</p:attrName>
                                        </p:attrNameLst>
                                      </p:cBhvr>
                                      <p:to>
                                        <p:strVal val="visible"/>
                                      </p:to>
                                    </p:set>
                                    <p:animEffect transition="in" filter="dissolve">
                                      <p:cBhvr>
                                        <p:cTn id="58" dur="500"/>
                                        <p:tgtEl>
                                          <p:spTgt spid="54380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543809"/>
                                        </p:tgtEl>
                                        <p:attrNameLst>
                                          <p:attrName>style.visibility</p:attrName>
                                        </p:attrNameLst>
                                      </p:cBhvr>
                                      <p:to>
                                        <p:strVal val="visible"/>
                                      </p:to>
                                    </p:set>
                                    <p:animEffect transition="in" filter="dissolve">
                                      <p:cBhvr>
                                        <p:cTn id="63" dur="500"/>
                                        <p:tgtEl>
                                          <p:spTgt spid="543809"/>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543810"/>
                                        </p:tgtEl>
                                        <p:attrNameLst>
                                          <p:attrName>style.visibility</p:attrName>
                                        </p:attrNameLst>
                                      </p:cBhvr>
                                      <p:to>
                                        <p:strVal val="visible"/>
                                      </p:to>
                                    </p:set>
                                    <p:animEffect transition="in" filter="dissolve">
                                      <p:cBhvr>
                                        <p:cTn id="68" dur="500"/>
                                        <p:tgtEl>
                                          <p:spTgt spid="543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97" grpId="0" autoUpdateAnimBg="0"/>
      <p:bldP spid="543798" grpId="0" autoUpdateAnimBg="0"/>
      <p:bldP spid="543799" grpId="0" autoUpdateAnimBg="0"/>
      <p:bldP spid="543800" grpId="0" autoUpdateAnimBg="0"/>
      <p:bldP spid="543801" grpId="0" autoUpdateAnimBg="0"/>
      <p:bldP spid="543802" grpId="0" autoUpdateAnimBg="0"/>
      <p:bldP spid="543803" grpId="0" animBg="1"/>
      <p:bldP spid="543804" grpId="0" autoUpdateAnimBg="0"/>
      <p:bldP spid="543805" grpId="0" autoUpdateAnimBg="0"/>
      <p:bldP spid="543806" grpId="0" autoUpdateAnimBg="0"/>
      <p:bldP spid="543807" grpId="0" animBg="1"/>
      <p:bldP spid="543808"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7A13892-BD83-49E6-BE34-238BB42A8FCB}" type="slidenum">
              <a:rPr lang="zh-CN" altLang="en-US" b="0" i="0" smtClean="0"/>
              <a:pPr/>
              <a:t>107</a:t>
            </a:fld>
            <a:endParaRPr lang="en-US" altLang="zh-CN" b="0" i="0" smtClean="0"/>
          </a:p>
        </p:txBody>
      </p:sp>
      <p:sp>
        <p:nvSpPr>
          <p:cNvPr id="13005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B77CEDF-95A6-4141-9480-2608C74D8B19}" type="datetime1">
              <a:rPr lang="zh-CN" altLang="en-US" sz="1800" i="0" smtClean="0"/>
              <a:pPr/>
              <a:t>2024/10/20</a:t>
            </a:fld>
            <a:endParaRPr lang="en-US" altLang="zh-CN" sz="1800" i="0" smtClean="0"/>
          </a:p>
        </p:txBody>
      </p:sp>
      <p:sp>
        <p:nvSpPr>
          <p:cNvPr id="544770" name="Rectangle 2"/>
          <p:cNvSpPr>
            <a:spLocks noGrp="1" noChangeArrowheads="1"/>
          </p:cNvSpPr>
          <p:nvPr>
            <p:ph type="title"/>
          </p:nvPr>
        </p:nvSpPr>
        <p:spPr>
          <a:xfrm>
            <a:off x="650875" y="365125"/>
            <a:ext cx="8820150" cy="549275"/>
          </a:xfrm>
        </p:spPr>
        <p:txBody>
          <a:bodyPr/>
          <a:lstStyle/>
          <a:p>
            <a:pPr>
              <a:defRPr/>
            </a:pPr>
            <a:r>
              <a:rPr lang="zh-CN" altLang="en-US" sz="4000" smtClean="0"/>
              <a:t>§6.2 利用正函数插值公式的反插值法</a:t>
            </a:r>
          </a:p>
        </p:txBody>
      </p:sp>
      <p:sp>
        <p:nvSpPr>
          <p:cNvPr id="130053" name="Rectangle 3"/>
          <p:cNvSpPr>
            <a:spLocks noGrp="1" noChangeArrowheads="1"/>
          </p:cNvSpPr>
          <p:nvPr>
            <p:ph type="body" idx="1"/>
          </p:nvPr>
        </p:nvSpPr>
        <p:spPr>
          <a:xfrm>
            <a:off x="457200" y="1171575"/>
            <a:ext cx="8820150" cy="4924425"/>
          </a:xfrm>
        </p:spPr>
        <p:txBody>
          <a:bodyPr/>
          <a:lstStyle/>
          <a:p>
            <a:pPr>
              <a:lnSpc>
                <a:spcPct val="70000"/>
              </a:lnSpc>
            </a:pPr>
            <a:r>
              <a:rPr lang="en-US" altLang="zh-CN" smtClean="0"/>
              <a:t>t=0.18980+0.08458t(t-1)+0.01379t(t-1)(t-2)</a:t>
            </a:r>
          </a:p>
          <a:p>
            <a:pPr>
              <a:lnSpc>
                <a:spcPct val="70000"/>
              </a:lnSpc>
            </a:pPr>
            <a:r>
              <a:rPr lang="en-US" altLang="zh-CN" smtClean="0"/>
              <a:t>t</a:t>
            </a:r>
            <a:r>
              <a:rPr lang="en-US" altLang="zh-CN" baseline="-25000" smtClean="0"/>
              <a:t>0</a:t>
            </a:r>
            <a:r>
              <a:rPr lang="en-US" altLang="zh-CN" smtClean="0"/>
              <a:t>=0.18980</a:t>
            </a:r>
          </a:p>
          <a:p>
            <a:pPr>
              <a:lnSpc>
                <a:spcPct val="70000"/>
              </a:lnSpc>
            </a:pPr>
            <a:r>
              <a:rPr lang="en-US" altLang="zh-CN" smtClean="0"/>
              <a:t>t</a:t>
            </a:r>
            <a:r>
              <a:rPr lang="en-US" altLang="zh-CN" baseline="-25000" smtClean="0"/>
              <a:t>1</a:t>
            </a:r>
            <a:r>
              <a:rPr lang="en-US" altLang="zh-CN" smtClean="0"/>
              <a:t>=0.18980+0.08458* </a:t>
            </a:r>
            <a:r>
              <a:rPr lang="en-US" altLang="zh-CN" smtClean="0">
                <a:solidFill>
                  <a:srgbClr val="FF3300"/>
                </a:solidFill>
              </a:rPr>
              <a:t>0.18980</a:t>
            </a:r>
            <a:r>
              <a:rPr lang="en-US" altLang="zh-CN" smtClean="0"/>
              <a:t> (</a:t>
            </a:r>
            <a:r>
              <a:rPr lang="en-US" altLang="zh-CN" smtClean="0">
                <a:solidFill>
                  <a:srgbClr val="FF3300"/>
                </a:solidFill>
              </a:rPr>
              <a:t>0.18980 </a:t>
            </a:r>
            <a:r>
              <a:rPr lang="en-US" altLang="zh-CN" smtClean="0"/>
              <a:t>-1)</a:t>
            </a:r>
          </a:p>
          <a:p>
            <a:pPr>
              <a:lnSpc>
                <a:spcPct val="70000"/>
              </a:lnSpc>
              <a:buFont typeface="Wingdings" pitchFamily="2" charset="2"/>
              <a:buNone/>
            </a:pPr>
            <a:r>
              <a:rPr lang="en-US" altLang="zh-CN" smtClean="0"/>
              <a:t>     =0.17679</a:t>
            </a:r>
          </a:p>
          <a:p>
            <a:pPr>
              <a:lnSpc>
                <a:spcPct val="70000"/>
              </a:lnSpc>
            </a:pPr>
            <a:r>
              <a:rPr lang="en-US" altLang="zh-CN" smtClean="0"/>
              <a:t>t</a:t>
            </a:r>
            <a:r>
              <a:rPr lang="en-US" altLang="zh-CN" baseline="-25000" smtClean="0"/>
              <a:t>2</a:t>
            </a:r>
            <a:r>
              <a:rPr lang="en-US" altLang="zh-CN" smtClean="0"/>
              <a:t>=0.18980+0.08458* </a:t>
            </a:r>
            <a:r>
              <a:rPr lang="en-US" altLang="zh-CN" smtClean="0">
                <a:solidFill>
                  <a:srgbClr val="FF3300"/>
                </a:solidFill>
              </a:rPr>
              <a:t>0.17679</a:t>
            </a:r>
            <a:r>
              <a:rPr lang="en-US" altLang="zh-CN" smtClean="0"/>
              <a:t>(</a:t>
            </a:r>
            <a:r>
              <a:rPr lang="en-US" altLang="zh-CN" smtClean="0">
                <a:solidFill>
                  <a:srgbClr val="FF3300"/>
                </a:solidFill>
              </a:rPr>
              <a:t>0.17679 </a:t>
            </a:r>
            <a:r>
              <a:rPr lang="en-US" altLang="zh-CN" smtClean="0"/>
              <a:t>-1) +0.01379* </a:t>
            </a:r>
            <a:r>
              <a:rPr lang="en-US" altLang="zh-CN" smtClean="0">
                <a:solidFill>
                  <a:srgbClr val="FF3300"/>
                </a:solidFill>
              </a:rPr>
              <a:t>0.17679 </a:t>
            </a:r>
            <a:r>
              <a:rPr lang="en-US" altLang="zh-CN" smtClean="0"/>
              <a:t>(</a:t>
            </a:r>
            <a:r>
              <a:rPr lang="en-US" altLang="zh-CN" smtClean="0">
                <a:solidFill>
                  <a:srgbClr val="FF3300"/>
                </a:solidFill>
              </a:rPr>
              <a:t>0.17679</a:t>
            </a:r>
            <a:r>
              <a:rPr lang="en-US" altLang="zh-CN" smtClean="0"/>
              <a:t> -1)(</a:t>
            </a:r>
            <a:r>
              <a:rPr lang="en-US" altLang="zh-CN" smtClean="0">
                <a:solidFill>
                  <a:srgbClr val="FF3300"/>
                </a:solidFill>
              </a:rPr>
              <a:t>0.17679</a:t>
            </a:r>
            <a:r>
              <a:rPr lang="en-US" altLang="zh-CN" smtClean="0"/>
              <a:t> -2)</a:t>
            </a:r>
          </a:p>
          <a:p>
            <a:pPr>
              <a:lnSpc>
                <a:spcPct val="70000"/>
              </a:lnSpc>
              <a:buFont typeface="Wingdings" pitchFamily="2" charset="2"/>
              <a:buNone/>
            </a:pPr>
            <a:r>
              <a:rPr lang="en-US" altLang="zh-CN" smtClean="0"/>
              <a:t>    =0.18115</a:t>
            </a:r>
          </a:p>
          <a:p>
            <a:pPr>
              <a:lnSpc>
                <a:spcPct val="70000"/>
              </a:lnSpc>
            </a:pPr>
            <a:r>
              <a:rPr lang="en-US" altLang="zh-CN" smtClean="0"/>
              <a:t>t</a:t>
            </a:r>
            <a:r>
              <a:rPr lang="en-US" altLang="zh-CN" baseline="-25000" smtClean="0"/>
              <a:t>3</a:t>
            </a:r>
            <a:r>
              <a:rPr lang="en-US" altLang="zh-CN" smtClean="0"/>
              <a:t>=0.18980+0.08458* </a:t>
            </a:r>
            <a:r>
              <a:rPr lang="en-US" altLang="zh-CN" smtClean="0">
                <a:solidFill>
                  <a:srgbClr val="FF3300"/>
                </a:solidFill>
              </a:rPr>
              <a:t>0.18115</a:t>
            </a:r>
            <a:r>
              <a:rPr lang="en-US" altLang="zh-CN" smtClean="0"/>
              <a:t>(</a:t>
            </a:r>
            <a:r>
              <a:rPr lang="en-US" altLang="zh-CN" smtClean="0">
                <a:solidFill>
                  <a:srgbClr val="FF3300"/>
                </a:solidFill>
              </a:rPr>
              <a:t>0.18115 </a:t>
            </a:r>
            <a:r>
              <a:rPr lang="en-US" altLang="zh-CN" smtClean="0"/>
              <a:t>-1) +0.01379* </a:t>
            </a:r>
            <a:r>
              <a:rPr lang="en-US" altLang="zh-CN" smtClean="0">
                <a:solidFill>
                  <a:srgbClr val="FF3300"/>
                </a:solidFill>
              </a:rPr>
              <a:t>0.18115 </a:t>
            </a:r>
            <a:r>
              <a:rPr lang="en-US" altLang="zh-CN" smtClean="0"/>
              <a:t>(</a:t>
            </a:r>
            <a:r>
              <a:rPr lang="en-US" altLang="zh-CN" smtClean="0">
                <a:solidFill>
                  <a:srgbClr val="FF3300"/>
                </a:solidFill>
              </a:rPr>
              <a:t>0.18115</a:t>
            </a:r>
            <a:r>
              <a:rPr lang="en-US" altLang="zh-CN" smtClean="0"/>
              <a:t> -1)(</a:t>
            </a:r>
            <a:r>
              <a:rPr lang="en-US" altLang="zh-CN" smtClean="0">
                <a:solidFill>
                  <a:srgbClr val="FF3300"/>
                </a:solidFill>
              </a:rPr>
              <a:t>0.18115</a:t>
            </a:r>
            <a:r>
              <a:rPr lang="en-US" altLang="zh-CN" smtClean="0"/>
              <a:t> -2)</a:t>
            </a:r>
          </a:p>
          <a:p>
            <a:pPr>
              <a:lnSpc>
                <a:spcPct val="70000"/>
              </a:lnSpc>
              <a:buFont typeface="Wingdings" pitchFamily="2" charset="2"/>
              <a:buNone/>
            </a:pPr>
            <a:r>
              <a:rPr lang="en-US" altLang="zh-CN" smtClean="0"/>
              <a:t>    =0.18097</a:t>
            </a:r>
          </a:p>
          <a:p>
            <a:pPr>
              <a:lnSpc>
                <a:spcPct val="70000"/>
              </a:lnSpc>
            </a:pPr>
            <a:r>
              <a:rPr lang="en-US" altLang="zh-CN" smtClean="0"/>
              <a:t>t</a:t>
            </a:r>
            <a:r>
              <a:rPr lang="en-US" altLang="zh-CN" baseline="-25000" smtClean="0"/>
              <a:t>4</a:t>
            </a:r>
            <a:r>
              <a:rPr lang="en-US" altLang="zh-CN" smtClean="0"/>
              <a:t>= 0.18098        t</a:t>
            </a:r>
            <a:r>
              <a:rPr lang="en-US" altLang="zh-CN" baseline="-25000" smtClean="0"/>
              <a:t>5</a:t>
            </a:r>
            <a:r>
              <a:rPr lang="en-US" altLang="zh-CN" smtClean="0"/>
              <a:t>= 0.18098</a:t>
            </a:r>
          </a:p>
          <a:p>
            <a:pPr>
              <a:lnSpc>
                <a:spcPct val="70000"/>
              </a:lnSpc>
            </a:pPr>
            <a:r>
              <a:rPr lang="en-US" altLang="zh-CN" smtClean="0"/>
              <a:t>x</a:t>
            </a:r>
            <a:r>
              <a:rPr lang="en-US" altLang="zh-CN" smtClean="0">
                <a:sym typeface="Symbol" pitchFamily="18" charset="2"/>
              </a:rPr>
              <a:t>x</a:t>
            </a:r>
            <a:r>
              <a:rPr lang="en-US" altLang="zh-CN" baseline="-25000" smtClean="0">
                <a:sym typeface="Symbol" pitchFamily="18" charset="2"/>
              </a:rPr>
              <a:t>0</a:t>
            </a:r>
            <a:r>
              <a:rPr lang="en-US" altLang="zh-CN" smtClean="0">
                <a:sym typeface="Symbol" pitchFamily="18" charset="2"/>
              </a:rPr>
              <a:t>+th=0.6+0.18098*0.1=0.618098</a:t>
            </a:r>
            <a:endParaRPr lang="en-US" altLang="zh-CN" smtClean="0"/>
          </a:p>
        </p:txBody>
      </p:sp>
    </p:spTree>
    <p:extLst>
      <p:ext uri="{BB962C8B-B14F-4D97-AF65-F5344CB8AC3E}">
        <p14:creationId xmlns:p14="http://schemas.microsoft.com/office/powerpoint/2010/main" val="344626617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FB13377-A4CC-46DD-AE3E-729831C800B3}" type="slidenum">
              <a:rPr lang="zh-CN" altLang="en-US" b="0" i="0" smtClean="0"/>
              <a:pPr/>
              <a:t>108</a:t>
            </a:fld>
            <a:endParaRPr lang="en-US" altLang="zh-CN" b="0" i="0" smtClean="0"/>
          </a:p>
        </p:txBody>
      </p:sp>
      <p:sp>
        <p:nvSpPr>
          <p:cNvPr id="13107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4B00CD4-B1AD-4EE9-B8A7-69FCC5731BB1}" type="datetime1">
              <a:rPr lang="zh-CN" altLang="en-US" sz="1800" i="0" smtClean="0"/>
              <a:pPr/>
              <a:t>2024/10/20</a:t>
            </a:fld>
            <a:endParaRPr lang="en-US" altLang="zh-CN" sz="1800" i="0" smtClean="0"/>
          </a:p>
        </p:txBody>
      </p:sp>
      <p:sp>
        <p:nvSpPr>
          <p:cNvPr id="542722" name="Rectangle 2"/>
          <p:cNvSpPr>
            <a:spLocks noGrp="1" noChangeArrowheads="1"/>
          </p:cNvSpPr>
          <p:nvPr>
            <p:ph type="title"/>
          </p:nvPr>
        </p:nvSpPr>
        <p:spPr>
          <a:xfrm>
            <a:off x="650875" y="365125"/>
            <a:ext cx="8820150" cy="549275"/>
          </a:xfrm>
        </p:spPr>
        <p:txBody>
          <a:bodyPr/>
          <a:lstStyle/>
          <a:p>
            <a:pPr>
              <a:defRPr/>
            </a:pPr>
            <a:r>
              <a:rPr lang="zh-CN" altLang="en-US" sz="4000" smtClean="0"/>
              <a:t>§6.2 利用正函数插值公式的反插值法</a:t>
            </a:r>
          </a:p>
        </p:txBody>
      </p:sp>
      <p:sp>
        <p:nvSpPr>
          <p:cNvPr id="131077" name="Rectangle 3"/>
          <p:cNvSpPr>
            <a:spLocks noGrp="1" noChangeArrowheads="1"/>
          </p:cNvSpPr>
          <p:nvPr>
            <p:ph type="body" idx="1"/>
          </p:nvPr>
        </p:nvSpPr>
        <p:spPr>
          <a:xfrm>
            <a:off x="650875" y="1143000"/>
            <a:ext cx="8820150" cy="438150"/>
          </a:xfrm>
        </p:spPr>
        <p:txBody>
          <a:bodyPr/>
          <a:lstStyle/>
          <a:p>
            <a:r>
              <a:rPr lang="zh-CN" altLang="en-US" sz="3200" smtClean="0"/>
              <a:t>下面讨论余式的大小</a:t>
            </a:r>
          </a:p>
        </p:txBody>
      </p:sp>
      <p:grpSp>
        <p:nvGrpSpPr>
          <p:cNvPr id="131078" name="Group 4"/>
          <p:cNvGrpSpPr>
            <a:grpSpLocks/>
          </p:cNvGrpSpPr>
          <p:nvPr/>
        </p:nvGrpSpPr>
        <p:grpSpPr bwMode="auto">
          <a:xfrm>
            <a:off x="382588" y="2209800"/>
            <a:ext cx="4556125" cy="3200400"/>
            <a:chOff x="240" y="1392"/>
            <a:chExt cx="2871" cy="2016"/>
          </a:xfrm>
        </p:grpSpPr>
        <p:sp>
          <p:nvSpPr>
            <p:cNvPr id="131095" name="Line 5"/>
            <p:cNvSpPr>
              <a:spLocks noChangeShapeType="1"/>
            </p:cNvSpPr>
            <p:nvPr/>
          </p:nvSpPr>
          <p:spPr bwMode="auto">
            <a:xfrm>
              <a:off x="240" y="2976"/>
              <a:ext cx="27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96" name="Line 6"/>
            <p:cNvSpPr>
              <a:spLocks noChangeShapeType="1"/>
            </p:cNvSpPr>
            <p:nvPr/>
          </p:nvSpPr>
          <p:spPr bwMode="auto">
            <a:xfrm>
              <a:off x="624" y="1488"/>
              <a:ext cx="0" cy="192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97" name="Arc 7"/>
            <p:cNvSpPr>
              <a:spLocks/>
            </p:cNvSpPr>
            <p:nvPr/>
          </p:nvSpPr>
          <p:spPr bwMode="auto">
            <a:xfrm flipH="1">
              <a:off x="480" y="1776"/>
              <a:ext cx="1920" cy="864"/>
            </a:xfrm>
            <a:custGeom>
              <a:avLst/>
              <a:gdLst>
                <a:gd name="T0" fmla="*/ 0 w 24513"/>
                <a:gd name="T1" fmla="*/ 0 h 21600"/>
                <a:gd name="T2" fmla="*/ 0 w 24513"/>
                <a:gd name="T3" fmla="*/ 0 h 21600"/>
                <a:gd name="T4" fmla="*/ 0 w 24513"/>
                <a:gd name="T5" fmla="*/ 0 h 21600"/>
                <a:gd name="T6" fmla="*/ 0 60000 65536"/>
                <a:gd name="T7" fmla="*/ 0 60000 65536"/>
                <a:gd name="T8" fmla="*/ 0 60000 65536"/>
                <a:gd name="T9" fmla="*/ 0 w 24513"/>
                <a:gd name="T10" fmla="*/ 0 h 21600"/>
                <a:gd name="T11" fmla="*/ 24513 w 24513"/>
                <a:gd name="T12" fmla="*/ 21600 h 21600"/>
              </a:gdLst>
              <a:ahLst/>
              <a:cxnLst>
                <a:cxn ang="T6">
                  <a:pos x="T0" y="T1"/>
                </a:cxn>
                <a:cxn ang="T7">
                  <a:pos x="T2" y="T3"/>
                </a:cxn>
                <a:cxn ang="T8">
                  <a:pos x="T4" y="T5"/>
                </a:cxn>
              </a:cxnLst>
              <a:rect l="T9" t="T10" r="T11" b="T12"/>
              <a:pathLst>
                <a:path w="24513" h="21600" fill="none" extrusionOk="0">
                  <a:moveTo>
                    <a:pt x="-1" y="197"/>
                  </a:moveTo>
                  <a:cubicBezTo>
                    <a:pt x="966" y="66"/>
                    <a:pt x="1939" y="-1"/>
                    <a:pt x="2915" y="0"/>
                  </a:cubicBezTo>
                  <a:cubicBezTo>
                    <a:pt x="14723" y="0"/>
                    <a:pt x="24343" y="9482"/>
                    <a:pt x="24512" y="21290"/>
                  </a:cubicBezTo>
                </a:path>
                <a:path w="24513" h="21600" stroke="0" extrusionOk="0">
                  <a:moveTo>
                    <a:pt x="-1" y="197"/>
                  </a:moveTo>
                  <a:cubicBezTo>
                    <a:pt x="966" y="66"/>
                    <a:pt x="1939" y="-1"/>
                    <a:pt x="2915" y="0"/>
                  </a:cubicBezTo>
                  <a:cubicBezTo>
                    <a:pt x="14723" y="0"/>
                    <a:pt x="24343" y="9482"/>
                    <a:pt x="24512" y="21290"/>
                  </a:cubicBezTo>
                  <a:lnTo>
                    <a:pt x="2915" y="21600"/>
                  </a:lnTo>
                  <a:lnTo>
                    <a:pt x="-1" y="197"/>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1098" name="Arc 8"/>
            <p:cNvSpPr>
              <a:spLocks/>
            </p:cNvSpPr>
            <p:nvPr/>
          </p:nvSpPr>
          <p:spPr bwMode="auto">
            <a:xfrm flipH="1">
              <a:off x="528" y="1968"/>
              <a:ext cx="1748" cy="1008"/>
            </a:xfrm>
            <a:custGeom>
              <a:avLst/>
              <a:gdLst>
                <a:gd name="T0" fmla="*/ 0 w 23337"/>
                <a:gd name="T1" fmla="*/ 0 h 21600"/>
                <a:gd name="T2" fmla="*/ 0 w 23337"/>
                <a:gd name="T3" fmla="*/ 0 h 21600"/>
                <a:gd name="T4" fmla="*/ 0 w 23337"/>
                <a:gd name="T5" fmla="*/ 0 h 21600"/>
                <a:gd name="T6" fmla="*/ 0 60000 65536"/>
                <a:gd name="T7" fmla="*/ 0 60000 65536"/>
                <a:gd name="T8" fmla="*/ 0 60000 65536"/>
                <a:gd name="T9" fmla="*/ 0 w 23337"/>
                <a:gd name="T10" fmla="*/ 0 h 21600"/>
                <a:gd name="T11" fmla="*/ 23337 w 23337"/>
                <a:gd name="T12" fmla="*/ 21600 h 21600"/>
              </a:gdLst>
              <a:ahLst/>
              <a:cxnLst>
                <a:cxn ang="T6">
                  <a:pos x="T0" y="T1"/>
                </a:cxn>
                <a:cxn ang="T7">
                  <a:pos x="T2" y="T3"/>
                </a:cxn>
                <a:cxn ang="T8">
                  <a:pos x="T4" y="T5"/>
                </a:cxn>
              </a:cxnLst>
              <a:rect l="T9" t="T10" r="T11" b="T12"/>
              <a:pathLst>
                <a:path w="23337" h="21600" fill="none" extrusionOk="0">
                  <a:moveTo>
                    <a:pt x="-1" y="197"/>
                  </a:moveTo>
                  <a:cubicBezTo>
                    <a:pt x="966" y="66"/>
                    <a:pt x="1939" y="-1"/>
                    <a:pt x="2915" y="0"/>
                  </a:cubicBezTo>
                  <a:cubicBezTo>
                    <a:pt x="12132" y="0"/>
                    <a:pt x="20334" y="5849"/>
                    <a:pt x="23337" y="14564"/>
                  </a:cubicBezTo>
                </a:path>
                <a:path w="23337" h="21600" stroke="0" extrusionOk="0">
                  <a:moveTo>
                    <a:pt x="-1" y="197"/>
                  </a:moveTo>
                  <a:cubicBezTo>
                    <a:pt x="966" y="66"/>
                    <a:pt x="1939" y="-1"/>
                    <a:pt x="2915" y="0"/>
                  </a:cubicBezTo>
                  <a:cubicBezTo>
                    <a:pt x="12132" y="0"/>
                    <a:pt x="20334" y="5849"/>
                    <a:pt x="23337" y="14564"/>
                  </a:cubicBezTo>
                  <a:lnTo>
                    <a:pt x="2915" y="21600"/>
                  </a:lnTo>
                  <a:lnTo>
                    <a:pt x="-1" y="197"/>
                  </a:lnTo>
                  <a:close/>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1099" name="Rectangle 9"/>
            <p:cNvSpPr>
              <a:spLocks noChangeArrowheads="1"/>
            </p:cNvSpPr>
            <p:nvPr/>
          </p:nvSpPr>
          <p:spPr bwMode="auto">
            <a:xfrm>
              <a:off x="2112" y="1392"/>
              <a:ext cx="49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3200">
                  <a:latin typeface="Times New Roman" pitchFamily="18" charset="0"/>
                </a:rPr>
                <a:t>f(x)</a:t>
              </a:r>
            </a:p>
          </p:txBody>
        </p:sp>
        <p:sp>
          <p:nvSpPr>
            <p:cNvPr id="131100" name="Rectangle 10"/>
            <p:cNvSpPr>
              <a:spLocks noChangeArrowheads="1"/>
            </p:cNvSpPr>
            <p:nvPr/>
          </p:nvSpPr>
          <p:spPr bwMode="auto">
            <a:xfrm>
              <a:off x="2448" y="1680"/>
              <a:ext cx="66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3200">
                  <a:latin typeface="Times New Roman" pitchFamily="18" charset="0"/>
                </a:rPr>
                <a:t>P</a:t>
              </a:r>
              <a:r>
                <a:rPr lang="en-US" altLang="zh-CN" sz="3200" baseline="-25000">
                  <a:latin typeface="Times New Roman" pitchFamily="18" charset="0"/>
                </a:rPr>
                <a:t>n</a:t>
              </a:r>
              <a:r>
                <a:rPr lang="en-US" altLang="zh-CN" sz="3200">
                  <a:latin typeface="Times New Roman" pitchFamily="18" charset="0"/>
                </a:rPr>
                <a:t>(x)</a:t>
              </a:r>
            </a:p>
          </p:txBody>
        </p:sp>
      </p:grpSp>
      <p:grpSp>
        <p:nvGrpSpPr>
          <p:cNvPr id="3" name="Group 11"/>
          <p:cNvGrpSpPr>
            <a:grpSpLocks/>
          </p:cNvGrpSpPr>
          <p:nvPr/>
        </p:nvGrpSpPr>
        <p:grpSpPr bwMode="auto">
          <a:xfrm>
            <a:off x="500063" y="2667000"/>
            <a:ext cx="3386137" cy="579438"/>
            <a:chOff x="315" y="1680"/>
            <a:chExt cx="2133" cy="365"/>
          </a:xfrm>
        </p:grpSpPr>
        <p:sp>
          <p:nvSpPr>
            <p:cNvPr id="131093" name="Line 12"/>
            <p:cNvSpPr>
              <a:spLocks noChangeShapeType="1"/>
            </p:cNvSpPr>
            <p:nvPr/>
          </p:nvSpPr>
          <p:spPr bwMode="auto">
            <a:xfrm>
              <a:off x="384" y="2016"/>
              <a:ext cx="2064"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94" name="Rectangle 13"/>
            <p:cNvSpPr>
              <a:spLocks noChangeArrowheads="1"/>
            </p:cNvSpPr>
            <p:nvPr/>
          </p:nvSpPr>
          <p:spPr bwMode="auto">
            <a:xfrm>
              <a:off x="315" y="1680"/>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3200">
                  <a:latin typeface="Times New Roman" pitchFamily="18" charset="0"/>
                </a:rPr>
                <a:t>C</a:t>
              </a:r>
            </a:p>
          </p:txBody>
        </p:sp>
      </p:grpSp>
      <p:grpSp>
        <p:nvGrpSpPr>
          <p:cNvPr id="4" name="Group 14"/>
          <p:cNvGrpSpPr>
            <a:grpSpLocks/>
          </p:cNvGrpSpPr>
          <p:nvPr/>
        </p:nvGrpSpPr>
        <p:grpSpPr bwMode="auto">
          <a:xfrm>
            <a:off x="1346200" y="3200400"/>
            <a:ext cx="590550" cy="2179638"/>
            <a:chOff x="848" y="2016"/>
            <a:chExt cx="372" cy="1373"/>
          </a:xfrm>
        </p:grpSpPr>
        <p:sp>
          <p:nvSpPr>
            <p:cNvPr id="131091" name="Rectangle 15"/>
            <p:cNvSpPr>
              <a:spLocks noChangeArrowheads="1"/>
            </p:cNvSpPr>
            <p:nvPr/>
          </p:nvSpPr>
          <p:spPr bwMode="auto">
            <a:xfrm>
              <a:off x="848" y="3024"/>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3200">
                  <a:latin typeface="Times New Roman" pitchFamily="18" charset="0"/>
                </a:rPr>
                <a:t>x*</a:t>
              </a:r>
            </a:p>
          </p:txBody>
        </p:sp>
        <p:sp>
          <p:nvSpPr>
            <p:cNvPr id="131092" name="Line 16"/>
            <p:cNvSpPr>
              <a:spLocks noChangeShapeType="1"/>
            </p:cNvSpPr>
            <p:nvPr/>
          </p:nvSpPr>
          <p:spPr bwMode="auto">
            <a:xfrm>
              <a:off x="1008" y="2016"/>
              <a:ext cx="0" cy="100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Group 17"/>
          <p:cNvGrpSpPr>
            <a:grpSpLocks/>
          </p:cNvGrpSpPr>
          <p:nvPr/>
        </p:nvGrpSpPr>
        <p:grpSpPr bwMode="auto">
          <a:xfrm>
            <a:off x="2482850" y="2895600"/>
            <a:ext cx="387350" cy="2484438"/>
            <a:chOff x="1564" y="1824"/>
            <a:chExt cx="244" cy="1565"/>
          </a:xfrm>
        </p:grpSpPr>
        <p:sp>
          <p:nvSpPr>
            <p:cNvPr id="131089" name="Rectangle 18"/>
            <p:cNvSpPr>
              <a:spLocks noChangeArrowheads="1"/>
            </p:cNvSpPr>
            <p:nvPr/>
          </p:nvSpPr>
          <p:spPr bwMode="auto">
            <a:xfrm>
              <a:off x="1564" y="3024"/>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3200">
                  <a:latin typeface="Times New Roman" pitchFamily="18" charset="0"/>
                </a:rPr>
                <a:t>x</a:t>
              </a:r>
            </a:p>
          </p:txBody>
        </p:sp>
        <p:sp>
          <p:nvSpPr>
            <p:cNvPr id="131090" name="Line 19"/>
            <p:cNvSpPr>
              <a:spLocks noChangeShapeType="1"/>
            </p:cNvSpPr>
            <p:nvPr/>
          </p:nvSpPr>
          <p:spPr bwMode="auto">
            <a:xfrm>
              <a:off x="1632" y="1824"/>
              <a:ext cx="28" cy="1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42740" name="AutoShape 20"/>
          <p:cNvSpPr>
            <a:spLocks noChangeArrowheads="1"/>
          </p:cNvSpPr>
          <p:nvPr/>
        </p:nvSpPr>
        <p:spPr bwMode="auto">
          <a:xfrm>
            <a:off x="1295400" y="1981200"/>
            <a:ext cx="1143000" cy="533400"/>
          </a:xfrm>
          <a:prstGeom prst="wedgeRectCallout">
            <a:avLst>
              <a:gd name="adj1" fmla="val 60694"/>
              <a:gd name="adj2" fmla="val 144347"/>
            </a:avLst>
          </a:prstGeom>
          <a:solidFill>
            <a:srgbClr val="FFFF99"/>
          </a:solidFill>
          <a:ln w="38100">
            <a:solidFill>
              <a:srgbClr val="FF3300"/>
            </a:solidFill>
            <a:miter lim="800000"/>
            <a:headEnd/>
            <a:tailEnd/>
          </a:ln>
        </p:spPr>
        <p:txBody>
          <a:bodyPr anchor="ctr"/>
          <a:lstStyle/>
          <a:p>
            <a:r>
              <a:rPr lang="en-US" altLang="zh-CN" sz="3200">
                <a:latin typeface="Times New Roman" pitchFamily="18" charset="0"/>
              </a:rPr>
              <a:t>R</a:t>
            </a:r>
            <a:r>
              <a:rPr lang="en-US" altLang="zh-CN" sz="3200" baseline="-25000">
                <a:latin typeface="Times New Roman" pitchFamily="18" charset="0"/>
              </a:rPr>
              <a:t>n</a:t>
            </a:r>
            <a:r>
              <a:rPr lang="en-US" altLang="zh-CN" sz="3200">
                <a:latin typeface="Times New Roman" pitchFamily="18" charset="0"/>
              </a:rPr>
              <a:t>(x)</a:t>
            </a:r>
          </a:p>
        </p:txBody>
      </p:sp>
      <p:sp>
        <p:nvSpPr>
          <p:cNvPr id="542741" name="Rectangle 21"/>
          <p:cNvSpPr>
            <a:spLocks noChangeArrowheads="1"/>
          </p:cNvSpPr>
          <p:nvPr/>
        </p:nvSpPr>
        <p:spPr bwMode="auto">
          <a:xfrm>
            <a:off x="5443538" y="1577975"/>
            <a:ext cx="1498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en-US" altLang="zh-CN" sz="3200">
                <a:latin typeface="Times New Roman" pitchFamily="18" charset="0"/>
              </a:rPr>
              <a:t>f(x*)=C</a:t>
            </a:r>
          </a:p>
        </p:txBody>
      </p:sp>
      <p:sp>
        <p:nvSpPr>
          <p:cNvPr id="542742" name="Rectangle 22"/>
          <p:cNvSpPr>
            <a:spLocks noChangeArrowheads="1"/>
          </p:cNvSpPr>
          <p:nvPr/>
        </p:nvSpPr>
        <p:spPr bwMode="auto">
          <a:xfrm>
            <a:off x="5468938" y="2217738"/>
            <a:ext cx="1555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en-US" altLang="zh-CN" sz="3200">
                <a:latin typeface="Times New Roman" pitchFamily="18" charset="0"/>
              </a:rPr>
              <a:t>P</a:t>
            </a:r>
            <a:r>
              <a:rPr lang="en-US" altLang="zh-CN" sz="3200" baseline="-25000">
                <a:latin typeface="Times New Roman" pitchFamily="18" charset="0"/>
              </a:rPr>
              <a:t>n</a:t>
            </a:r>
            <a:r>
              <a:rPr lang="en-US" altLang="zh-CN" sz="3200">
                <a:latin typeface="Times New Roman" pitchFamily="18" charset="0"/>
              </a:rPr>
              <a:t>(x)=C</a:t>
            </a:r>
          </a:p>
        </p:txBody>
      </p:sp>
      <p:sp>
        <p:nvSpPr>
          <p:cNvPr id="542743" name="Rectangle 23"/>
          <p:cNvSpPr>
            <a:spLocks noChangeArrowheads="1"/>
          </p:cNvSpPr>
          <p:nvPr/>
        </p:nvSpPr>
        <p:spPr bwMode="auto">
          <a:xfrm>
            <a:off x="5429250" y="2873375"/>
            <a:ext cx="3219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en-US" altLang="zh-CN" sz="3200">
                <a:latin typeface="Times New Roman" pitchFamily="18" charset="0"/>
              </a:rPr>
              <a:t>f(x)= P</a:t>
            </a:r>
            <a:r>
              <a:rPr lang="en-US" altLang="zh-CN" sz="3200" baseline="-25000">
                <a:latin typeface="Times New Roman" pitchFamily="18" charset="0"/>
              </a:rPr>
              <a:t>n</a:t>
            </a:r>
            <a:r>
              <a:rPr lang="en-US" altLang="zh-CN" sz="3200">
                <a:latin typeface="Times New Roman" pitchFamily="18" charset="0"/>
              </a:rPr>
              <a:t>(x)+ R</a:t>
            </a:r>
            <a:r>
              <a:rPr lang="en-US" altLang="zh-CN" sz="3200" baseline="-25000">
                <a:latin typeface="Times New Roman" pitchFamily="18" charset="0"/>
              </a:rPr>
              <a:t>n</a:t>
            </a:r>
            <a:r>
              <a:rPr lang="en-US" altLang="zh-CN" sz="3200">
                <a:latin typeface="Times New Roman" pitchFamily="18" charset="0"/>
              </a:rPr>
              <a:t>(x)</a:t>
            </a:r>
          </a:p>
        </p:txBody>
      </p:sp>
      <p:sp>
        <p:nvSpPr>
          <p:cNvPr id="542744" name="Rectangle 24"/>
          <p:cNvSpPr>
            <a:spLocks noChangeArrowheads="1"/>
          </p:cNvSpPr>
          <p:nvPr/>
        </p:nvSpPr>
        <p:spPr bwMode="auto">
          <a:xfrm>
            <a:off x="5426075" y="3589338"/>
            <a:ext cx="3167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en-US" altLang="zh-CN" sz="3200">
                <a:latin typeface="Times New Roman" pitchFamily="18" charset="0"/>
              </a:rPr>
              <a:t>f(x)- f(x*) = R</a:t>
            </a:r>
            <a:r>
              <a:rPr lang="en-US" altLang="zh-CN" sz="3200" baseline="-25000">
                <a:latin typeface="Times New Roman" pitchFamily="18" charset="0"/>
              </a:rPr>
              <a:t>n</a:t>
            </a:r>
            <a:r>
              <a:rPr lang="en-US" altLang="zh-CN" sz="3200">
                <a:latin typeface="Times New Roman" pitchFamily="18" charset="0"/>
              </a:rPr>
              <a:t>(x)</a:t>
            </a:r>
          </a:p>
        </p:txBody>
      </p:sp>
      <p:sp>
        <p:nvSpPr>
          <p:cNvPr id="542745" name="Rectangle 25"/>
          <p:cNvSpPr>
            <a:spLocks noChangeArrowheads="1"/>
          </p:cNvSpPr>
          <p:nvPr/>
        </p:nvSpPr>
        <p:spPr bwMode="auto">
          <a:xfrm>
            <a:off x="5468938" y="4237038"/>
            <a:ext cx="33670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pPr algn="l"/>
            <a:r>
              <a:rPr lang="en-US" altLang="zh-CN" sz="3200">
                <a:latin typeface="Times New Roman" pitchFamily="18" charset="0"/>
              </a:rPr>
              <a:t>f‘(</a:t>
            </a:r>
            <a:r>
              <a:rPr lang="en-US" altLang="zh-CN" sz="3200">
                <a:latin typeface="Times New Roman" pitchFamily="18" charset="0"/>
                <a:sym typeface="Symbol" pitchFamily="18" charset="2"/>
              </a:rPr>
              <a:t></a:t>
            </a:r>
            <a:r>
              <a:rPr lang="en-US" altLang="zh-CN" sz="3200">
                <a:latin typeface="Times New Roman" pitchFamily="18" charset="0"/>
              </a:rPr>
              <a:t>) (x-x*) = R</a:t>
            </a:r>
            <a:r>
              <a:rPr lang="en-US" altLang="zh-CN" sz="3200" baseline="-25000">
                <a:latin typeface="Times New Roman" pitchFamily="18" charset="0"/>
              </a:rPr>
              <a:t>n</a:t>
            </a:r>
            <a:r>
              <a:rPr lang="en-US" altLang="zh-CN" sz="3200">
                <a:latin typeface="Times New Roman" pitchFamily="18" charset="0"/>
              </a:rPr>
              <a:t>(x)</a:t>
            </a:r>
          </a:p>
        </p:txBody>
      </p:sp>
      <p:graphicFrame>
        <p:nvGraphicFramePr>
          <p:cNvPr id="542746" name="Object 26"/>
          <p:cNvGraphicFramePr>
            <a:graphicFrameLocks noChangeAspect="1"/>
          </p:cNvGraphicFramePr>
          <p:nvPr/>
        </p:nvGraphicFramePr>
        <p:xfrm>
          <a:off x="3810000" y="5121275"/>
          <a:ext cx="3070225" cy="1225550"/>
        </p:xfrm>
        <a:graphic>
          <a:graphicData uri="http://schemas.openxmlformats.org/presentationml/2006/ole">
            <mc:AlternateContent xmlns:mc="http://schemas.openxmlformats.org/markup-compatibility/2006">
              <mc:Choice xmlns:v="urn:schemas-microsoft-com:vml" Requires="v">
                <p:oleObj spid="_x0000_s201753" name="公式" r:id="rId3" imgW="1371600" imgH="457200" progId="Equation.3">
                  <p:embed/>
                </p:oleObj>
              </mc:Choice>
              <mc:Fallback>
                <p:oleObj name="公式" r:id="rId3" imgW="13716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5121275"/>
                        <a:ext cx="3070225" cy="1225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3241851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42740"/>
                                        </p:tgtEl>
                                        <p:attrNameLst>
                                          <p:attrName>style.visibility</p:attrName>
                                        </p:attrNameLst>
                                      </p:cBhvr>
                                      <p:to>
                                        <p:strVal val="visible"/>
                                      </p:to>
                                    </p:set>
                                    <p:animEffect transition="in" filter="dissolve">
                                      <p:cBhvr>
                                        <p:cTn id="22" dur="500"/>
                                        <p:tgtEl>
                                          <p:spTgt spid="5427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42741"/>
                                        </p:tgtEl>
                                        <p:attrNameLst>
                                          <p:attrName>style.visibility</p:attrName>
                                        </p:attrNameLst>
                                      </p:cBhvr>
                                      <p:to>
                                        <p:strVal val="visible"/>
                                      </p:to>
                                    </p:set>
                                    <p:animEffect transition="in" filter="dissolve">
                                      <p:cBhvr>
                                        <p:cTn id="27" dur="500"/>
                                        <p:tgtEl>
                                          <p:spTgt spid="5427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42742"/>
                                        </p:tgtEl>
                                        <p:attrNameLst>
                                          <p:attrName>style.visibility</p:attrName>
                                        </p:attrNameLst>
                                      </p:cBhvr>
                                      <p:to>
                                        <p:strVal val="visible"/>
                                      </p:to>
                                    </p:set>
                                    <p:animEffect transition="in" filter="dissolve">
                                      <p:cBhvr>
                                        <p:cTn id="32" dur="500"/>
                                        <p:tgtEl>
                                          <p:spTgt spid="5427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42743"/>
                                        </p:tgtEl>
                                        <p:attrNameLst>
                                          <p:attrName>style.visibility</p:attrName>
                                        </p:attrNameLst>
                                      </p:cBhvr>
                                      <p:to>
                                        <p:strVal val="visible"/>
                                      </p:to>
                                    </p:set>
                                    <p:animEffect transition="in" filter="dissolve">
                                      <p:cBhvr>
                                        <p:cTn id="37" dur="500"/>
                                        <p:tgtEl>
                                          <p:spTgt spid="54274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42744"/>
                                        </p:tgtEl>
                                        <p:attrNameLst>
                                          <p:attrName>style.visibility</p:attrName>
                                        </p:attrNameLst>
                                      </p:cBhvr>
                                      <p:to>
                                        <p:strVal val="visible"/>
                                      </p:to>
                                    </p:set>
                                    <p:animEffect transition="in" filter="dissolve">
                                      <p:cBhvr>
                                        <p:cTn id="42" dur="500"/>
                                        <p:tgtEl>
                                          <p:spTgt spid="54274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42745"/>
                                        </p:tgtEl>
                                        <p:attrNameLst>
                                          <p:attrName>style.visibility</p:attrName>
                                        </p:attrNameLst>
                                      </p:cBhvr>
                                      <p:to>
                                        <p:strVal val="visible"/>
                                      </p:to>
                                    </p:set>
                                    <p:animEffect transition="in" filter="dissolve">
                                      <p:cBhvr>
                                        <p:cTn id="47" dur="500"/>
                                        <p:tgtEl>
                                          <p:spTgt spid="54274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542746"/>
                                        </p:tgtEl>
                                        <p:attrNameLst>
                                          <p:attrName>style.visibility</p:attrName>
                                        </p:attrNameLst>
                                      </p:cBhvr>
                                      <p:to>
                                        <p:strVal val="visible"/>
                                      </p:to>
                                    </p:set>
                                    <p:animEffect transition="in" filter="dissolve">
                                      <p:cBhvr>
                                        <p:cTn id="52" dur="500"/>
                                        <p:tgtEl>
                                          <p:spTgt spid="542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0" grpId="0" animBg="1" autoUpdateAnimBg="0"/>
      <p:bldP spid="542741" grpId="0" autoUpdateAnimBg="0"/>
      <p:bldP spid="542742" grpId="0" autoUpdateAnimBg="0"/>
      <p:bldP spid="542743" grpId="0" autoUpdateAnimBg="0"/>
      <p:bldP spid="542744" grpId="0" autoUpdateAnimBg="0"/>
      <p:bldP spid="542745"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7021E18-4F88-49A2-BEA2-A8BEA1ACE107}" type="slidenum">
              <a:rPr lang="zh-CN" altLang="en-US" b="0" i="0" smtClean="0"/>
              <a:pPr/>
              <a:t>109</a:t>
            </a:fld>
            <a:endParaRPr lang="en-US" altLang="zh-CN" b="0" i="0" smtClean="0"/>
          </a:p>
        </p:txBody>
      </p:sp>
      <p:sp>
        <p:nvSpPr>
          <p:cNvPr id="13209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14D25C2-E111-4890-BBF9-74704E08D361}" type="datetime1">
              <a:rPr lang="zh-CN" altLang="en-US" sz="1800" i="0" smtClean="0"/>
              <a:pPr/>
              <a:t>2024/10/20</a:t>
            </a:fld>
            <a:endParaRPr lang="en-US" altLang="zh-CN" sz="1800" i="0" smtClean="0"/>
          </a:p>
        </p:txBody>
      </p:sp>
      <p:sp>
        <p:nvSpPr>
          <p:cNvPr id="731138" name="Rectangle 2"/>
          <p:cNvSpPr>
            <a:spLocks noGrp="1" noChangeArrowheads="1"/>
          </p:cNvSpPr>
          <p:nvPr>
            <p:ph type="title"/>
          </p:nvPr>
        </p:nvSpPr>
        <p:spPr/>
        <p:txBody>
          <a:bodyPr/>
          <a:lstStyle/>
          <a:p>
            <a:pPr>
              <a:defRPr/>
            </a:pPr>
            <a:r>
              <a:rPr lang="zh-CN" altLang="en-US" smtClean="0"/>
              <a:t>§7 埃尔米特插值多项式</a:t>
            </a:r>
          </a:p>
        </p:txBody>
      </p:sp>
      <p:sp>
        <p:nvSpPr>
          <p:cNvPr id="132101" name="Rectangle 3"/>
          <p:cNvSpPr>
            <a:spLocks noGrp="1" noChangeArrowheads="1"/>
          </p:cNvSpPr>
          <p:nvPr>
            <p:ph type="body" idx="1"/>
          </p:nvPr>
        </p:nvSpPr>
        <p:spPr>
          <a:xfrm>
            <a:off x="650875" y="1143000"/>
            <a:ext cx="8820150" cy="4408488"/>
          </a:xfrm>
        </p:spPr>
        <p:txBody>
          <a:bodyPr/>
          <a:lstStyle/>
          <a:p>
            <a:pPr>
              <a:lnSpc>
                <a:spcPct val="100000"/>
              </a:lnSpc>
            </a:pPr>
            <a:r>
              <a:rPr lang="zh-CN" altLang="en-US" sz="3200" smtClean="0"/>
              <a:t>问题提出：</a:t>
            </a:r>
          </a:p>
          <a:p>
            <a:pPr lvl="1">
              <a:lnSpc>
                <a:spcPct val="100000"/>
              </a:lnSpc>
            </a:pPr>
            <a:r>
              <a:rPr lang="zh-CN" altLang="en-US" sz="3200" smtClean="0"/>
              <a:t>不仅要求函数值重合，而且要求若干阶导数也重合</a:t>
            </a:r>
          </a:p>
          <a:p>
            <a:pPr lvl="1">
              <a:lnSpc>
                <a:spcPct val="100000"/>
              </a:lnSpc>
            </a:pPr>
            <a:r>
              <a:rPr lang="zh-CN" altLang="en-US" sz="3200" smtClean="0"/>
              <a:t>目的：提高插值函数曲线的光滑度、使插值函数和被插函数的密合程度更好</a:t>
            </a:r>
          </a:p>
          <a:p>
            <a:pPr>
              <a:lnSpc>
                <a:spcPct val="100000"/>
              </a:lnSpc>
            </a:pPr>
            <a:r>
              <a:rPr lang="en-US" altLang="zh-CN" sz="3200" smtClean="0"/>
              <a:t>Hermite</a:t>
            </a:r>
            <a:r>
              <a:rPr lang="zh-CN" altLang="en-US" sz="3200" smtClean="0"/>
              <a:t>插值要构造的插值函数不但在给定的节点上取已知函数值，还要在插值节点上具有给定的导数值</a:t>
            </a:r>
          </a:p>
        </p:txBody>
      </p:sp>
    </p:spTree>
    <p:extLst>
      <p:ext uri="{BB962C8B-B14F-4D97-AF65-F5344CB8AC3E}">
        <p14:creationId xmlns:p14="http://schemas.microsoft.com/office/powerpoint/2010/main" val="98851496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EEC4040-1E0A-4AA7-90A4-680D19F00C28}" type="slidenum">
              <a:rPr lang="zh-CN" altLang="en-US" b="0" i="0" smtClean="0"/>
              <a:pPr/>
              <a:t>110</a:t>
            </a:fld>
            <a:endParaRPr lang="en-US" altLang="zh-CN" b="0" i="0" smtClean="0"/>
          </a:p>
        </p:txBody>
      </p:sp>
      <p:sp>
        <p:nvSpPr>
          <p:cNvPr id="13312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119CA91-C7D3-4C3C-B9CF-E8701BF26D6E}" type="datetime1">
              <a:rPr lang="zh-CN" altLang="en-US" sz="1800" i="0" smtClean="0"/>
              <a:pPr/>
              <a:t>2024/10/20</a:t>
            </a:fld>
            <a:endParaRPr lang="en-US" altLang="zh-CN" sz="1800" i="0" smtClean="0"/>
          </a:p>
        </p:txBody>
      </p:sp>
      <p:sp>
        <p:nvSpPr>
          <p:cNvPr id="744450" name="Rectangle 2"/>
          <p:cNvSpPr>
            <a:spLocks noGrp="1" noChangeArrowheads="1"/>
          </p:cNvSpPr>
          <p:nvPr>
            <p:ph type="title"/>
          </p:nvPr>
        </p:nvSpPr>
        <p:spPr/>
        <p:txBody>
          <a:bodyPr/>
          <a:lstStyle/>
          <a:p>
            <a:pPr>
              <a:defRPr/>
            </a:pPr>
            <a:r>
              <a:rPr lang="zh-CN" altLang="en-US" smtClean="0"/>
              <a:t>§7 埃尔米特插值多项式</a:t>
            </a:r>
          </a:p>
        </p:txBody>
      </p:sp>
      <p:sp>
        <p:nvSpPr>
          <p:cNvPr id="133125" name="Rectangle 3"/>
          <p:cNvSpPr>
            <a:spLocks noGrp="1" noChangeArrowheads="1"/>
          </p:cNvSpPr>
          <p:nvPr>
            <p:ph type="body" idx="1"/>
          </p:nvPr>
        </p:nvSpPr>
        <p:spPr>
          <a:xfrm>
            <a:off x="631825" y="1268413"/>
            <a:ext cx="8820150" cy="341312"/>
          </a:xfrm>
        </p:spPr>
        <p:txBody>
          <a:bodyPr/>
          <a:lstStyle/>
          <a:p>
            <a:pPr>
              <a:lnSpc>
                <a:spcPct val="70000"/>
              </a:lnSpc>
            </a:pPr>
            <a:r>
              <a:rPr lang="zh-CN" altLang="en-US" sz="3200" smtClean="0"/>
              <a:t>在节点                        上已知下列函数值与导数值</a:t>
            </a:r>
          </a:p>
        </p:txBody>
      </p:sp>
      <p:graphicFrame>
        <p:nvGraphicFramePr>
          <p:cNvPr id="133126" name="Object 4"/>
          <p:cNvGraphicFramePr>
            <a:graphicFrameLocks noChangeAspect="1"/>
          </p:cNvGraphicFramePr>
          <p:nvPr/>
        </p:nvGraphicFramePr>
        <p:xfrm>
          <a:off x="2274888" y="1073150"/>
          <a:ext cx="2144712" cy="603250"/>
        </p:xfrm>
        <a:graphic>
          <a:graphicData uri="http://schemas.openxmlformats.org/presentationml/2006/ole">
            <mc:AlternateContent xmlns:mc="http://schemas.openxmlformats.org/markup-compatibility/2006">
              <mc:Choice xmlns:v="urn:schemas-microsoft-com:vml" Requires="v">
                <p:oleObj spid="_x0000_s202915" name="公式" r:id="rId3" imgW="812447" imgH="228501" progId="Equation.3">
                  <p:embed/>
                </p:oleObj>
              </mc:Choice>
              <mc:Fallback>
                <p:oleObj name="公式" r:id="rId3" imgW="812447" imgH="22850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4888" y="1073150"/>
                        <a:ext cx="2144712"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27" name="Object 5"/>
          <p:cNvGraphicFramePr>
            <a:graphicFrameLocks noChangeAspect="1"/>
          </p:cNvGraphicFramePr>
          <p:nvPr/>
        </p:nvGraphicFramePr>
        <p:xfrm>
          <a:off x="1423988" y="1557338"/>
          <a:ext cx="4464050" cy="2779712"/>
        </p:xfrm>
        <a:graphic>
          <a:graphicData uri="http://schemas.openxmlformats.org/presentationml/2006/ole">
            <mc:AlternateContent xmlns:mc="http://schemas.openxmlformats.org/markup-compatibility/2006">
              <mc:Choice xmlns:v="urn:schemas-microsoft-com:vml" Requires="v">
                <p:oleObj spid="_x0000_s202916" name="公式" r:id="rId5" imgW="1333500" imgH="965200" progId="Equation.3">
                  <p:embed/>
                </p:oleObj>
              </mc:Choice>
              <mc:Fallback>
                <p:oleObj name="公式" r:id="rId5" imgW="1333500" imgH="965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3988" y="1557338"/>
                        <a:ext cx="4464050" cy="277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28" name="Object 6"/>
          <p:cNvGraphicFramePr>
            <a:graphicFrameLocks noChangeAspect="1"/>
          </p:cNvGraphicFramePr>
          <p:nvPr/>
        </p:nvGraphicFramePr>
        <p:xfrm>
          <a:off x="6464300" y="1557338"/>
          <a:ext cx="1366838" cy="723900"/>
        </p:xfrm>
        <a:graphic>
          <a:graphicData uri="http://schemas.openxmlformats.org/presentationml/2006/ole">
            <mc:AlternateContent xmlns:mc="http://schemas.openxmlformats.org/markup-compatibility/2006">
              <mc:Choice xmlns:v="urn:schemas-microsoft-com:vml" Requires="v">
                <p:oleObj spid="_x0000_s202917" name="公式" r:id="rId7" imgW="431613" imgH="228501" progId="Equation.3">
                  <p:embed/>
                </p:oleObj>
              </mc:Choice>
              <mc:Fallback>
                <p:oleObj name="公式" r:id="rId7" imgW="431613" imgH="22850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64300" y="1557338"/>
                        <a:ext cx="1366838"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29" name="Object 7"/>
          <p:cNvGraphicFramePr>
            <a:graphicFrameLocks noChangeAspect="1"/>
          </p:cNvGraphicFramePr>
          <p:nvPr/>
        </p:nvGraphicFramePr>
        <p:xfrm>
          <a:off x="6461125" y="2205038"/>
          <a:ext cx="1371600" cy="685800"/>
        </p:xfrm>
        <a:graphic>
          <a:graphicData uri="http://schemas.openxmlformats.org/presentationml/2006/ole">
            <mc:AlternateContent xmlns:mc="http://schemas.openxmlformats.org/markup-compatibility/2006">
              <mc:Choice xmlns:v="urn:schemas-microsoft-com:vml" Requires="v">
                <p:oleObj spid="_x0000_s202918" name="公式" r:id="rId9" imgW="431613" imgH="215806" progId="Equation.3">
                  <p:embed/>
                </p:oleObj>
              </mc:Choice>
              <mc:Fallback>
                <p:oleObj name="公式" r:id="rId9" imgW="431613" imgH="215806"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61125" y="2205038"/>
                        <a:ext cx="13716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30" name="Object 8"/>
          <p:cNvGraphicFramePr>
            <a:graphicFrameLocks noChangeAspect="1"/>
          </p:cNvGraphicFramePr>
          <p:nvPr/>
        </p:nvGraphicFramePr>
        <p:xfrm>
          <a:off x="6462713" y="3573463"/>
          <a:ext cx="1370012" cy="704850"/>
        </p:xfrm>
        <a:graphic>
          <a:graphicData uri="http://schemas.openxmlformats.org/presentationml/2006/ole">
            <mc:AlternateContent xmlns:mc="http://schemas.openxmlformats.org/markup-compatibility/2006">
              <mc:Choice xmlns:v="urn:schemas-microsoft-com:vml" Requires="v">
                <p:oleObj spid="_x0000_s202919" name="公式" r:id="rId11" imgW="444307" imgH="228501" progId="Equation.3">
                  <p:embed/>
                </p:oleObj>
              </mc:Choice>
              <mc:Fallback>
                <p:oleObj name="公式" r:id="rId11" imgW="444307" imgH="228501"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62713" y="3573463"/>
                        <a:ext cx="1370012"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31" name="Object 9"/>
          <p:cNvGraphicFramePr>
            <a:graphicFrameLocks noChangeAspect="1"/>
          </p:cNvGraphicFramePr>
          <p:nvPr/>
        </p:nvGraphicFramePr>
        <p:xfrm>
          <a:off x="776288" y="4149725"/>
          <a:ext cx="3349625" cy="1260475"/>
        </p:xfrm>
        <a:graphic>
          <a:graphicData uri="http://schemas.openxmlformats.org/presentationml/2006/ole">
            <mc:AlternateContent xmlns:mc="http://schemas.openxmlformats.org/markup-compatibility/2006">
              <mc:Choice xmlns:v="urn:schemas-microsoft-com:vml" Requires="v">
                <p:oleObj spid="_x0000_s202920" name="公式" r:id="rId13" imgW="1180588" imgH="444307" progId="Equation.3">
                  <p:embed/>
                </p:oleObj>
              </mc:Choice>
              <mc:Fallback>
                <p:oleObj name="公式" r:id="rId13" imgW="1180588" imgH="444307"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6288" y="4149725"/>
                        <a:ext cx="3349625"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32" name="Text Box 11"/>
          <p:cNvSpPr txBox="1">
            <a:spLocks noChangeArrowheads="1"/>
          </p:cNvSpPr>
          <p:nvPr/>
        </p:nvSpPr>
        <p:spPr bwMode="auto">
          <a:xfrm>
            <a:off x="849313" y="5229225"/>
            <a:ext cx="8569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lang="zh-CN" altLang="en-US" sz="2800" i="0"/>
              <a:t>根据</a:t>
            </a:r>
            <a:r>
              <a:rPr lang="en-US" altLang="zh-CN" sz="2800" i="0"/>
              <a:t>m+1</a:t>
            </a:r>
            <a:r>
              <a:rPr lang="zh-CN" altLang="en-US" sz="2800" i="0"/>
              <a:t>个条件，可以确定一个</a:t>
            </a:r>
            <a:r>
              <a:rPr lang="en-US" altLang="zh-CN" sz="2800" i="0"/>
              <a:t>m</a:t>
            </a:r>
            <a:r>
              <a:rPr lang="zh-CN" altLang="en-US" sz="2800" i="0"/>
              <a:t>次多项式：</a:t>
            </a:r>
          </a:p>
        </p:txBody>
      </p:sp>
      <p:graphicFrame>
        <p:nvGraphicFramePr>
          <p:cNvPr id="133133" name="Object 12"/>
          <p:cNvGraphicFramePr>
            <a:graphicFrameLocks noChangeAspect="1"/>
          </p:cNvGraphicFramePr>
          <p:nvPr/>
        </p:nvGraphicFramePr>
        <p:xfrm>
          <a:off x="1423988" y="5805488"/>
          <a:ext cx="6067425" cy="647700"/>
        </p:xfrm>
        <a:graphic>
          <a:graphicData uri="http://schemas.openxmlformats.org/presentationml/2006/ole">
            <mc:AlternateContent xmlns:mc="http://schemas.openxmlformats.org/markup-compatibility/2006">
              <mc:Choice xmlns:v="urn:schemas-microsoft-com:vml" Requires="v">
                <p:oleObj spid="_x0000_s202921" name="公式" r:id="rId15" imgW="2260600" imgH="241300" progId="Equation.3">
                  <p:embed/>
                </p:oleObj>
              </mc:Choice>
              <mc:Fallback>
                <p:oleObj name="公式" r:id="rId15" imgW="2260600" imgH="2413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23988" y="5805488"/>
                        <a:ext cx="6067425"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09871046"/>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AC0DAC8-207B-4179-8D8F-A6A30D7D87A6}" type="slidenum">
              <a:rPr lang="zh-CN" altLang="en-US" b="0" i="0" smtClean="0"/>
              <a:pPr/>
              <a:t>111</a:t>
            </a:fld>
            <a:endParaRPr lang="en-US" altLang="zh-CN" b="0" i="0" smtClean="0"/>
          </a:p>
        </p:txBody>
      </p:sp>
      <p:sp>
        <p:nvSpPr>
          <p:cNvPr id="13414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3E6D025-5BC3-4CAE-8A87-6BB97C5F467E}" type="datetime1">
              <a:rPr lang="zh-CN" altLang="en-US" sz="1800" i="0" smtClean="0"/>
              <a:pPr/>
              <a:t>2024/10/20</a:t>
            </a:fld>
            <a:endParaRPr lang="en-US" altLang="zh-CN" sz="1800" i="0" smtClean="0"/>
          </a:p>
        </p:txBody>
      </p:sp>
      <p:graphicFrame>
        <p:nvGraphicFramePr>
          <p:cNvPr id="746502" name="Object 6"/>
          <p:cNvGraphicFramePr>
            <a:graphicFrameLocks noChangeAspect="1"/>
          </p:cNvGraphicFramePr>
          <p:nvPr/>
        </p:nvGraphicFramePr>
        <p:xfrm>
          <a:off x="344488" y="1916113"/>
          <a:ext cx="7080250" cy="4403725"/>
        </p:xfrm>
        <a:graphic>
          <a:graphicData uri="http://schemas.openxmlformats.org/presentationml/2006/ole">
            <mc:AlternateContent xmlns:mc="http://schemas.openxmlformats.org/markup-compatibility/2006">
              <mc:Choice xmlns:v="urn:schemas-microsoft-com:vml" Requires="v">
                <p:oleObj spid="_x0000_s203847" name="公式" r:id="rId3" imgW="2654300" imgH="1651000" progId="Equation.3">
                  <p:embed/>
                </p:oleObj>
              </mc:Choice>
              <mc:Fallback>
                <p:oleObj name="公式" r:id="rId3" imgW="2654300" imgH="1651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488" y="1916113"/>
                        <a:ext cx="7080250" cy="440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6498" name="Rectangle 2"/>
          <p:cNvSpPr>
            <a:spLocks noGrp="1" noChangeArrowheads="1"/>
          </p:cNvSpPr>
          <p:nvPr>
            <p:ph type="title"/>
          </p:nvPr>
        </p:nvSpPr>
        <p:spPr/>
        <p:txBody>
          <a:bodyPr/>
          <a:lstStyle/>
          <a:p>
            <a:pPr>
              <a:defRPr/>
            </a:pPr>
            <a:r>
              <a:rPr lang="zh-CN" altLang="en-US" smtClean="0"/>
              <a:t>§7 埃尔米特插值多项式</a:t>
            </a:r>
          </a:p>
        </p:txBody>
      </p:sp>
      <p:graphicFrame>
        <p:nvGraphicFramePr>
          <p:cNvPr id="134150" name="Object 4"/>
          <p:cNvGraphicFramePr>
            <a:graphicFrameLocks noChangeAspect="1"/>
          </p:cNvGraphicFramePr>
          <p:nvPr/>
        </p:nvGraphicFramePr>
        <p:xfrm>
          <a:off x="849313" y="1052513"/>
          <a:ext cx="6067425" cy="647700"/>
        </p:xfrm>
        <a:graphic>
          <a:graphicData uri="http://schemas.openxmlformats.org/presentationml/2006/ole">
            <mc:AlternateContent xmlns:mc="http://schemas.openxmlformats.org/markup-compatibility/2006">
              <mc:Choice xmlns:v="urn:schemas-microsoft-com:vml" Requires="v">
                <p:oleObj spid="_x0000_s203848" name="公式" r:id="rId5" imgW="2260600" imgH="241300" progId="Equation.3">
                  <p:embed/>
                </p:oleObj>
              </mc:Choice>
              <mc:Fallback>
                <p:oleObj name="公式" r:id="rId5" imgW="22606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9313" y="1052513"/>
                        <a:ext cx="6067425"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51" name="Text Box 5"/>
          <p:cNvSpPr txBox="1">
            <a:spLocks noChangeArrowheads="1"/>
          </p:cNvSpPr>
          <p:nvPr/>
        </p:nvSpPr>
        <p:spPr bwMode="auto">
          <a:xfrm>
            <a:off x="5457825" y="1700213"/>
            <a:ext cx="41036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lang="zh-CN" altLang="en-US" sz="3200" i="0">
                <a:solidFill>
                  <a:srgbClr val="0000CC"/>
                </a:solidFill>
              </a:rPr>
              <a:t>埃米特型插值多项式</a:t>
            </a:r>
          </a:p>
        </p:txBody>
      </p:sp>
      <p:graphicFrame>
        <p:nvGraphicFramePr>
          <p:cNvPr id="746503" name="Object 7"/>
          <p:cNvGraphicFramePr>
            <a:graphicFrameLocks noChangeAspect="1"/>
          </p:cNvGraphicFramePr>
          <p:nvPr/>
        </p:nvGraphicFramePr>
        <p:xfrm>
          <a:off x="4089400" y="2349500"/>
          <a:ext cx="4464050" cy="2779713"/>
        </p:xfrm>
        <a:graphic>
          <a:graphicData uri="http://schemas.openxmlformats.org/presentationml/2006/ole">
            <mc:AlternateContent xmlns:mc="http://schemas.openxmlformats.org/markup-compatibility/2006">
              <mc:Choice xmlns:v="urn:schemas-microsoft-com:vml" Requires="v">
                <p:oleObj spid="_x0000_s203849" name="公式" r:id="rId7" imgW="1272517" imgH="906907" progId="Equation.3">
                  <p:embed/>
                </p:oleObj>
              </mc:Choice>
              <mc:Fallback>
                <p:oleObj name="公式" r:id="rId7" imgW="1272517" imgH="90690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89400" y="2349500"/>
                        <a:ext cx="4464050" cy="277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051259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46503"/>
                                        </p:tgtEl>
                                        <p:attrNameLst>
                                          <p:attrName>style.visibility</p:attrName>
                                        </p:attrNameLst>
                                      </p:cBhvr>
                                      <p:to>
                                        <p:strVal val="visible"/>
                                      </p:to>
                                    </p:set>
                                    <p:animEffect transition="in" filter="blinds(horizontal)">
                                      <p:cBhvr>
                                        <p:cTn id="7" dur="500"/>
                                        <p:tgtEl>
                                          <p:spTgt spid="7465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46502"/>
                                        </p:tgtEl>
                                        <p:attrNameLst>
                                          <p:attrName>style.visibility</p:attrName>
                                        </p:attrNameLst>
                                      </p:cBhvr>
                                      <p:to>
                                        <p:strVal val="visible"/>
                                      </p:to>
                                    </p:set>
                                    <p:animEffect transition="in" filter="blinds(horizontal)">
                                      <p:cBhvr>
                                        <p:cTn id="12" dur="500"/>
                                        <p:tgtEl>
                                          <p:spTgt spid="746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7AAEA35-DF54-432C-B395-6FF174ED885B}" type="slidenum">
              <a:rPr lang="zh-CN" altLang="en-US" b="0" i="0" smtClean="0"/>
              <a:pPr/>
              <a:t>112</a:t>
            </a:fld>
            <a:endParaRPr lang="en-US" altLang="zh-CN" b="0" i="0" smtClean="0"/>
          </a:p>
        </p:txBody>
      </p:sp>
      <p:sp>
        <p:nvSpPr>
          <p:cNvPr id="13517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A344B0F-026D-46A9-8756-ED490CE63446}" type="datetime1">
              <a:rPr lang="zh-CN" altLang="en-US" sz="1800" i="0" smtClean="0"/>
              <a:pPr/>
              <a:t>2024/10/20</a:t>
            </a:fld>
            <a:endParaRPr lang="en-US" altLang="zh-CN" sz="1800" i="0" smtClean="0"/>
          </a:p>
        </p:txBody>
      </p:sp>
      <p:sp>
        <p:nvSpPr>
          <p:cNvPr id="745474" name="Rectangle 2"/>
          <p:cNvSpPr>
            <a:spLocks noGrp="1" noChangeArrowheads="1"/>
          </p:cNvSpPr>
          <p:nvPr>
            <p:ph type="title"/>
          </p:nvPr>
        </p:nvSpPr>
        <p:spPr/>
        <p:txBody>
          <a:bodyPr/>
          <a:lstStyle/>
          <a:p>
            <a:pPr>
              <a:defRPr/>
            </a:pPr>
            <a:r>
              <a:rPr lang="en-US" altLang="zh-CN" smtClean="0"/>
              <a:t>7.1 </a:t>
            </a:r>
            <a:r>
              <a:rPr lang="zh-CN" altLang="en-US" smtClean="0"/>
              <a:t>牛顿型埃米特插值公式</a:t>
            </a:r>
          </a:p>
        </p:txBody>
      </p:sp>
      <p:sp>
        <p:nvSpPr>
          <p:cNvPr id="135173" name="Rectangle 3"/>
          <p:cNvSpPr>
            <a:spLocks noGrp="1" noChangeArrowheads="1"/>
          </p:cNvSpPr>
          <p:nvPr>
            <p:ph type="body" idx="1"/>
          </p:nvPr>
        </p:nvSpPr>
        <p:spPr>
          <a:xfrm>
            <a:off x="650875" y="1143000"/>
            <a:ext cx="8820150" cy="384175"/>
          </a:xfrm>
        </p:spPr>
        <p:txBody>
          <a:bodyPr/>
          <a:lstStyle/>
          <a:p>
            <a:r>
              <a:rPr lang="zh-CN" altLang="en-US" smtClean="0"/>
              <a:t>根据差商和导数的关系：</a:t>
            </a:r>
          </a:p>
        </p:txBody>
      </p:sp>
      <p:graphicFrame>
        <p:nvGraphicFramePr>
          <p:cNvPr id="135174" name="Object 4"/>
          <p:cNvGraphicFramePr>
            <a:graphicFrameLocks noChangeAspect="1"/>
          </p:cNvGraphicFramePr>
          <p:nvPr/>
        </p:nvGraphicFramePr>
        <p:xfrm>
          <a:off x="704850" y="1700213"/>
          <a:ext cx="3735388" cy="1057275"/>
        </p:xfrm>
        <a:graphic>
          <a:graphicData uri="http://schemas.openxmlformats.org/presentationml/2006/ole">
            <mc:AlternateContent xmlns:mc="http://schemas.openxmlformats.org/markup-compatibility/2006">
              <mc:Choice xmlns:v="urn:schemas-microsoft-com:vml" Requires="v">
                <p:oleObj spid="_x0000_s204894" name="Equation" r:id="rId3" imgW="1539312" imgH="358223" progId="Equation.DSMT4">
                  <p:embed/>
                </p:oleObj>
              </mc:Choice>
              <mc:Fallback>
                <p:oleObj name="Equation" r:id="rId3" imgW="1539312" imgH="358223"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 y="1700213"/>
                        <a:ext cx="3735388"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5477" name="Object 5"/>
          <p:cNvGraphicFramePr>
            <a:graphicFrameLocks noChangeAspect="1"/>
          </p:cNvGraphicFramePr>
          <p:nvPr/>
        </p:nvGraphicFramePr>
        <p:xfrm>
          <a:off x="271463" y="4437063"/>
          <a:ext cx="3406775" cy="947737"/>
        </p:xfrm>
        <a:graphic>
          <a:graphicData uri="http://schemas.openxmlformats.org/presentationml/2006/ole">
            <mc:AlternateContent xmlns:mc="http://schemas.openxmlformats.org/markup-compatibility/2006">
              <mc:Choice xmlns:v="urn:schemas-microsoft-com:vml" Requires="v">
                <p:oleObj spid="_x0000_s204895" name="公式" r:id="rId5" imgW="1459866" imgH="406224" progId="Equation.3">
                  <p:embed/>
                </p:oleObj>
              </mc:Choice>
              <mc:Fallback>
                <p:oleObj name="公式" r:id="rId5" imgW="1459866" imgH="40622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463" y="4437063"/>
                        <a:ext cx="3406775" cy="947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1"/>
          <p:cNvGrpSpPr>
            <a:grpSpLocks/>
          </p:cNvGrpSpPr>
          <p:nvPr/>
        </p:nvGrpSpPr>
        <p:grpSpPr bwMode="auto">
          <a:xfrm>
            <a:off x="4953000" y="1125538"/>
            <a:ext cx="4376738" cy="1816100"/>
            <a:chOff x="0" y="1560"/>
            <a:chExt cx="2757" cy="1144"/>
          </a:xfrm>
        </p:grpSpPr>
        <p:graphicFrame>
          <p:nvGraphicFramePr>
            <p:cNvPr id="135178" name="Object 6"/>
            <p:cNvGraphicFramePr>
              <a:graphicFrameLocks noChangeAspect="1"/>
            </p:cNvGraphicFramePr>
            <p:nvPr/>
          </p:nvGraphicFramePr>
          <p:xfrm>
            <a:off x="0" y="1560"/>
            <a:ext cx="2757" cy="713"/>
          </p:xfrm>
          <a:graphic>
            <a:graphicData uri="http://schemas.openxmlformats.org/presentationml/2006/ole">
              <mc:AlternateContent xmlns:mc="http://schemas.openxmlformats.org/markup-compatibility/2006">
                <mc:Choice xmlns:v="urn:schemas-microsoft-com:vml" Requires="v">
                  <p:oleObj spid="_x0000_s204896" name="公式" r:id="rId7" imgW="1727200" imgH="419100" progId="Equation.3">
                    <p:embed/>
                  </p:oleObj>
                </mc:Choice>
                <mc:Fallback>
                  <p:oleObj name="公式" r:id="rId7" imgW="17272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560"/>
                          <a:ext cx="2757" cy="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5179" name="Text Box 8"/>
            <p:cNvSpPr txBox="1">
              <a:spLocks noChangeArrowheads="1"/>
            </p:cNvSpPr>
            <p:nvPr/>
          </p:nvSpPr>
          <p:spPr bwMode="auto">
            <a:xfrm>
              <a:off x="454" y="2377"/>
              <a:ext cx="127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lang="en-US" altLang="zh-CN" sz="2800" b="0" i="0"/>
                <a:t>n+1</a:t>
              </a:r>
              <a:r>
                <a:rPr lang="zh-CN" altLang="en-US" sz="2800" b="0" i="0"/>
                <a:t>个</a:t>
              </a:r>
              <a:r>
                <a:rPr lang="en-US" altLang="zh-CN" sz="2800" b="0" i="0"/>
                <a:t>x</a:t>
              </a:r>
              <a:r>
                <a:rPr lang="en-US" altLang="zh-CN" sz="2800" b="0" i="0" baseline="-25000"/>
                <a:t>0</a:t>
              </a:r>
              <a:r>
                <a:rPr lang="en-US" altLang="zh-CN" sz="2800" b="0" i="0"/>
                <a:t> </a:t>
              </a:r>
            </a:p>
          </p:txBody>
        </p:sp>
        <p:sp>
          <p:nvSpPr>
            <p:cNvPr id="135180" name="AutoShape 9"/>
            <p:cNvSpPr>
              <a:spLocks/>
            </p:cNvSpPr>
            <p:nvPr/>
          </p:nvSpPr>
          <p:spPr bwMode="auto">
            <a:xfrm rot="16200000" flipV="1">
              <a:off x="850" y="1799"/>
              <a:ext cx="159" cy="861"/>
            </a:xfrm>
            <a:prstGeom prst="leftBrace">
              <a:avLst>
                <a:gd name="adj1" fmla="val 45126"/>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aphicFrame>
        <p:nvGraphicFramePr>
          <p:cNvPr id="745482" name="Object 10"/>
          <p:cNvGraphicFramePr>
            <a:graphicFrameLocks noChangeAspect="1"/>
          </p:cNvGraphicFramePr>
          <p:nvPr/>
        </p:nvGraphicFramePr>
        <p:xfrm>
          <a:off x="3943350" y="3141663"/>
          <a:ext cx="5962650" cy="3429000"/>
        </p:xfrm>
        <a:graphic>
          <a:graphicData uri="http://schemas.openxmlformats.org/presentationml/2006/ole">
            <mc:AlternateContent xmlns:mc="http://schemas.openxmlformats.org/markup-compatibility/2006">
              <mc:Choice xmlns:v="urn:schemas-microsoft-com:vml" Requires="v">
                <p:oleObj spid="_x0000_s204897" name="公式" r:id="rId9" imgW="2578100" imgH="1346200" progId="Equation.3">
                  <p:embed/>
                </p:oleObj>
              </mc:Choice>
              <mc:Fallback>
                <p:oleObj name="公式" r:id="rId9" imgW="2578100" imgH="1346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3350" y="3141663"/>
                        <a:ext cx="596265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325237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45477"/>
                                        </p:tgtEl>
                                        <p:attrNameLst>
                                          <p:attrName>style.visibility</p:attrName>
                                        </p:attrNameLst>
                                      </p:cBhvr>
                                      <p:to>
                                        <p:strVal val="visible"/>
                                      </p:to>
                                    </p:set>
                                    <p:anim calcmode="lin" valueType="num">
                                      <p:cBhvr additive="base">
                                        <p:cTn id="13" dur="500" fill="hold"/>
                                        <p:tgtEl>
                                          <p:spTgt spid="745477"/>
                                        </p:tgtEl>
                                        <p:attrNameLst>
                                          <p:attrName>ppt_x</p:attrName>
                                        </p:attrNameLst>
                                      </p:cBhvr>
                                      <p:tavLst>
                                        <p:tav tm="0">
                                          <p:val>
                                            <p:strVal val="#ppt_x"/>
                                          </p:val>
                                        </p:tav>
                                        <p:tav tm="100000">
                                          <p:val>
                                            <p:strVal val="#ppt_x"/>
                                          </p:val>
                                        </p:tav>
                                      </p:tavLst>
                                    </p:anim>
                                    <p:anim calcmode="lin" valueType="num">
                                      <p:cBhvr additive="base">
                                        <p:cTn id="14" dur="500" fill="hold"/>
                                        <p:tgtEl>
                                          <p:spTgt spid="74547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45482"/>
                                        </p:tgtEl>
                                        <p:attrNameLst>
                                          <p:attrName>style.visibility</p:attrName>
                                        </p:attrNameLst>
                                      </p:cBhvr>
                                      <p:to>
                                        <p:strVal val="visible"/>
                                      </p:to>
                                    </p:set>
                                    <p:anim calcmode="lin" valueType="num">
                                      <p:cBhvr additive="base">
                                        <p:cTn id="19" dur="500" fill="hold"/>
                                        <p:tgtEl>
                                          <p:spTgt spid="745482"/>
                                        </p:tgtEl>
                                        <p:attrNameLst>
                                          <p:attrName>ppt_x</p:attrName>
                                        </p:attrNameLst>
                                      </p:cBhvr>
                                      <p:tavLst>
                                        <p:tav tm="0">
                                          <p:val>
                                            <p:strVal val="#ppt_x"/>
                                          </p:val>
                                        </p:tav>
                                        <p:tav tm="100000">
                                          <p:val>
                                            <p:strVal val="#ppt_x"/>
                                          </p:val>
                                        </p:tav>
                                      </p:tavLst>
                                    </p:anim>
                                    <p:anim calcmode="lin" valueType="num">
                                      <p:cBhvr additive="base">
                                        <p:cTn id="20" dur="500" fill="hold"/>
                                        <p:tgtEl>
                                          <p:spTgt spid="745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8965E41-D290-4B40-AC5C-A919344A1CDE}" type="slidenum">
              <a:rPr lang="zh-CN" altLang="en-US" b="0" i="0" smtClean="0"/>
              <a:pPr/>
              <a:t>113</a:t>
            </a:fld>
            <a:endParaRPr lang="en-US" altLang="zh-CN" b="0" i="0" smtClean="0"/>
          </a:p>
        </p:txBody>
      </p:sp>
      <p:sp>
        <p:nvSpPr>
          <p:cNvPr id="13619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A948F56-ACDD-47B5-BA41-1D9E11B86F83}" type="datetime1">
              <a:rPr lang="zh-CN" altLang="en-US" sz="1800" i="0" smtClean="0"/>
              <a:pPr/>
              <a:t>2024/10/20</a:t>
            </a:fld>
            <a:endParaRPr lang="en-US" altLang="zh-CN" sz="1800" i="0" smtClean="0"/>
          </a:p>
        </p:txBody>
      </p:sp>
      <p:sp>
        <p:nvSpPr>
          <p:cNvPr id="747522" name="Rectangle 2"/>
          <p:cNvSpPr>
            <a:spLocks noGrp="1" noChangeArrowheads="1"/>
          </p:cNvSpPr>
          <p:nvPr>
            <p:ph type="title"/>
          </p:nvPr>
        </p:nvSpPr>
        <p:spPr/>
        <p:txBody>
          <a:bodyPr/>
          <a:lstStyle/>
          <a:p>
            <a:pPr>
              <a:defRPr/>
            </a:pPr>
            <a:r>
              <a:rPr lang="en-US" altLang="zh-CN" smtClean="0"/>
              <a:t>7.1 </a:t>
            </a:r>
            <a:r>
              <a:rPr lang="zh-CN" altLang="en-US" smtClean="0"/>
              <a:t>牛顿型埃米特插值公式</a:t>
            </a:r>
          </a:p>
        </p:txBody>
      </p:sp>
      <p:sp>
        <p:nvSpPr>
          <p:cNvPr id="136197" name="Rectangle 3"/>
          <p:cNvSpPr>
            <a:spLocks noGrp="1" noChangeArrowheads="1"/>
          </p:cNvSpPr>
          <p:nvPr>
            <p:ph type="body" idx="1"/>
          </p:nvPr>
        </p:nvSpPr>
        <p:spPr>
          <a:xfrm>
            <a:off x="650875" y="1143000"/>
            <a:ext cx="8820150" cy="1152525"/>
          </a:xfrm>
        </p:spPr>
        <p:txBody>
          <a:bodyPr/>
          <a:lstStyle/>
          <a:p>
            <a:r>
              <a:rPr lang="zh-CN" altLang="en-US" smtClean="0"/>
              <a:t>将每一节点的个数增加到</a:t>
            </a:r>
            <a:r>
              <a:rPr lang="en-US" altLang="zh-CN" smtClean="0"/>
              <a:t>(</a:t>
            </a:r>
            <a:r>
              <a:rPr lang="zh-CN" altLang="en-US" smtClean="0"/>
              <a:t>导数阶数</a:t>
            </a:r>
            <a:r>
              <a:rPr lang="en-US" altLang="zh-CN" smtClean="0"/>
              <a:t>+1)</a:t>
            </a:r>
            <a:r>
              <a:rPr lang="zh-CN" altLang="en-US" smtClean="0"/>
              <a:t>个后，就可以将全部条件加入到差商表中，问题可归结为在</a:t>
            </a:r>
            <a:r>
              <a:rPr lang="en-US" altLang="zh-CN" smtClean="0"/>
              <a:t>m+1</a:t>
            </a:r>
            <a:r>
              <a:rPr lang="zh-CN" altLang="en-US" smtClean="0"/>
              <a:t>个互异节点组上的插值问题：</a:t>
            </a:r>
            <a:endParaRPr lang="en-US" altLang="zh-CN" smtClean="0"/>
          </a:p>
        </p:txBody>
      </p:sp>
      <p:graphicFrame>
        <p:nvGraphicFramePr>
          <p:cNvPr id="136198" name="Object 4"/>
          <p:cNvGraphicFramePr>
            <a:graphicFrameLocks noChangeAspect="1"/>
          </p:cNvGraphicFramePr>
          <p:nvPr/>
        </p:nvGraphicFramePr>
        <p:xfrm>
          <a:off x="1065213" y="2133600"/>
          <a:ext cx="7273925" cy="1544638"/>
        </p:xfrm>
        <a:graphic>
          <a:graphicData uri="http://schemas.openxmlformats.org/presentationml/2006/ole">
            <mc:AlternateContent xmlns:mc="http://schemas.openxmlformats.org/markup-compatibility/2006">
              <mc:Choice xmlns:v="urn:schemas-microsoft-com:vml" Requires="v">
                <p:oleObj spid="_x0000_s205872" name="公式" r:id="rId3" imgW="2692400" imgH="571500" progId="Equation.3">
                  <p:embed/>
                </p:oleObj>
              </mc:Choice>
              <mc:Fallback>
                <p:oleObj name="公式" r:id="rId3" imgW="2692400" imgH="5715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213" y="2133600"/>
                        <a:ext cx="7273925" cy="154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199" name="Object 8"/>
          <p:cNvGraphicFramePr>
            <a:graphicFrameLocks noChangeAspect="1"/>
          </p:cNvGraphicFramePr>
          <p:nvPr/>
        </p:nvGraphicFramePr>
        <p:xfrm>
          <a:off x="273050" y="3500438"/>
          <a:ext cx="9426575" cy="3001962"/>
        </p:xfrm>
        <a:graphic>
          <a:graphicData uri="http://schemas.openxmlformats.org/presentationml/2006/ole">
            <mc:AlternateContent xmlns:mc="http://schemas.openxmlformats.org/markup-compatibility/2006">
              <mc:Choice xmlns:v="urn:schemas-microsoft-com:vml" Requires="v">
                <p:oleObj spid="_x0000_s205873" name="公式" r:id="rId5" imgW="3987800" imgH="1270000" progId="Equation.3">
                  <p:embed/>
                </p:oleObj>
              </mc:Choice>
              <mc:Fallback>
                <p:oleObj name="公式" r:id="rId5" imgW="3987800" imgH="1270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050" y="3500438"/>
                        <a:ext cx="9426575" cy="300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221769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577EDCA-80B6-4B52-A6E1-B6628E271466}" type="slidenum">
              <a:rPr lang="zh-CN" altLang="en-US" b="0" i="0" smtClean="0"/>
              <a:pPr/>
              <a:t>114</a:t>
            </a:fld>
            <a:endParaRPr lang="en-US" altLang="zh-CN" b="0" i="0" smtClean="0"/>
          </a:p>
        </p:txBody>
      </p:sp>
      <p:sp>
        <p:nvSpPr>
          <p:cNvPr id="13721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BF2C6CA-41E3-4562-B9E4-EDCDAC962B6A}" type="datetime1">
              <a:rPr lang="zh-CN" altLang="en-US" sz="1800" i="0" smtClean="0"/>
              <a:pPr/>
              <a:t>2024/10/20</a:t>
            </a:fld>
            <a:endParaRPr lang="en-US" altLang="zh-CN" sz="1800" i="0" smtClean="0"/>
          </a:p>
        </p:txBody>
      </p:sp>
      <p:sp>
        <p:nvSpPr>
          <p:cNvPr id="748546" name="Rectangle 2"/>
          <p:cNvSpPr>
            <a:spLocks noGrp="1" noChangeArrowheads="1"/>
          </p:cNvSpPr>
          <p:nvPr>
            <p:ph type="title"/>
          </p:nvPr>
        </p:nvSpPr>
        <p:spPr/>
        <p:txBody>
          <a:bodyPr/>
          <a:lstStyle/>
          <a:p>
            <a:pPr>
              <a:defRPr/>
            </a:pPr>
            <a:r>
              <a:rPr lang="en-US" altLang="zh-CN" smtClean="0"/>
              <a:t>7.1 </a:t>
            </a:r>
            <a:r>
              <a:rPr lang="zh-CN" altLang="en-US" smtClean="0"/>
              <a:t>牛顿型埃米特插值公式</a:t>
            </a:r>
          </a:p>
        </p:txBody>
      </p:sp>
      <p:sp>
        <p:nvSpPr>
          <p:cNvPr id="137221" name="Rectangle 3"/>
          <p:cNvSpPr>
            <a:spLocks noGrp="1" noChangeArrowheads="1"/>
          </p:cNvSpPr>
          <p:nvPr>
            <p:ph type="body" idx="1"/>
          </p:nvPr>
        </p:nvSpPr>
        <p:spPr>
          <a:xfrm>
            <a:off x="650875" y="1143000"/>
            <a:ext cx="4589463" cy="768350"/>
          </a:xfrm>
        </p:spPr>
        <p:txBody>
          <a:bodyPr/>
          <a:lstStyle/>
          <a:p>
            <a:r>
              <a:rPr lang="zh-CN" altLang="en-US" smtClean="0"/>
              <a:t>例</a:t>
            </a:r>
            <a:r>
              <a:rPr lang="en-US" altLang="zh-CN" smtClean="0"/>
              <a:t>5.14 </a:t>
            </a:r>
            <a:r>
              <a:rPr lang="zh-CN" altLang="en-US" smtClean="0"/>
              <a:t>已知数值表，求符合表值的埃米特插值公式</a:t>
            </a:r>
            <a:endParaRPr lang="en-US" altLang="zh-CN" smtClean="0"/>
          </a:p>
        </p:txBody>
      </p:sp>
      <p:graphicFrame>
        <p:nvGraphicFramePr>
          <p:cNvPr id="748770" name="Group 226"/>
          <p:cNvGraphicFramePr>
            <a:graphicFrameLocks noGrp="1"/>
          </p:cNvGraphicFramePr>
          <p:nvPr/>
        </p:nvGraphicFramePr>
        <p:xfrm>
          <a:off x="5384800" y="836613"/>
          <a:ext cx="4105275" cy="1298579"/>
        </p:xfrm>
        <a:graphic>
          <a:graphicData uri="http://schemas.openxmlformats.org/drawingml/2006/table">
            <a:tbl>
              <a:tblPr/>
              <a:tblGrid>
                <a:gridCol w="1035050"/>
                <a:gridCol w="1017588"/>
                <a:gridCol w="1027112"/>
                <a:gridCol w="1025525"/>
              </a:tblGrid>
              <a:tr h="432750">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075">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3</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4</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2750">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5</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6</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7</a:t>
                      </a:r>
                    </a:p>
                  </a:txBody>
                  <a:tcPr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48769" name="Group 225"/>
          <p:cNvGraphicFramePr>
            <a:graphicFrameLocks noGrp="1"/>
          </p:cNvGraphicFramePr>
          <p:nvPr/>
        </p:nvGraphicFramePr>
        <p:xfrm>
          <a:off x="415925" y="2133600"/>
          <a:ext cx="9201150" cy="3384550"/>
        </p:xfrm>
        <a:graphic>
          <a:graphicData uri="http://schemas.openxmlformats.org/drawingml/2006/table">
            <a:tbl>
              <a:tblPr/>
              <a:tblGrid>
                <a:gridCol w="593725"/>
                <a:gridCol w="611188"/>
                <a:gridCol w="2827337"/>
                <a:gridCol w="1784350"/>
                <a:gridCol w="1728788"/>
                <a:gridCol w="1655762"/>
              </a:tblGrid>
              <a:tr h="54610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一阶差商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二阶差商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三阶差商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四阶差商</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832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en-US" altLang="zh-CN"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880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en-US" altLang="zh-CN"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832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en-US" altLang="zh-CN"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37299" name="Object 155"/>
          <p:cNvGraphicFramePr>
            <a:graphicFrameLocks noChangeAspect="1"/>
          </p:cNvGraphicFramePr>
          <p:nvPr/>
        </p:nvGraphicFramePr>
        <p:xfrm>
          <a:off x="1568450" y="2997200"/>
          <a:ext cx="2808288" cy="2232025"/>
        </p:xfrm>
        <a:graphic>
          <a:graphicData uri="http://schemas.openxmlformats.org/presentationml/2006/ole">
            <mc:AlternateContent xmlns:mc="http://schemas.openxmlformats.org/markup-compatibility/2006">
              <mc:Choice xmlns:v="urn:schemas-microsoft-com:vml" Requires="v">
                <p:oleObj spid="_x0000_s206896" name="公式" r:id="rId3" imgW="1181100" imgH="1066800" progId="Equation.3">
                  <p:embed/>
                </p:oleObj>
              </mc:Choice>
              <mc:Fallback>
                <p:oleObj name="公式" r:id="rId3" imgW="1181100" imgH="1066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8450" y="2997200"/>
                        <a:ext cx="2808288" cy="223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300" name="Text Box 159"/>
          <p:cNvSpPr txBox="1">
            <a:spLocks noChangeArrowheads="1"/>
          </p:cNvSpPr>
          <p:nvPr/>
        </p:nvSpPr>
        <p:spPr bwMode="auto">
          <a:xfrm>
            <a:off x="5081588" y="3141663"/>
            <a:ext cx="812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lang="en-US" altLang="zh-CN" sz="2800" b="0" i="0"/>
              <a:t>-2</a:t>
            </a:r>
          </a:p>
        </p:txBody>
      </p:sp>
      <p:sp>
        <p:nvSpPr>
          <p:cNvPr id="137301" name="Text Box 186"/>
          <p:cNvSpPr txBox="1">
            <a:spLocks noChangeArrowheads="1"/>
          </p:cNvSpPr>
          <p:nvPr/>
        </p:nvSpPr>
        <p:spPr bwMode="auto">
          <a:xfrm>
            <a:off x="4665663" y="4508500"/>
            <a:ext cx="167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lang="en-US" altLang="zh-CN" sz="2800" b="0" i="0"/>
              <a:t>y’’/2!=3.5</a:t>
            </a:r>
          </a:p>
        </p:txBody>
      </p:sp>
      <p:sp>
        <p:nvSpPr>
          <p:cNvPr id="137302" name="Rectangle 213"/>
          <p:cNvSpPr>
            <a:spLocks noChangeArrowheads="1"/>
          </p:cNvSpPr>
          <p:nvPr/>
        </p:nvSpPr>
        <p:spPr bwMode="auto">
          <a:xfrm>
            <a:off x="6775450" y="3541713"/>
            <a:ext cx="3825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en-US" altLang="zh-CN" sz="2800" i="0"/>
              <a:t>6</a:t>
            </a:r>
          </a:p>
        </p:txBody>
      </p:sp>
      <p:sp>
        <p:nvSpPr>
          <p:cNvPr id="137303" name="Rectangle 214"/>
          <p:cNvSpPr>
            <a:spLocks noChangeArrowheads="1"/>
          </p:cNvSpPr>
          <p:nvPr/>
        </p:nvSpPr>
        <p:spPr bwMode="auto">
          <a:xfrm>
            <a:off x="6608763" y="4206875"/>
            <a:ext cx="798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i="0"/>
              <a:t>-0.5</a:t>
            </a:r>
            <a:endParaRPr lang="zh-CN" altLang="en-US" sz="2800" i="0"/>
          </a:p>
        </p:txBody>
      </p:sp>
      <p:sp>
        <p:nvSpPr>
          <p:cNvPr id="137304" name="Rectangle 220"/>
          <p:cNvSpPr>
            <a:spLocks noChangeArrowheads="1"/>
          </p:cNvSpPr>
          <p:nvPr/>
        </p:nvSpPr>
        <p:spPr bwMode="auto">
          <a:xfrm>
            <a:off x="5153025" y="3933825"/>
            <a:ext cx="382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800" i="0"/>
              <a:t>4</a:t>
            </a:r>
            <a:endParaRPr lang="zh-CN" altLang="en-US" sz="2800" i="0"/>
          </a:p>
        </p:txBody>
      </p:sp>
      <p:graphicFrame>
        <p:nvGraphicFramePr>
          <p:cNvPr id="748767" name="Object 223"/>
          <p:cNvGraphicFramePr>
            <a:graphicFrameLocks noChangeAspect="1"/>
          </p:cNvGraphicFramePr>
          <p:nvPr/>
        </p:nvGraphicFramePr>
        <p:xfrm>
          <a:off x="0" y="5445125"/>
          <a:ext cx="9906000" cy="1138238"/>
        </p:xfrm>
        <a:graphic>
          <a:graphicData uri="http://schemas.openxmlformats.org/presentationml/2006/ole">
            <mc:AlternateContent xmlns:mc="http://schemas.openxmlformats.org/markup-compatibility/2006">
              <mc:Choice xmlns:v="urn:schemas-microsoft-com:vml" Requires="v">
                <p:oleObj spid="_x0000_s206897" name="公式" r:id="rId5" imgW="5194300" imgH="482600" progId="Equation.3">
                  <p:embed/>
                </p:oleObj>
              </mc:Choice>
              <mc:Fallback>
                <p:oleObj name="公式" r:id="rId5" imgW="5194300" imgH="482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445125"/>
                        <a:ext cx="9906000" cy="1138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306" name="Line 224"/>
          <p:cNvSpPr>
            <a:spLocks noChangeShapeType="1"/>
          </p:cNvSpPr>
          <p:nvPr/>
        </p:nvSpPr>
        <p:spPr bwMode="auto">
          <a:xfrm>
            <a:off x="1136650" y="2563813"/>
            <a:ext cx="7418388" cy="1152525"/>
          </a:xfrm>
          <a:prstGeom prst="line">
            <a:avLst/>
          </a:prstGeom>
          <a:noFill/>
          <a:ln w="50800">
            <a:solidFill>
              <a:srgbClr val="FF330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771" name="Oval 227"/>
          <p:cNvSpPr>
            <a:spLocks noChangeArrowheads="1"/>
          </p:cNvSpPr>
          <p:nvPr/>
        </p:nvSpPr>
        <p:spPr bwMode="auto">
          <a:xfrm>
            <a:off x="1371600" y="4191000"/>
            <a:ext cx="3048000" cy="1219200"/>
          </a:xfrm>
          <a:prstGeom prst="ellipse">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extLst>
      <p:ext uri="{BB962C8B-B14F-4D97-AF65-F5344CB8AC3E}">
        <p14:creationId xmlns:p14="http://schemas.microsoft.com/office/powerpoint/2010/main" val="19194606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48767"/>
                                        </p:tgtEl>
                                        <p:attrNameLst>
                                          <p:attrName>style.visibility</p:attrName>
                                        </p:attrNameLst>
                                      </p:cBhvr>
                                      <p:to>
                                        <p:strVal val="visible"/>
                                      </p:to>
                                    </p:set>
                                    <p:anim calcmode="lin" valueType="num">
                                      <p:cBhvr additive="base">
                                        <p:cTn id="7" dur="500" fill="hold"/>
                                        <p:tgtEl>
                                          <p:spTgt spid="748767"/>
                                        </p:tgtEl>
                                        <p:attrNameLst>
                                          <p:attrName>ppt_x</p:attrName>
                                        </p:attrNameLst>
                                      </p:cBhvr>
                                      <p:tavLst>
                                        <p:tav tm="0">
                                          <p:val>
                                            <p:strVal val="#ppt_x"/>
                                          </p:val>
                                        </p:tav>
                                        <p:tav tm="100000">
                                          <p:val>
                                            <p:strVal val="#ppt_x"/>
                                          </p:val>
                                        </p:tav>
                                      </p:tavLst>
                                    </p:anim>
                                    <p:anim calcmode="lin" valueType="num">
                                      <p:cBhvr additive="base">
                                        <p:cTn id="8" dur="500" fill="hold"/>
                                        <p:tgtEl>
                                          <p:spTgt spid="74876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748771"/>
                                        </p:tgtEl>
                                        <p:attrNameLst>
                                          <p:attrName>style.visibility</p:attrName>
                                        </p:attrNameLst>
                                      </p:cBhvr>
                                      <p:to>
                                        <p:strVal val="visible"/>
                                      </p:to>
                                    </p:set>
                                    <p:animEffect transition="in" filter="wipe(up)">
                                      <p:cBhvr>
                                        <p:cTn id="13" dur="500"/>
                                        <p:tgtEl>
                                          <p:spTgt spid="748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771"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0B6EB5B-CC1F-42BC-BD15-4969672F4EB6}" type="slidenum">
              <a:rPr lang="zh-CN" altLang="en-US" b="0" i="0" smtClean="0"/>
              <a:pPr/>
              <a:t>115</a:t>
            </a:fld>
            <a:endParaRPr lang="en-US" altLang="zh-CN" b="0" i="0" smtClean="0"/>
          </a:p>
        </p:txBody>
      </p:sp>
      <p:sp>
        <p:nvSpPr>
          <p:cNvPr id="13824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2E470DE-F6FB-4150-AA4A-DCF0737AE390}" type="datetime1">
              <a:rPr lang="zh-CN" altLang="en-US" sz="1800" i="0" smtClean="0"/>
              <a:pPr/>
              <a:t>2024/10/20</a:t>
            </a:fld>
            <a:endParaRPr lang="en-US" altLang="zh-CN" sz="1800" i="0" smtClean="0"/>
          </a:p>
        </p:txBody>
      </p:sp>
      <p:sp>
        <p:nvSpPr>
          <p:cNvPr id="749570" name="Rectangle 2"/>
          <p:cNvSpPr>
            <a:spLocks noGrp="1" noChangeArrowheads="1"/>
          </p:cNvSpPr>
          <p:nvPr>
            <p:ph type="title"/>
          </p:nvPr>
        </p:nvSpPr>
        <p:spPr/>
        <p:txBody>
          <a:bodyPr/>
          <a:lstStyle/>
          <a:p>
            <a:pPr>
              <a:defRPr/>
            </a:pPr>
            <a:r>
              <a:rPr lang="en-US" altLang="zh-CN" smtClean="0"/>
              <a:t>7.2 </a:t>
            </a:r>
            <a:r>
              <a:rPr lang="zh-CN" altLang="en-US" smtClean="0"/>
              <a:t>降阶型埃米特插值公式</a:t>
            </a:r>
          </a:p>
        </p:txBody>
      </p:sp>
      <p:sp>
        <p:nvSpPr>
          <p:cNvPr id="138245" name="Rectangle 3"/>
          <p:cNvSpPr>
            <a:spLocks noGrp="1" noChangeArrowheads="1"/>
          </p:cNvSpPr>
          <p:nvPr>
            <p:ph type="body" idx="1"/>
          </p:nvPr>
        </p:nvSpPr>
        <p:spPr>
          <a:xfrm>
            <a:off x="650875" y="1143000"/>
            <a:ext cx="8820150" cy="1301750"/>
          </a:xfrm>
        </p:spPr>
        <p:txBody>
          <a:bodyPr/>
          <a:lstStyle/>
          <a:p>
            <a:r>
              <a:rPr lang="zh-CN" altLang="en-US" smtClean="0"/>
              <a:t>这是一种把高次插值多项式逐次转化为低次插值多项式的求取方法</a:t>
            </a:r>
          </a:p>
          <a:p>
            <a:r>
              <a:rPr lang="zh-CN" altLang="en-US" smtClean="0"/>
              <a:t>例</a:t>
            </a:r>
            <a:r>
              <a:rPr lang="en-US" altLang="zh-CN" smtClean="0"/>
              <a:t>5.15</a:t>
            </a:r>
            <a:r>
              <a:rPr lang="zh-CN" altLang="en-US" smtClean="0"/>
              <a:t>求符合表值的埃米特插值公式</a:t>
            </a:r>
            <a:endParaRPr lang="en-US" altLang="zh-CN" smtClean="0"/>
          </a:p>
        </p:txBody>
      </p:sp>
      <p:graphicFrame>
        <p:nvGraphicFramePr>
          <p:cNvPr id="749625" name="Group 57"/>
          <p:cNvGraphicFramePr>
            <a:graphicFrameLocks noGrp="1"/>
          </p:cNvGraphicFramePr>
          <p:nvPr/>
        </p:nvGraphicFramePr>
        <p:xfrm>
          <a:off x="1752600" y="2514600"/>
          <a:ext cx="4895850" cy="1917700"/>
        </p:xfrm>
        <a:graphic>
          <a:graphicData uri="http://schemas.openxmlformats.org/drawingml/2006/table">
            <a:tbl>
              <a:tblPr/>
              <a:tblGrid>
                <a:gridCol w="1223963"/>
                <a:gridCol w="1262062"/>
                <a:gridCol w="1092200"/>
                <a:gridCol w="1317625"/>
              </a:tblGrid>
              <a:tr h="475661">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marT="45737" marB="457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737" marB="457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661">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marT="45737" marB="457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-10</a:t>
                      </a:r>
                    </a:p>
                  </a:txBody>
                  <a:tcPr marT="45737" marB="457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717">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37" marB="457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marT="45737" marB="457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661">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marT="45737" marB="457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6</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30</a:t>
                      </a:r>
                    </a:p>
                  </a:txBody>
                  <a:tcPr marT="45737" marB="457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49599" name="Object 31"/>
          <p:cNvGraphicFramePr>
            <a:graphicFrameLocks noChangeAspect="1"/>
          </p:cNvGraphicFramePr>
          <p:nvPr/>
        </p:nvGraphicFramePr>
        <p:xfrm>
          <a:off x="6934200" y="2971800"/>
          <a:ext cx="2620963" cy="1028700"/>
        </p:xfrm>
        <a:graphic>
          <a:graphicData uri="http://schemas.openxmlformats.org/presentationml/2006/ole">
            <mc:AlternateContent xmlns:mc="http://schemas.openxmlformats.org/markup-compatibility/2006">
              <mc:Choice xmlns:v="urn:schemas-microsoft-com:vml" Requires="v">
                <p:oleObj spid="_x0000_s207943" name="Equation" r:id="rId3" imgW="990170" imgH="444307" progId="Equation.3">
                  <p:embed/>
                </p:oleObj>
              </mc:Choice>
              <mc:Fallback>
                <p:oleObj name="Equation" r:id="rId3" imgW="990170" imgH="44430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2971800"/>
                        <a:ext cx="2620963"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9629" name="Group 61"/>
          <p:cNvGraphicFramePr>
            <a:graphicFrameLocks noGrp="1"/>
          </p:cNvGraphicFramePr>
          <p:nvPr/>
        </p:nvGraphicFramePr>
        <p:xfrm>
          <a:off x="2895600" y="4652963"/>
          <a:ext cx="3733800" cy="757237"/>
        </p:xfrm>
        <a:graphic>
          <a:graphicData uri="http://schemas.openxmlformats.org/drawingml/2006/table">
            <a:tbl>
              <a:tblPr/>
              <a:tblGrid>
                <a:gridCol w="933450"/>
                <a:gridCol w="933450"/>
                <a:gridCol w="933450"/>
                <a:gridCol w="933450"/>
              </a:tblGrid>
              <a:tr h="376238">
                <a:tc>
                  <a:txBody>
                    <a:bodyPr/>
                    <a:lstStyle/>
                    <a:p>
                      <a:pPr marL="0" marR="0" lvl="0" indent="0" algn="l" defTabSz="914400"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0999">
                <a:tc>
                  <a:txBody>
                    <a:bodyPr/>
                    <a:lstStyle/>
                    <a:p>
                      <a:pPr marL="0" marR="0" lvl="0" indent="0" algn="l" defTabSz="914400"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6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49622" name="Object 54"/>
          <p:cNvGraphicFramePr>
            <a:graphicFrameLocks noChangeAspect="1"/>
          </p:cNvGraphicFramePr>
          <p:nvPr/>
        </p:nvGraphicFramePr>
        <p:xfrm>
          <a:off x="1066800" y="5410200"/>
          <a:ext cx="6264275" cy="617538"/>
        </p:xfrm>
        <a:graphic>
          <a:graphicData uri="http://schemas.openxmlformats.org/presentationml/2006/ole">
            <mc:AlternateContent xmlns:mc="http://schemas.openxmlformats.org/markup-compatibility/2006">
              <mc:Choice xmlns:v="urn:schemas-microsoft-com:vml" Requires="v">
                <p:oleObj spid="_x0000_s207944" name="公式" r:id="rId5" imgW="2222500" imgH="228600" progId="Equation.3">
                  <p:embed/>
                </p:oleObj>
              </mc:Choice>
              <mc:Fallback>
                <p:oleObj name="公式" r:id="rId5" imgW="22225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5410200"/>
                        <a:ext cx="6264275" cy="617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9626" name="Rectangle 58"/>
          <p:cNvSpPr>
            <a:spLocks noChangeArrowheads="1"/>
          </p:cNvSpPr>
          <p:nvPr/>
        </p:nvSpPr>
        <p:spPr bwMode="auto">
          <a:xfrm>
            <a:off x="533400" y="4565650"/>
            <a:ext cx="88201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解</a:t>
            </a:r>
            <a:r>
              <a:rPr lang="zh-CN" altLang="en-US" sz="2800" i="0">
                <a:latin typeface="Times New Roman" pitchFamily="18" charset="0"/>
                <a:ea typeface="黑体" pitchFamily="49" charset="-122"/>
                <a:sym typeface="Wingdings" pitchFamily="2" charset="2"/>
              </a:rPr>
              <a:t>:  (1) 根据 </a:t>
            </a:r>
            <a:endParaRPr lang="en-US" altLang="zh-CN" sz="2800" i="0">
              <a:latin typeface="Times New Roman" pitchFamily="18" charset="0"/>
              <a:ea typeface="黑体" pitchFamily="49" charset="-122"/>
            </a:endParaRPr>
          </a:p>
        </p:txBody>
      </p:sp>
      <p:graphicFrame>
        <p:nvGraphicFramePr>
          <p:cNvPr id="749630" name="Object 62"/>
          <p:cNvGraphicFramePr>
            <a:graphicFrameLocks noChangeAspect="1"/>
          </p:cNvGraphicFramePr>
          <p:nvPr/>
        </p:nvGraphicFramePr>
        <p:xfrm>
          <a:off x="1517650" y="6019800"/>
          <a:ext cx="6802438" cy="554038"/>
        </p:xfrm>
        <a:graphic>
          <a:graphicData uri="http://schemas.openxmlformats.org/presentationml/2006/ole">
            <mc:AlternateContent xmlns:mc="http://schemas.openxmlformats.org/markup-compatibility/2006">
              <mc:Choice xmlns:v="urn:schemas-microsoft-com:vml" Requires="v">
                <p:oleObj spid="_x0000_s207945" name="Equation" r:id="rId7" imgW="2806700" imgH="228600" progId="Equation.3">
                  <p:embed/>
                </p:oleObj>
              </mc:Choice>
              <mc:Fallback>
                <p:oleObj name="Equation" r:id="rId7" imgW="28067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7650" y="6019800"/>
                        <a:ext cx="6802438"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52832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49625"/>
                                        </p:tgtEl>
                                        <p:attrNameLst>
                                          <p:attrName>style.visibility</p:attrName>
                                        </p:attrNameLst>
                                      </p:cBhvr>
                                      <p:to>
                                        <p:strVal val="visible"/>
                                      </p:to>
                                    </p:set>
                                    <p:anim calcmode="lin" valueType="num">
                                      <p:cBhvr additive="base">
                                        <p:cTn id="7" dur="500" fill="hold"/>
                                        <p:tgtEl>
                                          <p:spTgt spid="749625"/>
                                        </p:tgtEl>
                                        <p:attrNameLst>
                                          <p:attrName>ppt_x</p:attrName>
                                        </p:attrNameLst>
                                      </p:cBhvr>
                                      <p:tavLst>
                                        <p:tav tm="0">
                                          <p:val>
                                            <p:strVal val="#ppt_x"/>
                                          </p:val>
                                        </p:tav>
                                        <p:tav tm="100000">
                                          <p:val>
                                            <p:strVal val="#ppt_x"/>
                                          </p:val>
                                        </p:tav>
                                      </p:tavLst>
                                    </p:anim>
                                    <p:anim calcmode="lin" valueType="num">
                                      <p:cBhvr additive="base">
                                        <p:cTn id="8" dur="500" fill="hold"/>
                                        <p:tgtEl>
                                          <p:spTgt spid="74962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49599"/>
                                        </p:tgtEl>
                                        <p:attrNameLst>
                                          <p:attrName>style.visibility</p:attrName>
                                        </p:attrNameLst>
                                      </p:cBhvr>
                                      <p:to>
                                        <p:strVal val="visible"/>
                                      </p:to>
                                    </p:set>
                                    <p:anim calcmode="lin" valueType="num">
                                      <p:cBhvr additive="base">
                                        <p:cTn id="13" dur="500" fill="hold"/>
                                        <p:tgtEl>
                                          <p:spTgt spid="749599"/>
                                        </p:tgtEl>
                                        <p:attrNameLst>
                                          <p:attrName>ppt_x</p:attrName>
                                        </p:attrNameLst>
                                      </p:cBhvr>
                                      <p:tavLst>
                                        <p:tav tm="0">
                                          <p:val>
                                            <p:strVal val="#ppt_x"/>
                                          </p:val>
                                        </p:tav>
                                        <p:tav tm="100000">
                                          <p:val>
                                            <p:strVal val="#ppt_x"/>
                                          </p:val>
                                        </p:tav>
                                      </p:tavLst>
                                    </p:anim>
                                    <p:anim calcmode="lin" valueType="num">
                                      <p:cBhvr additive="base">
                                        <p:cTn id="14" dur="500" fill="hold"/>
                                        <p:tgtEl>
                                          <p:spTgt spid="74959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749626"/>
                                        </p:tgtEl>
                                        <p:attrNameLst>
                                          <p:attrName>style.visibility</p:attrName>
                                        </p:attrNameLst>
                                      </p:cBhvr>
                                      <p:to>
                                        <p:strVal val="visible"/>
                                      </p:to>
                                    </p:set>
                                    <p:animEffect transition="in" filter="wipe(up)">
                                      <p:cBhvr>
                                        <p:cTn id="19" dur="500"/>
                                        <p:tgtEl>
                                          <p:spTgt spid="749626"/>
                                        </p:tgtEl>
                                      </p:cBhvr>
                                    </p:animEffect>
                                  </p:childTnLst>
                                </p:cTn>
                              </p:par>
                            </p:childTnLst>
                          </p:cTn>
                        </p:par>
                        <p:par>
                          <p:cTn id="20" fill="hold" nodeType="afterGroup">
                            <p:stCondLst>
                              <p:cond delay="500"/>
                            </p:stCondLst>
                            <p:childTnLst>
                              <p:par>
                                <p:cTn id="21" presetID="2" presetClass="entr" presetSubtype="4" fill="hold" nodeType="afterEffect">
                                  <p:stCondLst>
                                    <p:cond delay="0"/>
                                  </p:stCondLst>
                                  <p:childTnLst>
                                    <p:set>
                                      <p:cBhvr>
                                        <p:cTn id="22" dur="1" fill="hold">
                                          <p:stCondLst>
                                            <p:cond delay="0"/>
                                          </p:stCondLst>
                                        </p:cTn>
                                        <p:tgtEl>
                                          <p:spTgt spid="749629"/>
                                        </p:tgtEl>
                                        <p:attrNameLst>
                                          <p:attrName>style.visibility</p:attrName>
                                        </p:attrNameLst>
                                      </p:cBhvr>
                                      <p:to>
                                        <p:strVal val="visible"/>
                                      </p:to>
                                    </p:set>
                                    <p:anim calcmode="lin" valueType="num">
                                      <p:cBhvr additive="base">
                                        <p:cTn id="23" dur="500" fill="hold"/>
                                        <p:tgtEl>
                                          <p:spTgt spid="749629"/>
                                        </p:tgtEl>
                                        <p:attrNameLst>
                                          <p:attrName>ppt_x</p:attrName>
                                        </p:attrNameLst>
                                      </p:cBhvr>
                                      <p:tavLst>
                                        <p:tav tm="0">
                                          <p:val>
                                            <p:strVal val="#ppt_x"/>
                                          </p:val>
                                        </p:tav>
                                        <p:tav tm="100000">
                                          <p:val>
                                            <p:strVal val="#ppt_x"/>
                                          </p:val>
                                        </p:tav>
                                      </p:tavLst>
                                    </p:anim>
                                    <p:anim calcmode="lin" valueType="num">
                                      <p:cBhvr additive="base">
                                        <p:cTn id="24" dur="500" fill="hold"/>
                                        <p:tgtEl>
                                          <p:spTgt spid="749629"/>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749622"/>
                                        </p:tgtEl>
                                        <p:attrNameLst>
                                          <p:attrName>style.visibility</p:attrName>
                                        </p:attrNameLst>
                                      </p:cBhvr>
                                      <p:to>
                                        <p:strVal val="visible"/>
                                      </p:to>
                                    </p:set>
                                    <p:anim calcmode="lin" valueType="num">
                                      <p:cBhvr additive="base">
                                        <p:cTn id="29" dur="500" fill="hold"/>
                                        <p:tgtEl>
                                          <p:spTgt spid="749622"/>
                                        </p:tgtEl>
                                        <p:attrNameLst>
                                          <p:attrName>ppt_x</p:attrName>
                                        </p:attrNameLst>
                                      </p:cBhvr>
                                      <p:tavLst>
                                        <p:tav tm="0">
                                          <p:val>
                                            <p:strVal val="#ppt_x"/>
                                          </p:val>
                                        </p:tav>
                                        <p:tav tm="100000">
                                          <p:val>
                                            <p:strVal val="#ppt_x"/>
                                          </p:val>
                                        </p:tav>
                                      </p:tavLst>
                                    </p:anim>
                                    <p:anim calcmode="lin" valueType="num">
                                      <p:cBhvr additive="base">
                                        <p:cTn id="30" dur="500" fill="hold"/>
                                        <p:tgtEl>
                                          <p:spTgt spid="74962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749630"/>
                                        </p:tgtEl>
                                        <p:attrNameLst>
                                          <p:attrName>style.visibility</p:attrName>
                                        </p:attrNameLst>
                                      </p:cBhvr>
                                      <p:to>
                                        <p:strVal val="visible"/>
                                      </p:to>
                                    </p:set>
                                    <p:animEffect transition="in" filter="wipe(up)">
                                      <p:cBhvr>
                                        <p:cTn id="35" dur="500"/>
                                        <p:tgtEl>
                                          <p:spTgt spid="749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626"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923E647-DC7E-4927-AE65-4B211B313260}" type="slidenum">
              <a:rPr lang="zh-CN" altLang="en-US" b="0" i="0" smtClean="0"/>
              <a:pPr/>
              <a:t>116</a:t>
            </a:fld>
            <a:endParaRPr lang="en-US" altLang="zh-CN" b="0" i="0" smtClean="0"/>
          </a:p>
        </p:txBody>
      </p:sp>
      <p:sp>
        <p:nvSpPr>
          <p:cNvPr id="13926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1F6AB84-850F-455C-BC23-DCCB8293D743}" type="datetime1">
              <a:rPr lang="zh-CN" altLang="en-US" sz="1800" i="0" smtClean="0"/>
              <a:pPr/>
              <a:t>2024/10/20</a:t>
            </a:fld>
            <a:endParaRPr lang="en-US" altLang="zh-CN" sz="1800" i="0" smtClean="0"/>
          </a:p>
        </p:txBody>
      </p:sp>
      <p:sp>
        <p:nvSpPr>
          <p:cNvPr id="750594" name="Rectangle 2"/>
          <p:cNvSpPr>
            <a:spLocks noGrp="1" noChangeArrowheads="1"/>
          </p:cNvSpPr>
          <p:nvPr>
            <p:ph type="title"/>
          </p:nvPr>
        </p:nvSpPr>
        <p:spPr/>
        <p:txBody>
          <a:bodyPr/>
          <a:lstStyle/>
          <a:p>
            <a:pPr>
              <a:defRPr/>
            </a:pPr>
            <a:r>
              <a:rPr lang="en-US" altLang="zh-CN" smtClean="0"/>
              <a:t>7.2 </a:t>
            </a:r>
            <a:r>
              <a:rPr lang="zh-CN" altLang="en-US" smtClean="0"/>
              <a:t>降阶型埃米特插值公式</a:t>
            </a:r>
          </a:p>
        </p:txBody>
      </p:sp>
      <p:graphicFrame>
        <p:nvGraphicFramePr>
          <p:cNvPr id="139269" name="Object 4"/>
          <p:cNvGraphicFramePr>
            <a:graphicFrameLocks noChangeAspect="1"/>
          </p:cNvGraphicFramePr>
          <p:nvPr/>
        </p:nvGraphicFramePr>
        <p:xfrm>
          <a:off x="984250" y="1141413"/>
          <a:ext cx="8004175" cy="552450"/>
        </p:xfrm>
        <a:graphic>
          <a:graphicData uri="http://schemas.openxmlformats.org/presentationml/2006/ole">
            <mc:AlternateContent xmlns:mc="http://schemas.openxmlformats.org/markup-compatibility/2006">
              <mc:Choice xmlns:v="urn:schemas-microsoft-com:vml" Requires="v">
                <p:oleObj spid="_x0000_s208990" name="Equation" r:id="rId3" imgW="3302000" imgH="228600" progId="Equation.3">
                  <p:embed/>
                </p:oleObj>
              </mc:Choice>
              <mc:Fallback>
                <p:oleObj name="Equation" r:id="rId3" imgW="33020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50" y="1141413"/>
                        <a:ext cx="8004175"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0597" name="Object 5"/>
          <p:cNvGraphicFramePr>
            <a:graphicFrameLocks noChangeAspect="1"/>
          </p:cNvGraphicFramePr>
          <p:nvPr/>
        </p:nvGraphicFramePr>
        <p:xfrm>
          <a:off x="2971800" y="3589338"/>
          <a:ext cx="5638800" cy="1687512"/>
        </p:xfrm>
        <a:graphic>
          <a:graphicData uri="http://schemas.openxmlformats.org/presentationml/2006/ole">
            <mc:AlternateContent xmlns:mc="http://schemas.openxmlformats.org/markup-compatibility/2006">
              <mc:Choice xmlns:v="urn:schemas-microsoft-com:vml" Requires="v">
                <p:oleObj spid="_x0000_s208991" name="Equation" r:id="rId5" imgW="1562100" imgH="711200" progId="Equation.3">
                  <p:embed/>
                </p:oleObj>
              </mc:Choice>
              <mc:Fallback>
                <p:oleObj name="Equation" r:id="rId5" imgW="1562100" imgH="711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3589338"/>
                        <a:ext cx="5638800" cy="168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0598" name="Object 6"/>
          <p:cNvGraphicFramePr>
            <a:graphicFrameLocks noChangeAspect="1"/>
          </p:cNvGraphicFramePr>
          <p:nvPr/>
        </p:nvGraphicFramePr>
        <p:xfrm>
          <a:off x="146050" y="1676400"/>
          <a:ext cx="9759950" cy="1851025"/>
        </p:xfrm>
        <a:graphic>
          <a:graphicData uri="http://schemas.openxmlformats.org/presentationml/2006/ole">
            <mc:AlternateContent xmlns:mc="http://schemas.openxmlformats.org/markup-compatibility/2006">
              <mc:Choice xmlns:v="urn:schemas-microsoft-com:vml" Requires="v">
                <p:oleObj spid="_x0000_s208992" name="Equation" r:id="rId7" imgW="4025900" imgH="749300" progId="Equation.3">
                  <p:embed/>
                </p:oleObj>
              </mc:Choice>
              <mc:Fallback>
                <p:oleObj name="Equation" r:id="rId7" imgW="4025900" imgH="749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050" y="1676400"/>
                        <a:ext cx="9759950" cy="185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0599" name="Object 7"/>
          <p:cNvGraphicFramePr>
            <a:graphicFrameLocks noChangeAspect="1"/>
          </p:cNvGraphicFramePr>
          <p:nvPr/>
        </p:nvGraphicFramePr>
        <p:xfrm>
          <a:off x="2740025" y="5373688"/>
          <a:ext cx="7089775" cy="1209675"/>
        </p:xfrm>
        <a:graphic>
          <a:graphicData uri="http://schemas.openxmlformats.org/presentationml/2006/ole">
            <mc:AlternateContent xmlns:mc="http://schemas.openxmlformats.org/markup-compatibility/2006">
              <mc:Choice xmlns:v="urn:schemas-microsoft-com:vml" Requires="v">
                <p:oleObj spid="_x0000_s208993" name="公式" r:id="rId9" imgW="2679700" imgH="457200" progId="Equation.3">
                  <p:embed/>
                </p:oleObj>
              </mc:Choice>
              <mc:Fallback>
                <p:oleObj name="公式" r:id="rId9" imgW="267970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0025" y="5373688"/>
                        <a:ext cx="7089775"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0633" name="Group 41"/>
          <p:cNvGraphicFramePr>
            <a:graphicFrameLocks noGrp="1"/>
          </p:cNvGraphicFramePr>
          <p:nvPr/>
        </p:nvGraphicFramePr>
        <p:xfrm>
          <a:off x="381000" y="3733800"/>
          <a:ext cx="2133600" cy="1917700"/>
        </p:xfrm>
        <a:graphic>
          <a:graphicData uri="http://schemas.openxmlformats.org/drawingml/2006/table">
            <a:tbl>
              <a:tblPr/>
              <a:tblGrid>
                <a:gridCol w="457200"/>
                <a:gridCol w="457200"/>
                <a:gridCol w="533400"/>
                <a:gridCol w="685800"/>
              </a:tblGrid>
              <a:tr h="475661">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marT="45737" marB="457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y”</a:t>
                      </a:r>
                    </a:p>
                  </a:txBody>
                  <a:tcPr marT="45737" marB="457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661">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marT="45737" marB="457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-10</a:t>
                      </a:r>
                    </a:p>
                  </a:txBody>
                  <a:tcPr marT="45737" marB="457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717">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37" marB="457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marT="45737" marB="457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661">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marT="45737" marB="457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6</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30</a:t>
                      </a:r>
                    </a:p>
                  </a:txBody>
                  <a:tcPr marT="45737" marB="457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817216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50598"/>
                                        </p:tgtEl>
                                        <p:attrNameLst>
                                          <p:attrName>style.visibility</p:attrName>
                                        </p:attrNameLst>
                                      </p:cBhvr>
                                      <p:to>
                                        <p:strVal val="visible"/>
                                      </p:to>
                                    </p:set>
                                    <p:anim calcmode="lin" valueType="num">
                                      <p:cBhvr additive="base">
                                        <p:cTn id="7" dur="500" fill="hold"/>
                                        <p:tgtEl>
                                          <p:spTgt spid="750598"/>
                                        </p:tgtEl>
                                        <p:attrNameLst>
                                          <p:attrName>ppt_x</p:attrName>
                                        </p:attrNameLst>
                                      </p:cBhvr>
                                      <p:tavLst>
                                        <p:tav tm="0">
                                          <p:val>
                                            <p:strVal val="#ppt_x"/>
                                          </p:val>
                                        </p:tav>
                                        <p:tav tm="100000">
                                          <p:val>
                                            <p:strVal val="#ppt_x"/>
                                          </p:val>
                                        </p:tav>
                                      </p:tavLst>
                                    </p:anim>
                                    <p:anim calcmode="lin" valueType="num">
                                      <p:cBhvr additive="base">
                                        <p:cTn id="8" dur="500" fill="hold"/>
                                        <p:tgtEl>
                                          <p:spTgt spid="75059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50633"/>
                                        </p:tgtEl>
                                        <p:attrNameLst>
                                          <p:attrName>style.visibility</p:attrName>
                                        </p:attrNameLst>
                                      </p:cBhvr>
                                      <p:to>
                                        <p:strVal val="visible"/>
                                      </p:to>
                                    </p:set>
                                    <p:anim calcmode="lin" valueType="num">
                                      <p:cBhvr additive="base">
                                        <p:cTn id="13" dur="500" fill="hold"/>
                                        <p:tgtEl>
                                          <p:spTgt spid="750633"/>
                                        </p:tgtEl>
                                        <p:attrNameLst>
                                          <p:attrName>ppt_x</p:attrName>
                                        </p:attrNameLst>
                                      </p:cBhvr>
                                      <p:tavLst>
                                        <p:tav tm="0">
                                          <p:val>
                                            <p:strVal val="#ppt_x"/>
                                          </p:val>
                                        </p:tav>
                                        <p:tav tm="100000">
                                          <p:val>
                                            <p:strVal val="#ppt_x"/>
                                          </p:val>
                                        </p:tav>
                                      </p:tavLst>
                                    </p:anim>
                                    <p:anim calcmode="lin" valueType="num">
                                      <p:cBhvr additive="base">
                                        <p:cTn id="14" dur="500" fill="hold"/>
                                        <p:tgtEl>
                                          <p:spTgt spid="75063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750597"/>
                                        </p:tgtEl>
                                        <p:attrNameLst>
                                          <p:attrName>style.visibility</p:attrName>
                                        </p:attrNameLst>
                                      </p:cBhvr>
                                      <p:to>
                                        <p:strVal val="visible"/>
                                      </p:to>
                                    </p:set>
                                    <p:animEffect transition="in" filter="blinds(horizontal)">
                                      <p:cBhvr>
                                        <p:cTn id="19" dur="500"/>
                                        <p:tgtEl>
                                          <p:spTgt spid="75059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750599"/>
                                        </p:tgtEl>
                                        <p:attrNameLst>
                                          <p:attrName>style.visibility</p:attrName>
                                        </p:attrNameLst>
                                      </p:cBhvr>
                                      <p:to>
                                        <p:strVal val="visible"/>
                                      </p:to>
                                    </p:set>
                                    <p:animEffect transition="in" filter="blinds(horizontal)">
                                      <p:cBhvr>
                                        <p:cTn id="24" dur="500"/>
                                        <p:tgtEl>
                                          <p:spTgt spid="750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F427189-0DAC-452C-85C1-0FE27F7AF8F6}" type="slidenum">
              <a:rPr lang="zh-CN" altLang="en-US" b="0" i="0" smtClean="0"/>
              <a:pPr/>
              <a:t>117</a:t>
            </a:fld>
            <a:endParaRPr lang="en-US" altLang="zh-CN" b="0" i="0" smtClean="0"/>
          </a:p>
        </p:txBody>
      </p:sp>
      <p:sp>
        <p:nvSpPr>
          <p:cNvPr id="14029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8E476DD-6346-4F24-A068-5E250D5331C4}" type="datetime1">
              <a:rPr lang="zh-CN" altLang="en-US" sz="1800" i="0" smtClean="0"/>
              <a:pPr/>
              <a:t>2024/10/20</a:t>
            </a:fld>
            <a:endParaRPr lang="en-US" altLang="zh-CN" sz="1800" i="0" smtClean="0"/>
          </a:p>
        </p:txBody>
      </p:sp>
      <p:sp>
        <p:nvSpPr>
          <p:cNvPr id="751618" name="Rectangle 2"/>
          <p:cNvSpPr>
            <a:spLocks noGrp="1" noChangeArrowheads="1"/>
          </p:cNvSpPr>
          <p:nvPr>
            <p:ph type="title"/>
          </p:nvPr>
        </p:nvSpPr>
        <p:spPr/>
        <p:txBody>
          <a:bodyPr/>
          <a:lstStyle/>
          <a:p>
            <a:pPr>
              <a:defRPr/>
            </a:pPr>
            <a:r>
              <a:rPr lang="en-US" altLang="zh-CN" smtClean="0"/>
              <a:t>7.2 </a:t>
            </a:r>
            <a:r>
              <a:rPr lang="zh-CN" altLang="en-US" smtClean="0"/>
              <a:t>降阶型埃米特插值公式</a:t>
            </a:r>
          </a:p>
        </p:txBody>
      </p:sp>
      <p:graphicFrame>
        <p:nvGraphicFramePr>
          <p:cNvPr id="751658" name="Group 42"/>
          <p:cNvGraphicFramePr>
            <a:graphicFrameLocks noGrp="1"/>
          </p:cNvGraphicFramePr>
          <p:nvPr/>
        </p:nvGraphicFramePr>
        <p:xfrm>
          <a:off x="3276600" y="1295400"/>
          <a:ext cx="4191000" cy="1552575"/>
        </p:xfrm>
        <a:graphic>
          <a:graphicData uri="http://schemas.openxmlformats.org/drawingml/2006/table">
            <a:tbl>
              <a:tblPr/>
              <a:tblGrid>
                <a:gridCol w="1143000"/>
                <a:gridCol w="893763"/>
                <a:gridCol w="990600"/>
                <a:gridCol w="1163637"/>
              </a:tblGrid>
              <a:tr h="51752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52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P</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5</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1752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P’</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5</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51652" name="Object 36"/>
          <p:cNvGraphicFramePr>
            <a:graphicFrameLocks noChangeAspect="1"/>
          </p:cNvGraphicFramePr>
          <p:nvPr/>
        </p:nvGraphicFramePr>
        <p:xfrm>
          <a:off x="401638" y="3048000"/>
          <a:ext cx="9504362" cy="1690688"/>
        </p:xfrm>
        <a:graphic>
          <a:graphicData uri="http://schemas.openxmlformats.org/presentationml/2006/ole">
            <mc:AlternateContent xmlns:mc="http://schemas.openxmlformats.org/markup-compatibility/2006">
              <mc:Choice xmlns:v="urn:schemas-microsoft-com:vml" Requires="v">
                <p:oleObj spid="_x0000_s209968" name="公式" r:id="rId3" imgW="4140200" imgH="736600" progId="Equation.3">
                  <p:embed/>
                </p:oleObj>
              </mc:Choice>
              <mc:Fallback>
                <p:oleObj name="公式" r:id="rId3" imgW="4140200" imgH="736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638" y="3048000"/>
                        <a:ext cx="9504362" cy="169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1655" name="Object 39"/>
          <p:cNvGraphicFramePr>
            <a:graphicFrameLocks noChangeAspect="1"/>
          </p:cNvGraphicFramePr>
          <p:nvPr/>
        </p:nvGraphicFramePr>
        <p:xfrm>
          <a:off x="1447800" y="4953000"/>
          <a:ext cx="5427663" cy="1057275"/>
        </p:xfrm>
        <a:graphic>
          <a:graphicData uri="http://schemas.openxmlformats.org/presentationml/2006/ole">
            <mc:AlternateContent xmlns:mc="http://schemas.openxmlformats.org/markup-compatibility/2006">
              <mc:Choice xmlns:v="urn:schemas-microsoft-com:vml" Requires="v">
                <p:oleObj spid="_x0000_s209969" name="公式" r:id="rId5" imgW="2349500" imgH="457200" progId="Equation.3">
                  <p:embed/>
                </p:oleObj>
              </mc:Choice>
              <mc:Fallback>
                <p:oleObj name="公式" r:id="rId5" imgW="23495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4953000"/>
                        <a:ext cx="5427663"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17" name="Rectangle 40"/>
          <p:cNvSpPr>
            <a:spLocks noChangeArrowheads="1"/>
          </p:cNvSpPr>
          <p:nvPr/>
        </p:nvSpPr>
        <p:spPr bwMode="auto">
          <a:xfrm>
            <a:off x="533400" y="1295400"/>
            <a:ext cx="88201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sym typeface="Wingdings" pitchFamily="2" charset="2"/>
              </a:rPr>
              <a:t> (3) 根据 </a:t>
            </a:r>
            <a:endParaRPr lang="en-US" altLang="zh-CN" sz="2800" i="0">
              <a:latin typeface="Times New Roman" pitchFamily="18" charset="0"/>
              <a:ea typeface="黑体" pitchFamily="49" charset="-122"/>
            </a:endParaRPr>
          </a:p>
        </p:txBody>
      </p:sp>
    </p:spTree>
    <p:extLst>
      <p:ext uri="{BB962C8B-B14F-4D97-AF65-F5344CB8AC3E}">
        <p14:creationId xmlns:p14="http://schemas.microsoft.com/office/powerpoint/2010/main" val="3128502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51652"/>
                                        </p:tgtEl>
                                        <p:attrNameLst>
                                          <p:attrName>style.visibility</p:attrName>
                                        </p:attrNameLst>
                                      </p:cBhvr>
                                      <p:to>
                                        <p:strVal val="visible"/>
                                      </p:to>
                                    </p:set>
                                    <p:animEffect transition="in" filter="box(in)">
                                      <p:cBhvr>
                                        <p:cTn id="7" dur="500"/>
                                        <p:tgtEl>
                                          <p:spTgt spid="751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51655"/>
                                        </p:tgtEl>
                                        <p:attrNameLst>
                                          <p:attrName>style.visibility</p:attrName>
                                        </p:attrNameLst>
                                      </p:cBhvr>
                                      <p:to>
                                        <p:strVal val="visible"/>
                                      </p:to>
                                    </p:set>
                                    <p:animEffect transition="in" filter="wipe(up)">
                                      <p:cBhvr>
                                        <p:cTn id="12" dur="500"/>
                                        <p:tgtEl>
                                          <p:spTgt spid="751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B75232A-629C-4281-B483-94A49AB8BACC}" type="slidenum">
              <a:rPr lang="zh-CN" altLang="en-US" b="0" i="0" smtClean="0"/>
              <a:pPr/>
              <a:t>118</a:t>
            </a:fld>
            <a:endParaRPr lang="en-US" altLang="zh-CN" b="0" i="0" smtClean="0"/>
          </a:p>
        </p:txBody>
      </p:sp>
      <p:sp>
        <p:nvSpPr>
          <p:cNvPr id="14131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8B3E676-089F-4C80-B63C-517DBF519D1E}" type="datetime1">
              <a:rPr lang="zh-CN" altLang="en-US" sz="1800" i="0" smtClean="0"/>
              <a:pPr/>
              <a:t>2024/10/20</a:t>
            </a:fld>
            <a:endParaRPr lang="en-US" altLang="zh-CN" sz="1800" i="0" smtClean="0"/>
          </a:p>
        </p:txBody>
      </p:sp>
      <p:sp>
        <p:nvSpPr>
          <p:cNvPr id="752642" name="Rectangle 2"/>
          <p:cNvSpPr>
            <a:spLocks noGrp="1" noChangeArrowheads="1"/>
          </p:cNvSpPr>
          <p:nvPr>
            <p:ph type="title"/>
          </p:nvPr>
        </p:nvSpPr>
        <p:spPr/>
        <p:txBody>
          <a:bodyPr/>
          <a:lstStyle/>
          <a:p>
            <a:pPr>
              <a:defRPr/>
            </a:pPr>
            <a:r>
              <a:rPr lang="en-US" altLang="zh-CN" smtClean="0"/>
              <a:t>7.2 </a:t>
            </a:r>
            <a:r>
              <a:rPr lang="zh-CN" altLang="en-US" smtClean="0"/>
              <a:t>降阶型埃米特插值公式</a:t>
            </a:r>
          </a:p>
        </p:txBody>
      </p:sp>
      <p:graphicFrame>
        <p:nvGraphicFramePr>
          <p:cNvPr id="752671" name="Group 31"/>
          <p:cNvGraphicFramePr>
            <a:graphicFrameLocks noGrp="1"/>
          </p:cNvGraphicFramePr>
          <p:nvPr/>
        </p:nvGraphicFramePr>
        <p:xfrm>
          <a:off x="2514600" y="1447800"/>
          <a:ext cx="4824413" cy="950924"/>
        </p:xfrm>
        <a:graphic>
          <a:graphicData uri="http://schemas.openxmlformats.org/drawingml/2006/table">
            <a:tbl>
              <a:tblPr/>
              <a:tblGrid>
                <a:gridCol w="1206500"/>
                <a:gridCol w="1206500"/>
                <a:gridCol w="1187450"/>
                <a:gridCol w="1223963"/>
              </a:tblGrid>
              <a:tr h="475457">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2</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5457">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P</a:t>
                      </a:r>
                      <a:r>
                        <a:rPr kumimoji="0" lang="en-US" altLang="zh-CN" sz="2800" b="1" i="0" u="none" strike="noStrike" cap="none" normalizeH="0" baseline="-25000" smtClean="0">
                          <a:ln>
                            <a:noFill/>
                          </a:ln>
                          <a:solidFill>
                            <a:schemeClr val="tx1"/>
                          </a:solidFill>
                          <a:effectLst/>
                          <a:latin typeface="Times New Roman" pitchFamily="18" charset="0"/>
                          <a:ea typeface="黑体" pitchFamily="49" charset="-122"/>
                        </a:rPr>
                        <a:t>2</a:t>
                      </a: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(x)</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黑体" pitchFamily="49" charset="-122"/>
                        </a:rPr>
                        <a:t>1</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1334" name="Object 22"/>
          <p:cNvGraphicFramePr>
            <a:graphicFrameLocks noChangeAspect="1"/>
          </p:cNvGraphicFramePr>
          <p:nvPr/>
        </p:nvGraphicFramePr>
        <p:xfrm>
          <a:off x="1066800" y="2667000"/>
          <a:ext cx="5256213" cy="679450"/>
        </p:xfrm>
        <a:graphic>
          <a:graphicData uri="http://schemas.openxmlformats.org/presentationml/2006/ole">
            <mc:AlternateContent xmlns:mc="http://schemas.openxmlformats.org/markup-compatibility/2006">
              <mc:Choice xmlns:v="urn:schemas-microsoft-com:vml" Requires="v">
                <p:oleObj spid="_x0000_s211015" name="公式" r:id="rId3" imgW="1866900" imgH="241300" progId="Equation.3">
                  <p:embed/>
                </p:oleObj>
              </mc:Choice>
              <mc:Fallback>
                <p:oleObj name="公式" r:id="rId3" imgW="18669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667000"/>
                        <a:ext cx="5256213"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2663" name="Object 23"/>
          <p:cNvGraphicFramePr>
            <a:graphicFrameLocks noChangeAspect="1"/>
          </p:cNvGraphicFramePr>
          <p:nvPr/>
        </p:nvGraphicFramePr>
        <p:xfrm>
          <a:off x="685800" y="3581400"/>
          <a:ext cx="7340600" cy="1119188"/>
        </p:xfrm>
        <a:graphic>
          <a:graphicData uri="http://schemas.openxmlformats.org/presentationml/2006/ole">
            <mc:AlternateContent xmlns:mc="http://schemas.openxmlformats.org/markup-compatibility/2006">
              <mc:Choice xmlns:v="urn:schemas-microsoft-com:vml" Requires="v">
                <p:oleObj spid="_x0000_s211016" name="公式" r:id="rId5" imgW="2832100" imgH="431800" progId="Equation.3">
                  <p:embed/>
                </p:oleObj>
              </mc:Choice>
              <mc:Fallback>
                <p:oleObj name="公式" r:id="rId5" imgW="28321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3581400"/>
                        <a:ext cx="7340600" cy="1119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2667" name="Object 27"/>
          <p:cNvGraphicFramePr>
            <a:graphicFrameLocks noChangeAspect="1"/>
          </p:cNvGraphicFramePr>
          <p:nvPr/>
        </p:nvGraphicFramePr>
        <p:xfrm>
          <a:off x="914400" y="4968875"/>
          <a:ext cx="8686800" cy="1127125"/>
        </p:xfrm>
        <a:graphic>
          <a:graphicData uri="http://schemas.openxmlformats.org/presentationml/2006/ole">
            <mc:AlternateContent xmlns:mc="http://schemas.openxmlformats.org/markup-compatibility/2006">
              <mc:Choice xmlns:v="urn:schemas-microsoft-com:vml" Requires="v">
                <p:oleObj spid="_x0000_s211017" name="公式" r:id="rId7" imgW="3556000" imgH="431800" progId="Equation.3">
                  <p:embed/>
                </p:oleObj>
              </mc:Choice>
              <mc:Fallback>
                <p:oleObj name="公式" r:id="rId7" imgW="3556000" imgH="431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4968875"/>
                        <a:ext cx="8686800"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1337" name="Rectangle 29"/>
          <p:cNvSpPr>
            <a:spLocks noChangeArrowheads="1"/>
          </p:cNvSpPr>
          <p:nvPr/>
        </p:nvSpPr>
        <p:spPr bwMode="auto">
          <a:xfrm>
            <a:off x="533400" y="1295400"/>
            <a:ext cx="88201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sym typeface="Wingdings" pitchFamily="2" charset="2"/>
              </a:rPr>
              <a:t> (4) 根据 </a:t>
            </a:r>
            <a:endParaRPr lang="en-US" altLang="zh-CN" sz="2800" i="0">
              <a:latin typeface="Times New Roman" pitchFamily="18" charset="0"/>
              <a:ea typeface="黑体" pitchFamily="49" charset="-122"/>
            </a:endParaRPr>
          </a:p>
        </p:txBody>
      </p:sp>
    </p:spTree>
    <p:extLst>
      <p:ext uri="{BB962C8B-B14F-4D97-AF65-F5344CB8AC3E}">
        <p14:creationId xmlns:p14="http://schemas.microsoft.com/office/powerpoint/2010/main" val="3844745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52663"/>
                                        </p:tgtEl>
                                        <p:attrNameLst>
                                          <p:attrName>style.visibility</p:attrName>
                                        </p:attrNameLst>
                                      </p:cBhvr>
                                      <p:to>
                                        <p:strVal val="visible"/>
                                      </p:to>
                                    </p:set>
                                    <p:animEffect transition="in" filter="box(in)">
                                      <p:cBhvr>
                                        <p:cTn id="7" dur="500"/>
                                        <p:tgtEl>
                                          <p:spTgt spid="7526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52667"/>
                                        </p:tgtEl>
                                        <p:attrNameLst>
                                          <p:attrName>style.visibility</p:attrName>
                                        </p:attrNameLst>
                                      </p:cBhvr>
                                      <p:to>
                                        <p:strVal val="visible"/>
                                      </p:to>
                                    </p:set>
                                    <p:animEffect transition="in" filter="box(in)">
                                      <p:cBhvr>
                                        <p:cTn id="12" dur="500"/>
                                        <p:tgtEl>
                                          <p:spTgt spid="752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739E983-4039-4276-92D5-0B70D846AB00}" type="slidenum">
              <a:rPr lang="zh-CN" altLang="en-US" b="0" i="0" smtClean="0"/>
              <a:pPr/>
              <a:t>119</a:t>
            </a:fld>
            <a:endParaRPr lang="en-US" altLang="zh-CN" b="0" i="0" smtClean="0"/>
          </a:p>
        </p:txBody>
      </p:sp>
      <p:sp>
        <p:nvSpPr>
          <p:cNvPr id="14233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9969E30-3A58-4373-8954-1D6ADBC7A7AD}" type="datetime1">
              <a:rPr lang="zh-CN" altLang="en-US" sz="1800" i="0" smtClean="0"/>
              <a:pPr/>
              <a:t>2024/10/20</a:t>
            </a:fld>
            <a:endParaRPr lang="en-US" altLang="zh-CN" sz="1800" i="0" smtClean="0"/>
          </a:p>
        </p:txBody>
      </p:sp>
      <p:sp>
        <p:nvSpPr>
          <p:cNvPr id="743426" name="Rectangle 2"/>
          <p:cNvSpPr>
            <a:spLocks noGrp="1" noChangeArrowheads="1"/>
          </p:cNvSpPr>
          <p:nvPr>
            <p:ph type="title"/>
          </p:nvPr>
        </p:nvSpPr>
        <p:spPr/>
        <p:txBody>
          <a:bodyPr/>
          <a:lstStyle/>
          <a:p>
            <a:pPr>
              <a:defRPr/>
            </a:pPr>
            <a:r>
              <a:rPr lang="en-US" altLang="zh-CN" smtClean="0"/>
              <a:t>7.3 </a:t>
            </a:r>
            <a:r>
              <a:rPr lang="zh-CN" altLang="en-US" smtClean="0"/>
              <a:t>拉格朗日型埃米特插值</a:t>
            </a:r>
          </a:p>
        </p:txBody>
      </p:sp>
      <p:sp>
        <p:nvSpPr>
          <p:cNvPr id="142341" name="Rectangle 3"/>
          <p:cNvSpPr>
            <a:spLocks noGrp="1" noChangeArrowheads="1"/>
          </p:cNvSpPr>
          <p:nvPr>
            <p:ph type="body" idx="1"/>
          </p:nvPr>
        </p:nvSpPr>
        <p:spPr>
          <a:xfrm>
            <a:off x="650875" y="1143000"/>
            <a:ext cx="8820150" cy="2025650"/>
          </a:xfrm>
        </p:spPr>
        <p:txBody>
          <a:bodyPr/>
          <a:lstStyle/>
          <a:p>
            <a:pPr>
              <a:lnSpc>
                <a:spcPct val="100000"/>
              </a:lnSpc>
            </a:pPr>
            <a:r>
              <a:rPr lang="zh-CN" altLang="en-US" smtClean="0"/>
              <a:t>最常见的是要求在插值多项式与</a:t>
            </a:r>
            <a:r>
              <a:rPr lang="en-US" altLang="zh-CN" i="1" smtClean="0"/>
              <a:t>f</a:t>
            </a:r>
            <a:r>
              <a:rPr lang="en-US" altLang="zh-CN" smtClean="0"/>
              <a:t>(</a:t>
            </a:r>
            <a:r>
              <a:rPr lang="en-US" altLang="zh-CN" i="1" smtClean="0"/>
              <a:t>x</a:t>
            </a:r>
            <a:r>
              <a:rPr lang="en-US" altLang="zh-CN" smtClean="0"/>
              <a:t>)</a:t>
            </a:r>
            <a:r>
              <a:rPr lang="zh-CN" altLang="en-US" smtClean="0"/>
              <a:t>在插值节点上</a:t>
            </a:r>
            <a:r>
              <a:rPr lang="zh-CN" altLang="en-US" smtClean="0">
                <a:solidFill>
                  <a:srgbClr val="FF0000"/>
                </a:solidFill>
              </a:rPr>
              <a:t>具有相同函数值和一阶导数值</a:t>
            </a:r>
            <a:r>
              <a:rPr lang="zh-CN" altLang="en-US" smtClean="0"/>
              <a:t>，</a:t>
            </a:r>
            <a:r>
              <a:rPr kumimoji="1" lang="zh-CN" altLang="en-US" smtClean="0"/>
              <a:t>即</a:t>
            </a:r>
          </a:p>
          <a:p>
            <a:pPr lvl="1">
              <a:lnSpc>
                <a:spcPct val="100000"/>
              </a:lnSpc>
            </a:pPr>
            <a:r>
              <a:rPr kumimoji="1" lang="zh-CN" altLang="en-US" smtClean="0"/>
              <a:t>要求：           </a:t>
            </a:r>
            <a:r>
              <a:rPr kumimoji="1" lang="en-US" altLang="zh-CN" i="1" smtClean="0"/>
              <a:t>P</a:t>
            </a:r>
            <a:r>
              <a:rPr kumimoji="1" lang="en-US" altLang="zh-CN" smtClean="0">
                <a:sym typeface="Symbol" pitchFamily="18" charset="2"/>
              </a:rPr>
              <a:t>(</a:t>
            </a:r>
            <a:r>
              <a:rPr kumimoji="1" lang="en-US" altLang="zh-CN" i="1" smtClean="0">
                <a:sym typeface="Symbol" pitchFamily="18" charset="2"/>
              </a:rPr>
              <a:t>x</a:t>
            </a:r>
            <a:r>
              <a:rPr kumimoji="1" lang="en-US" altLang="zh-CN" i="1" baseline="-25000" smtClean="0">
                <a:sym typeface="Symbol" pitchFamily="18" charset="2"/>
              </a:rPr>
              <a:t>i</a:t>
            </a:r>
            <a:r>
              <a:rPr kumimoji="1" lang="en-US" altLang="zh-CN" smtClean="0">
                <a:sym typeface="Symbol" pitchFamily="18" charset="2"/>
              </a:rPr>
              <a:t>) = </a:t>
            </a:r>
            <a:r>
              <a:rPr kumimoji="1" lang="en-US" altLang="zh-CN" i="1" smtClean="0">
                <a:sym typeface="Symbol" pitchFamily="18" charset="2"/>
              </a:rPr>
              <a:t>f</a:t>
            </a:r>
            <a:r>
              <a:rPr kumimoji="1" lang="en-US" altLang="zh-CN" smtClean="0">
                <a:sym typeface="Symbol" pitchFamily="18" charset="2"/>
              </a:rPr>
              <a:t> (</a:t>
            </a:r>
            <a:r>
              <a:rPr kumimoji="1" lang="en-US" altLang="zh-CN" i="1" smtClean="0">
                <a:sym typeface="Symbol" pitchFamily="18" charset="2"/>
              </a:rPr>
              <a:t>x</a:t>
            </a:r>
            <a:r>
              <a:rPr kumimoji="1" lang="en-US" altLang="zh-CN" i="1" baseline="-25000" smtClean="0">
                <a:sym typeface="Symbol" pitchFamily="18" charset="2"/>
              </a:rPr>
              <a:t>i</a:t>
            </a:r>
            <a:r>
              <a:rPr kumimoji="1" lang="en-US" altLang="zh-CN" smtClean="0">
                <a:sym typeface="Symbol" pitchFamily="18" charset="2"/>
              </a:rPr>
              <a:t>) </a:t>
            </a:r>
          </a:p>
          <a:p>
            <a:pPr lvl="2">
              <a:lnSpc>
                <a:spcPct val="100000"/>
              </a:lnSpc>
              <a:buFontTx/>
              <a:buNone/>
            </a:pPr>
            <a:r>
              <a:rPr kumimoji="1" lang="en-US" altLang="zh-CN" i="1" smtClean="0"/>
              <a:t>                     P’</a:t>
            </a:r>
            <a:r>
              <a:rPr kumimoji="1" lang="en-US" altLang="zh-CN" smtClean="0">
                <a:sym typeface="Symbol" pitchFamily="18" charset="2"/>
              </a:rPr>
              <a:t>(</a:t>
            </a:r>
            <a:r>
              <a:rPr kumimoji="1" lang="en-US" altLang="zh-CN" i="1" smtClean="0">
                <a:sym typeface="Symbol" pitchFamily="18" charset="2"/>
              </a:rPr>
              <a:t>x</a:t>
            </a:r>
            <a:r>
              <a:rPr kumimoji="1" lang="en-US" altLang="zh-CN" i="1" baseline="-25000" smtClean="0">
                <a:sym typeface="Symbol" pitchFamily="18" charset="2"/>
              </a:rPr>
              <a:t>i</a:t>
            </a:r>
            <a:r>
              <a:rPr kumimoji="1" lang="en-US" altLang="zh-CN" smtClean="0">
                <a:sym typeface="Symbol" pitchFamily="18" charset="2"/>
              </a:rPr>
              <a:t>) = </a:t>
            </a:r>
            <a:r>
              <a:rPr kumimoji="1" lang="en-US" altLang="zh-CN" i="1" smtClean="0">
                <a:sym typeface="Symbol" pitchFamily="18" charset="2"/>
              </a:rPr>
              <a:t>f ’</a:t>
            </a:r>
            <a:r>
              <a:rPr kumimoji="1" lang="en-US" altLang="zh-CN" smtClean="0">
                <a:sym typeface="Symbol" pitchFamily="18" charset="2"/>
              </a:rPr>
              <a:t>(</a:t>
            </a:r>
            <a:r>
              <a:rPr kumimoji="1" lang="en-US" altLang="zh-CN" i="1" smtClean="0">
                <a:sym typeface="Symbol" pitchFamily="18" charset="2"/>
              </a:rPr>
              <a:t>x</a:t>
            </a:r>
            <a:r>
              <a:rPr kumimoji="1" lang="en-US" altLang="zh-CN" i="1" baseline="-25000" smtClean="0">
                <a:sym typeface="Symbol" pitchFamily="18" charset="2"/>
              </a:rPr>
              <a:t>i</a:t>
            </a:r>
            <a:r>
              <a:rPr kumimoji="1" lang="en-US" altLang="zh-CN" smtClean="0">
                <a:sym typeface="Symbol" pitchFamily="18" charset="2"/>
              </a:rPr>
              <a:t>)</a:t>
            </a:r>
            <a:endParaRPr kumimoji="1" lang="zh-CN" altLang="en-US" smtClean="0">
              <a:sym typeface="Symbol" pitchFamily="18" charset="2"/>
            </a:endParaRPr>
          </a:p>
        </p:txBody>
      </p:sp>
      <p:graphicFrame>
        <p:nvGraphicFramePr>
          <p:cNvPr id="743428" name="Object 4"/>
          <p:cNvGraphicFramePr>
            <a:graphicFrameLocks noChangeAspect="1"/>
          </p:cNvGraphicFramePr>
          <p:nvPr/>
        </p:nvGraphicFramePr>
        <p:xfrm>
          <a:off x="1238250" y="4214813"/>
          <a:ext cx="5761038" cy="1254125"/>
        </p:xfrm>
        <a:graphic>
          <a:graphicData uri="http://schemas.openxmlformats.org/presentationml/2006/ole">
            <mc:AlternateContent xmlns:mc="http://schemas.openxmlformats.org/markup-compatibility/2006">
              <mc:Choice xmlns:v="urn:schemas-microsoft-com:vml" Requires="v">
                <p:oleObj spid="_x0000_s211993" name="Equation" r:id="rId3" imgW="1981200" imgH="482600" progId="Equation.3">
                  <p:embed/>
                </p:oleObj>
              </mc:Choice>
              <mc:Fallback>
                <p:oleObj name="Equation" r:id="rId3" imgW="1981200" imgH="482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250" y="4214813"/>
                        <a:ext cx="5761038"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675508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43428"/>
                                        </p:tgtEl>
                                        <p:attrNameLst>
                                          <p:attrName>style.visibility</p:attrName>
                                        </p:attrNameLst>
                                      </p:cBhvr>
                                      <p:to>
                                        <p:strVal val="visible"/>
                                      </p:to>
                                    </p:set>
                                    <p:animEffect transition="in" filter="dissolve">
                                      <p:cBhvr>
                                        <p:cTn id="7" dur="500"/>
                                        <p:tgtEl>
                                          <p:spTgt spid="743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Rectangle 3"/>
          <p:cNvSpPr txBox="1">
            <a:spLocks noChangeArrowheads="1"/>
          </p:cNvSpPr>
          <p:nvPr/>
        </p:nvSpPr>
        <p:spPr bwMode="auto">
          <a:xfrm>
            <a:off x="631825" y="2420938"/>
            <a:ext cx="882015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9pPr>
          </a:lstStyle>
          <a:p>
            <a:pPr>
              <a:defRPr/>
            </a:pPr>
            <a:r>
              <a:rPr kumimoji="1" lang="zh-CN" altLang="en-US" i="0" dirty="0" smtClean="0"/>
              <a:t>由已知</a:t>
            </a:r>
            <a:r>
              <a:rPr kumimoji="1" lang="zh-CN" altLang="en-US" i="0" dirty="0"/>
              <a:t>条件 </a:t>
            </a:r>
            <a:r>
              <a:rPr kumimoji="1" lang="zh-CN" altLang="en-US" i="0" dirty="0" smtClean="0"/>
              <a:t>                                      ，</a:t>
            </a:r>
            <a:r>
              <a:rPr kumimoji="1" lang="zh-CN" altLang="en-US" i="0" dirty="0"/>
              <a:t>可知</a:t>
            </a:r>
            <a:endParaRPr kumimoji="1" lang="zh-CN" altLang="en-US" i="0" dirty="0" smtClean="0"/>
          </a:p>
        </p:txBody>
      </p:sp>
      <p:sp>
        <p:nvSpPr>
          <p:cNvPr id="143363"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10906DE-277F-41C2-80C8-65E67633F3D8}" type="slidenum">
              <a:rPr lang="zh-CN" altLang="en-US" b="0" i="0" smtClean="0"/>
              <a:pPr/>
              <a:t>120</a:t>
            </a:fld>
            <a:endParaRPr lang="en-US" altLang="zh-CN" b="0" i="0" dirty="0" smtClean="0"/>
          </a:p>
        </p:txBody>
      </p:sp>
      <p:sp>
        <p:nvSpPr>
          <p:cNvPr id="143364"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A65FF4D-0867-46FE-92B7-4FBA4B70EFE1}" type="datetime1">
              <a:rPr lang="zh-CN" altLang="en-US" sz="1800" i="0" smtClean="0"/>
              <a:pPr/>
              <a:t>2024/10/20</a:t>
            </a:fld>
            <a:endParaRPr lang="en-US" altLang="zh-CN" sz="1800" i="0" smtClean="0"/>
          </a:p>
        </p:txBody>
      </p:sp>
      <p:sp>
        <p:nvSpPr>
          <p:cNvPr id="732162" name="Rectangle 2"/>
          <p:cNvSpPr>
            <a:spLocks noGrp="1" noChangeArrowheads="1"/>
          </p:cNvSpPr>
          <p:nvPr>
            <p:ph type="title"/>
          </p:nvPr>
        </p:nvSpPr>
        <p:spPr/>
        <p:txBody>
          <a:bodyPr/>
          <a:lstStyle/>
          <a:p>
            <a:pPr>
              <a:defRPr/>
            </a:pPr>
            <a:r>
              <a:rPr lang="en-US" altLang="zh-CN" dirty="0" smtClean="0"/>
              <a:t>7.3 </a:t>
            </a:r>
            <a:r>
              <a:rPr lang="zh-CN" altLang="en-US" dirty="0" smtClean="0"/>
              <a:t>拉格朗日型埃米特插值</a:t>
            </a:r>
          </a:p>
        </p:txBody>
      </p:sp>
      <p:sp>
        <p:nvSpPr>
          <p:cNvPr id="143366" name="Rectangle 3"/>
          <p:cNvSpPr>
            <a:spLocks noGrp="1" noChangeArrowheads="1"/>
          </p:cNvSpPr>
          <p:nvPr>
            <p:ph type="body" idx="1"/>
          </p:nvPr>
        </p:nvSpPr>
        <p:spPr>
          <a:xfrm>
            <a:off x="650875" y="1143000"/>
            <a:ext cx="8820150" cy="384175"/>
          </a:xfrm>
        </p:spPr>
        <p:txBody>
          <a:bodyPr/>
          <a:lstStyle/>
          <a:p>
            <a:r>
              <a:rPr kumimoji="1" lang="zh-CN" altLang="en-US" smtClean="0"/>
              <a:t>构造类似于拉格朗日插值公式</a:t>
            </a:r>
          </a:p>
        </p:txBody>
      </p:sp>
      <p:graphicFrame>
        <p:nvGraphicFramePr>
          <p:cNvPr id="143367" name="Object 4"/>
          <p:cNvGraphicFramePr>
            <a:graphicFrameLocks noChangeAspect="1"/>
          </p:cNvGraphicFramePr>
          <p:nvPr>
            <p:extLst>
              <p:ext uri="{D42A27DB-BD31-4B8C-83A1-F6EECF244321}">
                <p14:modId xmlns:p14="http://schemas.microsoft.com/office/powerpoint/2010/main" val="3948834480"/>
              </p:ext>
            </p:extLst>
          </p:nvPr>
        </p:nvGraphicFramePr>
        <p:xfrm>
          <a:off x="2216696" y="1414974"/>
          <a:ext cx="5105400" cy="1003300"/>
        </p:xfrm>
        <a:graphic>
          <a:graphicData uri="http://schemas.openxmlformats.org/presentationml/2006/ole">
            <mc:AlternateContent xmlns:mc="http://schemas.openxmlformats.org/markup-compatibility/2006">
              <mc:Choice xmlns:v="urn:schemas-microsoft-com:vml" Requires="v">
                <p:oleObj spid="_x0000_s213086" name="Equation" r:id="rId3" imgW="2159000" imgH="431800" progId="Equation.3">
                  <p:embed/>
                </p:oleObj>
              </mc:Choice>
              <mc:Fallback>
                <p:oleObj name="Equation" r:id="rId3" imgW="21590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696" y="1414974"/>
                        <a:ext cx="51054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2167" name="Object 7"/>
          <p:cNvGraphicFramePr>
            <a:graphicFrameLocks noChangeAspect="1"/>
          </p:cNvGraphicFramePr>
          <p:nvPr>
            <p:extLst>
              <p:ext uri="{D42A27DB-BD31-4B8C-83A1-F6EECF244321}">
                <p14:modId xmlns:p14="http://schemas.microsoft.com/office/powerpoint/2010/main" val="3795643249"/>
              </p:ext>
            </p:extLst>
          </p:nvPr>
        </p:nvGraphicFramePr>
        <p:xfrm>
          <a:off x="491262" y="2924944"/>
          <a:ext cx="3902075" cy="1773238"/>
        </p:xfrm>
        <a:graphic>
          <a:graphicData uri="http://schemas.openxmlformats.org/presentationml/2006/ole">
            <mc:AlternateContent xmlns:mc="http://schemas.openxmlformats.org/markup-compatibility/2006">
              <mc:Choice xmlns:v="urn:schemas-microsoft-com:vml" Requires="v">
                <p:oleObj spid="_x0000_s213087" name="公式" r:id="rId5" imgW="1701720" imgH="787320" progId="Equation.3">
                  <p:embed/>
                </p:oleObj>
              </mc:Choice>
              <mc:Fallback>
                <p:oleObj name="公式" r:id="rId5" imgW="1701720" imgH="7873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262" y="2924944"/>
                        <a:ext cx="3902075" cy="177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2169" name="Object 9"/>
          <p:cNvGraphicFramePr>
            <a:graphicFrameLocks noChangeAspect="1"/>
          </p:cNvGraphicFramePr>
          <p:nvPr>
            <p:extLst>
              <p:ext uri="{D42A27DB-BD31-4B8C-83A1-F6EECF244321}">
                <p14:modId xmlns:p14="http://schemas.microsoft.com/office/powerpoint/2010/main" val="3449813667"/>
              </p:ext>
            </p:extLst>
          </p:nvPr>
        </p:nvGraphicFramePr>
        <p:xfrm>
          <a:off x="4221887" y="2964632"/>
          <a:ext cx="5708650" cy="1633537"/>
        </p:xfrm>
        <a:graphic>
          <a:graphicData uri="http://schemas.openxmlformats.org/presentationml/2006/ole">
            <mc:AlternateContent xmlns:mc="http://schemas.openxmlformats.org/markup-compatibility/2006">
              <mc:Choice xmlns:v="urn:schemas-microsoft-com:vml" Requires="v">
                <p:oleObj spid="_x0000_s213088" name="Equation" r:id="rId7" imgW="2527300" imgH="736600" progId="Equation.3">
                  <p:embed/>
                </p:oleObj>
              </mc:Choice>
              <mc:Fallback>
                <p:oleObj name="Equation" r:id="rId7" imgW="2527300" imgH="736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1887" y="2964632"/>
                        <a:ext cx="5708650" cy="163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2172" name="AutoShape 12"/>
          <p:cNvSpPr>
            <a:spLocks noChangeArrowheads="1"/>
          </p:cNvSpPr>
          <p:nvPr/>
        </p:nvSpPr>
        <p:spPr bwMode="auto">
          <a:xfrm>
            <a:off x="6969224" y="2418274"/>
            <a:ext cx="2767012" cy="1302248"/>
          </a:xfrm>
          <a:prstGeom prst="cloudCallout">
            <a:avLst>
              <a:gd name="adj1" fmla="val -27028"/>
              <a:gd name="adj2" fmla="val 54602"/>
            </a:avLst>
          </a:prstGeom>
          <a:solidFill>
            <a:schemeClr val="accent2"/>
          </a:solidFill>
          <a:ln w="38100">
            <a:solidFill>
              <a:srgbClr val="FFCC00"/>
            </a:solidFill>
            <a:round/>
            <a:headEnd/>
            <a:tailEnd/>
          </a:ln>
        </p:spPr>
        <p:txBody>
          <a:bodyPr anchor="ctr"/>
          <a:lstStyle/>
          <a:p>
            <a:r>
              <a:rPr lang="zh-CN" altLang="en-US" sz="2400" i="0" dirty="0"/>
              <a:t>埃尔米特插值基函数</a:t>
            </a:r>
          </a:p>
        </p:txBody>
      </p:sp>
      <p:sp>
        <p:nvSpPr>
          <p:cNvPr id="143371" name="Rectangle 14"/>
          <p:cNvSpPr>
            <a:spLocks noChangeArrowheads="1"/>
          </p:cNvSpPr>
          <p:nvPr/>
        </p:nvSpPr>
        <p:spPr bwMode="auto">
          <a:xfrm>
            <a:off x="2946400" y="2420938"/>
            <a:ext cx="4192588"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0000"/>
              </a:lnSpc>
              <a:spcBef>
                <a:spcPct val="35000"/>
              </a:spcBef>
              <a:buClr>
                <a:srgbClr val="27305F"/>
              </a:buClr>
              <a:buSzPct val="60000"/>
              <a:buFont typeface="Wingdings" pitchFamily="2" charset="2"/>
              <a:buNone/>
            </a:pPr>
            <a:r>
              <a:rPr kumimoji="1" lang="en-US" altLang="zh-CN" sz="2800" dirty="0">
                <a:solidFill>
                  <a:srgbClr val="FF0000"/>
                </a:solidFill>
                <a:latin typeface="Times New Roman" pitchFamily="18" charset="0"/>
                <a:ea typeface="黑体" pitchFamily="49" charset="-122"/>
              </a:rPr>
              <a:t>P</a:t>
            </a:r>
            <a:r>
              <a:rPr kumimoji="1" lang="en-US" altLang="zh-CN" sz="2800" i="0" dirty="0">
                <a:solidFill>
                  <a:srgbClr val="FF0000"/>
                </a:solidFill>
                <a:latin typeface="Times New Roman" pitchFamily="18" charset="0"/>
                <a:ea typeface="黑体" pitchFamily="49" charset="-122"/>
                <a:sym typeface="Symbol" pitchFamily="18" charset="2"/>
              </a:rPr>
              <a:t>(</a:t>
            </a:r>
            <a:r>
              <a:rPr kumimoji="1" lang="en-US" altLang="zh-CN" sz="2800" dirty="0">
                <a:solidFill>
                  <a:srgbClr val="FF0000"/>
                </a:solidFill>
                <a:latin typeface="Times New Roman" pitchFamily="18" charset="0"/>
                <a:ea typeface="黑体" pitchFamily="49" charset="-122"/>
                <a:sym typeface="Symbol" pitchFamily="18" charset="2"/>
              </a:rPr>
              <a:t>x</a:t>
            </a:r>
            <a:r>
              <a:rPr kumimoji="1" lang="en-US" altLang="zh-CN" sz="2800" baseline="-25000" dirty="0">
                <a:solidFill>
                  <a:srgbClr val="FF0000"/>
                </a:solidFill>
                <a:latin typeface="Times New Roman" pitchFamily="18" charset="0"/>
                <a:ea typeface="黑体" pitchFamily="49" charset="-122"/>
                <a:sym typeface="Symbol" pitchFamily="18" charset="2"/>
              </a:rPr>
              <a:t>i</a:t>
            </a:r>
            <a:r>
              <a:rPr kumimoji="1" lang="en-US" altLang="zh-CN" sz="2800" i="0" dirty="0">
                <a:solidFill>
                  <a:srgbClr val="FF0000"/>
                </a:solidFill>
                <a:latin typeface="Times New Roman" pitchFamily="18" charset="0"/>
                <a:ea typeface="黑体" pitchFamily="49" charset="-122"/>
                <a:sym typeface="Symbol" pitchFamily="18" charset="2"/>
              </a:rPr>
              <a:t>) = </a:t>
            </a:r>
            <a:r>
              <a:rPr kumimoji="1" lang="en-US" altLang="zh-CN" sz="2800" dirty="0" err="1">
                <a:solidFill>
                  <a:srgbClr val="FF0000"/>
                </a:solidFill>
                <a:latin typeface="Times New Roman" pitchFamily="18" charset="0"/>
                <a:ea typeface="黑体" pitchFamily="49" charset="-122"/>
                <a:sym typeface="Symbol" pitchFamily="18" charset="2"/>
              </a:rPr>
              <a:t>y</a:t>
            </a:r>
            <a:r>
              <a:rPr kumimoji="1" lang="en-US" altLang="zh-CN" sz="2800" baseline="-25000" dirty="0" err="1">
                <a:solidFill>
                  <a:srgbClr val="FF0000"/>
                </a:solidFill>
                <a:latin typeface="Times New Roman" pitchFamily="18" charset="0"/>
                <a:ea typeface="黑体" pitchFamily="49" charset="-122"/>
                <a:sym typeface="Symbol" pitchFamily="18" charset="2"/>
              </a:rPr>
              <a:t>i</a:t>
            </a:r>
            <a:r>
              <a:rPr kumimoji="1" lang="en-US" altLang="zh-CN" sz="2800" i="0" dirty="0">
                <a:solidFill>
                  <a:srgbClr val="FF0000"/>
                </a:solidFill>
                <a:latin typeface="Times New Roman" pitchFamily="18" charset="0"/>
                <a:ea typeface="黑体" pitchFamily="49" charset="-122"/>
                <a:sym typeface="Symbol" pitchFamily="18" charset="2"/>
              </a:rPr>
              <a:t>,  </a:t>
            </a:r>
            <a:r>
              <a:rPr kumimoji="1" lang="en-US" altLang="zh-CN" sz="2800" dirty="0">
                <a:solidFill>
                  <a:srgbClr val="FF0000"/>
                </a:solidFill>
                <a:latin typeface="Times New Roman" pitchFamily="18" charset="0"/>
                <a:ea typeface="黑体" pitchFamily="49" charset="-122"/>
              </a:rPr>
              <a:t>P’</a:t>
            </a:r>
            <a:r>
              <a:rPr kumimoji="1" lang="en-US" altLang="zh-CN" sz="2800" i="0" dirty="0">
                <a:solidFill>
                  <a:srgbClr val="FF0000"/>
                </a:solidFill>
                <a:latin typeface="Times New Roman" pitchFamily="18" charset="0"/>
                <a:ea typeface="黑体" pitchFamily="49" charset="-122"/>
                <a:sym typeface="Symbol" pitchFamily="18" charset="2"/>
              </a:rPr>
              <a:t>(</a:t>
            </a:r>
            <a:r>
              <a:rPr kumimoji="1" lang="en-US" altLang="zh-CN" sz="2800" dirty="0">
                <a:solidFill>
                  <a:srgbClr val="FF0000"/>
                </a:solidFill>
                <a:latin typeface="Times New Roman" pitchFamily="18" charset="0"/>
                <a:ea typeface="黑体" pitchFamily="49" charset="-122"/>
                <a:sym typeface="Symbol" pitchFamily="18" charset="2"/>
              </a:rPr>
              <a:t>x</a:t>
            </a:r>
            <a:r>
              <a:rPr kumimoji="1" lang="en-US" altLang="zh-CN" sz="2800" baseline="-25000" dirty="0">
                <a:solidFill>
                  <a:srgbClr val="FF0000"/>
                </a:solidFill>
                <a:latin typeface="Times New Roman" pitchFamily="18" charset="0"/>
                <a:ea typeface="黑体" pitchFamily="49" charset="-122"/>
                <a:sym typeface="Symbol" pitchFamily="18" charset="2"/>
              </a:rPr>
              <a:t>i</a:t>
            </a:r>
            <a:r>
              <a:rPr kumimoji="1" lang="en-US" altLang="zh-CN" sz="2800" i="0" dirty="0">
                <a:solidFill>
                  <a:srgbClr val="FF0000"/>
                </a:solidFill>
                <a:latin typeface="Times New Roman" pitchFamily="18" charset="0"/>
                <a:ea typeface="黑体" pitchFamily="49" charset="-122"/>
                <a:sym typeface="Symbol" pitchFamily="18" charset="2"/>
              </a:rPr>
              <a:t>) = </a:t>
            </a:r>
            <a:r>
              <a:rPr kumimoji="1" lang="en-US" altLang="zh-CN" sz="2800" dirty="0" err="1" smtClean="0">
                <a:solidFill>
                  <a:srgbClr val="FF0000"/>
                </a:solidFill>
                <a:latin typeface="Times New Roman" pitchFamily="18" charset="0"/>
                <a:ea typeface="黑体" pitchFamily="49" charset="-122"/>
                <a:sym typeface="Symbol" pitchFamily="18" charset="2"/>
              </a:rPr>
              <a:t>y’</a:t>
            </a:r>
            <a:r>
              <a:rPr kumimoji="1" lang="en-US" altLang="zh-CN" sz="2800" baseline="-25000" dirty="0" err="1" smtClean="0">
                <a:solidFill>
                  <a:srgbClr val="FF0000"/>
                </a:solidFill>
                <a:latin typeface="Times New Roman" pitchFamily="18" charset="0"/>
                <a:ea typeface="黑体" pitchFamily="49" charset="-122"/>
                <a:sym typeface="Symbol" pitchFamily="18" charset="2"/>
              </a:rPr>
              <a:t>i</a:t>
            </a:r>
            <a:endParaRPr kumimoji="1" lang="zh-CN" altLang="en-US" sz="2800" i="0" dirty="0">
              <a:solidFill>
                <a:srgbClr val="FF0000"/>
              </a:solidFill>
              <a:latin typeface="Times New Roman" pitchFamily="18" charset="0"/>
              <a:ea typeface="黑体" pitchFamily="49" charset="-122"/>
              <a:sym typeface="Symbol" pitchFamily="18" charset="2"/>
            </a:endParaRPr>
          </a:p>
        </p:txBody>
      </p:sp>
      <p:sp>
        <p:nvSpPr>
          <p:cNvPr id="143372" name="Rectangle 3"/>
          <p:cNvSpPr txBox="1">
            <a:spLocks noChangeArrowheads="1"/>
          </p:cNvSpPr>
          <p:nvPr/>
        </p:nvSpPr>
        <p:spPr bwMode="auto">
          <a:xfrm>
            <a:off x="488950" y="4762558"/>
            <a:ext cx="9648626" cy="92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spAutoFit/>
          </a:bodyPr>
          <a:lstStyle>
            <a:lvl1pPr marL="258763" indent="-258763" defTabSz="814388">
              <a:defRPr sz="2000" b="1" i="1">
                <a:solidFill>
                  <a:schemeClr val="tx1"/>
                </a:solidFill>
                <a:latin typeface="Arial" pitchFamily="34" charset="0"/>
                <a:ea typeface="宋体" pitchFamily="2" charset="-122"/>
              </a:defRPr>
            </a:lvl1pPr>
            <a:lvl2pPr marL="742950" indent="-285750" defTabSz="814388">
              <a:defRPr sz="2000" b="1" i="1">
                <a:solidFill>
                  <a:schemeClr val="tx1"/>
                </a:solidFill>
                <a:latin typeface="Arial" pitchFamily="34" charset="0"/>
                <a:ea typeface="宋体" pitchFamily="2" charset="-122"/>
              </a:defRPr>
            </a:lvl2pPr>
            <a:lvl3pPr marL="1143000" indent="-228600" defTabSz="814388">
              <a:defRPr sz="2000" b="1" i="1">
                <a:solidFill>
                  <a:schemeClr val="tx1"/>
                </a:solidFill>
                <a:latin typeface="Arial" pitchFamily="34" charset="0"/>
                <a:ea typeface="宋体" pitchFamily="2" charset="-122"/>
              </a:defRPr>
            </a:lvl3pPr>
            <a:lvl4pPr marL="1600200" indent="-228600" defTabSz="814388">
              <a:defRPr sz="2000" b="1" i="1">
                <a:solidFill>
                  <a:schemeClr val="tx1"/>
                </a:solidFill>
                <a:latin typeface="Arial" pitchFamily="34" charset="0"/>
                <a:ea typeface="宋体" pitchFamily="2" charset="-122"/>
              </a:defRPr>
            </a:lvl4pPr>
            <a:lvl5pPr marL="2057400" indent="-228600" defTabSz="814388">
              <a:defRPr sz="2000" b="1" i="1">
                <a:solidFill>
                  <a:schemeClr val="tx1"/>
                </a:solidFill>
                <a:latin typeface="Arial" pitchFamily="34" charset="0"/>
                <a:ea typeface="宋体" pitchFamily="2" charset="-122"/>
              </a:defRPr>
            </a:lvl5pPr>
            <a:lvl6pPr marL="2514600" indent="-228600" algn="ctr" defTabSz="8143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143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143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14388"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lnSpc>
                <a:spcPct val="90000"/>
              </a:lnSpc>
              <a:spcBef>
                <a:spcPct val="35000"/>
              </a:spcBef>
              <a:buClr>
                <a:srgbClr val="27305F"/>
              </a:buClr>
              <a:buSzPct val="60000"/>
              <a:buFont typeface="Wingdings" pitchFamily="2" charset="2"/>
              <a:buChar char="n"/>
            </a:pPr>
            <a:r>
              <a:rPr kumimoji="1" lang="zh-CN" altLang="en-US" sz="2800" i="0" dirty="0" smtClean="0">
                <a:latin typeface="Times New Roman" pitchFamily="18" charset="0"/>
                <a:ea typeface="黑体" pitchFamily="49" charset="-122"/>
              </a:rPr>
              <a:t>因此，构造</a:t>
            </a:r>
            <a:r>
              <a:rPr kumimoji="1" lang="zh-CN" altLang="en-US" sz="2800" i="0" dirty="0">
                <a:latin typeface="Times New Roman" pitchFamily="18" charset="0"/>
                <a:ea typeface="黑体" pitchFamily="49" charset="-122"/>
              </a:rPr>
              <a:t>拉格朗日型埃米特插值多项式的问题就转化为</a:t>
            </a:r>
            <a:r>
              <a:rPr kumimoji="1" lang="zh-CN" altLang="en-US" sz="2800" i="0" dirty="0" smtClean="0">
                <a:latin typeface="Times New Roman" pitchFamily="18" charset="0"/>
                <a:ea typeface="黑体" pitchFamily="49" charset="-122"/>
              </a:rPr>
              <a:t>：</a:t>
            </a:r>
            <a:endParaRPr kumimoji="1" lang="en-US" altLang="zh-CN" sz="2800" i="0" dirty="0" smtClean="0">
              <a:latin typeface="Times New Roman" pitchFamily="18" charset="0"/>
              <a:ea typeface="黑体" pitchFamily="49" charset="-122"/>
            </a:endParaRPr>
          </a:p>
          <a:p>
            <a:pPr marL="914400" lvl="1" indent="-457200" algn="l">
              <a:lnSpc>
                <a:spcPct val="90000"/>
              </a:lnSpc>
              <a:spcBef>
                <a:spcPct val="35000"/>
              </a:spcBef>
              <a:buClr>
                <a:srgbClr val="27305F"/>
              </a:buClr>
              <a:buSzPct val="60000"/>
              <a:buFont typeface="Wingdings" pitchFamily="2" charset="2"/>
              <a:buChar char="Ø"/>
            </a:pPr>
            <a:r>
              <a:rPr kumimoji="1" lang="zh-CN" altLang="en-US" sz="2800" i="0" dirty="0" smtClean="0">
                <a:solidFill>
                  <a:srgbClr val="FF0000"/>
                </a:solidFill>
                <a:latin typeface="Times New Roman" pitchFamily="18" charset="0"/>
                <a:ea typeface="黑体" pitchFamily="49" charset="-122"/>
              </a:rPr>
              <a:t>确定</a:t>
            </a:r>
            <a:r>
              <a:rPr lang="zh-CN" altLang="en-US" sz="2800" i="0" dirty="0">
                <a:solidFill>
                  <a:srgbClr val="FF0000"/>
                </a:solidFill>
                <a:latin typeface="Times New Roman" pitchFamily="18" charset="0"/>
                <a:ea typeface="黑体" pitchFamily="49" charset="-122"/>
              </a:rPr>
              <a:t>埃尔米特插值基</a:t>
            </a:r>
            <a:r>
              <a:rPr lang="zh-CN" altLang="en-US" sz="2800" i="0" dirty="0" smtClean="0">
                <a:solidFill>
                  <a:srgbClr val="FF0000"/>
                </a:solidFill>
                <a:latin typeface="Times New Roman" pitchFamily="18" charset="0"/>
                <a:ea typeface="黑体" pitchFamily="49" charset="-122"/>
              </a:rPr>
              <a:t>函数</a:t>
            </a:r>
            <a:endParaRPr kumimoji="1" lang="zh-CN" altLang="en-US" sz="2800" i="0" dirty="0">
              <a:solidFill>
                <a:srgbClr val="FF0000"/>
              </a:solidFill>
              <a:latin typeface="Times New Roman" pitchFamily="18" charset="0"/>
              <a:ea typeface="黑体" pitchFamily="49" charset="-122"/>
            </a:endParaRPr>
          </a:p>
        </p:txBody>
      </p:sp>
      <p:graphicFrame>
        <p:nvGraphicFramePr>
          <p:cNvPr id="143373" name="对象 1"/>
          <p:cNvGraphicFramePr>
            <a:graphicFrameLocks noChangeAspect="1"/>
          </p:cNvGraphicFramePr>
          <p:nvPr>
            <p:extLst>
              <p:ext uri="{D42A27DB-BD31-4B8C-83A1-F6EECF244321}">
                <p14:modId xmlns:p14="http://schemas.microsoft.com/office/powerpoint/2010/main" val="2987363369"/>
              </p:ext>
            </p:extLst>
          </p:nvPr>
        </p:nvGraphicFramePr>
        <p:xfrm>
          <a:off x="5457056" y="5213638"/>
          <a:ext cx="2073275" cy="561975"/>
        </p:xfrm>
        <a:graphic>
          <a:graphicData uri="http://schemas.openxmlformats.org/presentationml/2006/ole">
            <mc:AlternateContent xmlns:mc="http://schemas.openxmlformats.org/markup-compatibility/2006">
              <mc:Choice xmlns:v="urn:schemas-microsoft-com:vml" Requires="v">
                <p:oleObj spid="_x0000_s213089" name="公式" r:id="rId9" imgW="876240" imgH="241200" progId="Equation.3">
                  <p:embed/>
                </p:oleObj>
              </mc:Choice>
              <mc:Fallback>
                <p:oleObj name="公式" r:id="rId9" imgW="876240" imgH="241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57056" y="5213638"/>
                        <a:ext cx="2073275"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574303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32167"/>
                                        </p:tgtEl>
                                        <p:attrNameLst>
                                          <p:attrName>style.visibility</p:attrName>
                                        </p:attrNameLst>
                                      </p:cBhvr>
                                      <p:to>
                                        <p:strVal val="visible"/>
                                      </p:to>
                                    </p:set>
                                    <p:animEffect transition="in" filter="dissolve">
                                      <p:cBhvr>
                                        <p:cTn id="7" dur="500"/>
                                        <p:tgtEl>
                                          <p:spTgt spid="7321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32169"/>
                                        </p:tgtEl>
                                        <p:attrNameLst>
                                          <p:attrName>style.visibility</p:attrName>
                                        </p:attrNameLst>
                                      </p:cBhvr>
                                      <p:to>
                                        <p:strVal val="visible"/>
                                      </p:to>
                                    </p:set>
                                    <p:animEffect transition="in" filter="dissolve">
                                      <p:cBhvr>
                                        <p:cTn id="12" dur="500"/>
                                        <p:tgtEl>
                                          <p:spTgt spid="7321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2172"/>
                                        </p:tgtEl>
                                        <p:attrNameLst>
                                          <p:attrName>style.visibility</p:attrName>
                                        </p:attrNameLst>
                                      </p:cBhvr>
                                      <p:to>
                                        <p:strVal val="visible"/>
                                      </p:to>
                                    </p:set>
                                    <p:animEffect transition="in" filter="blinds(horizontal)">
                                      <p:cBhvr>
                                        <p:cTn id="17" dur="500"/>
                                        <p:tgtEl>
                                          <p:spTgt spid="732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2172"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69B792B-CC92-4DC1-8272-A2342B9E1CAA}" type="slidenum">
              <a:rPr lang="zh-CN" altLang="en-US" b="0" i="0" smtClean="0"/>
              <a:pPr/>
              <a:t>121</a:t>
            </a:fld>
            <a:endParaRPr lang="en-US" altLang="zh-CN" b="0" i="0" smtClean="0"/>
          </a:p>
        </p:txBody>
      </p:sp>
      <p:sp>
        <p:nvSpPr>
          <p:cNvPr id="14438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AF74D03-08D1-4795-B30D-A75599D138DE}" type="datetime1">
              <a:rPr lang="zh-CN" altLang="en-US" sz="1800" i="0" smtClean="0"/>
              <a:pPr/>
              <a:t>2024/10/20</a:t>
            </a:fld>
            <a:endParaRPr lang="en-US" altLang="zh-CN" sz="1800" i="0" smtClean="0"/>
          </a:p>
        </p:txBody>
      </p:sp>
      <p:sp>
        <p:nvSpPr>
          <p:cNvPr id="733186" name="Rectangle 2"/>
          <p:cNvSpPr>
            <a:spLocks noGrp="1" noChangeArrowheads="1"/>
          </p:cNvSpPr>
          <p:nvPr>
            <p:ph type="title"/>
          </p:nvPr>
        </p:nvSpPr>
        <p:spPr>
          <a:xfrm>
            <a:off x="650875" y="304800"/>
            <a:ext cx="8820150" cy="609600"/>
          </a:xfrm>
        </p:spPr>
        <p:txBody>
          <a:bodyPr/>
          <a:lstStyle/>
          <a:p>
            <a:pPr>
              <a:defRPr/>
            </a:pPr>
            <a:r>
              <a:rPr lang="zh-CN" altLang="en-US" dirty="0" smtClean="0"/>
              <a:t>确定</a:t>
            </a:r>
          </a:p>
        </p:txBody>
      </p:sp>
      <p:graphicFrame>
        <p:nvGraphicFramePr>
          <p:cNvPr id="144389" name="Object 4"/>
          <p:cNvGraphicFramePr>
            <a:graphicFrameLocks noChangeAspect="1"/>
          </p:cNvGraphicFramePr>
          <p:nvPr/>
        </p:nvGraphicFramePr>
        <p:xfrm>
          <a:off x="990600" y="1219200"/>
          <a:ext cx="5976938" cy="1524000"/>
        </p:xfrm>
        <a:graphic>
          <a:graphicData uri="http://schemas.openxmlformats.org/presentationml/2006/ole">
            <mc:AlternateContent xmlns:mc="http://schemas.openxmlformats.org/markup-compatibility/2006">
              <mc:Choice xmlns:v="urn:schemas-microsoft-com:vml" Requires="v">
                <p:oleObj spid="_x0000_s214179" name="Equation" r:id="rId3" imgW="2527300" imgH="736600" progId="Equation.3">
                  <p:embed/>
                </p:oleObj>
              </mc:Choice>
              <mc:Fallback>
                <p:oleObj name="Equation" r:id="rId3" imgW="2527300" imgH="736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219200"/>
                        <a:ext cx="5976938"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3190" name="Freeform 6"/>
          <p:cNvSpPr>
            <a:spLocks/>
          </p:cNvSpPr>
          <p:nvPr/>
        </p:nvSpPr>
        <p:spPr bwMode="auto">
          <a:xfrm>
            <a:off x="838200" y="1066800"/>
            <a:ext cx="3581400" cy="1676400"/>
          </a:xfrm>
          <a:custGeom>
            <a:avLst/>
            <a:gdLst>
              <a:gd name="T0" fmla="*/ 0 w 2256"/>
              <a:gd name="T1" fmla="*/ 2147483647 h 1152"/>
              <a:gd name="T2" fmla="*/ 0 w 2256"/>
              <a:gd name="T3" fmla="*/ 2147483647 h 1152"/>
              <a:gd name="T4" fmla="*/ 2147483647 w 2256"/>
              <a:gd name="T5" fmla="*/ 2147483647 h 1152"/>
              <a:gd name="T6" fmla="*/ 2147483647 w 2256"/>
              <a:gd name="T7" fmla="*/ 2147483647 h 1152"/>
              <a:gd name="T8" fmla="*/ 2147483647 w 2256"/>
              <a:gd name="T9" fmla="*/ 2147483647 h 1152"/>
              <a:gd name="T10" fmla="*/ 2147483647 w 2256"/>
              <a:gd name="T11" fmla="*/ 0 h 1152"/>
              <a:gd name="T12" fmla="*/ 0 w 2256"/>
              <a:gd name="T13" fmla="*/ 2147483647 h 1152"/>
              <a:gd name="T14" fmla="*/ 0 60000 65536"/>
              <a:gd name="T15" fmla="*/ 0 60000 65536"/>
              <a:gd name="T16" fmla="*/ 0 60000 65536"/>
              <a:gd name="T17" fmla="*/ 0 60000 65536"/>
              <a:gd name="T18" fmla="*/ 0 60000 65536"/>
              <a:gd name="T19" fmla="*/ 0 60000 65536"/>
              <a:gd name="T20" fmla="*/ 0 60000 65536"/>
              <a:gd name="T21" fmla="*/ 0 w 2256"/>
              <a:gd name="T22" fmla="*/ 0 h 1152"/>
              <a:gd name="T23" fmla="*/ 2256 w 2256"/>
              <a:gd name="T24" fmla="*/ 1152 h 1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56" h="1152">
                <a:moveTo>
                  <a:pt x="0" y="48"/>
                </a:moveTo>
                <a:lnTo>
                  <a:pt x="0" y="1152"/>
                </a:lnTo>
                <a:lnTo>
                  <a:pt x="1056" y="1152"/>
                </a:lnTo>
                <a:lnTo>
                  <a:pt x="1056" y="816"/>
                </a:lnTo>
                <a:lnTo>
                  <a:pt x="2256" y="816"/>
                </a:lnTo>
                <a:lnTo>
                  <a:pt x="2256" y="0"/>
                </a:lnTo>
                <a:lnTo>
                  <a:pt x="0" y="48"/>
                </a:lnTo>
                <a:close/>
              </a:path>
            </a:pathLst>
          </a:custGeom>
          <a:noFill/>
          <a:ln w="3810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3191" name="AutoShape 7"/>
          <p:cNvSpPr>
            <a:spLocks noChangeArrowheads="1"/>
          </p:cNvSpPr>
          <p:nvPr/>
        </p:nvSpPr>
        <p:spPr bwMode="auto">
          <a:xfrm>
            <a:off x="4495800" y="1143000"/>
            <a:ext cx="839788" cy="609600"/>
          </a:xfrm>
          <a:prstGeom prst="rightArrow">
            <a:avLst>
              <a:gd name="adj1" fmla="val 50000"/>
              <a:gd name="adj2" fmla="val 34440"/>
            </a:avLst>
          </a:prstGeom>
          <a:noFill/>
          <a:ln w="38100">
            <a:solidFill>
              <a:srgbClr val="FF33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33192" name="Object 8"/>
          <p:cNvGraphicFramePr>
            <a:graphicFrameLocks noChangeAspect="1"/>
          </p:cNvGraphicFramePr>
          <p:nvPr/>
        </p:nvGraphicFramePr>
        <p:xfrm>
          <a:off x="5410200" y="1143000"/>
          <a:ext cx="4384675" cy="561975"/>
        </p:xfrm>
        <a:graphic>
          <a:graphicData uri="http://schemas.openxmlformats.org/presentationml/2006/ole">
            <mc:AlternateContent xmlns:mc="http://schemas.openxmlformats.org/markup-compatibility/2006">
              <mc:Choice xmlns:v="urn:schemas-microsoft-com:vml" Requires="v">
                <p:oleObj spid="_x0000_s214180" name="Equation" r:id="rId5" imgW="1790832" imgH="183013" progId="Equation.3">
                  <p:embed/>
                </p:oleObj>
              </mc:Choice>
              <mc:Fallback>
                <p:oleObj name="Equation" r:id="rId5" imgW="1790832" imgH="18301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1143000"/>
                        <a:ext cx="4384675"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3193" name="Object 9"/>
          <p:cNvGraphicFramePr>
            <a:graphicFrameLocks noChangeAspect="1"/>
          </p:cNvGraphicFramePr>
          <p:nvPr/>
        </p:nvGraphicFramePr>
        <p:xfrm>
          <a:off x="990600" y="2743200"/>
          <a:ext cx="1920875" cy="1122363"/>
        </p:xfrm>
        <a:graphic>
          <a:graphicData uri="http://schemas.openxmlformats.org/presentationml/2006/ole">
            <mc:AlternateContent xmlns:mc="http://schemas.openxmlformats.org/markup-compatibility/2006">
              <mc:Choice xmlns:v="urn:schemas-microsoft-com:vml" Requires="v">
                <p:oleObj spid="_x0000_s214181" name="Equation" r:id="rId7" imgW="812447" imgH="482391" progId="Equation.3">
                  <p:embed/>
                </p:oleObj>
              </mc:Choice>
              <mc:Fallback>
                <p:oleObj name="Equation" r:id="rId7" imgW="812447" imgH="48239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2743200"/>
                        <a:ext cx="1920875"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3194" name="AutoShape 10"/>
          <p:cNvSpPr>
            <a:spLocks noChangeArrowheads="1"/>
          </p:cNvSpPr>
          <p:nvPr/>
        </p:nvSpPr>
        <p:spPr bwMode="auto">
          <a:xfrm>
            <a:off x="2895600" y="2895600"/>
            <a:ext cx="838200" cy="609600"/>
          </a:xfrm>
          <a:prstGeom prst="rightArrow">
            <a:avLst>
              <a:gd name="adj1" fmla="val 50000"/>
              <a:gd name="adj2" fmla="val 34375"/>
            </a:avLst>
          </a:prstGeom>
          <a:noFill/>
          <a:ln w="38100">
            <a:solidFill>
              <a:srgbClr val="FF33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33195" name="Object 11"/>
          <p:cNvGraphicFramePr>
            <a:graphicFrameLocks noChangeAspect="1"/>
          </p:cNvGraphicFramePr>
          <p:nvPr/>
        </p:nvGraphicFramePr>
        <p:xfrm>
          <a:off x="3886200" y="2909888"/>
          <a:ext cx="3394075" cy="533400"/>
        </p:xfrm>
        <a:graphic>
          <a:graphicData uri="http://schemas.openxmlformats.org/presentationml/2006/ole">
            <mc:AlternateContent xmlns:mc="http://schemas.openxmlformats.org/markup-compatibility/2006">
              <mc:Choice xmlns:v="urn:schemas-microsoft-com:vml" Requires="v">
                <p:oleObj spid="_x0000_s214182" name="Equation" r:id="rId9" imgW="1371633" imgH="167762" progId="Equation.3">
                  <p:embed/>
                </p:oleObj>
              </mc:Choice>
              <mc:Fallback>
                <p:oleObj name="Equation" r:id="rId9" imgW="1371633" imgH="16776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6200" y="2909888"/>
                        <a:ext cx="33940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3196" name="Object 12"/>
          <p:cNvGraphicFramePr>
            <a:graphicFrameLocks noChangeAspect="1"/>
          </p:cNvGraphicFramePr>
          <p:nvPr/>
        </p:nvGraphicFramePr>
        <p:xfrm>
          <a:off x="609600" y="3981450"/>
          <a:ext cx="4260850" cy="590550"/>
        </p:xfrm>
        <a:graphic>
          <a:graphicData uri="http://schemas.openxmlformats.org/presentationml/2006/ole">
            <mc:AlternateContent xmlns:mc="http://schemas.openxmlformats.org/markup-compatibility/2006">
              <mc:Choice xmlns:v="urn:schemas-microsoft-com:vml" Requires="v">
                <p:oleObj spid="_x0000_s214183" name="Equation" r:id="rId11" imgW="1803400" imgH="254000" progId="Equation.3">
                  <p:embed/>
                </p:oleObj>
              </mc:Choice>
              <mc:Fallback>
                <p:oleObj name="Equation" r:id="rId11" imgW="1803400" imgH="2540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3981450"/>
                        <a:ext cx="4260850"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3197" name="Object 13"/>
          <p:cNvGraphicFramePr>
            <a:graphicFrameLocks noChangeAspect="1"/>
          </p:cNvGraphicFramePr>
          <p:nvPr/>
        </p:nvGraphicFramePr>
        <p:xfrm>
          <a:off x="609600" y="4664075"/>
          <a:ext cx="9144000" cy="974725"/>
        </p:xfrm>
        <a:graphic>
          <a:graphicData uri="http://schemas.openxmlformats.org/presentationml/2006/ole">
            <mc:AlternateContent xmlns:mc="http://schemas.openxmlformats.org/markup-compatibility/2006">
              <mc:Choice xmlns:v="urn:schemas-microsoft-com:vml" Requires="v">
                <p:oleObj spid="_x0000_s214184" name="Equation" r:id="rId13" imgW="3924300" imgH="431800" progId="Equation.3">
                  <p:embed/>
                </p:oleObj>
              </mc:Choice>
              <mc:Fallback>
                <p:oleObj name="Equation" r:id="rId13" imgW="3924300" imgH="4318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9600" y="4664075"/>
                        <a:ext cx="914400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8" name="对象 1"/>
          <p:cNvGraphicFramePr>
            <a:graphicFrameLocks noChangeAspect="1"/>
          </p:cNvGraphicFramePr>
          <p:nvPr>
            <p:extLst>
              <p:ext uri="{D42A27DB-BD31-4B8C-83A1-F6EECF244321}">
                <p14:modId xmlns:p14="http://schemas.microsoft.com/office/powerpoint/2010/main" val="485690685"/>
              </p:ext>
            </p:extLst>
          </p:nvPr>
        </p:nvGraphicFramePr>
        <p:xfrm>
          <a:off x="1993900" y="333375"/>
          <a:ext cx="901700" cy="561975"/>
        </p:xfrm>
        <a:graphic>
          <a:graphicData uri="http://schemas.openxmlformats.org/presentationml/2006/ole">
            <mc:AlternateContent xmlns:mc="http://schemas.openxmlformats.org/markup-compatibility/2006">
              <mc:Choice xmlns:v="urn:schemas-microsoft-com:vml" Requires="v">
                <p:oleObj spid="_x0000_s214185" name="公式" r:id="rId15" imgW="380880" imgH="241200" progId="Equation.3">
                  <p:embed/>
                </p:oleObj>
              </mc:Choice>
              <mc:Fallback>
                <p:oleObj name="公式" r:id="rId15" imgW="380880" imgH="241200" progId="Equation.3">
                  <p:embed/>
                  <p:pic>
                    <p:nvPicPr>
                      <p:cNvPr id="0" name=""/>
                      <p:cNvPicPr>
                        <a:picLocks noChangeAspect="1" noChangeArrowheads="1"/>
                      </p:cNvPicPr>
                      <p:nvPr/>
                    </p:nvPicPr>
                    <p:blipFill>
                      <a:blip r:embed="rId16"/>
                      <a:srcRect/>
                      <a:stretch>
                        <a:fillRect/>
                      </a:stretch>
                    </p:blipFill>
                    <p:spPr bwMode="auto">
                      <a:xfrm>
                        <a:off x="1993900" y="333375"/>
                        <a:ext cx="9017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763320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3190"/>
                                        </p:tgtEl>
                                        <p:attrNameLst>
                                          <p:attrName>style.visibility</p:attrName>
                                        </p:attrNameLst>
                                      </p:cBhvr>
                                      <p:to>
                                        <p:strVal val="visible"/>
                                      </p:to>
                                    </p:set>
                                    <p:anim calcmode="lin" valueType="num">
                                      <p:cBhvr additive="base">
                                        <p:cTn id="7" dur="500" fill="hold"/>
                                        <p:tgtEl>
                                          <p:spTgt spid="733190"/>
                                        </p:tgtEl>
                                        <p:attrNameLst>
                                          <p:attrName>ppt_x</p:attrName>
                                        </p:attrNameLst>
                                      </p:cBhvr>
                                      <p:tavLst>
                                        <p:tav tm="0">
                                          <p:val>
                                            <p:strVal val="0-#ppt_w/2"/>
                                          </p:val>
                                        </p:tav>
                                        <p:tav tm="100000">
                                          <p:val>
                                            <p:strVal val="#ppt_x"/>
                                          </p:val>
                                        </p:tav>
                                      </p:tavLst>
                                    </p:anim>
                                    <p:anim calcmode="lin" valueType="num">
                                      <p:cBhvr additive="base">
                                        <p:cTn id="8" dur="500" fill="hold"/>
                                        <p:tgtEl>
                                          <p:spTgt spid="73319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33191"/>
                                        </p:tgtEl>
                                        <p:attrNameLst>
                                          <p:attrName>style.visibility</p:attrName>
                                        </p:attrNameLst>
                                      </p:cBhvr>
                                      <p:to>
                                        <p:strVal val="visible"/>
                                      </p:to>
                                    </p:set>
                                    <p:anim calcmode="lin" valueType="num">
                                      <p:cBhvr additive="base">
                                        <p:cTn id="12" dur="500" fill="hold"/>
                                        <p:tgtEl>
                                          <p:spTgt spid="733191"/>
                                        </p:tgtEl>
                                        <p:attrNameLst>
                                          <p:attrName>ppt_x</p:attrName>
                                        </p:attrNameLst>
                                      </p:cBhvr>
                                      <p:tavLst>
                                        <p:tav tm="0">
                                          <p:val>
                                            <p:strVal val="0-#ppt_w/2"/>
                                          </p:val>
                                        </p:tav>
                                        <p:tav tm="100000">
                                          <p:val>
                                            <p:strVal val="#ppt_x"/>
                                          </p:val>
                                        </p:tav>
                                      </p:tavLst>
                                    </p:anim>
                                    <p:anim calcmode="lin" valueType="num">
                                      <p:cBhvr additive="base">
                                        <p:cTn id="13" dur="500" fill="hold"/>
                                        <p:tgtEl>
                                          <p:spTgt spid="733191"/>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733192"/>
                                        </p:tgtEl>
                                        <p:attrNameLst>
                                          <p:attrName>style.visibility</p:attrName>
                                        </p:attrNameLst>
                                      </p:cBhvr>
                                      <p:to>
                                        <p:strVal val="visible"/>
                                      </p:to>
                                    </p:set>
                                    <p:anim calcmode="lin" valueType="num">
                                      <p:cBhvr additive="base">
                                        <p:cTn id="17" dur="500" fill="hold"/>
                                        <p:tgtEl>
                                          <p:spTgt spid="733192"/>
                                        </p:tgtEl>
                                        <p:attrNameLst>
                                          <p:attrName>ppt_x</p:attrName>
                                        </p:attrNameLst>
                                      </p:cBhvr>
                                      <p:tavLst>
                                        <p:tav tm="0">
                                          <p:val>
                                            <p:strVal val="0-#ppt_w/2"/>
                                          </p:val>
                                        </p:tav>
                                        <p:tav tm="100000">
                                          <p:val>
                                            <p:strVal val="#ppt_x"/>
                                          </p:val>
                                        </p:tav>
                                      </p:tavLst>
                                    </p:anim>
                                    <p:anim calcmode="lin" valueType="num">
                                      <p:cBhvr additive="base">
                                        <p:cTn id="18" dur="500" fill="hold"/>
                                        <p:tgtEl>
                                          <p:spTgt spid="733192"/>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733193"/>
                                        </p:tgtEl>
                                        <p:attrNameLst>
                                          <p:attrName>style.visibility</p:attrName>
                                        </p:attrNameLst>
                                      </p:cBhvr>
                                      <p:to>
                                        <p:strVal val="visible"/>
                                      </p:to>
                                    </p:set>
                                    <p:anim calcmode="lin" valueType="num">
                                      <p:cBhvr additive="base">
                                        <p:cTn id="23" dur="500" fill="hold"/>
                                        <p:tgtEl>
                                          <p:spTgt spid="733193"/>
                                        </p:tgtEl>
                                        <p:attrNameLst>
                                          <p:attrName>ppt_x</p:attrName>
                                        </p:attrNameLst>
                                      </p:cBhvr>
                                      <p:tavLst>
                                        <p:tav tm="0">
                                          <p:val>
                                            <p:strVal val="0-#ppt_w/2"/>
                                          </p:val>
                                        </p:tav>
                                        <p:tav tm="100000">
                                          <p:val>
                                            <p:strVal val="#ppt_x"/>
                                          </p:val>
                                        </p:tav>
                                      </p:tavLst>
                                    </p:anim>
                                    <p:anim calcmode="lin" valueType="num">
                                      <p:cBhvr additive="base">
                                        <p:cTn id="24" dur="500" fill="hold"/>
                                        <p:tgtEl>
                                          <p:spTgt spid="733193"/>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33194"/>
                                        </p:tgtEl>
                                        <p:attrNameLst>
                                          <p:attrName>style.visibility</p:attrName>
                                        </p:attrNameLst>
                                      </p:cBhvr>
                                      <p:to>
                                        <p:strVal val="visible"/>
                                      </p:to>
                                    </p:set>
                                    <p:anim calcmode="lin" valueType="num">
                                      <p:cBhvr additive="base">
                                        <p:cTn id="29" dur="500" fill="hold"/>
                                        <p:tgtEl>
                                          <p:spTgt spid="733194"/>
                                        </p:tgtEl>
                                        <p:attrNameLst>
                                          <p:attrName>ppt_x</p:attrName>
                                        </p:attrNameLst>
                                      </p:cBhvr>
                                      <p:tavLst>
                                        <p:tav tm="0">
                                          <p:val>
                                            <p:strVal val="0-#ppt_w/2"/>
                                          </p:val>
                                        </p:tav>
                                        <p:tav tm="100000">
                                          <p:val>
                                            <p:strVal val="#ppt_x"/>
                                          </p:val>
                                        </p:tav>
                                      </p:tavLst>
                                    </p:anim>
                                    <p:anim calcmode="lin" valueType="num">
                                      <p:cBhvr additive="base">
                                        <p:cTn id="30" dur="500" fill="hold"/>
                                        <p:tgtEl>
                                          <p:spTgt spid="733194"/>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500"/>
                            </p:stCondLst>
                            <p:childTnLst>
                              <p:par>
                                <p:cTn id="32" presetID="2" presetClass="entr" presetSubtype="8" fill="hold" nodeType="afterEffect">
                                  <p:stCondLst>
                                    <p:cond delay="0"/>
                                  </p:stCondLst>
                                  <p:childTnLst>
                                    <p:set>
                                      <p:cBhvr>
                                        <p:cTn id="33" dur="1" fill="hold">
                                          <p:stCondLst>
                                            <p:cond delay="0"/>
                                          </p:stCondLst>
                                        </p:cTn>
                                        <p:tgtEl>
                                          <p:spTgt spid="733195"/>
                                        </p:tgtEl>
                                        <p:attrNameLst>
                                          <p:attrName>style.visibility</p:attrName>
                                        </p:attrNameLst>
                                      </p:cBhvr>
                                      <p:to>
                                        <p:strVal val="visible"/>
                                      </p:to>
                                    </p:set>
                                    <p:anim calcmode="lin" valueType="num">
                                      <p:cBhvr additive="base">
                                        <p:cTn id="34" dur="500" fill="hold"/>
                                        <p:tgtEl>
                                          <p:spTgt spid="733195"/>
                                        </p:tgtEl>
                                        <p:attrNameLst>
                                          <p:attrName>ppt_x</p:attrName>
                                        </p:attrNameLst>
                                      </p:cBhvr>
                                      <p:tavLst>
                                        <p:tav tm="0">
                                          <p:val>
                                            <p:strVal val="0-#ppt_w/2"/>
                                          </p:val>
                                        </p:tav>
                                        <p:tav tm="100000">
                                          <p:val>
                                            <p:strVal val="#ppt_x"/>
                                          </p:val>
                                        </p:tav>
                                      </p:tavLst>
                                    </p:anim>
                                    <p:anim calcmode="lin" valueType="num">
                                      <p:cBhvr additive="base">
                                        <p:cTn id="35" dur="500" fill="hold"/>
                                        <p:tgtEl>
                                          <p:spTgt spid="733195"/>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733196"/>
                                        </p:tgtEl>
                                        <p:attrNameLst>
                                          <p:attrName>style.visibility</p:attrName>
                                        </p:attrNameLst>
                                      </p:cBhvr>
                                      <p:to>
                                        <p:strVal val="visible"/>
                                      </p:to>
                                    </p:set>
                                    <p:anim calcmode="lin" valueType="num">
                                      <p:cBhvr additive="base">
                                        <p:cTn id="40" dur="500" fill="hold"/>
                                        <p:tgtEl>
                                          <p:spTgt spid="733196"/>
                                        </p:tgtEl>
                                        <p:attrNameLst>
                                          <p:attrName>ppt_x</p:attrName>
                                        </p:attrNameLst>
                                      </p:cBhvr>
                                      <p:tavLst>
                                        <p:tav tm="0">
                                          <p:val>
                                            <p:strVal val="0-#ppt_w/2"/>
                                          </p:val>
                                        </p:tav>
                                        <p:tav tm="100000">
                                          <p:val>
                                            <p:strVal val="#ppt_x"/>
                                          </p:val>
                                        </p:tav>
                                      </p:tavLst>
                                    </p:anim>
                                    <p:anim calcmode="lin" valueType="num">
                                      <p:cBhvr additive="base">
                                        <p:cTn id="41" dur="500" fill="hold"/>
                                        <p:tgtEl>
                                          <p:spTgt spid="733196"/>
                                        </p:tgtEl>
                                        <p:attrNameLst>
                                          <p:attrName>ppt_y</p:attrName>
                                        </p:attrNameLst>
                                      </p:cBhvr>
                                      <p:tavLst>
                                        <p:tav tm="0">
                                          <p:val>
                                            <p:strVal val="#ppt_y"/>
                                          </p:val>
                                        </p:tav>
                                        <p:tav tm="100000">
                                          <p:val>
                                            <p:strVal val="#ppt_y"/>
                                          </p:val>
                                        </p:tav>
                                      </p:tavLst>
                                    </p:anim>
                                  </p:childTnLst>
                                </p:cTn>
                              </p:par>
                            </p:childTnLst>
                          </p:cTn>
                        </p:par>
                        <p:par>
                          <p:cTn id="42" fill="hold" nodeType="afterGroup">
                            <p:stCondLst>
                              <p:cond delay="500"/>
                            </p:stCondLst>
                            <p:childTnLst>
                              <p:par>
                                <p:cTn id="43" presetID="2" presetClass="entr" presetSubtype="8" fill="hold" nodeType="afterEffect">
                                  <p:stCondLst>
                                    <p:cond delay="0"/>
                                  </p:stCondLst>
                                  <p:childTnLst>
                                    <p:set>
                                      <p:cBhvr>
                                        <p:cTn id="44" dur="1" fill="hold">
                                          <p:stCondLst>
                                            <p:cond delay="0"/>
                                          </p:stCondLst>
                                        </p:cTn>
                                        <p:tgtEl>
                                          <p:spTgt spid="733197"/>
                                        </p:tgtEl>
                                        <p:attrNameLst>
                                          <p:attrName>style.visibility</p:attrName>
                                        </p:attrNameLst>
                                      </p:cBhvr>
                                      <p:to>
                                        <p:strVal val="visible"/>
                                      </p:to>
                                    </p:set>
                                    <p:anim calcmode="lin" valueType="num">
                                      <p:cBhvr additive="base">
                                        <p:cTn id="45" dur="500" fill="hold"/>
                                        <p:tgtEl>
                                          <p:spTgt spid="733197"/>
                                        </p:tgtEl>
                                        <p:attrNameLst>
                                          <p:attrName>ppt_x</p:attrName>
                                        </p:attrNameLst>
                                      </p:cBhvr>
                                      <p:tavLst>
                                        <p:tav tm="0">
                                          <p:val>
                                            <p:strVal val="0-#ppt_w/2"/>
                                          </p:val>
                                        </p:tav>
                                        <p:tav tm="100000">
                                          <p:val>
                                            <p:strVal val="#ppt_x"/>
                                          </p:val>
                                        </p:tav>
                                      </p:tavLst>
                                    </p:anim>
                                    <p:anim calcmode="lin" valueType="num">
                                      <p:cBhvr additive="base">
                                        <p:cTn id="46" dur="500" fill="hold"/>
                                        <p:tgtEl>
                                          <p:spTgt spid="7331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90" grpId="0" animBg="1"/>
      <p:bldP spid="733191" grpId="0" animBg="1"/>
      <p:bldP spid="733194"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F0BB666-49AE-4FC2-94DF-6618CF4EF2C8}" type="slidenum">
              <a:rPr lang="zh-CN" altLang="en-US" b="0" i="0" smtClean="0"/>
              <a:pPr/>
              <a:t>122</a:t>
            </a:fld>
            <a:endParaRPr lang="en-US" altLang="zh-CN" b="0" i="0" smtClean="0"/>
          </a:p>
        </p:txBody>
      </p:sp>
      <p:sp>
        <p:nvSpPr>
          <p:cNvPr id="14541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1E911AE-8631-4A68-BB0F-A645019AE70F}" type="datetime1">
              <a:rPr lang="zh-CN" altLang="en-US" sz="1800" i="0" smtClean="0"/>
              <a:pPr/>
              <a:t>2024/10/20</a:t>
            </a:fld>
            <a:endParaRPr lang="en-US" altLang="zh-CN" sz="1800" i="0" smtClean="0"/>
          </a:p>
        </p:txBody>
      </p:sp>
      <p:sp>
        <p:nvSpPr>
          <p:cNvPr id="734210" name="Rectangle 2"/>
          <p:cNvSpPr>
            <a:spLocks noGrp="1" noChangeArrowheads="1"/>
          </p:cNvSpPr>
          <p:nvPr>
            <p:ph type="title"/>
          </p:nvPr>
        </p:nvSpPr>
        <p:spPr>
          <a:xfrm>
            <a:off x="650875" y="304800"/>
            <a:ext cx="8820150" cy="609600"/>
          </a:xfrm>
        </p:spPr>
        <p:txBody>
          <a:bodyPr/>
          <a:lstStyle/>
          <a:p>
            <a:pPr>
              <a:defRPr/>
            </a:pPr>
            <a:r>
              <a:rPr lang="zh-CN" altLang="en-US" dirty="0" smtClean="0"/>
              <a:t>确定</a:t>
            </a:r>
          </a:p>
        </p:txBody>
      </p:sp>
      <p:graphicFrame>
        <p:nvGraphicFramePr>
          <p:cNvPr id="145413" name="Object 4"/>
          <p:cNvGraphicFramePr>
            <a:graphicFrameLocks noChangeAspect="1"/>
          </p:cNvGraphicFramePr>
          <p:nvPr/>
        </p:nvGraphicFramePr>
        <p:xfrm>
          <a:off x="609600" y="1295400"/>
          <a:ext cx="4260850" cy="590550"/>
        </p:xfrm>
        <a:graphic>
          <a:graphicData uri="http://schemas.openxmlformats.org/presentationml/2006/ole">
            <mc:AlternateContent xmlns:mc="http://schemas.openxmlformats.org/markup-compatibility/2006">
              <mc:Choice xmlns:v="urn:schemas-microsoft-com:vml" Requires="v">
                <p:oleObj spid="_x0000_s215226" name="Equation" r:id="rId3" imgW="1803400" imgH="254000" progId="Equation.3">
                  <p:embed/>
                </p:oleObj>
              </mc:Choice>
              <mc:Fallback>
                <p:oleObj name="Equation" r:id="rId3" imgW="1803400" imgH="254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295400"/>
                        <a:ext cx="4260850"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14" name="Object 5"/>
          <p:cNvGraphicFramePr>
            <a:graphicFrameLocks noChangeAspect="1"/>
          </p:cNvGraphicFramePr>
          <p:nvPr/>
        </p:nvGraphicFramePr>
        <p:xfrm>
          <a:off x="457200" y="1981200"/>
          <a:ext cx="9144000" cy="974725"/>
        </p:xfrm>
        <a:graphic>
          <a:graphicData uri="http://schemas.openxmlformats.org/presentationml/2006/ole">
            <mc:AlternateContent xmlns:mc="http://schemas.openxmlformats.org/markup-compatibility/2006">
              <mc:Choice xmlns:v="urn:schemas-microsoft-com:vml" Requires="v">
                <p:oleObj spid="_x0000_s215227" name="Equation" r:id="rId5" imgW="3924300" imgH="431800" progId="Equation.3">
                  <p:embed/>
                </p:oleObj>
              </mc:Choice>
              <mc:Fallback>
                <p:oleObj name="Equation" r:id="rId5" imgW="39243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981200"/>
                        <a:ext cx="914400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4214" name="Object 6"/>
          <p:cNvGraphicFramePr>
            <a:graphicFrameLocks noChangeAspect="1"/>
          </p:cNvGraphicFramePr>
          <p:nvPr/>
        </p:nvGraphicFramePr>
        <p:xfrm>
          <a:off x="762000" y="3048000"/>
          <a:ext cx="5910263" cy="590550"/>
        </p:xfrm>
        <a:graphic>
          <a:graphicData uri="http://schemas.openxmlformats.org/presentationml/2006/ole">
            <mc:AlternateContent xmlns:mc="http://schemas.openxmlformats.org/markup-compatibility/2006">
              <mc:Choice xmlns:v="urn:schemas-microsoft-com:vml" Requires="v">
                <p:oleObj spid="_x0000_s215228" name="Equation" r:id="rId7" imgW="2501900" imgH="254000" progId="Equation.3">
                  <p:embed/>
                </p:oleObj>
              </mc:Choice>
              <mc:Fallback>
                <p:oleObj name="Equation" r:id="rId7" imgW="2501900" imgH="2540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3048000"/>
                        <a:ext cx="5910263"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4215" name="Object 7"/>
          <p:cNvGraphicFramePr>
            <a:graphicFrameLocks noChangeAspect="1"/>
          </p:cNvGraphicFramePr>
          <p:nvPr/>
        </p:nvGraphicFramePr>
        <p:xfrm>
          <a:off x="920750" y="3860800"/>
          <a:ext cx="4048125" cy="531813"/>
        </p:xfrm>
        <a:graphic>
          <a:graphicData uri="http://schemas.openxmlformats.org/presentationml/2006/ole">
            <mc:AlternateContent xmlns:mc="http://schemas.openxmlformats.org/markup-compatibility/2006">
              <mc:Choice xmlns:v="urn:schemas-microsoft-com:vml" Requires="v">
                <p:oleObj spid="_x0000_s215229" name="公式" r:id="rId9" imgW="1714500" imgH="228600" progId="Equation.3">
                  <p:embed/>
                </p:oleObj>
              </mc:Choice>
              <mc:Fallback>
                <p:oleObj name="公式" r:id="rId9" imgW="171450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0750" y="3860800"/>
                        <a:ext cx="4048125"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4216" name="Object 8"/>
          <p:cNvGraphicFramePr>
            <a:graphicFrameLocks noChangeAspect="1"/>
          </p:cNvGraphicFramePr>
          <p:nvPr/>
        </p:nvGraphicFramePr>
        <p:xfrm>
          <a:off x="1373188" y="4724400"/>
          <a:ext cx="4529137" cy="531813"/>
        </p:xfrm>
        <a:graphic>
          <a:graphicData uri="http://schemas.openxmlformats.org/presentationml/2006/ole">
            <mc:AlternateContent xmlns:mc="http://schemas.openxmlformats.org/markup-compatibility/2006">
              <mc:Choice xmlns:v="urn:schemas-microsoft-com:vml" Requires="v">
                <p:oleObj spid="_x0000_s215230" name="Equation" r:id="rId11" imgW="1917700" imgH="228600" progId="Equation.3">
                  <p:embed/>
                </p:oleObj>
              </mc:Choice>
              <mc:Fallback>
                <p:oleObj name="Equation" r:id="rId11" imgW="191770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3188" y="4724400"/>
                        <a:ext cx="4529137"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4217" name="Object 9"/>
          <p:cNvGraphicFramePr>
            <a:graphicFrameLocks noChangeAspect="1"/>
          </p:cNvGraphicFramePr>
          <p:nvPr/>
        </p:nvGraphicFramePr>
        <p:xfrm>
          <a:off x="6629400" y="4724400"/>
          <a:ext cx="1200150" cy="531813"/>
        </p:xfrm>
        <a:graphic>
          <a:graphicData uri="http://schemas.openxmlformats.org/presentationml/2006/ole">
            <mc:AlternateContent xmlns:mc="http://schemas.openxmlformats.org/markup-compatibility/2006">
              <mc:Choice xmlns:v="urn:schemas-microsoft-com:vml" Requires="v">
                <p:oleObj spid="_x0000_s215231" name="Equation" r:id="rId13" imgW="508000" imgH="228600" progId="Equation.3">
                  <p:embed/>
                </p:oleObj>
              </mc:Choice>
              <mc:Fallback>
                <p:oleObj name="Equation" r:id="rId13" imgW="508000" imgH="2286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29400" y="4724400"/>
                        <a:ext cx="120015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4219" name="Object 11"/>
          <p:cNvGraphicFramePr>
            <a:graphicFrameLocks noChangeAspect="1"/>
          </p:cNvGraphicFramePr>
          <p:nvPr/>
        </p:nvGraphicFramePr>
        <p:xfrm>
          <a:off x="1411288" y="5334000"/>
          <a:ext cx="3570287" cy="590550"/>
        </p:xfrm>
        <a:graphic>
          <a:graphicData uri="http://schemas.openxmlformats.org/presentationml/2006/ole">
            <mc:AlternateContent xmlns:mc="http://schemas.openxmlformats.org/markup-compatibility/2006">
              <mc:Choice xmlns:v="urn:schemas-microsoft-com:vml" Requires="v">
                <p:oleObj spid="_x0000_s215232" name="Equation" r:id="rId15" imgW="1511300" imgH="254000" progId="Equation.3">
                  <p:embed/>
                </p:oleObj>
              </mc:Choice>
              <mc:Fallback>
                <p:oleObj name="Equation" r:id="rId15" imgW="1511300" imgH="2540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11288" y="5334000"/>
                        <a:ext cx="3570287"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20" name="对象 1"/>
          <p:cNvGraphicFramePr>
            <a:graphicFrameLocks noChangeAspect="1"/>
          </p:cNvGraphicFramePr>
          <p:nvPr/>
        </p:nvGraphicFramePr>
        <p:xfrm>
          <a:off x="1993900" y="333375"/>
          <a:ext cx="901700" cy="561975"/>
        </p:xfrm>
        <a:graphic>
          <a:graphicData uri="http://schemas.openxmlformats.org/presentationml/2006/ole">
            <mc:AlternateContent xmlns:mc="http://schemas.openxmlformats.org/markup-compatibility/2006">
              <mc:Choice xmlns:v="urn:schemas-microsoft-com:vml" Requires="v">
                <p:oleObj spid="_x0000_s215233" name="公式" r:id="rId17" imgW="380835" imgH="241195" progId="Equation.3">
                  <p:embed/>
                </p:oleObj>
              </mc:Choice>
              <mc:Fallback>
                <p:oleObj name="公式" r:id="rId17" imgW="380835" imgH="241195"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93900" y="333375"/>
                        <a:ext cx="9017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96230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34214"/>
                                        </p:tgtEl>
                                        <p:attrNameLst>
                                          <p:attrName>style.visibility</p:attrName>
                                        </p:attrNameLst>
                                      </p:cBhvr>
                                      <p:to>
                                        <p:strVal val="visible"/>
                                      </p:to>
                                    </p:set>
                                    <p:animEffect transition="in" filter="dissolve">
                                      <p:cBhvr>
                                        <p:cTn id="7" dur="500"/>
                                        <p:tgtEl>
                                          <p:spTgt spid="7342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34215"/>
                                        </p:tgtEl>
                                        <p:attrNameLst>
                                          <p:attrName>style.visibility</p:attrName>
                                        </p:attrNameLst>
                                      </p:cBhvr>
                                      <p:to>
                                        <p:strVal val="visible"/>
                                      </p:to>
                                    </p:set>
                                    <p:animEffect transition="in" filter="dissolve">
                                      <p:cBhvr>
                                        <p:cTn id="12" dur="500"/>
                                        <p:tgtEl>
                                          <p:spTgt spid="7342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34216"/>
                                        </p:tgtEl>
                                        <p:attrNameLst>
                                          <p:attrName>style.visibility</p:attrName>
                                        </p:attrNameLst>
                                      </p:cBhvr>
                                      <p:to>
                                        <p:strVal val="visible"/>
                                      </p:to>
                                    </p:set>
                                    <p:animEffect transition="in" filter="dissolve">
                                      <p:cBhvr>
                                        <p:cTn id="17" dur="500"/>
                                        <p:tgtEl>
                                          <p:spTgt spid="7342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34217"/>
                                        </p:tgtEl>
                                        <p:attrNameLst>
                                          <p:attrName>style.visibility</p:attrName>
                                        </p:attrNameLst>
                                      </p:cBhvr>
                                      <p:to>
                                        <p:strVal val="visible"/>
                                      </p:to>
                                    </p:set>
                                    <p:animEffect transition="in" filter="dissolve">
                                      <p:cBhvr>
                                        <p:cTn id="22" dur="500"/>
                                        <p:tgtEl>
                                          <p:spTgt spid="7342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34219"/>
                                        </p:tgtEl>
                                        <p:attrNameLst>
                                          <p:attrName>style.visibility</p:attrName>
                                        </p:attrNameLst>
                                      </p:cBhvr>
                                      <p:to>
                                        <p:strVal val="visible"/>
                                      </p:to>
                                    </p:set>
                                    <p:animEffect transition="in" filter="dissolve">
                                      <p:cBhvr>
                                        <p:cTn id="27" dur="500"/>
                                        <p:tgtEl>
                                          <p:spTgt spid="734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5ECBC96-D382-4E41-B235-DC9B3F1E9B55}" type="slidenum">
              <a:rPr lang="zh-CN" altLang="en-US" b="0" i="0" smtClean="0"/>
              <a:pPr/>
              <a:t>123</a:t>
            </a:fld>
            <a:endParaRPr lang="en-US" altLang="zh-CN" b="0" i="0" smtClean="0"/>
          </a:p>
        </p:txBody>
      </p:sp>
      <p:sp>
        <p:nvSpPr>
          <p:cNvPr id="14643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56B5598-F1F7-4459-86A9-D27223E69C62}" type="datetime1">
              <a:rPr lang="zh-CN" altLang="en-US" sz="1800" i="0" smtClean="0"/>
              <a:pPr/>
              <a:t>2024/10/20</a:t>
            </a:fld>
            <a:endParaRPr lang="en-US" altLang="zh-CN" sz="1800" i="0" smtClean="0"/>
          </a:p>
        </p:txBody>
      </p:sp>
      <p:graphicFrame>
        <p:nvGraphicFramePr>
          <p:cNvPr id="146436" name="Object 4"/>
          <p:cNvGraphicFramePr>
            <a:graphicFrameLocks noChangeAspect="1"/>
          </p:cNvGraphicFramePr>
          <p:nvPr/>
        </p:nvGraphicFramePr>
        <p:xfrm>
          <a:off x="685800" y="1219200"/>
          <a:ext cx="5794375" cy="1711325"/>
        </p:xfrm>
        <a:graphic>
          <a:graphicData uri="http://schemas.openxmlformats.org/presentationml/2006/ole">
            <mc:AlternateContent xmlns:mc="http://schemas.openxmlformats.org/markup-compatibility/2006">
              <mc:Choice xmlns:v="urn:schemas-microsoft-com:vml" Requires="v">
                <p:oleObj spid="_x0000_s216296" name="Equation" r:id="rId3" imgW="2451100" imgH="736600" progId="Equation.3">
                  <p:embed/>
                </p:oleObj>
              </mc:Choice>
              <mc:Fallback>
                <p:oleObj name="Equation" r:id="rId3" imgW="2451100" imgH="736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219200"/>
                        <a:ext cx="5794375" cy="171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5237" name="Freeform 5"/>
          <p:cNvSpPr>
            <a:spLocks/>
          </p:cNvSpPr>
          <p:nvPr/>
        </p:nvSpPr>
        <p:spPr bwMode="auto">
          <a:xfrm>
            <a:off x="533400" y="1066800"/>
            <a:ext cx="3581400" cy="1676400"/>
          </a:xfrm>
          <a:custGeom>
            <a:avLst/>
            <a:gdLst>
              <a:gd name="T0" fmla="*/ 0 w 2256"/>
              <a:gd name="T1" fmla="*/ 2147483647 h 1152"/>
              <a:gd name="T2" fmla="*/ 0 w 2256"/>
              <a:gd name="T3" fmla="*/ 2147483647 h 1152"/>
              <a:gd name="T4" fmla="*/ 2147483647 w 2256"/>
              <a:gd name="T5" fmla="*/ 2147483647 h 1152"/>
              <a:gd name="T6" fmla="*/ 2147483647 w 2256"/>
              <a:gd name="T7" fmla="*/ 2147483647 h 1152"/>
              <a:gd name="T8" fmla="*/ 2147483647 w 2256"/>
              <a:gd name="T9" fmla="*/ 2147483647 h 1152"/>
              <a:gd name="T10" fmla="*/ 2147483647 w 2256"/>
              <a:gd name="T11" fmla="*/ 0 h 1152"/>
              <a:gd name="T12" fmla="*/ 0 w 2256"/>
              <a:gd name="T13" fmla="*/ 2147483647 h 1152"/>
              <a:gd name="T14" fmla="*/ 0 60000 65536"/>
              <a:gd name="T15" fmla="*/ 0 60000 65536"/>
              <a:gd name="T16" fmla="*/ 0 60000 65536"/>
              <a:gd name="T17" fmla="*/ 0 60000 65536"/>
              <a:gd name="T18" fmla="*/ 0 60000 65536"/>
              <a:gd name="T19" fmla="*/ 0 60000 65536"/>
              <a:gd name="T20" fmla="*/ 0 60000 65536"/>
              <a:gd name="T21" fmla="*/ 0 w 2256"/>
              <a:gd name="T22" fmla="*/ 0 h 1152"/>
              <a:gd name="T23" fmla="*/ 2256 w 2256"/>
              <a:gd name="T24" fmla="*/ 1152 h 1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56" h="1152">
                <a:moveTo>
                  <a:pt x="0" y="48"/>
                </a:moveTo>
                <a:lnTo>
                  <a:pt x="0" y="1152"/>
                </a:lnTo>
                <a:lnTo>
                  <a:pt x="1056" y="1152"/>
                </a:lnTo>
                <a:lnTo>
                  <a:pt x="1056" y="816"/>
                </a:lnTo>
                <a:lnTo>
                  <a:pt x="2256" y="816"/>
                </a:lnTo>
                <a:lnTo>
                  <a:pt x="2256" y="0"/>
                </a:lnTo>
                <a:lnTo>
                  <a:pt x="0" y="48"/>
                </a:lnTo>
                <a:close/>
              </a:path>
            </a:pathLst>
          </a:custGeom>
          <a:noFill/>
          <a:ln w="3810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35238" name="Object 6"/>
          <p:cNvGraphicFramePr>
            <a:graphicFrameLocks noChangeAspect="1"/>
          </p:cNvGraphicFramePr>
          <p:nvPr/>
        </p:nvGraphicFramePr>
        <p:xfrm>
          <a:off x="5119688" y="1143000"/>
          <a:ext cx="4354512" cy="561975"/>
        </p:xfrm>
        <a:graphic>
          <a:graphicData uri="http://schemas.openxmlformats.org/presentationml/2006/ole">
            <mc:AlternateContent xmlns:mc="http://schemas.openxmlformats.org/markup-compatibility/2006">
              <mc:Choice xmlns:v="urn:schemas-microsoft-com:vml" Requires="v">
                <p:oleObj spid="_x0000_s216297" name="Equation" r:id="rId5" imgW="1783016" imgH="183013" progId="Equation.3">
                  <p:embed/>
                </p:oleObj>
              </mc:Choice>
              <mc:Fallback>
                <p:oleObj name="Equation" r:id="rId5" imgW="1783016" imgH="18301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9688" y="1143000"/>
                        <a:ext cx="435451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5239" name="AutoShape 7"/>
          <p:cNvSpPr>
            <a:spLocks noChangeArrowheads="1"/>
          </p:cNvSpPr>
          <p:nvPr/>
        </p:nvSpPr>
        <p:spPr bwMode="auto">
          <a:xfrm>
            <a:off x="4267200" y="1143000"/>
            <a:ext cx="838200" cy="609600"/>
          </a:xfrm>
          <a:prstGeom prst="rightArrow">
            <a:avLst>
              <a:gd name="adj1" fmla="val 50000"/>
              <a:gd name="adj2" fmla="val 34375"/>
            </a:avLst>
          </a:prstGeom>
          <a:noFill/>
          <a:ln w="38100">
            <a:solidFill>
              <a:srgbClr val="FF33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5240" name="Oval 8"/>
          <p:cNvSpPr>
            <a:spLocks noChangeArrowheads="1"/>
          </p:cNvSpPr>
          <p:nvPr/>
        </p:nvSpPr>
        <p:spPr bwMode="auto">
          <a:xfrm>
            <a:off x="382588" y="2133600"/>
            <a:ext cx="3122612" cy="990600"/>
          </a:xfrm>
          <a:prstGeom prst="ellipse">
            <a:avLst/>
          </a:prstGeom>
          <a:noFill/>
          <a:ln w="38100">
            <a:solidFill>
              <a:srgbClr val="0000CC"/>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5241" name="AutoShape 9"/>
          <p:cNvSpPr>
            <a:spLocks noChangeArrowheads="1"/>
          </p:cNvSpPr>
          <p:nvPr/>
        </p:nvSpPr>
        <p:spPr bwMode="auto">
          <a:xfrm>
            <a:off x="3581400" y="2362200"/>
            <a:ext cx="838200" cy="609600"/>
          </a:xfrm>
          <a:prstGeom prst="rightArrow">
            <a:avLst>
              <a:gd name="adj1" fmla="val 50000"/>
              <a:gd name="adj2" fmla="val 34375"/>
            </a:avLst>
          </a:prstGeom>
          <a:noFill/>
          <a:ln w="38100">
            <a:solidFill>
              <a:srgbClr val="0000CC"/>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35242" name="Object 10"/>
          <p:cNvGraphicFramePr>
            <a:graphicFrameLocks noChangeAspect="1"/>
          </p:cNvGraphicFramePr>
          <p:nvPr/>
        </p:nvGraphicFramePr>
        <p:xfrm>
          <a:off x="4721225" y="2438400"/>
          <a:ext cx="3094038" cy="533400"/>
        </p:xfrm>
        <a:graphic>
          <a:graphicData uri="http://schemas.openxmlformats.org/presentationml/2006/ole">
            <mc:AlternateContent xmlns:mc="http://schemas.openxmlformats.org/markup-compatibility/2006">
              <mc:Choice xmlns:v="urn:schemas-microsoft-com:vml" Requires="v">
                <p:oleObj spid="_x0000_s216298" name="Equation" r:id="rId7" imgW="1249781" imgH="167762" progId="Equation.3">
                  <p:embed/>
                </p:oleObj>
              </mc:Choice>
              <mc:Fallback>
                <p:oleObj name="Equation" r:id="rId7" imgW="1249781" imgH="167762"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21225" y="2438400"/>
                        <a:ext cx="309403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5243" name="Object 11"/>
          <p:cNvGraphicFramePr>
            <a:graphicFrameLocks noChangeAspect="1"/>
          </p:cNvGraphicFramePr>
          <p:nvPr/>
        </p:nvGraphicFramePr>
        <p:xfrm>
          <a:off x="171450" y="3000375"/>
          <a:ext cx="4019550" cy="590550"/>
        </p:xfrm>
        <a:graphic>
          <a:graphicData uri="http://schemas.openxmlformats.org/presentationml/2006/ole">
            <mc:AlternateContent xmlns:mc="http://schemas.openxmlformats.org/markup-compatibility/2006">
              <mc:Choice xmlns:v="urn:schemas-microsoft-com:vml" Requires="v">
                <p:oleObj spid="_x0000_s216299" name="Equation" r:id="rId9" imgW="1701800" imgH="254000" progId="Equation.3">
                  <p:embed/>
                </p:oleObj>
              </mc:Choice>
              <mc:Fallback>
                <p:oleObj name="Equation" r:id="rId9" imgW="1701800" imgH="254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1450" y="3000375"/>
                        <a:ext cx="4019550"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5244" name="Object 12"/>
          <p:cNvGraphicFramePr>
            <a:graphicFrameLocks noChangeAspect="1"/>
          </p:cNvGraphicFramePr>
          <p:nvPr/>
        </p:nvGraphicFramePr>
        <p:xfrm>
          <a:off x="4267200" y="2895600"/>
          <a:ext cx="5638800" cy="908050"/>
        </p:xfrm>
        <a:graphic>
          <a:graphicData uri="http://schemas.openxmlformats.org/presentationml/2006/ole">
            <mc:AlternateContent xmlns:mc="http://schemas.openxmlformats.org/markup-compatibility/2006">
              <mc:Choice xmlns:v="urn:schemas-microsoft-com:vml" Requires="v">
                <p:oleObj spid="_x0000_s216300" name="Equation" r:id="rId11" imgW="3086100" imgH="431800" progId="Equation.3">
                  <p:embed/>
                </p:oleObj>
              </mc:Choice>
              <mc:Fallback>
                <p:oleObj name="Equation" r:id="rId11" imgW="3086100" imgH="4318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7200" y="2895600"/>
                        <a:ext cx="56388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5245" name="Object 13"/>
          <p:cNvGraphicFramePr>
            <a:graphicFrameLocks noChangeAspect="1"/>
          </p:cNvGraphicFramePr>
          <p:nvPr/>
        </p:nvGraphicFramePr>
        <p:xfrm>
          <a:off x="533400" y="4346575"/>
          <a:ext cx="1709738" cy="1063625"/>
        </p:xfrm>
        <a:graphic>
          <a:graphicData uri="http://schemas.openxmlformats.org/presentationml/2006/ole">
            <mc:AlternateContent xmlns:mc="http://schemas.openxmlformats.org/markup-compatibility/2006">
              <mc:Choice xmlns:v="urn:schemas-microsoft-com:vml" Requires="v">
                <p:oleObj spid="_x0000_s216301" name="Equation" r:id="rId13" imgW="723586" imgH="457002" progId="Equation.3">
                  <p:embed/>
                </p:oleObj>
              </mc:Choice>
              <mc:Fallback>
                <p:oleObj name="Equation" r:id="rId13" imgW="723586" imgH="45700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4346575"/>
                        <a:ext cx="1709738" cy="106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5246" name="AutoShape 14"/>
          <p:cNvSpPr>
            <a:spLocks noChangeArrowheads="1"/>
          </p:cNvSpPr>
          <p:nvPr/>
        </p:nvSpPr>
        <p:spPr bwMode="auto">
          <a:xfrm>
            <a:off x="3276600" y="4700588"/>
            <a:ext cx="762000" cy="533400"/>
          </a:xfrm>
          <a:prstGeom prst="rightArrow">
            <a:avLst>
              <a:gd name="adj1" fmla="val 50000"/>
              <a:gd name="adj2" fmla="val 35714"/>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35247" name="Object 15"/>
          <p:cNvGraphicFramePr>
            <a:graphicFrameLocks noChangeAspect="1"/>
          </p:cNvGraphicFramePr>
          <p:nvPr/>
        </p:nvGraphicFramePr>
        <p:xfrm>
          <a:off x="4406900" y="4144963"/>
          <a:ext cx="4918075" cy="1798637"/>
        </p:xfrm>
        <a:graphic>
          <a:graphicData uri="http://schemas.openxmlformats.org/presentationml/2006/ole">
            <mc:AlternateContent xmlns:mc="http://schemas.openxmlformats.org/markup-compatibility/2006">
              <mc:Choice xmlns:v="urn:schemas-microsoft-com:vml" Requires="v">
                <p:oleObj spid="_x0000_s216302" name="Equation" r:id="rId15" imgW="2082800" imgH="787400" progId="Equation.3">
                  <p:embed/>
                </p:oleObj>
              </mc:Choice>
              <mc:Fallback>
                <p:oleObj name="Equation" r:id="rId15" imgW="2082800" imgH="7874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06900" y="4144963"/>
                        <a:ext cx="4918075" cy="179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5248" name="Object 16"/>
          <p:cNvGraphicFramePr>
            <a:graphicFrameLocks noChangeAspect="1"/>
          </p:cNvGraphicFramePr>
          <p:nvPr/>
        </p:nvGraphicFramePr>
        <p:xfrm>
          <a:off x="493713" y="3667125"/>
          <a:ext cx="5611812" cy="590550"/>
        </p:xfrm>
        <a:graphic>
          <a:graphicData uri="http://schemas.openxmlformats.org/presentationml/2006/ole">
            <mc:AlternateContent xmlns:mc="http://schemas.openxmlformats.org/markup-compatibility/2006">
              <mc:Choice xmlns:v="urn:schemas-microsoft-com:vml" Requires="v">
                <p:oleObj spid="_x0000_s216303" name="Equation" r:id="rId17" imgW="2374900" imgH="254000" progId="Equation.3">
                  <p:embed/>
                </p:oleObj>
              </mc:Choice>
              <mc:Fallback>
                <p:oleObj name="Equation" r:id="rId17" imgW="2374900" imgH="2540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3713" y="3667125"/>
                        <a:ext cx="56118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5249" name="AutoShape 17"/>
          <p:cNvSpPr>
            <a:spLocks noChangeArrowheads="1"/>
          </p:cNvSpPr>
          <p:nvPr/>
        </p:nvSpPr>
        <p:spPr bwMode="auto">
          <a:xfrm>
            <a:off x="1600200" y="5867400"/>
            <a:ext cx="763588" cy="533400"/>
          </a:xfrm>
          <a:prstGeom prst="rightArrow">
            <a:avLst>
              <a:gd name="adj1" fmla="val 50000"/>
              <a:gd name="adj2" fmla="val 35789"/>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35250" name="Object 18"/>
          <p:cNvGraphicFramePr>
            <a:graphicFrameLocks noChangeAspect="1"/>
          </p:cNvGraphicFramePr>
          <p:nvPr/>
        </p:nvGraphicFramePr>
        <p:xfrm>
          <a:off x="2438400" y="5678488"/>
          <a:ext cx="2728913" cy="1103312"/>
        </p:xfrm>
        <a:graphic>
          <a:graphicData uri="http://schemas.openxmlformats.org/presentationml/2006/ole">
            <mc:AlternateContent xmlns:mc="http://schemas.openxmlformats.org/markup-compatibility/2006">
              <mc:Choice xmlns:v="urn:schemas-microsoft-com:vml" Requires="v">
                <p:oleObj spid="_x0000_s216304" name="Equation" r:id="rId19" imgW="1155700" imgH="482600" progId="Equation.3">
                  <p:embed/>
                </p:oleObj>
              </mc:Choice>
              <mc:Fallback>
                <p:oleObj name="Equation" r:id="rId19" imgW="1155700" imgH="4826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38400" y="5678488"/>
                        <a:ext cx="2728913" cy="1103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标题 1"/>
          <p:cNvSpPr>
            <a:spLocks noGrp="1"/>
          </p:cNvSpPr>
          <p:nvPr>
            <p:ph type="title"/>
          </p:nvPr>
        </p:nvSpPr>
        <p:spPr>
          <a:xfrm>
            <a:off x="650875" y="304800"/>
            <a:ext cx="8820150" cy="609600"/>
          </a:xfrm>
        </p:spPr>
        <p:txBody>
          <a:bodyPr/>
          <a:lstStyle/>
          <a:p>
            <a:pPr>
              <a:defRPr/>
            </a:pPr>
            <a:r>
              <a:rPr lang="zh-CN" altLang="en-US" dirty="0" smtClean="0"/>
              <a:t>确定</a:t>
            </a:r>
            <a:endParaRPr lang="zh-CN" altLang="en-US" dirty="0"/>
          </a:p>
        </p:txBody>
      </p:sp>
      <p:graphicFrame>
        <p:nvGraphicFramePr>
          <p:cNvPr id="146452" name="对象 23"/>
          <p:cNvGraphicFramePr>
            <a:graphicFrameLocks noChangeAspect="1"/>
          </p:cNvGraphicFramePr>
          <p:nvPr/>
        </p:nvGraphicFramePr>
        <p:xfrm>
          <a:off x="1944688" y="333375"/>
          <a:ext cx="901700" cy="561975"/>
        </p:xfrm>
        <a:graphic>
          <a:graphicData uri="http://schemas.openxmlformats.org/presentationml/2006/ole">
            <mc:AlternateContent xmlns:mc="http://schemas.openxmlformats.org/markup-compatibility/2006">
              <mc:Choice xmlns:v="urn:schemas-microsoft-com:vml" Requires="v">
                <p:oleObj spid="_x0000_s216305" name="公式" r:id="rId21" imgW="380880" imgH="241200" progId="Equation.3">
                  <p:embed/>
                </p:oleObj>
              </mc:Choice>
              <mc:Fallback>
                <p:oleObj name="公式" r:id="rId21" imgW="380880" imgH="24120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44688" y="333375"/>
                        <a:ext cx="9017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962323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5237"/>
                                        </p:tgtEl>
                                        <p:attrNameLst>
                                          <p:attrName>style.visibility</p:attrName>
                                        </p:attrNameLst>
                                      </p:cBhvr>
                                      <p:to>
                                        <p:strVal val="visible"/>
                                      </p:to>
                                    </p:set>
                                    <p:anim calcmode="lin" valueType="num">
                                      <p:cBhvr additive="base">
                                        <p:cTn id="7" dur="500" fill="hold"/>
                                        <p:tgtEl>
                                          <p:spTgt spid="735237"/>
                                        </p:tgtEl>
                                        <p:attrNameLst>
                                          <p:attrName>ppt_x</p:attrName>
                                        </p:attrNameLst>
                                      </p:cBhvr>
                                      <p:tavLst>
                                        <p:tav tm="0">
                                          <p:val>
                                            <p:strVal val="0-#ppt_w/2"/>
                                          </p:val>
                                        </p:tav>
                                        <p:tav tm="100000">
                                          <p:val>
                                            <p:strVal val="#ppt_x"/>
                                          </p:val>
                                        </p:tav>
                                      </p:tavLst>
                                    </p:anim>
                                    <p:anim calcmode="lin" valueType="num">
                                      <p:cBhvr additive="base">
                                        <p:cTn id="8" dur="500" fill="hold"/>
                                        <p:tgtEl>
                                          <p:spTgt spid="73523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35239"/>
                                        </p:tgtEl>
                                        <p:attrNameLst>
                                          <p:attrName>style.visibility</p:attrName>
                                        </p:attrNameLst>
                                      </p:cBhvr>
                                      <p:to>
                                        <p:strVal val="visible"/>
                                      </p:to>
                                    </p:set>
                                    <p:anim calcmode="lin" valueType="num">
                                      <p:cBhvr additive="base">
                                        <p:cTn id="12" dur="500" fill="hold"/>
                                        <p:tgtEl>
                                          <p:spTgt spid="735239"/>
                                        </p:tgtEl>
                                        <p:attrNameLst>
                                          <p:attrName>ppt_x</p:attrName>
                                        </p:attrNameLst>
                                      </p:cBhvr>
                                      <p:tavLst>
                                        <p:tav tm="0">
                                          <p:val>
                                            <p:strVal val="0-#ppt_w/2"/>
                                          </p:val>
                                        </p:tav>
                                        <p:tav tm="100000">
                                          <p:val>
                                            <p:strVal val="#ppt_x"/>
                                          </p:val>
                                        </p:tav>
                                      </p:tavLst>
                                    </p:anim>
                                    <p:anim calcmode="lin" valueType="num">
                                      <p:cBhvr additive="base">
                                        <p:cTn id="13" dur="500" fill="hold"/>
                                        <p:tgtEl>
                                          <p:spTgt spid="73523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735238"/>
                                        </p:tgtEl>
                                        <p:attrNameLst>
                                          <p:attrName>style.visibility</p:attrName>
                                        </p:attrNameLst>
                                      </p:cBhvr>
                                      <p:to>
                                        <p:strVal val="visible"/>
                                      </p:to>
                                    </p:set>
                                    <p:anim calcmode="lin" valueType="num">
                                      <p:cBhvr additive="base">
                                        <p:cTn id="17" dur="500" fill="hold"/>
                                        <p:tgtEl>
                                          <p:spTgt spid="735238"/>
                                        </p:tgtEl>
                                        <p:attrNameLst>
                                          <p:attrName>ppt_x</p:attrName>
                                        </p:attrNameLst>
                                      </p:cBhvr>
                                      <p:tavLst>
                                        <p:tav tm="0">
                                          <p:val>
                                            <p:strVal val="0-#ppt_w/2"/>
                                          </p:val>
                                        </p:tav>
                                        <p:tav tm="100000">
                                          <p:val>
                                            <p:strVal val="#ppt_x"/>
                                          </p:val>
                                        </p:tav>
                                      </p:tavLst>
                                    </p:anim>
                                    <p:anim calcmode="lin" valueType="num">
                                      <p:cBhvr additive="base">
                                        <p:cTn id="18" dur="500" fill="hold"/>
                                        <p:tgtEl>
                                          <p:spTgt spid="735238"/>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35240"/>
                                        </p:tgtEl>
                                        <p:attrNameLst>
                                          <p:attrName>style.visibility</p:attrName>
                                        </p:attrNameLst>
                                      </p:cBhvr>
                                      <p:to>
                                        <p:strVal val="visible"/>
                                      </p:to>
                                    </p:set>
                                    <p:anim calcmode="lin" valueType="num">
                                      <p:cBhvr additive="base">
                                        <p:cTn id="23" dur="500" fill="hold"/>
                                        <p:tgtEl>
                                          <p:spTgt spid="735240"/>
                                        </p:tgtEl>
                                        <p:attrNameLst>
                                          <p:attrName>ppt_x</p:attrName>
                                        </p:attrNameLst>
                                      </p:cBhvr>
                                      <p:tavLst>
                                        <p:tav tm="0">
                                          <p:val>
                                            <p:strVal val="0-#ppt_w/2"/>
                                          </p:val>
                                        </p:tav>
                                        <p:tav tm="100000">
                                          <p:val>
                                            <p:strVal val="#ppt_x"/>
                                          </p:val>
                                        </p:tav>
                                      </p:tavLst>
                                    </p:anim>
                                    <p:anim calcmode="lin" valueType="num">
                                      <p:cBhvr additive="base">
                                        <p:cTn id="24" dur="500" fill="hold"/>
                                        <p:tgtEl>
                                          <p:spTgt spid="735240"/>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735241"/>
                                        </p:tgtEl>
                                        <p:attrNameLst>
                                          <p:attrName>style.visibility</p:attrName>
                                        </p:attrNameLst>
                                      </p:cBhvr>
                                      <p:to>
                                        <p:strVal val="visible"/>
                                      </p:to>
                                    </p:set>
                                    <p:anim calcmode="lin" valueType="num">
                                      <p:cBhvr additive="base">
                                        <p:cTn id="28" dur="500" fill="hold"/>
                                        <p:tgtEl>
                                          <p:spTgt spid="735241"/>
                                        </p:tgtEl>
                                        <p:attrNameLst>
                                          <p:attrName>ppt_x</p:attrName>
                                        </p:attrNameLst>
                                      </p:cBhvr>
                                      <p:tavLst>
                                        <p:tav tm="0">
                                          <p:val>
                                            <p:strVal val="0-#ppt_w/2"/>
                                          </p:val>
                                        </p:tav>
                                        <p:tav tm="100000">
                                          <p:val>
                                            <p:strVal val="#ppt_x"/>
                                          </p:val>
                                        </p:tav>
                                      </p:tavLst>
                                    </p:anim>
                                    <p:anim calcmode="lin" valueType="num">
                                      <p:cBhvr additive="base">
                                        <p:cTn id="29" dur="500" fill="hold"/>
                                        <p:tgtEl>
                                          <p:spTgt spid="735241"/>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1000"/>
                            </p:stCondLst>
                            <p:childTnLst>
                              <p:par>
                                <p:cTn id="31" presetID="2" presetClass="entr" presetSubtype="8" fill="hold" nodeType="afterEffect">
                                  <p:stCondLst>
                                    <p:cond delay="0"/>
                                  </p:stCondLst>
                                  <p:childTnLst>
                                    <p:set>
                                      <p:cBhvr>
                                        <p:cTn id="32" dur="1" fill="hold">
                                          <p:stCondLst>
                                            <p:cond delay="0"/>
                                          </p:stCondLst>
                                        </p:cTn>
                                        <p:tgtEl>
                                          <p:spTgt spid="735242"/>
                                        </p:tgtEl>
                                        <p:attrNameLst>
                                          <p:attrName>style.visibility</p:attrName>
                                        </p:attrNameLst>
                                      </p:cBhvr>
                                      <p:to>
                                        <p:strVal val="visible"/>
                                      </p:to>
                                    </p:set>
                                    <p:anim calcmode="lin" valueType="num">
                                      <p:cBhvr additive="base">
                                        <p:cTn id="33" dur="500" fill="hold"/>
                                        <p:tgtEl>
                                          <p:spTgt spid="735242"/>
                                        </p:tgtEl>
                                        <p:attrNameLst>
                                          <p:attrName>ppt_x</p:attrName>
                                        </p:attrNameLst>
                                      </p:cBhvr>
                                      <p:tavLst>
                                        <p:tav tm="0">
                                          <p:val>
                                            <p:strVal val="0-#ppt_w/2"/>
                                          </p:val>
                                        </p:tav>
                                        <p:tav tm="100000">
                                          <p:val>
                                            <p:strVal val="#ppt_x"/>
                                          </p:val>
                                        </p:tav>
                                      </p:tavLst>
                                    </p:anim>
                                    <p:anim calcmode="lin" valueType="num">
                                      <p:cBhvr additive="base">
                                        <p:cTn id="34" dur="500" fill="hold"/>
                                        <p:tgtEl>
                                          <p:spTgt spid="735242"/>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735243"/>
                                        </p:tgtEl>
                                        <p:attrNameLst>
                                          <p:attrName>style.visibility</p:attrName>
                                        </p:attrNameLst>
                                      </p:cBhvr>
                                      <p:to>
                                        <p:strVal val="visible"/>
                                      </p:to>
                                    </p:set>
                                    <p:anim calcmode="lin" valueType="num">
                                      <p:cBhvr additive="base">
                                        <p:cTn id="39" dur="500" fill="hold"/>
                                        <p:tgtEl>
                                          <p:spTgt spid="735243"/>
                                        </p:tgtEl>
                                        <p:attrNameLst>
                                          <p:attrName>ppt_x</p:attrName>
                                        </p:attrNameLst>
                                      </p:cBhvr>
                                      <p:tavLst>
                                        <p:tav tm="0">
                                          <p:val>
                                            <p:strVal val="0-#ppt_w/2"/>
                                          </p:val>
                                        </p:tav>
                                        <p:tav tm="100000">
                                          <p:val>
                                            <p:strVal val="#ppt_x"/>
                                          </p:val>
                                        </p:tav>
                                      </p:tavLst>
                                    </p:anim>
                                    <p:anim calcmode="lin" valueType="num">
                                      <p:cBhvr additive="base">
                                        <p:cTn id="40" dur="500" fill="hold"/>
                                        <p:tgtEl>
                                          <p:spTgt spid="735243"/>
                                        </p:tgtEl>
                                        <p:attrNameLst>
                                          <p:attrName>ppt_y</p:attrName>
                                        </p:attrNameLst>
                                      </p:cBhvr>
                                      <p:tavLst>
                                        <p:tav tm="0">
                                          <p:val>
                                            <p:strVal val="#ppt_y"/>
                                          </p:val>
                                        </p:tav>
                                        <p:tav tm="100000">
                                          <p:val>
                                            <p:strVal val="#ppt_y"/>
                                          </p:val>
                                        </p:tav>
                                      </p:tavLst>
                                    </p:anim>
                                  </p:childTnLst>
                                </p:cTn>
                              </p:par>
                            </p:childTnLst>
                          </p:cTn>
                        </p:par>
                        <p:par>
                          <p:cTn id="41" fill="hold" nodeType="afterGroup">
                            <p:stCondLst>
                              <p:cond delay="500"/>
                            </p:stCondLst>
                            <p:childTnLst>
                              <p:par>
                                <p:cTn id="42" presetID="2" presetClass="entr" presetSubtype="8" fill="hold" nodeType="afterEffect">
                                  <p:stCondLst>
                                    <p:cond delay="0"/>
                                  </p:stCondLst>
                                  <p:childTnLst>
                                    <p:set>
                                      <p:cBhvr>
                                        <p:cTn id="43" dur="1" fill="hold">
                                          <p:stCondLst>
                                            <p:cond delay="0"/>
                                          </p:stCondLst>
                                        </p:cTn>
                                        <p:tgtEl>
                                          <p:spTgt spid="735244"/>
                                        </p:tgtEl>
                                        <p:attrNameLst>
                                          <p:attrName>style.visibility</p:attrName>
                                        </p:attrNameLst>
                                      </p:cBhvr>
                                      <p:to>
                                        <p:strVal val="visible"/>
                                      </p:to>
                                    </p:set>
                                    <p:anim calcmode="lin" valueType="num">
                                      <p:cBhvr additive="base">
                                        <p:cTn id="44" dur="500" fill="hold"/>
                                        <p:tgtEl>
                                          <p:spTgt spid="735244"/>
                                        </p:tgtEl>
                                        <p:attrNameLst>
                                          <p:attrName>ppt_x</p:attrName>
                                        </p:attrNameLst>
                                      </p:cBhvr>
                                      <p:tavLst>
                                        <p:tav tm="0">
                                          <p:val>
                                            <p:strVal val="0-#ppt_w/2"/>
                                          </p:val>
                                        </p:tav>
                                        <p:tav tm="100000">
                                          <p:val>
                                            <p:strVal val="#ppt_x"/>
                                          </p:val>
                                        </p:tav>
                                      </p:tavLst>
                                    </p:anim>
                                    <p:anim calcmode="lin" valueType="num">
                                      <p:cBhvr additive="base">
                                        <p:cTn id="45" dur="500" fill="hold"/>
                                        <p:tgtEl>
                                          <p:spTgt spid="735244"/>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nodeType="clickEffect">
                                  <p:stCondLst>
                                    <p:cond delay="0"/>
                                  </p:stCondLst>
                                  <p:childTnLst>
                                    <p:set>
                                      <p:cBhvr>
                                        <p:cTn id="49" dur="1" fill="hold">
                                          <p:stCondLst>
                                            <p:cond delay="0"/>
                                          </p:stCondLst>
                                        </p:cTn>
                                        <p:tgtEl>
                                          <p:spTgt spid="735248"/>
                                        </p:tgtEl>
                                        <p:attrNameLst>
                                          <p:attrName>style.visibility</p:attrName>
                                        </p:attrNameLst>
                                      </p:cBhvr>
                                      <p:to>
                                        <p:strVal val="visible"/>
                                      </p:to>
                                    </p:set>
                                    <p:anim calcmode="lin" valueType="num">
                                      <p:cBhvr additive="base">
                                        <p:cTn id="50" dur="500" fill="hold"/>
                                        <p:tgtEl>
                                          <p:spTgt spid="735248"/>
                                        </p:tgtEl>
                                        <p:attrNameLst>
                                          <p:attrName>ppt_x</p:attrName>
                                        </p:attrNameLst>
                                      </p:cBhvr>
                                      <p:tavLst>
                                        <p:tav tm="0">
                                          <p:val>
                                            <p:strVal val="0-#ppt_w/2"/>
                                          </p:val>
                                        </p:tav>
                                        <p:tav tm="100000">
                                          <p:val>
                                            <p:strVal val="#ppt_x"/>
                                          </p:val>
                                        </p:tav>
                                      </p:tavLst>
                                    </p:anim>
                                    <p:anim calcmode="lin" valueType="num">
                                      <p:cBhvr additive="base">
                                        <p:cTn id="51" dur="500" fill="hold"/>
                                        <p:tgtEl>
                                          <p:spTgt spid="735248"/>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nodeType="clickEffect">
                                  <p:stCondLst>
                                    <p:cond delay="0"/>
                                  </p:stCondLst>
                                  <p:childTnLst>
                                    <p:set>
                                      <p:cBhvr>
                                        <p:cTn id="55" dur="1" fill="hold">
                                          <p:stCondLst>
                                            <p:cond delay="0"/>
                                          </p:stCondLst>
                                        </p:cTn>
                                        <p:tgtEl>
                                          <p:spTgt spid="735245"/>
                                        </p:tgtEl>
                                        <p:attrNameLst>
                                          <p:attrName>style.visibility</p:attrName>
                                        </p:attrNameLst>
                                      </p:cBhvr>
                                      <p:to>
                                        <p:strVal val="visible"/>
                                      </p:to>
                                    </p:set>
                                    <p:anim calcmode="lin" valueType="num">
                                      <p:cBhvr additive="base">
                                        <p:cTn id="56" dur="500" fill="hold"/>
                                        <p:tgtEl>
                                          <p:spTgt spid="735245"/>
                                        </p:tgtEl>
                                        <p:attrNameLst>
                                          <p:attrName>ppt_x</p:attrName>
                                        </p:attrNameLst>
                                      </p:cBhvr>
                                      <p:tavLst>
                                        <p:tav tm="0">
                                          <p:val>
                                            <p:strVal val="0-#ppt_w/2"/>
                                          </p:val>
                                        </p:tav>
                                        <p:tav tm="100000">
                                          <p:val>
                                            <p:strVal val="#ppt_x"/>
                                          </p:val>
                                        </p:tav>
                                      </p:tavLst>
                                    </p:anim>
                                    <p:anim calcmode="lin" valueType="num">
                                      <p:cBhvr additive="base">
                                        <p:cTn id="57" dur="500" fill="hold"/>
                                        <p:tgtEl>
                                          <p:spTgt spid="735245"/>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8" fill="hold" grpId="0" nodeType="clickEffect">
                                  <p:stCondLst>
                                    <p:cond delay="0"/>
                                  </p:stCondLst>
                                  <p:childTnLst>
                                    <p:set>
                                      <p:cBhvr>
                                        <p:cTn id="61" dur="1" fill="hold">
                                          <p:stCondLst>
                                            <p:cond delay="0"/>
                                          </p:stCondLst>
                                        </p:cTn>
                                        <p:tgtEl>
                                          <p:spTgt spid="735246"/>
                                        </p:tgtEl>
                                        <p:attrNameLst>
                                          <p:attrName>style.visibility</p:attrName>
                                        </p:attrNameLst>
                                      </p:cBhvr>
                                      <p:to>
                                        <p:strVal val="visible"/>
                                      </p:to>
                                    </p:set>
                                    <p:anim calcmode="lin" valueType="num">
                                      <p:cBhvr additive="base">
                                        <p:cTn id="62" dur="500" fill="hold"/>
                                        <p:tgtEl>
                                          <p:spTgt spid="735246"/>
                                        </p:tgtEl>
                                        <p:attrNameLst>
                                          <p:attrName>ppt_x</p:attrName>
                                        </p:attrNameLst>
                                      </p:cBhvr>
                                      <p:tavLst>
                                        <p:tav tm="0">
                                          <p:val>
                                            <p:strVal val="0-#ppt_w/2"/>
                                          </p:val>
                                        </p:tav>
                                        <p:tav tm="100000">
                                          <p:val>
                                            <p:strVal val="#ppt_x"/>
                                          </p:val>
                                        </p:tav>
                                      </p:tavLst>
                                    </p:anim>
                                    <p:anim calcmode="lin" valueType="num">
                                      <p:cBhvr additive="base">
                                        <p:cTn id="63" dur="500" fill="hold"/>
                                        <p:tgtEl>
                                          <p:spTgt spid="735246"/>
                                        </p:tgtEl>
                                        <p:attrNameLst>
                                          <p:attrName>ppt_y</p:attrName>
                                        </p:attrNameLst>
                                      </p:cBhvr>
                                      <p:tavLst>
                                        <p:tav tm="0">
                                          <p:val>
                                            <p:strVal val="#ppt_y"/>
                                          </p:val>
                                        </p:tav>
                                        <p:tav tm="100000">
                                          <p:val>
                                            <p:strVal val="#ppt_y"/>
                                          </p:val>
                                        </p:tav>
                                      </p:tavLst>
                                    </p:anim>
                                  </p:childTnLst>
                                </p:cTn>
                              </p:par>
                            </p:childTnLst>
                          </p:cTn>
                        </p:par>
                        <p:par>
                          <p:cTn id="64" fill="hold" nodeType="afterGroup">
                            <p:stCondLst>
                              <p:cond delay="500"/>
                            </p:stCondLst>
                            <p:childTnLst>
                              <p:par>
                                <p:cTn id="65" presetID="2" presetClass="entr" presetSubtype="8" fill="hold" nodeType="afterEffect">
                                  <p:stCondLst>
                                    <p:cond delay="0"/>
                                  </p:stCondLst>
                                  <p:childTnLst>
                                    <p:set>
                                      <p:cBhvr>
                                        <p:cTn id="66" dur="1" fill="hold">
                                          <p:stCondLst>
                                            <p:cond delay="0"/>
                                          </p:stCondLst>
                                        </p:cTn>
                                        <p:tgtEl>
                                          <p:spTgt spid="735247"/>
                                        </p:tgtEl>
                                        <p:attrNameLst>
                                          <p:attrName>style.visibility</p:attrName>
                                        </p:attrNameLst>
                                      </p:cBhvr>
                                      <p:to>
                                        <p:strVal val="visible"/>
                                      </p:to>
                                    </p:set>
                                    <p:anim calcmode="lin" valueType="num">
                                      <p:cBhvr additive="base">
                                        <p:cTn id="67" dur="500" fill="hold"/>
                                        <p:tgtEl>
                                          <p:spTgt spid="735247"/>
                                        </p:tgtEl>
                                        <p:attrNameLst>
                                          <p:attrName>ppt_x</p:attrName>
                                        </p:attrNameLst>
                                      </p:cBhvr>
                                      <p:tavLst>
                                        <p:tav tm="0">
                                          <p:val>
                                            <p:strVal val="0-#ppt_w/2"/>
                                          </p:val>
                                        </p:tav>
                                        <p:tav tm="100000">
                                          <p:val>
                                            <p:strVal val="#ppt_x"/>
                                          </p:val>
                                        </p:tav>
                                      </p:tavLst>
                                    </p:anim>
                                    <p:anim calcmode="lin" valueType="num">
                                      <p:cBhvr additive="base">
                                        <p:cTn id="68" dur="500" fill="hold"/>
                                        <p:tgtEl>
                                          <p:spTgt spid="735247"/>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735249"/>
                                        </p:tgtEl>
                                        <p:attrNameLst>
                                          <p:attrName>style.visibility</p:attrName>
                                        </p:attrNameLst>
                                      </p:cBhvr>
                                      <p:to>
                                        <p:strVal val="visible"/>
                                      </p:to>
                                    </p:set>
                                    <p:anim calcmode="lin" valueType="num">
                                      <p:cBhvr additive="base">
                                        <p:cTn id="73" dur="500" fill="hold"/>
                                        <p:tgtEl>
                                          <p:spTgt spid="735249"/>
                                        </p:tgtEl>
                                        <p:attrNameLst>
                                          <p:attrName>ppt_x</p:attrName>
                                        </p:attrNameLst>
                                      </p:cBhvr>
                                      <p:tavLst>
                                        <p:tav tm="0">
                                          <p:val>
                                            <p:strVal val="0-#ppt_w/2"/>
                                          </p:val>
                                        </p:tav>
                                        <p:tav tm="100000">
                                          <p:val>
                                            <p:strVal val="#ppt_x"/>
                                          </p:val>
                                        </p:tav>
                                      </p:tavLst>
                                    </p:anim>
                                    <p:anim calcmode="lin" valueType="num">
                                      <p:cBhvr additive="base">
                                        <p:cTn id="74" dur="500" fill="hold"/>
                                        <p:tgtEl>
                                          <p:spTgt spid="735249"/>
                                        </p:tgtEl>
                                        <p:attrNameLst>
                                          <p:attrName>ppt_y</p:attrName>
                                        </p:attrNameLst>
                                      </p:cBhvr>
                                      <p:tavLst>
                                        <p:tav tm="0">
                                          <p:val>
                                            <p:strVal val="#ppt_y"/>
                                          </p:val>
                                        </p:tav>
                                        <p:tav tm="100000">
                                          <p:val>
                                            <p:strVal val="#ppt_y"/>
                                          </p:val>
                                        </p:tav>
                                      </p:tavLst>
                                    </p:anim>
                                  </p:childTnLst>
                                </p:cTn>
                              </p:par>
                            </p:childTnLst>
                          </p:cTn>
                        </p:par>
                        <p:par>
                          <p:cTn id="75" fill="hold" nodeType="afterGroup">
                            <p:stCondLst>
                              <p:cond delay="500"/>
                            </p:stCondLst>
                            <p:childTnLst>
                              <p:par>
                                <p:cTn id="76" presetID="2" presetClass="entr" presetSubtype="8" fill="hold" nodeType="afterEffect">
                                  <p:stCondLst>
                                    <p:cond delay="0"/>
                                  </p:stCondLst>
                                  <p:childTnLst>
                                    <p:set>
                                      <p:cBhvr>
                                        <p:cTn id="77" dur="1" fill="hold">
                                          <p:stCondLst>
                                            <p:cond delay="0"/>
                                          </p:stCondLst>
                                        </p:cTn>
                                        <p:tgtEl>
                                          <p:spTgt spid="735250"/>
                                        </p:tgtEl>
                                        <p:attrNameLst>
                                          <p:attrName>style.visibility</p:attrName>
                                        </p:attrNameLst>
                                      </p:cBhvr>
                                      <p:to>
                                        <p:strVal val="visible"/>
                                      </p:to>
                                    </p:set>
                                    <p:anim calcmode="lin" valueType="num">
                                      <p:cBhvr additive="base">
                                        <p:cTn id="78" dur="500" fill="hold"/>
                                        <p:tgtEl>
                                          <p:spTgt spid="735250"/>
                                        </p:tgtEl>
                                        <p:attrNameLst>
                                          <p:attrName>ppt_x</p:attrName>
                                        </p:attrNameLst>
                                      </p:cBhvr>
                                      <p:tavLst>
                                        <p:tav tm="0">
                                          <p:val>
                                            <p:strVal val="0-#ppt_w/2"/>
                                          </p:val>
                                        </p:tav>
                                        <p:tav tm="100000">
                                          <p:val>
                                            <p:strVal val="#ppt_x"/>
                                          </p:val>
                                        </p:tav>
                                      </p:tavLst>
                                    </p:anim>
                                    <p:anim calcmode="lin" valueType="num">
                                      <p:cBhvr additive="base">
                                        <p:cTn id="79" dur="500" fill="hold"/>
                                        <p:tgtEl>
                                          <p:spTgt spid="7352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37" grpId="0" animBg="1"/>
      <p:bldP spid="735239" grpId="0" animBg="1"/>
      <p:bldP spid="735240" grpId="0" animBg="1"/>
      <p:bldP spid="735241" grpId="0" animBg="1"/>
      <p:bldP spid="735246" grpId="0" animBg="1"/>
      <p:bldP spid="735249"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D68D7A0-DA5B-4BEA-B589-A22902B298D7}" type="slidenum">
              <a:rPr lang="zh-CN" altLang="en-US" b="0" i="0" smtClean="0"/>
              <a:pPr/>
              <a:t>124</a:t>
            </a:fld>
            <a:endParaRPr lang="en-US" altLang="zh-CN" b="0" i="0" smtClean="0"/>
          </a:p>
        </p:txBody>
      </p:sp>
      <p:sp>
        <p:nvSpPr>
          <p:cNvPr id="14745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EE6A691-68CE-4DE4-94D7-033AD480C418}" type="datetime1">
              <a:rPr lang="zh-CN" altLang="en-US" sz="1800" i="0" smtClean="0"/>
              <a:pPr/>
              <a:t>2024/10/20</a:t>
            </a:fld>
            <a:endParaRPr lang="en-US" altLang="zh-CN" sz="1800" i="0" smtClean="0"/>
          </a:p>
        </p:txBody>
      </p:sp>
      <p:sp>
        <p:nvSpPr>
          <p:cNvPr id="736258" name="Rectangle 2"/>
          <p:cNvSpPr>
            <a:spLocks noGrp="1" noChangeArrowheads="1"/>
          </p:cNvSpPr>
          <p:nvPr>
            <p:ph type="title"/>
          </p:nvPr>
        </p:nvSpPr>
        <p:spPr>
          <a:xfrm>
            <a:off x="650875" y="304800"/>
            <a:ext cx="8820150" cy="609600"/>
          </a:xfrm>
        </p:spPr>
        <p:txBody>
          <a:bodyPr/>
          <a:lstStyle/>
          <a:p>
            <a:pPr>
              <a:defRPr/>
            </a:pPr>
            <a:r>
              <a:rPr lang="zh-CN" altLang="en-US" dirty="0" smtClean="0"/>
              <a:t>确定</a:t>
            </a:r>
          </a:p>
        </p:txBody>
      </p:sp>
      <p:graphicFrame>
        <p:nvGraphicFramePr>
          <p:cNvPr id="736260" name="Object 4"/>
          <p:cNvGraphicFramePr>
            <a:graphicFrameLocks noChangeAspect="1"/>
          </p:cNvGraphicFramePr>
          <p:nvPr/>
        </p:nvGraphicFramePr>
        <p:xfrm>
          <a:off x="2057400" y="1143000"/>
          <a:ext cx="5638800" cy="908050"/>
        </p:xfrm>
        <a:graphic>
          <a:graphicData uri="http://schemas.openxmlformats.org/presentationml/2006/ole">
            <mc:AlternateContent xmlns:mc="http://schemas.openxmlformats.org/markup-compatibility/2006">
              <mc:Choice xmlns:v="urn:schemas-microsoft-com:vml" Requires="v">
                <p:oleObj spid="_x0000_s217229" name="Equation" r:id="rId3" imgW="3086100" imgH="431800" progId="Equation.3">
                  <p:embed/>
                </p:oleObj>
              </mc:Choice>
              <mc:Fallback>
                <p:oleObj name="Equation" r:id="rId3" imgW="30861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143000"/>
                        <a:ext cx="56388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62" name="Object 6"/>
          <p:cNvGraphicFramePr>
            <a:graphicFrameLocks noChangeAspect="1"/>
          </p:cNvGraphicFramePr>
          <p:nvPr/>
        </p:nvGraphicFramePr>
        <p:xfrm>
          <a:off x="457200" y="1143000"/>
          <a:ext cx="1425575" cy="563563"/>
        </p:xfrm>
        <a:graphic>
          <a:graphicData uri="http://schemas.openxmlformats.org/presentationml/2006/ole">
            <mc:AlternateContent xmlns:mc="http://schemas.openxmlformats.org/markup-compatibility/2006">
              <mc:Choice xmlns:v="urn:schemas-microsoft-com:vml" Requires="v">
                <p:oleObj spid="_x0000_s217230" name="Equation" r:id="rId5" imgW="495223" imgH="167762" progId="Equation.3">
                  <p:embed/>
                </p:oleObj>
              </mc:Choice>
              <mc:Fallback>
                <p:oleObj name="Equation" r:id="rId5" imgW="495223" imgH="16776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143000"/>
                        <a:ext cx="1425575" cy="56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6263" name="Object 7"/>
          <p:cNvGraphicFramePr>
            <a:graphicFrameLocks noChangeAspect="1"/>
          </p:cNvGraphicFramePr>
          <p:nvPr/>
        </p:nvGraphicFramePr>
        <p:xfrm>
          <a:off x="990600" y="2133600"/>
          <a:ext cx="6934200" cy="2339975"/>
        </p:xfrm>
        <a:graphic>
          <a:graphicData uri="http://schemas.openxmlformats.org/presentationml/2006/ole">
            <mc:AlternateContent xmlns:mc="http://schemas.openxmlformats.org/markup-compatibility/2006">
              <mc:Choice xmlns:v="urn:schemas-microsoft-com:vml" Requires="v">
                <p:oleObj spid="_x0000_s217231" name="Equation" r:id="rId7" imgW="3378200" imgH="990600" progId="Equation.3">
                  <p:embed/>
                </p:oleObj>
              </mc:Choice>
              <mc:Fallback>
                <p:oleObj name="Equation" r:id="rId7" imgW="3378200" imgH="990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2133600"/>
                        <a:ext cx="6934200" cy="233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6264" name="Object 8"/>
          <p:cNvGraphicFramePr>
            <a:graphicFrameLocks noChangeAspect="1"/>
          </p:cNvGraphicFramePr>
          <p:nvPr/>
        </p:nvGraphicFramePr>
        <p:xfrm>
          <a:off x="273050" y="4694238"/>
          <a:ext cx="4248150" cy="1147762"/>
        </p:xfrm>
        <a:graphic>
          <a:graphicData uri="http://schemas.openxmlformats.org/presentationml/2006/ole">
            <mc:AlternateContent xmlns:mc="http://schemas.openxmlformats.org/markup-compatibility/2006">
              <mc:Choice xmlns:v="urn:schemas-microsoft-com:vml" Requires="v">
                <p:oleObj spid="_x0000_s217232" name="公式" r:id="rId9" imgW="2273300" imgH="533400" progId="Equation.3">
                  <p:embed/>
                </p:oleObj>
              </mc:Choice>
              <mc:Fallback>
                <p:oleObj name="公式" r:id="rId9" imgW="2273300" imgH="5334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050" y="4694238"/>
                        <a:ext cx="4248150" cy="1147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6265" name="Object 9"/>
          <p:cNvGraphicFramePr>
            <a:graphicFrameLocks noChangeAspect="1"/>
          </p:cNvGraphicFramePr>
          <p:nvPr/>
        </p:nvGraphicFramePr>
        <p:xfrm>
          <a:off x="5168900" y="4581525"/>
          <a:ext cx="4614863" cy="1260475"/>
        </p:xfrm>
        <a:graphic>
          <a:graphicData uri="http://schemas.openxmlformats.org/presentationml/2006/ole">
            <mc:AlternateContent xmlns:mc="http://schemas.openxmlformats.org/markup-compatibility/2006">
              <mc:Choice xmlns:v="urn:schemas-microsoft-com:vml" Requires="v">
                <p:oleObj spid="_x0000_s217233" name="Equation" r:id="rId11" imgW="2247900" imgH="533400" progId="Equation.3">
                  <p:embed/>
                </p:oleObj>
              </mc:Choice>
              <mc:Fallback>
                <p:oleObj name="Equation" r:id="rId11" imgW="2247900" imgH="5334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68900" y="4581525"/>
                        <a:ext cx="4614863"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66" name="Line 12"/>
          <p:cNvSpPr>
            <a:spLocks noChangeShapeType="1"/>
          </p:cNvSpPr>
          <p:nvPr/>
        </p:nvSpPr>
        <p:spPr bwMode="auto">
          <a:xfrm>
            <a:off x="3657600" y="5589588"/>
            <a:ext cx="287338"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47467" name="对象 1"/>
          <p:cNvGraphicFramePr>
            <a:graphicFrameLocks noChangeAspect="1"/>
          </p:cNvGraphicFramePr>
          <p:nvPr/>
        </p:nvGraphicFramePr>
        <p:xfrm>
          <a:off x="1944688" y="333375"/>
          <a:ext cx="901700" cy="561975"/>
        </p:xfrm>
        <a:graphic>
          <a:graphicData uri="http://schemas.openxmlformats.org/presentationml/2006/ole">
            <mc:AlternateContent xmlns:mc="http://schemas.openxmlformats.org/markup-compatibility/2006">
              <mc:Choice xmlns:v="urn:schemas-microsoft-com:vml" Requires="v">
                <p:oleObj spid="_x0000_s217234" name="公式" r:id="rId13" imgW="380835" imgH="241195" progId="Equation.3">
                  <p:embed/>
                </p:oleObj>
              </mc:Choice>
              <mc:Fallback>
                <p:oleObj name="公式" r:id="rId13" imgW="380835" imgH="241195"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44688" y="333375"/>
                        <a:ext cx="9017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990491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736260"/>
                                        </p:tgtEl>
                                        <p:attrNameLst>
                                          <p:attrName>style.visibility</p:attrName>
                                        </p:attrNameLst>
                                      </p:cBhvr>
                                      <p:to>
                                        <p:strVal val="visible"/>
                                      </p:to>
                                    </p:set>
                                    <p:anim calcmode="lin" valueType="num">
                                      <p:cBhvr additive="base">
                                        <p:cTn id="7" dur="500" fill="hold"/>
                                        <p:tgtEl>
                                          <p:spTgt spid="736260"/>
                                        </p:tgtEl>
                                        <p:attrNameLst>
                                          <p:attrName>ppt_x</p:attrName>
                                        </p:attrNameLst>
                                      </p:cBhvr>
                                      <p:tavLst>
                                        <p:tav tm="0">
                                          <p:val>
                                            <p:strVal val="0-#ppt_w/2"/>
                                          </p:val>
                                        </p:tav>
                                        <p:tav tm="100000">
                                          <p:val>
                                            <p:strVal val="#ppt_x"/>
                                          </p:val>
                                        </p:tav>
                                      </p:tavLst>
                                    </p:anim>
                                    <p:anim calcmode="lin" valueType="num">
                                      <p:cBhvr additive="base">
                                        <p:cTn id="8" dur="500" fill="hold"/>
                                        <p:tgtEl>
                                          <p:spTgt spid="73626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36263"/>
                                        </p:tgtEl>
                                        <p:attrNameLst>
                                          <p:attrName>style.visibility</p:attrName>
                                        </p:attrNameLst>
                                      </p:cBhvr>
                                      <p:to>
                                        <p:strVal val="visible"/>
                                      </p:to>
                                    </p:set>
                                    <p:anim calcmode="lin" valueType="num">
                                      <p:cBhvr additive="base">
                                        <p:cTn id="13" dur="500" fill="hold"/>
                                        <p:tgtEl>
                                          <p:spTgt spid="736263"/>
                                        </p:tgtEl>
                                        <p:attrNameLst>
                                          <p:attrName>ppt_x</p:attrName>
                                        </p:attrNameLst>
                                      </p:cBhvr>
                                      <p:tavLst>
                                        <p:tav tm="0">
                                          <p:val>
                                            <p:strVal val="0-#ppt_w/2"/>
                                          </p:val>
                                        </p:tav>
                                        <p:tav tm="100000">
                                          <p:val>
                                            <p:strVal val="#ppt_x"/>
                                          </p:val>
                                        </p:tav>
                                      </p:tavLst>
                                    </p:anim>
                                    <p:anim calcmode="lin" valueType="num">
                                      <p:cBhvr additive="base">
                                        <p:cTn id="14" dur="500" fill="hold"/>
                                        <p:tgtEl>
                                          <p:spTgt spid="73626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36264"/>
                                        </p:tgtEl>
                                        <p:attrNameLst>
                                          <p:attrName>style.visibility</p:attrName>
                                        </p:attrNameLst>
                                      </p:cBhvr>
                                      <p:to>
                                        <p:strVal val="visible"/>
                                      </p:to>
                                    </p:set>
                                    <p:anim calcmode="lin" valueType="num">
                                      <p:cBhvr additive="base">
                                        <p:cTn id="19" dur="500" fill="hold"/>
                                        <p:tgtEl>
                                          <p:spTgt spid="736264"/>
                                        </p:tgtEl>
                                        <p:attrNameLst>
                                          <p:attrName>ppt_x</p:attrName>
                                        </p:attrNameLst>
                                      </p:cBhvr>
                                      <p:tavLst>
                                        <p:tav tm="0">
                                          <p:val>
                                            <p:strVal val="0-#ppt_w/2"/>
                                          </p:val>
                                        </p:tav>
                                        <p:tav tm="100000">
                                          <p:val>
                                            <p:strVal val="#ppt_x"/>
                                          </p:val>
                                        </p:tav>
                                      </p:tavLst>
                                    </p:anim>
                                    <p:anim calcmode="lin" valueType="num">
                                      <p:cBhvr additive="base">
                                        <p:cTn id="20" dur="500" fill="hold"/>
                                        <p:tgtEl>
                                          <p:spTgt spid="736264"/>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nodeType="afterEffect">
                                  <p:stCondLst>
                                    <p:cond delay="0"/>
                                  </p:stCondLst>
                                  <p:childTnLst>
                                    <p:set>
                                      <p:cBhvr>
                                        <p:cTn id="23" dur="1" fill="hold">
                                          <p:stCondLst>
                                            <p:cond delay="0"/>
                                          </p:stCondLst>
                                        </p:cTn>
                                        <p:tgtEl>
                                          <p:spTgt spid="736265"/>
                                        </p:tgtEl>
                                        <p:attrNameLst>
                                          <p:attrName>style.visibility</p:attrName>
                                        </p:attrNameLst>
                                      </p:cBhvr>
                                      <p:to>
                                        <p:strVal val="visible"/>
                                      </p:to>
                                    </p:set>
                                    <p:anim calcmode="lin" valueType="num">
                                      <p:cBhvr additive="base">
                                        <p:cTn id="24" dur="500" fill="hold"/>
                                        <p:tgtEl>
                                          <p:spTgt spid="736265"/>
                                        </p:tgtEl>
                                        <p:attrNameLst>
                                          <p:attrName>ppt_x</p:attrName>
                                        </p:attrNameLst>
                                      </p:cBhvr>
                                      <p:tavLst>
                                        <p:tav tm="0">
                                          <p:val>
                                            <p:strVal val="0-#ppt_w/2"/>
                                          </p:val>
                                        </p:tav>
                                        <p:tav tm="100000">
                                          <p:val>
                                            <p:strVal val="#ppt_x"/>
                                          </p:val>
                                        </p:tav>
                                      </p:tavLst>
                                    </p:anim>
                                    <p:anim calcmode="lin" valueType="num">
                                      <p:cBhvr additive="base">
                                        <p:cTn id="25" dur="500" fill="hold"/>
                                        <p:tgtEl>
                                          <p:spTgt spid="7362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02DBD5A-601B-4452-8B06-30E236D163B0}" type="slidenum">
              <a:rPr lang="zh-CN" altLang="en-US" b="0" i="0" smtClean="0"/>
              <a:pPr/>
              <a:t>125</a:t>
            </a:fld>
            <a:endParaRPr lang="en-US" altLang="zh-CN" b="0" i="0" smtClean="0"/>
          </a:p>
        </p:txBody>
      </p:sp>
      <p:sp>
        <p:nvSpPr>
          <p:cNvPr id="14848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7358A3D-3665-4C28-8107-97C541B1DF86}" type="datetime1">
              <a:rPr lang="zh-CN" altLang="en-US" sz="1800" i="0" smtClean="0"/>
              <a:pPr/>
              <a:t>2024/10/20</a:t>
            </a:fld>
            <a:endParaRPr lang="en-US" altLang="zh-CN" sz="1800" i="0" smtClean="0"/>
          </a:p>
        </p:txBody>
      </p:sp>
      <p:sp>
        <p:nvSpPr>
          <p:cNvPr id="737282" name="Rectangle 2"/>
          <p:cNvSpPr>
            <a:spLocks noGrp="1" noChangeArrowheads="1"/>
          </p:cNvSpPr>
          <p:nvPr>
            <p:ph type="title"/>
          </p:nvPr>
        </p:nvSpPr>
        <p:spPr>
          <a:xfrm>
            <a:off x="650875" y="305002"/>
            <a:ext cx="8820150" cy="609398"/>
          </a:xfrm>
        </p:spPr>
        <p:txBody>
          <a:bodyPr/>
          <a:lstStyle/>
          <a:p>
            <a:pPr>
              <a:defRPr/>
            </a:pPr>
            <a:r>
              <a:rPr lang="zh-CN" altLang="en-US" dirty="0"/>
              <a:t>确定</a:t>
            </a:r>
            <a:endParaRPr lang="zh-CN" altLang="en-US" dirty="0" smtClean="0"/>
          </a:p>
        </p:txBody>
      </p:sp>
      <p:graphicFrame>
        <p:nvGraphicFramePr>
          <p:cNvPr id="148485" name="Object 4"/>
          <p:cNvGraphicFramePr>
            <a:graphicFrameLocks noChangeAspect="1"/>
          </p:cNvGraphicFramePr>
          <p:nvPr>
            <p:extLst>
              <p:ext uri="{D42A27DB-BD31-4B8C-83A1-F6EECF244321}">
                <p14:modId xmlns:p14="http://schemas.microsoft.com/office/powerpoint/2010/main" val="1014255665"/>
              </p:ext>
            </p:extLst>
          </p:nvPr>
        </p:nvGraphicFramePr>
        <p:xfrm>
          <a:off x="1891680" y="1268760"/>
          <a:ext cx="3270250" cy="590550"/>
        </p:xfrm>
        <a:graphic>
          <a:graphicData uri="http://schemas.openxmlformats.org/presentationml/2006/ole">
            <mc:AlternateContent xmlns:mc="http://schemas.openxmlformats.org/markup-compatibility/2006">
              <mc:Choice xmlns:v="urn:schemas-microsoft-com:vml" Requires="v">
                <p:oleObj spid="_x0000_s218236" name="Equation" r:id="rId3" imgW="1384300" imgH="254000" progId="Equation.3">
                  <p:embed/>
                </p:oleObj>
              </mc:Choice>
              <mc:Fallback>
                <p:oleObj name="Equation" r:id="rId3" imgW="1384300" imgH="254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1680" y="1268760"/>
                        <a:ext cx="3270250"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86" name="Object 5"/>
          <p:cNvGraphicFramePr>
            <a:graphicFrameLocks noChangeAspect="1"/>
          </p:cNvGraphicFramePr>
          <p:nvPr>
            <p:extLst>
              <p:ext uri="{D42A27DB-BD31-4B8C-83A1-F6EECF244321}">
                <p14:modId xmlns:p14="http://schemas.microsoft.com/office/powerpoint/2010/main" val="2434723812"/>
              </p:ext>
            </p:extLst>
          </p:nvPr>
        </p:nvGraphicFramePr>
        <p:xfrm>
          <a:off x="305760" y="2276872"/>
          <a:ext cx="2992445" cy="1210565"/>
        </p:xfrm>
        <a:graphic>
          <a:graphicData uri="http://schemas.openxmlformats.org/presentationml/2006/ole">
            <mc:AlternateContent xmlns:mc="http://schemas.openxmlformats.org/markup-compatibility/2006">
              <mc:Choice xmlns:v="urn:schemas-microsoft-com:vml" Requires="v">
                <p:oleObj spid="_x0000_s218237" name="Equation" r:id="rId5" imgW="1155700" imgH="482600" progId="Equation.3">
                  <p:embed/>
                </p:oleObj>
              </mc:Choice>
              <mc:Fallback>
                <p:oleObj name="Equation" r:id="rId5" imgW="1155700" imgH="482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760" y="2276872"/>
                        <a:ext cx="2992445" cy="1210565"/>
                      </a:xfrm>
                      <a:prstGeom prst="rect">
                        <a:avLst/>
                      </a:prstGeom>
                      <a:noFill/>
                      <a:ln>
                        <a:noFill/>
                      </a:ln>
                      <a:effectLst/>
                      <a:extLst/>
                    </p:spPr>
                  </p:pic>
                </p:oleObj>
              </mc:Fallback>
            </mc:AlternateContent>
          </a:graphicData>
        </a:graphic>
      </p:graphicFrame>
      <p:graphicFrame>
        <p:nvGraphicFramePr>
          <p:cNvPr id="148487" name="Object 6"/>
          <p:cNvGraphicFramePr>
            <a:graphicFrameLocks noChangeAspect="1"/>
          </p:cNvGraphicFramePr>
          <p:nvPr>
            <p:extLst>
              <p:ext uri="{D42A27DB-BD31-4B8C-83A1-F6EECF244321}">
                <p14:modId xmlns:p14="http://schemas.microsoft.com/office/powerpoint/2010/main" val="431477619"/>
              </p:ext>
            </p:extLst>
          </p:nvPr>
        </p:nvGraphicFramePr>
        <p:xfrm>
          <a:off x="272480" y="3549426"/>
          <a:ext cx="2451100" cy="1260475"/>
        </p:xfrm>
        <a:graphic>
          <a:graphicData uri="http://schemas.openxmlformats.org/presentationml/2006/ole">
            <mc:AlternateContent xmlns:mc="http://schemas.openxmlformats.org/markup-compatibility/2006">
              <mc:Choice xmlns:v="urn:schemas-microsoft-com:vml" Requires="v">
                <p:oleObj spid="_x0000_s218238" name="Equation" r:id="rId7" imgW="1193800" imgH="533400" progId="Equation.3">
                  <p:embed/>
                </p:oleObj>
              </mc:Choice>
              <mc:Fallback>
                <p:oleObj name="Equation" r:id="rId7" imgW="1193800" imgH="533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2480" y="3549426"/>
                        <a:ext cx="2451100"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288" name="Object 8"/>
          <p:cNvGraphicFramePr>
            <a:graphicFrameLocks noChangeAspect="1"/>
          </p:cNvGraphicFramePr>
          <p:nvPr>
            <p:extLst>
              <p:ext uri="{D42A27DB-BD31-4B8C-83A1-F6EECF244321}">
                <p14:modId xmlns:p14="http://schemas.microsoft.com/office/powerpoint/2010/main" val="2579317107"/>
              </p:ext>
            </p:extLst>
          </p:nvPr>
        </p:nvGraphicFramePr>
        <p:xfrm>
          <a:off x="3944888" y="2826533"/>
          <a:ext cx="5640387" cy="1239838"/>
        </p:xfrm>
        <a:graphic>
          <a:graphicData uri="http://schemas.openxmlformats.org/presentationml/2006/ole">
            <mc:AlternateContent xmlns:mc="http://schemas.openxmlformats.org/markup-compatibility/2006">
              <mc:Choice xmlns:v="urn:schemas-microsoft-com:vml" Requires="v">
                <p:oleObj spid="_x0000_s218239" name="Equation" r:id="rId9" imgW="2387600" imgH="533400" progId="Equation.3">
                  <p:embed/>
                </p:oleObj>
              </mc:Choice>
              <mc:Fallback>
                <p:oleObj name="Equation" r:id="rId9" imgW="2387600" imgH="5334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4888" y="2826533"/>
                        <a:ext cx="5640387" cy="1239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94" name="右大括号 1"/>
          <p:cNvSpPr>
            <a:spLocks/>
          </p:cNvSpPr>
          <p:nvPr/>
        </p:nvSpPr>
        <p:spPr bwMode="auto">
          <a:xfrm>
            <a:off x="3298205" y="2690009"/>
            <a:ext cx="457200" cy="1512887"/>
          </a:xfrm>
          <a:prstGeom prst="rightBrace">
            <a:avLst>
              <a:gd name="adj1" fmla="val 45024"/>
              <a:gd name="adj2" fmla="val 43954"/>
            </a:avLst>
          </a:prstGeom>
          <a:noFill/>
          <a:ln w="3810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2" name="对象 1"/>
          <p:cNvGraphicFramePr>
            <a:graphicFrameLocks noChangeAspect="1"/>
          </p:cNvGraphicFramePr>
          <p:nvPr/>
        </p:nvGraphicFramePr>
        <p:xfrm>
          <a:off x="1944688" y="333375"/>
          <a:ext cx="901700" cy="561975"/>
        </p:xfrm>
        <a:graphic>
          <a:graphicData uri="http://schemas.openxmlformats.org/presentationml/2006/ole">
            <mc:AlternateContent xmlns:mc="http://schemas.openxmlformats.org/markup-compatibility/2006">
              <mc:Choice xmlns:v="urn:schemas-microsoft-com:vml" Requires="v">
                <p:oleObj spid="_x0000_s218240" name="公式" r:id="rId11" imgW="380835" imgH="241195" progId="Equation.3">
                  <p:embed/>
                </p:oleObj>
              </mc:Choice>
              <mc:Fallback>
                <p:oleObj name="公式" r:id="rId11" imgW="380835" imgH="241195" progId="Equation.3">
                  <p:embed/>
                  <p:pic>
                    <p:nvPicPr>
                      <p:cNvPr id="0" name="对象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44688" y="333375"/>
                        <a:ext cx="9017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33558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37288"/>
                                        </p:tgtEl>
                                        <p:attrNameLst>
                                          <p:attrName>style.visibility</p:attrName>
                                        </p:attrNameLst>
                                      </p:cBhvr>
                                      <p:to>
                                        <p:strVal val="visible"/>
                                      </p:to>
                                    </p:set>
                                    <p:anim calcmode="lin" valueType="num">
                                      <p:cBhvr additive="base">
                                        <p:cTn id="7" dur="500" fill="hold"/>
                                        <p:tgtEl>
                                          <p:spTgt spid="737288"/>
                                        </p:tgtEl>
                                        <p:attrNameLst>
                                          <p:attrName>ppt_x</p:attrName>
                                        </p:attrNameLst>
                                      </p:cBhvr>
                                      <p:tavLst>
                                        <p:tav tm="0">
                                          <p:val>
                                            <p:strVal val="0-#ppt_w/2"/>
                                          </p:val>
                                        </p:tav>
                                        <p:tav tm="100000">
                                          <p:val>
                                            <p:strVal val="#ppt_x"/>
                                          </p:val>
                                        </p:tav>
                                      </p:tavLst>
                                    </p:anim>
                                    <p:anim calcmode="lin" valueType="num">
                                      <p:cBhvr additive="base">
                                        <p:cTn id="8" dur="500" fill="hold"/>
                                        <p:tgtEl>
                                          <p:spTgt spid="7372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02DBD5A-601B-4452-8B06-30E236D163B0}" type="slidenum">
              <a:rPr lang="zh-CN" altLang="en-US" b="0" i="0" smtClean="0"/>
              <a:pPr/>
              <a:t>126</a:t>
            </a:fld>
            <a:endParaRPr lang="en-US" altLang="zh-CN" b="0" i="0" smtClean="0"/>
          </a:p>
        </p:txBody>
      </p:sp>
      <p:sp>
        <p:nvSpPr>
          <p:cNvPr id="14848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7358A3D-3665-4C28-8107-97C541B1DF86}" type="datetime1">
              <a:rPr lang="zh-CN" altLang="en-US" sz="1800" i="0" smtClean="0"/>
              <a:pPr/>
              <a:t>2024/10/20</a:t>
            </a:fld>
            <a:endParaRPr lang="en-US" altLang="zh-CN" sz="1800" i="0" smtClean="0"/>
          </a:p>
        </p:txBody>
      </p:sp>
      <p:sp>
        <p:nvSpPr>
          <p:cNvPr id="737282" name="Rectangle 2"/>
          <p:cNvSpPr>
            <a:spLocks noGrp="1" noChangeArrowheads="1"/>
          </p:cNvSpPr>
          <p:nvPr>
            <p:ph type="title"/>
          </p:nvPr>
        </p:nvSpPr>
        <p:spPr/>
        <p:txBody>
          <a:bodyPr/>
          <a:lstStyle/>
          <a:p>
            <a:pPr>
              <a:defRPr/>
            </a:pPr>
            <a:r>
              <a:rPr lang="en-US" altLang="zh-CN" smtClean="0"/>
              <a:t>7.3 </a:t>
            </a:r>
            <a:r>
              <a:rPr lang="zh-CN" altLang="en-US" smtClean="0"/>
              <a:t>拉格朗日型埃米特插值</a:t>
            </a:r>
          </a:p>
        </p:txBody>
      </p:sp>
      <p:graphicFrame>
        <p:nvGraphicFramePr>
          <p:cNvPr id="737288" name="Object 8"/>
          <p:cNvGraphicFramePr>
            <a:graphicFrameLocks noChangeAspect="1"/>
          </p:cNvGraphicFramePr>
          <p:nvPr>
            <p:extLst>
              <p:ext uri="{D42A27DB-BD31-4B8C-83A1-F6EECF244321}">
                <p14:modId xmlns:p14="http://schemas.microsoft.com/office/powerpoint/2010/main" val="4080404734"/>
              </p:ext>
            </p:extLst>
          </p:nvPr>
        </p:nvGraphicFramePr>
        <p:xfrm>
          <a:off x="2552700" y="1772816"/>
          <a:ext cx="5640387" cy="1239838"/>
        </p:xfrm>
        <a:graphic>
          <a:graphicData uri="http://schemas.openxmlformats.org/presentationml/2006/ole">
            <mc:AlternateContent xmlns:mc="http://schemas.openxmlformats.org/markup-compatibility/2006">
              <mc:Choice xmlns:v="urn:schemas-microsoft-com:vml" Requires="v">
                <p:oleObj spid="_x0000_s239723" name="Equation" r:id="rId3" imgW="2387600" imgH="533400" progId="Equation.3">
                  <p:embed/>
                </p:oleObj>
              </mc:Choice>
              <mc:Fallback>
                <p:oleObj name="Equation" r:id="rId3" imgW="2387600" imgH="533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2700" y="1772816"/>
                        <a:ext cx="5640387" cy="1239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289" name="Object 9"/>
          <p:cNvGraphicFramePr>
            <a:graphicFrameLocks noChangeAspect="1"/>
          </p:cNvGraphicFramePr>
          <p:nvPr>
            <p:extLst>
              <p:ext uri="{D42A27DB-BD31-4B8C-83A1-F6EECF244321}">
                <p14:modId xmlns:p14="http://schemas.microsoft.com/office/powerpoint/2010/main" val="3932958346"/>
              </p:ext>
            </p:extLst>
          </p:nvPr>
        </p:nvGraphicFramePr>
        <p:xfrm>
          <a:off x="2216696" y="1052736"/>
          <a:ext cx="3960812" cy="649288"/>
        </p:xfrm>
        <a:graphic>
          <a:graphicData uri="http://schemas.openxmlformats.org/presentationml/2006/ole">
            <mc:AlternateContent xmlns:mc="http://schemas.openxmlformats.org/markup-compatibility/2006">
              <mc:Choice xmlns:v="urn:schemas-microsoft-com:vml" Requires="v">
                <p:oleObj spid="_x0000_s239724" name="公式" r:id="rId5" imgW="1676160" imgH="279360" progId="Equation.3">
                  <p:embed/>
                </p:oleObj>
              </mc:Choice>
              <mc:Fallback>
                <p:oleObj name="公式" r:id="rId5" imgW="1676160" imgH="279360" progId="Equation.3">
                  <p:embed/>
                  <p:pic>
                    <p:nvPicPr>
                      <p:cNvPr id="0" name=""/>
                      <p:cNvPicPr>
                        <a:picLocks noChangeAspect="1" noChangeArrowheads="1"/>
                      </p:cNvPicPr>
                      <p:nvPr/>
                    </p:nvPicPr>
                    <p:blipFill>
                      <a:blip r:embed="rId6"/>
                      <a:srcRect/>
                      <a:stretch>
                        <a:fillRect/>
                      </a:stretch>
                    </p:blipFill>
                    <p:spPr bwMode="auto">
                      <a:xfrm>
                        <a:off x="2216696" y="1052736"/>
                        <a:ext cx="3960812" cy="649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290" name="Object 10"/>
          <p:cNvGraphicFramePr>
            <a:graphicFrameLocks noChangeAspect="1"/>
          </p:cNvGraphicFramePr>
          <p:nvPr>
            <p:extLst>
              <p:ext uri="{D42A27DB-BD31-4B8C-83A1-F6EECF244321}">
                <p14:modId xmlns:p14="http://schemas.microsoft.com/office/powerpoint/2010/main" val="1754123980"/>
              </p:ext>
            </p:extLst>
          </p:nvPr>
        </p:nvGraphicFramePr>
        <p:xfrm>
          <a:off x="2144688" y="2755901"/>
          <a:ext cx="5916613" cy="1033462"/>
        </p:xfrm>
        <a:graphic>
          <a:graphicData uri="http://schemas.openxmlformats.org/presentationml/2006/ole">
            <mc:AlternateContent xmlns:mc="http://schemas.openxmlformats.org/markup-compatibility/2006">
              <mc:Choice xmlns:v="urn:schemas-microsoft-com:vml" Requires="v">
                <p:oleObj spid="_x0000_s239725" name="公式" r:id="rId7" imgW="2501640" imgH="444240" progId="Equation.3">
                  <p:embed/>
                </p:oleObj>
              </mc:Choice>
              <mc:Fallback>
                <p:oleObj name="公式" r:id="rId7" imgW="2501640" imgH="4442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44688" y="2755901"/>
                        <a:ext cx="5916613" cy="1033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293" name="Text Box 13" descr="画布"/>
          <p:cNvSpPr txBox="1">
            <a:spLocks noChangeArrowheads="1"/>
          </p:cNvSpPr>
          <p:nvPr/>
        </p:nvSpPr>
        <p:spPr bwMode="auto">
          <a:xfrm>
            <a:off x="273050" y="3626569"/>
            <a:ext cx="22796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lang="zh-CN" altLang="en-US" sz="3200" i="0">
                <a:solidFill>
                  <a:schemeClr val="tx2"/>
                </a:solidFill>
                <a:latin typeface="Tahoma" pitchFamily="34" charset="0"/>
                <a:ea typeface="楷体_GB2312" pitchFamily="49" charset="-122"/>
              </a:rPr>
              <a:t>误差估计：</a:t>
            </a:r>
          </a:p>
        </p:txBody>
      </p:sp>
      <p:graphicFrame>
        <p:nvGraphicFramePr>
          <p:cNvPr id="737294" name="Object 14"/>
          <p:cNvGraphicFramePr>
            <a:graphicFrameLocks noChangeAspect="1"/>
          </p:cNvGraphicFramePr>
          <p:nvPr>
            <p:extLst>
              <p:ext uri="{D42A27DB-BD31-4B8C-83A1-F6EECF244321}">
                <p14:modId xmlns:p14="http://schemas.microsoft.com/office/powerpoint/2010/main" val="4177155143"/>
              </p:ext>
            </p:extLst>
          </p:nvPr>
        </p:nvGraphicFramePr>
        <p:xfrm>
          <a:off x="273050" y="4206006"/>
          <a:ext cx="9655175" cy="1797050"/>
        </p:xfrm>
        <a:graphic>
          <a:graphicData uri="http://schemas.openxmlformats.org/presentationml/2006/ole">
            <mc:AlternateContent xmlns:mc="http://schemas.openxmlformats.org/markup-compatibility/2006">
              <mc:Choice xmlns:v="urn:schemas-microsoft-com:vml" Requires="v">
                <p:oleObj spid="_x0000_s239726" name="Equation" r:id="rId9" imgW="3441700" imgH="914400" progId="Equation.DSMT4">
                  <p:embed/>
                </p:oleObj>
              </mc:Choice>
              <mc:Fallback>
                <p:oleObj name="Equation" r:id="rId9" imgW="3441700" imgH="9144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050" y="4206006"/>
                        <a:ext cx="9655175"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295" name="Object 15"/>
          <p:cNvGraphicFramePr>
            <a:graphicFrameLocks noChangeAspect="1"/>
          </p:cNvGraphicFramePr>
          <p:nvPr>
            <p:extLst>
              <p:ext uri="{D42A27DB-BD31-4B8C-83A1-F6EECF244321}">
                <p14:modId xmlns:p14="http://schemas.microsoft.com/office/powerpoint/2010/main" val="3312738957"/>
              </p:ext>
            </p:extLst>
          </p:nvPr>
        </p:nvGraphicFramePr>
        <p:xfrm>
          <a:off x="2895600" y="5569669"/>
          <a:ext cx="5187950" cy="955675"/>
        </p:xfrm>
        <a:graphic>
          <a:graphicData uri="http://schemas.openxmlformats.org/presentationml/2006/ole">
            <mc:AlternateContent xmlns:mc="http://schemas.openxmlformats.org/markup-compatibility/2006">
              <mc:Choice xmlns:v="urn:schemas-microsoft-com:vml" Requires="v">
                <p:oleObj spid="_x0000_s239727" name="Equation" r:id="rId11" imgW="2413000" imgH="444500" progId="Equation.DSMT4">
                  <p:embed/>
                </p:oleObj>
              </mc:Choice>
              <mc:Fallback>
                <p:oleObj name="Equation" r:id="rId11" imgW="2413000" imgH="4445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95600" y="5569669"/>
                        <a:ext cx="5187950" cy="95567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58009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37288"/>
                                        </p:tgtEl>
                                        <p:attrNameLst>
                                          <p:attrName>style.visibility</p:attrName>
                                        </p:attrNameLst>
                                      </p:cBhvr>
                                      <p:to>
                                        <p:strVal val="visible"/>
                                      </p:to>
                                    </p:set>
                                    <p:anim calcmode="lin" valueType="num">
                                      <p:cBhvr additive="base">
                                        <p:cTn id="7" dur="500" fill="hold"/>
                                        <p:tgtEl>
                                          <p:spTgt spid="737288"/>
                                        </p:tgtEl>
                                        <p:attrNameLst>
                                          <p:attrName>ppt_x</p:attrName>
                                        </p:attrNameLst>
                                      </p:cBhvr>
                                      <p:tavLst>
                                        <p:tav tm="0">
                                          <p:val>
                                            <p:strVal val="0-#ppt_w/2"/>
                                          </p:val>
                                        </p:tav>
                                        <p:tav tm="100000">
                                          <p:val>
                                            <p:strVal val="#ppt_x"/>
                                          </p:val>
                                        </p:tav>
                                      </p:tavLst>
                                    </p:anim>
                                    <p:anim calcmode="lin" valueType="num">
                                      <p:cBhvr additive="base">
                                        <p:cTn id="8" dur="500" fill="hold"/>
                                        <p:tgtEl>
                                          <p:spTgt spid="73728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37289"/>
                                        </p:tgtEl>
                                        <p:attrNameLst>
                                          <p:attrName>style.visibility</p:attrName>
                                        </p:attrNameLst>
                                      </p:cBhvr>
                                      <p:to>
                                        <p:strVal val="visible"/>
                                      </p:to>
                                    </p:set>
                                    <p:anim calcmode="lin" valueType="num">
                                      <p:cBhvr additive="base">
                                        <p:cTn id="13" dur="500" fill="hold"/>
                                        <p:tgtEl>
                                          <p:spTgt spid="737289"/>
                                        </p:tgtEl>
                                        <p:attrNameLst>
                                          <p:attrName>ppt_x</p:attrName>
                                        </p:attrNameLst>
                                      </p:cBhvr>
                                      <p:tavLst>
                                        <p:tav tm="0">
                                          <p:val>
                                            <p:strVal val="0-#ppt_w/2"/>
                                          </p:val>
                                        </p:tav>
                                        <p:tav tm="100000">
                                          <p:val>
                                            <p:strVal val="#ppt_x"/>
                                          </p:val>
                                        </p:tav>
                                      </p:tavLst>
                                    </p:anim>
                                    <p:anim calcmode="lin" valueType="num">
                                      <p:cBhvr additive="base">
                                        <p:cTn id="14" dur="500" fill="hold"/>
                                        <p:tgtEl>
                                          <p:spTgt spid="73728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37290"/>
                                        </p:tgtEl>
                                        <p:attrNameLst>
                                          <p:attrName>style.visibility</p:attrName>
                                        </p:attrNameLst>
                                      </p:cBhvr>
                                      <p:to>
                                        <p:strVal val="visible"/>
                                      </p:to>
                                    </p:set>
                                    <p:anim calcmode="lin" valueType="num">
                                      <p:cBhvr additive="base">
                                        <p:cTn id="19" dur="500" fill="hold"/>
                                        <p:tgtEl>
                                          <p:spTgt spid="737290"/>
                                        </p:tgtEl>
                                        <p:attrNameLst>
                                          <p:attrName>ppt_x</p:attrName>
                                        </p:attrNameLst>
                                      </p:cBhvr>
                                      <p:tavLst>
                                        <p:tav tm="0">
                                          <p:val>
                                            <p:strVal val="0-#ppt_w/2"/>
                                          </p:val>
                                        </p:tav>
                                        <p:tav tm="100000">
                                          <p:val>
                                            <p:strVal val="#ppt_x"/>
                                          </p:val>
                                        </p:tav>
                                      </p:tavLst>
                                    </p:anim>
                                    <p:anim calcmode="lin" valueType="num">
                                      <p:cBhvr additive="base">
                                        <p:cTn id="20" dur="500" fill="hold"/>
                                        <p:tgtEl>
                                          <p:spTgt spid="73729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37293"/>
                                        </p:tgtEl>
                                        <p:attrNameLst>
                                          <p:attrName>style.visibility</p:attrName>
                                        </p:attrNameLst>
                                      </p:cBhvr>
                                      <p:to>
                                        <p:strVal val="visible"/>
                                      </p:to>
                                    </p:set>
                                    <p:anim calcmode="lin" valueType="num">
                                      <p:cBhvr additive="base">
                                        <p:cTn id="25" dur="500" fill="hold"/>
                                        <p:tgtEl>
                                          <p:spTgt spid="737293"/>
                                        </p:tgtEl>
                                        <p:attrNameLst>
                                          <p:attrName>ppt_x</p:attrName>
                                        </p:attrNameLst>
                                      </p:cBhvr>
                                      <p:tavLst>
                                        <p:tav tm="0">
                                          <p:val>
                                            <p:strVal val="0-#ppt_w/2"/>
                                          </p:val>
                                        </p:tav>
                                        <p:tav tm="100000">
                                          <p:val>
                                            <p:strVal val="#ppt_x"/>
                                          </p:val>
                                        </p:tav>
                                      </p:tavLst>
                                    </p:anim>
                                    <p:anim calcmode="lin" valueType="num">
                                      <p:cBhvr additive="base">
                                        <p:cTn id="26" dur="500" fill="hold"/>
                                        <p:tgtEl>
                                          <p:spTgt spid="737293"/>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2" presetClass="entr" presetSubtype="8" fill="hold" nodeType="afterEffect">
                                  <p:stCondLst>
                                    <p:cond delay="0"/>
                                  </p:stCondLst>
                                  <p:childTnLst>
                                    <p:set>
                                      <p:cBhvr>
                                        <p:cTn id="29" dur="1" fill="hold">
                                          <p:stCondLst>
                                            <p:cond delay="0"/>
                                          </p:stCondLst>
                                        </p:cTn>
                                        <p:tgtEl>
                                          <p:spTgt spid="737294"/>
                                        </p:tgtEl>
                                        <p:attrNameLst>
                                          <p:attrName>style.visibility</p:attrName>
                                        </p:attrNameLst>
                                      </p:cBhvr>
                                      <p:to>
                                        <p:strVal val="visible"/>
                                      </p:to>
                                    </p:set>
                                    <p:anim calcmode="lin" valueType="num">
                                      <p:cBhvr additive="base">
                                        <p:cTn id="30" dur="500" fill="hold"/>
                                        <p:tgtEl>
                                          <p:spTgt spid="737294"/>
                                        </p:tgtEl>
                                        <p:attrNameLst>
                                          <p:attrName>ppt_x</p:attrName>
                                        </p:attrNameLst>
                                      </p:cBhvr>
                                      <p:tavLst>
                                        <p:tav tm="0">
                                          <p:val>
                                            <p:strVal val="0-#ppt_w/2"/>
                                          </p:val>
                                        </p:tav>
                                        <p:tav tm="100000">
                                          <p:val>
                                            <p:strVal val="#ppt_x"/>
                                          </p:val>
                                        </p:tav>
                                      </p:tavLst>
                                    </p:anim>
                                    <p:anim calcmode="lin" valueType="num">
                                      <p:cBhvr additive="base">
                                        <p:cTn id="31" dur="500" fill="hold"/>
                                        <p:tgtEl>
                                          <p:spTgt spid="737294"/>
                                        </p:tgtEl>
                                        <p:attrNameLst>
                                          <p:attrName>ppt_y</p:attrName>
                                        </p:attrNameLst>
                                      </p:cBhvr>
                                      <p:tavLst>
                                        <p:tav tm="0">
                                          <p:val>
                                            <p:strVal val="#ppt_y"/>
                                          </p:val>
                                        </p:tav>
                                        <p:tav tm="100000">
                                          <p:val>
                                            <p:strVal val="#ppt_y"/>
                                          </p:val>
                                        </p:tav>
                                      </p:tavLst>
                                    </p:anim>
                                  </p:childTnLst>
                                </p:cTn>
                              </p:par>
                            </p:childTnLst>
                          </p:cTn>
                        </p:par>
                        <p:par>
                          <p:cTn id="32" fill="hold" nodeType="afterGroup">
                            <p:stCondLst>
                              <p:cond delay="1000"/>
                            </p:stCondLst>
                            <p:childTnLst>
                              <p:par>
                                <p:cTn id="33" presetID="2" presetClass="entr" presetSubtype="8" fill="hold" nodeType="afterEffect">
                                  <p:stCondLst>
                                    <p:cond delay="0"/>
                                  </p:stCondLst>
                                  <p:childTnLst>
                                    <p:set>
                                      <p:cBhvr>
                                        <p:cTn id="34" dur="1" fill="hold">
                                          <p:stCondLst>
                                            <p:cond delay="0"/>
                                          </p:stCondLst>
                                        </p:cTn>
                                        <p:tgtEl>
                                          <p:spTgt spid="737295"/>
                                        </p:tgtEl>
                                        <p:attrNameLst>
                                          <p:attrName>style.visibility</p:attrName>
                                        </p:attrNameLst>
                                      </p:cBhvr>
                                      <p:to>
                                        <p:strVal val="visible"/>
                                      </p:to>
                                    </p:set>
                                    <p:anim calcmode="lin" valueType="num">
                                      <p:cBhvr additive="base">
                                        <p:cTn id="35" dur="500" fill="hold"/>
                                        <p:tgtEl>
                                          <p:spTgt spid="737295"/>
                                        </p:tgtEl>
                                        <p:attrNameLst>
                                          <p:attrName>ppt_x</p:attrName>
                                        </p:attrNameLst>
                                      </p:cBhvr>
                                      <p:tavLst>
                                        <p:tav tm="0">
                                          <p:val>
                                            <p:strVal val="0-#ppt_w/2"/>
                                          </p:val>
                                        </p:tav>
                                        <p:tav tm="100000">
                                          <p:val>
                                            <p:strVal val="#ppt_x"/>
                                          </p:val>
                                        </p:tav>
                                      </p:tavLst>
                                    </p:anim>
                                    <p:anim calcmode="lin" valueType="num">
                                      <p:cBhvr additive="base">
                                        <p:cTn id="36" dur="500" fill="hold"/>
                                        <p:tgtEl>
                                          <p:spTgt spid="7372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293" grpId="0"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966C41D-0963-4189-A21A-6CE22330DF2C}" type="slidenum">
              <a:rPr lang="zh-CN" altLang="en-US" b="0" i="0" smtClean="0"/>
              <a:pPr/>
              <a:t>127</a:t>
            </a:fld>
            <a:endParaRPr lang="en-US" altLang="zh-CN" b="0" i="0" smtClean="0"/>
          </a:p>
        </p:txBody>
      </p:sp>
      <p:sp>
        <p:nvSpPr>
          <p:cNvPr id="149507"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F44766F-1E8E-4480-8215-B85A3774751A}" type="datetime1">
              <a:rPr lang="zh-CN" altLang="en-US" sz="1800" i="0" smtClean="0"/>
              <a:pPr/>
              <a:t>2024/10/20</a:t>
            </a:fld>
            <a:endParaRPr lang="en-US" altLang="zh-CN" sz="1800" i="0" smtClean="0"/>
          </a:p>
        </p:txBody>
      </p:sp>
      <p:sp>
        <p:nvSpPr>
          <p:cNvPr id="149508" name="Text Box 6" descr="白色大理石"/>
          <p:cNvSpPr txBox="1">
            <a:spLocks noChangeArrowheads="1"/>
          </p:cNvSpPr>
          <p:nvPr/>
        </p:nvSpPr>
        <p:spPr bwMode="auto">
          <a:xfrm>
            <a:off x="508000" y="1266031"/>
            <a:ext cx="87661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lang="zh-CN" altLang="en-US" sz="2800" i="0" dirty="0">
                <a:latin typeface="Times New Roman" pitchFamily="18" charset="0"/>
                <a:ea typeface="黑体" pitchFamily="49" charset="-122"/>
              </a:rPr>
              <a:t>所以，</a:t>
            </a:r>
            <a:r>
              <a:rPr lang="en-US" altLang="zh-CN" sz="2800" i="0" dirty="0">
                <a:latin typeface="Times New Roman" pitchFamily="18" charset="0"/>
                <a:ea typeface="黑体" pitchFamily="49" charset="-122"/>
              </a:rPr>
              <a:t>n=1</a:t>
            </a:r>
            <a:r>
              <a:rPr lang="zh-CN" altLang="en-US" sz="2800" i="0" dirty="0">
                <a:latin typeface="Times New Roman" pitchFamily="18" charset="0"/>
                <a:ea typeface="黑体" pitchFamily="49" charset="-122"/>
              </a:rPr>
              <a:t>时两个节点的三次</a:t>
            </a:r>
            <a:r>
              <a:rPr lang="en-US" altLang="zh-CN" sz="2800" dirty="0" err="1">
                <a:latin typeface="Times New Roman" pitchFamily="18" charset="0"/>
                <a:ea typeface="黑体" pitchFamily="49" charset="-122"/>
              </a:rPr>
              <a:t>Hermite</a:t>
            </a:r>
            <a:r>
              <a:rPr lang="zh-CN" altLang="en-US" sz="2800" i="0" dirty="0">
                <a:latin typeface="Times New Roman" pitchFamily="18" charset="0"/>
                <a:ea typeface="黑体" pitchFamily="49" charset="-122"/>
              </a:rPr>
              <a:t>插值多项式为：</a:t>
            </a:r>
          </a:p>
        </p:txBody>
      </p:sp>
      <p:sp>
        <p:nvSpPr>
          <p:cNvPr id="725000" name="Rectangle 8"/>
          <p:cNvSpPr>
            <a:spLocks noGrp="1" noChangeArrowheads="1"/>
          </p:cNvSpPr>
          <p:nvPr>
            <p:ph type="title" idx="4294967295"/>
          </p:nvPr>
        </p:nvSpPr>
        <p:spPr/>
        <p:txBody>
          <a:bodyPr/>
          <a:lstStyle/>
          <a:p>
            <a:pPr>
              <a:defRPr/>
            </a:pPr>
            <a:r>
              <a:rPr lang="en-US" altLang="zh-CN" smtClean="0"/>
              <a:t>7.3 </a:t>
            </a:r>
            <a:r>
              <a:rPr lang="zh-CN" altLang="en-US" smtClean="0"/>
              <a:t>拉格朗日型埃米特插值</a:t>
            </a:r>
          </a:p>
        </p:txBody>
      </p:sp>
      <p:graphicFrame>
        <p:nvGraphicFramePr>
          <p:cNvPr id="149510" name="Object 9"/>
          <p:cNvGraphicFramePr>
            <a:graphicFrameLocks noChangeAspect="1"/>
          </p:cNvGraphicFramePr>
          <p:nvPr/>
        </p:nvGraphicFramePr>
        <p:xfrm>
          <a:off x="344488" y="1700213"/>
          <a:ext cx="5238750" cy="1108075"/>
        </p:xfrm>
        <a:graphic>
          <a:graphicData uri="http://schemas.openxmlformats.org/presentationml/2006/ole">
            <mc:AlternateContent xmlns:mc="http://schemas.openxmlformats.org/markup-compatibility/2006">
              <mc:Choice xmlns:v="urn:schemas-microsoft-com:vml" Requires="v">
                <p:oleObj spid="_x0000_s219207" name="Equation" r:id="rId3" imgW="2006600" imgH="431800" progId="Equation.3">
                  <p:embed/>
                </p:oleObj>
              </mc:Choice>
              <mc:Fallback>
                <p:oleObj name="Equation" r:id="rId3" imgW="20066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488" y="1700213"/>
                        <a:ext cx="5238750" cy="1108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5002" name="Object 10"/>
          <p:cNvGraphicFramePr>
            <a:graphicFrameLocks noChangeAspect="1"/>
          </p:cNvGraphicFramePr>
          <p:nvPr/>
        </p:nvGraphicFramePr>
        <p:xfrm>
          <a:off x="344488" y="2708275"/>
          <a:ext cx="9561512" cy="2238375"/>
        </p:xfrm>
        <a:graphic>
          <a:graphicData uri="http://schemas.openxmlformats.org/presentationml/2006/ole">
            <mc:AlternateContent xmlns:mc="http://schemas.openxmlformats.org/markup-compatibility/2006">
              <mc:Choice xmlns:v="urn:schemas-microsoft-com:vml" Requires="v">
                <p:oleObj spid="_x0000_s219208" name="Equation" r:id="rId5" imgW="3581400" imgH="889000" progId="Equation.3">
                  <p:embed/>
                </p:oleObj>
              </mc:Choice>
              <mc:Fallback>
                <p:oleObj name="Equation" r:id="rId5" imgW="3581400" imgH="889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488" y="2708275"/>
                        <a:ext cx="9561512" cy="223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5005" name="Object 13"/>
          <p:cNvGraphicFramePr>
            <a:graphicFrameLocks noChangeAspect="1"/>
          </p:cNvGraphicFramePr>
          <p:nvPr/>
        </p:nvGraphicFramePr>
        <p:xfrm>
          <a:off x="1136650" y="5084763"/>
          <a:ext cx="8280400" cy="1125537"/>
        </p:xfrm>
        <a:graphic>
          <a:graphicData uri="http://schemas.openxmlformats.org/presentationml/2006/ole">
            <mc:AlternateContent xmlns:mc="http://schemas.openxmlformats.org/markup-compatibility/2006">
              <mc:Choice xmlns:v="urn:schemas-microsoft-com:vml" Requires="v">
                <p:oleObj spid="_x0000_s219209" name="Equation" r:id="rId7" imgW="2908300" imgH="419100" progId="Equation.3">
                  <p:embed/>
                </p:oleObj>
              </mc:Choice>
              <mc:Fallback>
                <p:oleObj name="Equation" r:id="rId7" imgW="29083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6650" y="5084763"/>
                        <a:ext cx="8280400"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688025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25002"/>
                                        </p:tgtEl>
                                        <p:attrNameLst>
                                          <p:attrName>style.visibility</p:attrName>
                                        </p:attrNameLst>
                                      </p:cBhvr>
                                      <p:to>
                                        <p:strVal val="visible"/>
                                      </p:to>
                                    </p:set>
                                    <p:anim calcmode="lin" valueType="num">
                                      <p:cBhvr additive="base">
                                        <p:cTn id="7" dur="500" fill="hold"/>
                                        <p:tgtEl>
                                          <p:spTgt spid="725002"/>
                                        </p:tgtEl>
                                        <p:attrNameLst>
                                          <p:attrName>ppt_x</p:attrName>
                                        </p:attrNameLst>
                                      </p:cBhvr>
                                      <p:tavLst>
                                        <p:tav tm="0">
                                          <p:val>
                                            <p:strVal val="0-#ppt_w/2"/>
                                          </p:val>
                                        </p:tav>
                                        <p:tav tm="100000">
                                          <p:val>
                                            <p:strVal val="#ppt_x"/>
                                          </p:val>
                                        </p:tav>
                                      </p:tavLst>
                                    </p:anim>
                                    <p:anim calcmode="lin" valueType="num">
                                      <p:cBhvr additive="base">
                                        <p:cTn id="8" dur="500" fill="hold"/>
                                        <p:tgtEl>
                                          <p:spTgt spid="72500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25005"/>
                                        </p:tgtEl>
                                        <p:attrNameLst>
                                          <p:attrName>style.visibility</p:attrName>
                                        </p:attrNameLst>
                                      </p:cBhvr>
                                      <p:to>
                                        <p:strVal val="visible"/>
                                      </p:to>
                                    </p:set>
                                    <p:anim calcmode="lin" valueType="num">
                                      <p:cBhvr additive="base">
                                        <p:cTn id="13" dur="500" fill="hold"/>
                                        <p:tgtEl>
                                          <p:spTgt spid="725005"/>
                                        </p:tgtEl>
                                        <p:attrNameLst>
                                          <p:attrName>ppt_x</p:attrName>
                                        </p:attrNameLst>
                                      </p:cBhvr>
                                      <p:tavLst>
                                        <p:tav tm="0">
                                          <p:val>
                                            <p:strVal val="0-#ppt_w/2"/>
                                          </p:val>
                                        </p:tav>
                                        <p:tav tm="100000">
                                          <p:val>
                                            <p:strVal val="#ppt_x"/>
                                          </p:val>
                                        </p:tav>
                                      </p:tavLst>
                                    </p:anim>
                                    <p:anim calcmode="lin" valueType="num">
                                      <p:cBhvr additive="base">
                                        <p:cTn id="14" dur="500" fill="hold"/>
                                        <p:tgtEl>
                                          <p:spTgt spid="7250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1E2C233-CD30-4B8B-8FDD-A3DFBB4F7143}" type="slidenum">
              <a:rPr lang="zh-CN" altLang="en-US" b="0" i="0" smtClean="0"/>
              <a:pPr/>
              <a:t>128</a:t>
            </a:fld>
            <a:endParaRPr lang="en-US" altLang="zh-CN" b="0" i="0" smtClean="0"/>
          </a:p>
        </p:txBody>
      </p:sp>
      <p:sp>
        <p:nvSpPr>
          <p:cNvPr id="15053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95CF216-95A7-4970-AD34-A7E329E01854}" type="datetime1">
              <a:rPr lang="zh-CN" altLang="en-US" sz="1800" i="0" smtClean="0"/>
              <a:pPr/>
              <a:t>2024/10/20</a:t>
            </a:fld>
            <a:endParaRPr lang="en-US" altLang="zh-CN" sz="1800" i="0" smtClean="0"/>
          </a:p>
        </p:txBody>
      </p:sp>
      <p:sp>
        <p:nvSpPr>
          <p:cNvPr id="738306" name="Rectangle 2"/>
          <p:cNvSpPr>
            <a:spLocks noGrp="1" noChangeArrowheads="1"/>
          </p:cNvSpPr>
          <p:nvPr>
            <p:ph type="title"/>
          </p:nvPr>
        </p:nvSpPr>
        <p:spPr/>
        <p:txBody>
          <a:bodyPr/>
          <a:lstStyle/>
          <a:p>
            <a:pPr>
              <a:defRPr/>
            </a:pPr>
            <a:r>
              <a:rPr lang="en-US" altLang="zh-CN" smtClean="0"/>
              <a:t>7.3 </a:t>
            </a:r>
            <a:r>
              <a:rPr lang="zh-CN" altLang="en-US" smtClean="0"/>
              <a:t>拉格朗日型埃米特插值</a:t>
            </a:r>
          </a:p>
        </p:txBody>
      </p:sp>
      <p:sp>
        <p:nvSpPr>
          <p:cNvPr id="150533" name="Rectangle 3"/>
          <p:cNvSpPr>
            <a:spLocks noGrp="1" noChangeArrowheads="1"/>
          </p:cNvSpPr>
          <p:nvPr>
            <p:ph type="body" idx="1"/>
          </p:nvPr>
        </p:nvSpPr>
        <p:spPr>
          <a:xfrm>
            <a:off x="650875" y="1143000"/>
            <a:ext cx="9255125" cy="384175"/>
          </a:xfrm>
        </p:spPr>
        <p:txBody>
          <a:bodyPr/>
          <a:lstStyle/>
          <a:p>
            <a:r>
              <a:rPr lang="zh-CN" altLang="en-US" smtClean="0"/>
              <a:t>例5.16 求符合下列表值的</a:t>
            </a:r>
            <a:r>
              <a:rPr lang="en-US" altLang="zh-CN" smtClean="0"/>
              <a:t> </a:t>
            </a:r>
            <a:r>
              <a:rPr lang="en-US" altLang="zh-CN" i="1" smtClean="0">
                <a:ea typeface="楷体_GB2312" pitchFamily="49" charset="-122"/>
              </a:rPr>
              <a:t>Hermite</a:t>
            </a:r>
            <a:r>
              <a:rPr lang="zh-CN" altLang="en-US" smtClean="0"/>
              <a:t>插值多项式,计算</a:t>
            </a:r>
            <a:r>
              <a:rPr lang="en-US" altLang="zh-CN" i="1" smtClean="0"/>
              <a:t>f</a:t>
            </a:r>
            <a:r>
              <a:rPr lang="en-US" altLang="zh-CN" smtClean="0"/>
              <a:t>(2.3)</a:t>
            </a:r>
          </a:p>
        </p:txBody>
      </p:sp>
      <p:graphicFrame>
        <p:nvGraphicFramePr>
          <p:cNvPr id="738334" name="Group 30"/>
          <p:cNvGraphicFramePr>
            <a:graphicFrameLocks noGrp="1"/>
          </p:cNvGraphicFramePr>
          <p:nvPr/>
        </p:nvGraphicFramePr>
        <p:xfrm>
          <a:off x="304800" y="3338513"/>
          <a:ext cx="2971800" cy="1600200"/>
        </p:xfrm>
        <a:graphic>
          <a:graphicData uri="http://schemas.openxmlformats.org/drawingml/2006/table">
            <a:tbl>
              <a:tblPr/>
              <a:tblGrid>
                <a:gridCol w="617538"/>
                <a:gridCol w="1177925"/>
                <a:gridCol w="1176337"/>
              </a:tblGrid>
              <a:tr h="5334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2.4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0.78846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0.87547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0.45455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黑体" pitchFamily="49" charset="-122"/>
                        </a:rPr>
                        <a:t>0.41667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50553" name="Object 28"/>
          <p:cNvGraphicFramePr>
            <a:graphicFrameLocks noChangeAspect="1"/>
          </p:cNvGraphicFramePr>
          <p:nvPr/>
        </p:nvGraphicFramePr>
        <p:xfrm>
          <a:off x="273050" y="1341438"/>
          <a:ext cx="9632950" cy="2016125"/>
        </p:xfrm>
        <a:graphic>
          <a:graphicData uri="http://schemas.openxmlformats.org/presentationml/2006/ole">
            <mc:AlternateContent xmlns:mc="http://schemas.openxmlformats.org/markup-compatibility/2006">
              <mc:Choice xmlns:v="urn:schemas-microsoft-com:vml" Requires="v">
                <p:oleObj spid="_x0000_s220208" name="Equation" r:id="rId3" imgW="3916667" imgH="830652" progId="Equation.3">
                  <p:embed/>
                </p:oleObj>
              </mc:Choice>
              <mc:Fallback>
                <p:oleObj name="Equation" r:id="rId3" imgW="3916667" imgH="83065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 y="1341438"/>
                        <a:ext cx="9632950" cy="2016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8333" name="Object 29"/>
          <p:cNvGraphicFramePr>
            <a:graphicFrameLocks noChangeAspect="1"/>
          </p:cNvGraphicFramePr>
          <p:nvPr/>
        </p:nvGraphicFramePr>
        <p:xfrm>
          <a:off x="3224213" y="3213100"/>
          <a:ext cx="6681787" cy="3581400"/>
        </p:xfrm>
        <a:graphic>
          <a:graphicData uri="http://schemas.openxmlformats.org/presentationml/2006/ole">
            <mc:AlternateContent xmlns:mc="http://schemas.openxmlformats.org/markup-compatibility/2006">
              <mc:Choice xmlns:v="urn:schemas-microsoft-com:vml" Requires="v">
                <p:oleObj spid="_x0000_s220209" name="Equation" r:id="rId5" imgW="2773817" imgH="1561995" progId="Equation.3">
                  <p:embed/>
                </p:oleObj>
              </mc:Choice>
              <mc:Fallback>
                <p:oleObj name="Equation" r:id="rId5" imgW="2773817" imgH="156199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4213" y="3213100"/>
                        <a:ext cx="6681787" cy="358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17338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38333"/>
                                        </p:tgtEl>
                                        <p:attrNameLst>
                                          <p:attrName>style.visibility</p:attrName>
                                        </p:attrNameLst>
                                      </p:cBhvr>
                                      <p:to>
                                        <p:strVal val="visible"/>
                                      </p:to>
                                    </p:set>
                                    <p:anim calcmode="lin" valueType="num">
                                      <p:cBhvr additive="base">
                                        <p:cTn id="7" dur="500" fill="hold"/>
                                        <p:tgtEl>
                                          <p:spTgt spid="738333"/>
                                        </p:tgtEl>
                                        <p:attrNameLst>
                                          <p:attrName>ppt_x</p:attrName>
                                        </p:attrNameLst>
                                      </p:cBhvr>
                                      <p:tavLst>
                                        <p:tav tm="0">
                                          <p:val>
                                            <p:strVal val="0-#ppt_w/2"/>
                                          </p:val>
                                        </p:tav>
                                        <p:tav tm="100000">
                                          <p:val>
                                            <p:strVal val="#ppt_x"/>
                                          </p:val>
                                        </p:tav>
                                      </p:tavLst>
                                    </p:anim>
                                    <p:anim calcmode="lin" valueType="num">
                                      <p:cBhvr additive="base">
                                        <p:cTn id="8" dur="500" fill="hold"/>
                                        <p:tgtEl>
                                          <p:spTgt spid="7383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22B0885-F799-4E24-9CAD-7245F93891BE}" type="slidenum">
              <a:rPr lang="zh-CN" altLang="en-US" b="0" i="0" smtClean="0"/>
              <a:pPr/>
              <a:t>129</a:t>
            </a:fld>
            <a:endParaRPr lang="en-US" altLang="zh-CN" b="0" i="0" smtClean="0"/>
          </a:p>
        </p:txBody>
      </p:sp>
      <p:sp>
        <p:nvSpPr>
          <p:cNvPr id="15155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99393DA-3628-4463-BB67-3F1CCB73FB6B}" type="datetime1">
              <a:rPr lang="zh-CN" altLang="en-US" sz="1800" i="0" smtClean="0"/>
              <a:pPr/>
              <a:t>2024/10/20</a:t>
            </a:fld>
            <a:endParaRPr lang="en-US" altLang="zh-CN" sz="1800" i="0" smtClean="0"/>
          </a:p>
        </p:txBody>
      </p:sp>
      <p:sp>
        <p:nvSpPr>
          <p:cNvPr id="739330" name="Rectangle 2"/>
          <p:cNvSpPr>
            <a:spLocks noGrp="1" noChangeArrowheads="1"/>
          </p:cNvSpPr>
          <p:nvPr>
            <p:ph type="title"/>
          </p:nvPr>
        </p:nvSpPr>
        <p:spPr/>
        <p:txBody>
          <a:bodyPr/>
          <a:lstStyle/>
          <a:p>
            <a:pPr>
              <a:defRPr/>
            </a:pPr>
            <a:r>
              <a:rPr lang="en-US" altLang="zh-CN" smtClean="0"/>
              <a:t>7.3 </a:t>
            </a:r>
            <a:r>
              <a:rPr lang="zh-CN" altLang="en-US" smtClean="0"/>
              <a:t>拉格朗日型埃米特插值</a:t>
            </a:r>
          </a:p>
        </p:txBody>
      </p:sp>
      <p:sp>
        <p:nvSpPr>
          <p:cNvPr id="151557" name="Rectangle 3"/>
          <p:cNvSpPr>
            <a:spLocks noGrp="1" noChangeArrowheads="1"/>
          </p:cNvSpPr>
          <p:nvPr>
            <p:ph type="body" idx="1"/>
          </p:nvPr>
        </p:nvSpPr>
        <p:spPr>
          <a:xfrm>
            <a:off x="650875" y="1143000"/>
            <a:ext cx="8820150" cy="493713"/>
          </a:xfrm>
        </p:spPr>
        <p:txBody>
          <a:bodyPr/>
          <a:lstStyle/>
          <a:p>
            <a:r>
              <a:rPr lang="zh-CN" altLang="en-US" sz="3600" smtClean="0"/>
              <a:t>将</a:t>
            </a:r>
            <a:r>
              <a:rPr lang="en-US" altLang="zh-CN" sz="3600" i="1" smtClean="0"/>
              <a:t>x</a:t>
            </a:r>
            <a:r>
              <a:rPr lang="en-US" altLang="zh-CN" sz="3600" smtClean="0"/>
              <a:t>=2.3</a:t>
            </a:r>
            <a:r>
              <a:rPr lang="zh-CN" altLang="en-US" sz="3600" smtClean="0"/>
              <a:t>代入，</a:t>
            </a:r>
            <a:r>
              <a:rPr lang="en-US" altLang="zh-CN" sz="3600" smtClean="0"/>
              <a:t>ln2.3</a:t>
            </a:r>
            <a:r>
              <a:rPr lang="en-US" altLang="zh-CN" sz="3600" smtClean="0">
                <a:sym typeface="Symbol" pitchFamily="18" charset="2"/>
              </a:rPr>
              <a:t>P</a:t>
            </a:r>
            <a:r>
              <a:rPr lang="en-US" altLang="zh-CN" sz="3600" baseline="-25000" smtClean="0">
                <a:sym typeface="Symbol" pitchFamily="18" charset="2"/>
              </a:rPr>
              <a:t>3</a:t>
            </a:r>
            <a:r>
              <a:rPr lang="en-US" altLang="zh-CN" sz="3600" smtClean="0">
                <a:sym typeface="Symbol" pitchFamily="18" charset="2"/>
              </a:rPr>
              <a:t>(2.3)=0.83291</a:t>
            </a:r>
            <a:endParaRPr lang="en-US" altLang="zh-CN" sz="3600" smtClean="0"/>
          </a:p>
        </p:txBody>
      </p:sp>
      <p:graphicFrame>
        <p:nvGraphicFramePr>
          <p:cNvPr id="739332" name="Object 4"/>
          <p:cNvGraphicFramePr>
            <a:graphicFrameLocks noChangeAspect="1"/>
          </p:cNvGraphicFramePr>
          <p:nvPr/>
        </p:nvGraphicFramePr>
        <p:xfrm>
          <a:off x="488950" y="1844675"/>
          <a:ext cx="9144000" cy="1243013"/>
        </p:xfrm>
        <a:graphic>
          <a:graphicData uri="http://schemas.openxmlformats.org/presentationml/2006/ole">
            <mc:AlternateContent xmlns:mc="http://schemas.openxmlformats.org/markup-compatibility/2006">
              <mc:Choice xmlns:v="urn:schemas-microsoft-com:vml" Requires="v">
                <p:oleObj spid="_x0000_s221232" name="Equation" r:id="rId3" imgW="2908300" imgH="419100" progId="Equation.3">
                  <p:embed/>
                </p:oleObj>
              </mc:Choice>
              <mc:Fallback>
                <p:oleObj name="Equation" r:id="rId3" imgW="29083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950" y="1844675"/>
                        <a:ext cx="9144000" cy="124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9333" name="Object 5"/>
          <p:cNvGraphicFramePr>
            <a:graphicFrameLocks noChangeAspect="1"/>
          </p:cNvGraphicFramePr>
          <p:nvPr/>
        </p:nvGraphicFramePr>
        <p:xfrm>
          <a:off x="246063" y="3284538"/>
          <a:ext cx="9659937" cy="2073275"/>
        </p:xfrm>
        <a:graphic>
          <a:graphicData uri="http://schemas.openxmlformats.org/presentationml/2006/ole">
            <mc:AlternateContent xmlns:mc="http://schemas.openxmlformats.org/markup-compatibility/2006">
              <mc:Choice xmlns:v="urn:schemas-microsoft-com:vml" Requires="v">
                <p:oleObj spid="_x0000_s221233" name="Equation" r:id="rId5" imgW="3568700" imgH="812800" progId="Equation.3">
                  <p:embed/>
                </p:oleObj>
              </mc:Choice>
              <mc:Fallback>
                <p:oleObj name="Equation" r:id="rId5" imgW="3568700" imgH="812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063" y="3284538"/>
                        <a:ext cx="9659937" cy="207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423749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39332"/>
                                        </p:tgtEl>
                                        <p:attrNameLst>
                                          <p:attrName>style.visibility</p:attrName>
                                        </p:attrNameLst>
                                      </p:cBhvr>
                                      <p:to>
                                        <p:strVal val="visible"/>
                                      </p:to>
                                    </p:set>
                                    <p:anim calcmode="lin" valueType="num">
                                      <p:cBhvr additive="base">
                                        <p:cTn id="7" dur="500" fill="hold"/>
                                        <p:tgtEl>
                                          <p:spTgt spid="739332"/>
                                        </p:tgtEl>
                                        <p:attrNameLst>
                                          <p:attrName>ppt_x</p:attrName>
                                        </p:attrNameLst>
                                      </p:cBhvr>
                                      <p:tavLst>
                                        <p:tav tm="0">
                                          <p:val>
                                            <p:strVal val="0-#ppt_w/2"/>
                                          </p:val>
                                        </p:tav>
                                        <p:tav tm="100000">
                                          <p:val>
                                            <p:strVal val="#ppt_x"/>
                                          </p:val>
                                        </p:tav>
                                      </p:tavLst>
                                    </p:anim>
                                    <p:anim calcmode="lin" valueType="num">
                                      <p:cBhvr additive="base">
                                        <p:cTn id="8" dur="500" fill="hold"/>
                                        <p:tgtEl>
                                          <p:spTgt spid="73933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39333"/>
                                        </p:tgtEl>
                                        <p:attrNameLst>
                                          <p:attrName>style.visibility</p:attrName>
                                        </p:attrNameLst>
                                      </p:cBhvr>
                                      <p:to>
                                        <p:strVal val="visible"/>
                                      </p:to>
                                    </p:set>
                                    <p:anim calcmode="lin" valueType="num">
                                      <p:cBhvr additive="base">
                                        <p:cTn id="13" dur="500" fill="hold"/>
                                        <p:tgtEl>
                                          <p:spTgt spid="739333"/>
                                        </p:tgtEl>
                                        <p:attrNameLst>
                                          <p:attrName>ppt_x</p:attrName>
                                        </p:attrNameLst>
                                      </p:cBhvr>
                                      <p:tavLst>
                                        <p:tav tm="0">
                                          <p:val>
                                            <p:strVal val="0-#ppt_w/2"/>
                                          </p:val>
                                        </p:tav>
                                        <p:tav tm="100000">
                                          <p:val>
                                            <p:strVal val="#ppt_x"/>
                                          </p:val>
                                        </p:tav>
                                      </p:tavLst>
                                    </p:anim>
                                    <p:anim calcmode="lin" valueType="num">
                                      <p:cBhvr additive="base">
                                        <p:cTn id="14" dur="500" fill="hold"/>
                                        <p:tgtEl>
                                          <p:spTgt spid="7393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4AC91BF-C257-4919-85A9-B718EE65CB94}" type="slidenum">
              <a:rPr lang="zh-CN" altLang="en-US" b="0" i="0" smtClean="0"/>
              <a:pPr/>
              <a:t>130</a:t>
            </a:fld>
            <a:endParaRPr lang="en-US" altLang="zh-CN" b="0" i="0" smtClean="0"/>
          </a:p>
        </p:txBody>
      </p:sp>
      <p:sp>
        <p:nvSpPr>
          <p:cNvPr id="152579"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07311D5-B90D-403B-A81C-E9CE4CC03C14}" type="datetime1">
              <a:rPr lang="zh-CN" altLang="en-US" sz="1800" i="0" smtClean="0"/>
              <a:pPr/>
              <a:t>2024/10/20</a:t>
            </a:fld>
            <a:endParaRPr lang="en-US" altLang="zh-CN" sz="1800" i="0" smtClean="0"/>
          </a:p>
        </p:txBody>
      </p:sp>
      <p:grpSp>
        <p:nvGrpSpPr>
          <p:cNvPr id="152580" name="Group 2"/>
          <p:cNvGrpSpPr>
            <a:grpSpLocks/>
          </p:cNvGrpSpPr>
          <p:nvPr/>
        </p:nvGrpSpPr>
        <p:grpSpPr bwMode="auto">
          <a:xfrm>
            <a:off x="601663" y="2036763"/>
            <a:ext cx="8607425" cy="2608262"/>
            <a:chOff x="350" y="1283"/>
            <a:chExt cx="5005" cy="1643"/>
          </a:xfrm>
        </p:grpSpPr>
        <p:sp>
          <p:nvSpPr>
            <p:cNvPr id="152582" name="Rectangle 3"/>
            <p:cNvSpPr>
              <a:spLocks noChangeArrowheads="1"/>
            </p:cNvSpPr>
            <p:nvPr/>
          </p:nvSpPr>
          <p:spPr bwMode="auto">
            <a:xfrm>
              <a:off x="483" y="1325"/>
              <a:ext cx="4780" cy="156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152583"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52584"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52585" name="AutoShape 6"/>
            <p:cNvSpPr>
              <a:spLocks noChangeArrowheads="1"/>
            </p:cNvSpPr>
            <p:nvPr/>
          </p:nvSpPr>
          <p:spPr bwMode="auto">
            <a:xfrm>
              <a:off x="377" y="1283"/>
              <a:ext cx="4974"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52586" name="AutoShape 7"/>
            <p:cNvSpPr>
              <a:spLocks noChangeArrowheads="1"/>
            </p:cNvSpPr>
            <p:nvPr/>
          </p:nvSpPr>
          <p:spPr bwMode="auto">
            <a:xfrm flipV="1">
              <a:off x="350" y="2828"/>
              <a:ext cx="5005"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52587"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763913" name="Rectangle 9"/>
          <p:cNvSpPr>
            <a:spLocks noChangeArrowheads="1"/>
          </p:cNvSpPr>
          <p:nvPr/>
        </p:nvSpPr>
        <p:spPr bwMode="auto">
          <a:xfrm>
            <a:off x="660400" y="2438400"/>
            <a:ext cx="8216900" cy="855663"/>
          </a:xfrm>
          <a:prstGeom prst="rect">
            <a:avLst/>
          </a:prstGeom>
          <a:noFill/>
          <a:ln w="12700">
            <a:noFill/>
            <a:miter lim="800000"/>
            <a:headEnd/>
            <a:tailEnd/>
          </a:ln>
          <a:effectLst>
            <a:outerShdw dist="17961" dir="2700000" algn="ctr" rotWithShape="0">
              <a:srgbClr val="354281"/>
            </a:outerShdw>
          </a:effectLst>
        </p:spPr>
        <p:txBody>
          <a:bodyPr lIns="0" tIns="0" rIns="0" bIns="0">
            <a:spAutoFit/>
          </a:bodyPr>
          <a:lstStyle/>
          <a:p>
            <a:pPr marL="290513" indent="-290513" defTabSz="915988">
              <a:lnSpc>
                <a:spcPct val="85000"/>
              </a:lnSpc>
              <a:spcBef>
                <a:spcPct val="35000"/>
              </a:spcBef>
              <a:buClr>
                <a:srgbClr val="FF0000"/>
              </a:buClr>
              <a:buSzPct val="95000"/>
              <a:defRPr/>
            </a:pPr>
            <a:r>
              <a:rPr lang="zh-CN" altLang="en-US" sz="6600" i="0">
                <a:solidFill>
                  <a:schemeClr val="bg1"/>
                </a:solidFill>
                <a:effectLst>
                  <a:outerShdw blurRad="38100" dist="38100" dir="2700000" algn="tl">
                    <a:srgbClr val="C0C0C0"/>
                  </a:outerShdw>
                </a:effectLst>
              </a:rPr>
              <a:t>§</a:t>
            </a:r>
            <a:r>
              <a:rPr lang="en-US" altLang="zh-CN" sz="6600" i="0">
                <a:solidFill>
                  <a:schemeClr val="bg1"/>
                </a:solidFill>
                <a:effectLst>
                  <a:outerShdw blurRad="38100" dist="38100" dir="2700000" algn="tl">
                    <a:srgbClr val="C0C0C0"/>
                  </a:outerShdw>
                </a:effectLst>
              </a:rPr>
              <a:t>8  </a:t>
            </a:r>
            <a:r>
              <a:rPr lang="zh-CN" altLang="en-US" sz="6600" i="0">
                <a:solidFill>
                  <a:schemeClr val="bg1"/>
                </a:solidFill>
                <a:effectLst>
                  <a:outerShdw blurRad="38100" dist="38100" dir="2700000" algn="tl">
                    <a:srgbClr val="C0C0C0"/>
                  </a:outerShdw>
                </a:effectLst>
              </a:rPr>
              <a:t>三次样条插值</a:t>
            </a:r>
            <a:endParaRPr lang="zh-CN" altLang="en-US" sz="5400" i="0">
              <a:solidFill>
                <a:schemeClr val="bg1"/>
              </a:solidFill>
              <a:effectLst>
                <a:outerShdw blurRad="38100" dist="38100" dir="2700000" algn="tl">
                  <a:srgbClr val="C0C0C0"/>
                </a:outerShdw>
              </a:effectLst>
            </a:endParaRPr>
          </a:p>
        </p:txBody>
      </p:sp>
    </p:spTree>
    <p:extLst>
      <p:ext uri="{BB962C8B-B14F-4D97-AF65-F5344CB8AC3E}">
        <p14:creationId xmlns:p14="http://schemas.microsoft.com/office/powerpoint/2010/main" val="652540523"/>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29B7BB6-9786-4F4E-9DC0-9685CC97A611}" type="slidenum">
              <a:rPr lang="zh-CN" altLang="en-US" b="0" i="0" smtClean="0"/>
              <a:pPr/>
              <a:t>131</a:t>
            </a:fld>
            <a:endParaRPr lang="en-US" altLang="zh-CN" b="0" i="0" smtClean="0"/>
          </a:p>
        </p:txBody>
      </p:sp>
      <p:sp>
        <p:nvSpPr>
          <p:cNvPr id="15360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C6EFDBE-82E4-4422-935E-7D74F5CD6362}" type="datetime1">
              <a:rPr lang="zh-CN" altLang="en-US" sz="1800" i="0" smtClean="0"/>
              <a:pPr/>
              <a:t>2024/10/20</a:t>
            </a:fld>
            <a:endParaRPr lang="en-US" altLang="zh-CN" sz="1800" i="0" smtClean="0"/>
          </a:p>
        </p:txBody>
      </p:sp>
      <p:sp>
        <p:nvSpPr>
          <p:cNvPr id="788482" name="Rectangle 2"/>
          <p:cNvSpPr>
            <a:spLocks noGrp="1" noChangeArrowheads="1"/>
          </p:cNvSpPr>
          <p:nvPr>
            <p:ph type="title"/>
          </p:nvPr>
        </p:nvSpPr>
        <p:spPr>
          <a:xfrm>
            <a:off x="650875" y="305002"/>
            <a:ext cx="8820150" cy="609398"/>
          </a:xfrm>
        </p:spPr>
        <p:txBody>
          <a:bodyPr/>
          <a:lstStyle/>
          <a:p>
            <a:pPr>
              <a:defRPr/>
            </a:pPr>
            <a:r>
              <a:rPr lang="zh-CN" altLang="en-US" dirty="0" smtClean="0"/>
              <a:t>问题的提出</a:t>
            </a:r>
          </a:p>
        </p:txBody>
      </p:sp>
      <p:sp>
        <p:nvSpPr>
          <p:cNvPr id="153605" name="Rectangle 3"/>
          <p:cNvSpPr>
            <a:spLocks noGrp="1" noChangeArrowheads="1"/>
          </p:cNvSpPr>
          <p:nvPr>
            <p:ph type="body" idx="1"/>
          </p:nvPr>
        </p:nvSpPr>
        <p:spPr>
          <a:xfrm>
            <a:off x="650875" y="1143000"/>
            <a:ext cx="8820150" cy="3756025"/>
          </a:xfrm>
        </p:spPr>
        <p:txBody>
          <a:bodyPr/>
          <a:lstStyle/>
          <a:p>
            <a:r>
              <a:rPr lang="zh-CN" altLang="en-US" dirty="0" smtClean="0"/>
              <a:t>分段线性插值与分段二次插值可以构造一个连续的函数。分段低次插值的优点是具有收敛性与稳定性，但缺点是</a:t>
            </a:r>
            <a:r>
              <a:rPr lang="zh-CN" altLang="en-US" smtClean="0"/>
              <a:t>光滑性较差； </a:t>
            </a:r>
            <a:endParaRPr lang="zh-CN" altLang="en-US" dirty="0" smtClean="0"/>
          </a:p>
          <a:p>
            <a:r>
              <a:rPr lang="zh-CN" altLang="en-US" dirty="0" smtClean="0"/>
              <a:t>分段三次埃尔米特插值可以构造一个整体上具有一阶连续导数的插值函数。</a:t>
            </a:r>
          </a:p>
          <a:p>
            <a:r>
              <a:rPr lang="zh-CN" altLang="en-US" dirty="0" smtClean="0"/>
              <a:t>实际需求中高速飞机的机翼形线、船体放样形值线、精密机械加工等都要求有二阶光滑度，即二阶导数连续 ，原理上，应用高次埃尔米特插值可以达到目的，但必须已知节点上的导数值，实际上很难满足。</a:t>
            </a:r>
          </a:p>
        </p:txBody>
      </p:sp>
    </p:spTree>
    <p:extLst>
      <p:ext uri="{BB962C8B-B14F-4D97-AF65-F5344CB8AC3E}">
        <p14:creationId xmlns:p14="http://schemas.microsoft.com/office/powerpoint/2010/main" val="3679037619"/>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B023EBD-64A9-46A9-A032-B284BB8E2168}" type="slidenum">
              <a:rPr lang="zh-CN" altLang="en-US" b="0" i="0" smtClean="0"/>
              <a:pPr/>
              <a:t>132</a:t>
            </a:fld>
            <a:endParaRPr lang="en-US" altLang="zh-CN" b="0" i="0" smtClean="0"/>
          </a:p>
        </p:txBody>
      </p:sp>
      <p:sp>
        <p:nvSpPr>
          <p:cNvPr id="1546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C24E288-0ED1-4D8B-A8D8-77E11CF5A997}" type="datetime1">
              <a:rPr lang="zh-CN" altLang="en-US" sz="1800" i="0" smtClean="0"/>
              <a:pPr/>
              <a:t>2024/10/20</a:t>
            </a:fld>
            <a:endParaRPr lang="en-US" altLang="zh-CN" sz="1800" i="0" smtClean="0"/>
          </a:p>
        </p:txBody>
      </p:sp>
      <p:sp>
        <p:nvSpPr>
          <p:cNvPr id="789506" name="Rectangle 2"/>
          <p:cNvSpPr>
            <a:spLocks noGrp="1" noChangeArrowheads="1"/>
          </p:cNvSpPr>
          <p:nvPr>
            <p:ph type="title"/>
          </p:nvPr>
        </p:nvSpPr>
        <p:spPr/>
        <p:txBody>
          <a:bodyPr/>
          <a:lstStyle/>
          <a:p>
            <a:pPr>
              <a:defRPr/>
            </a:pPr>
            <a:r>
              <a:rPr lang="en-US" altLang="zh-CN" smtClean="0"/>
              <a:t>8.1 </a:t>
            </a:r>
            <a:r>
              <a:rPr lang="zh-CN" altLang="en-US" smtClean="0"/>
              <a:t>样条的概念</a:t>
            </a:r>
          </a:p>
        </p:txBody>
      </p:sp>
      <p:sp>
        <p:nvSpPr>
          <p:cNvPr id="154629" name="Rectangle 3"/>
          <p:cNvSpPr>
            <a:spLocks noGrp="1" noChangeArrowheads="1"/>
          </p:cNvSpPr>
          <p:nvPr>
            <p:ph type="body" idx="1"/>
          </p:nvPr>
        </p:nvSpPr>
        <p:spPr>
          <a:xfrm>
            <a:off x="650875" y="1143000"/>
            <a:ext cx="9055100" cy="4395049"/>
          </a:xfrm>
        </p:spPr>
        <p:txBody>
          <a:bodyPr/>
          <a:lstStyle/>
          <a:p>
            <a:r>
              <a:rPr lang="zh-CN" altLang="en-US" dirty="0" smtClean="0"/>
              <a:t>要求</a:t>
            </a:r>
          </a:p>
          <a:p>
            <a:pPr lvl="1"/>
            <a:r>
              <a:rPr lang="zh-CN" altLang="en-US" dirty="0" smtClean="0"/>
              <a:t>插值曲线即要简单，又要在曲线的连接处比较光滑</a:t>
            </a:r>
            <a:endParaRPr lang="en-US" altLang="zh-CN" dirty="0" smtClean="0"/>
          </a:p>
          <a:p>
            <a:pPr lvl="1"/>
            <a:endParaRPr lang="zh-CN" altLang="en-US" dirty="0" smtClean="0"/>
          </a:p>
          <a:p>
            <a:r>
              <a:rPr lang="zh-CN" altLang="en-US" dirty="0"/>
              <a:t>在分段上要求多项式次数低，而在节点上不仅连续，还存在连续的低阶导数，满足</a:t>
            </a:r>
            <a:r>
              <a:rPr lang="zh-CN" altLang="en-US" dirty="0" smtClean="0"/>
              <a:t>这样条件的插值函数，称为</a:t>
            </a:r>
            <a:r>
              <a:rPr lang="zh-CN" altLang="en-US" dirty="0" smtClean="0">
                <a:solidFill>
                  <a:srgbClr val="0000CC"/>
                </a:solidFill>
              </a:rPr>
              <a:t>样条插值函数</a:t>
            </a:r>
            <a:endParaRPr lang="en-US" altLang="zh-CN" dirty="0" smtClean="0"/>
          </a:p>
          <a:p>
            <a:pPr lvl="1"/>
            <a:r>
              <a:rPr lang="zh-CN" altLang="en-US" dirty="0" smtClean="0"/>
              <a:t>对应的曲线称为</a:t>
            </a:r>
            <a:r>
              <a:rPr lang="zh-CN" altLang="en-US" dirty="0" smtClean="0">
                <a:solidFill>
                  <a:srgbClr val="0000CC"/>
                </a:solidFill>
              </a:rPr>
              <a:t>样条曲线</a:t>
            </a:r>
            <a:r>
              <a:rPr lang="zh-CN" altLang="en-US" dirty="0" smtClean="0"/>
              <a:t>，</a:t>
            </a:r>
            <a:endParaRPr lang="en-US" altLang="zh-CN" dirty="0" smtClean="0"/>
          </a:p>
          <a:p>
            <a:pPr lvl="1"/>
            <a:r>
              <a:rPr lang="zh-CN" altLang="en-US" dirty="0" smtClean="0"/>
              <a:t>其节点称为</a:t>
            </a:r>
            <a:r>
              <a:rPr lang="zh-CN" altLang="en-US" dirty="0" smtClean="0">
                <a:solidFill>
                  <a:srgbClr val="0000CC"/>
                </a:solidFill>
              </a:rPr>
              <a:t>样点</a:t>
            </a:r>
            <a:r>
              <a:rPr lang="zh-CN" altLang="en-US" dirty="0" smtClean="0"/>
              <a:t>，</a:t>
            </a:r>
            <a:endParaRPr lang="en-US" altLang="zh-CN" dirty="0" smtClean="0"/>
          </a:p>
          <a:p>
            <a:pPr lvl="1"/>
            <a:r>
              <a:rPr lang="zh-CN" altLang="en-US" dirty="0" smtClean="0"/>
              <a:t>这种插值方法称为</a:t>
            </a:r>
            <a:r>
              <a:rPr lang="zh-CN" altLang="en-US" dirty="0" smtClean="0">
                <a:solidFill>
                  <a:srgbClr val="0000CC"/>
                </a:solidFill>
              </a:rPr>
              <a:t>样条插值</a:t>
            </a:r>
            <a:r>
              <a:rPr lang="zh-CN" altLang="en-US" dirty="0" smtClean="0"/>
              <a:t>。</a:t>
            </a:r>
          </a:p>
        </p:txBody>
      </p:sp>
    </p:spTree>
    <p:extLst>
      <p:ext uri="{BB962C8B-B14F-4D97-AF65-F5344CB8AC3E}">
        <p14:creationId xmlns:p14="http://schemas.microsoft.com/office/powerpoint/2010/main" val="383002644"/>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0C3FC3A-F607-4BCD-BBE1-833695F3155E}" type="slidenum">
              <a:rPr lang="zh-CN" altLang="en-US" b="0" i="0" smtClean="0"/>
              <a:pPr/>
              <a:t>133</a:t>
            </a:fld>
            <a:endParaRPr lang="en-US" altLang="zh-CN" b="0" i="0" smtClean="0"/>
          </a:p>
        </p:txBody>
      </p:sp>
      <p:sp>
        <p:nvSpPr>
          <p:cNvPr id="15565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EBCEBE4-388B-4B95-A804-82D625486978}" type="datetime1">
              <a:rPr lang="zh-CN" altLang="en-US" sz="1800" i="0" smtClean="0"/>
              <a:pPr/>
              <a:t>2024/10/20</a:t>
            </a:fld>
            <a:endParaRPr lang="en-US" altLang="zh-CN" sz="1800" i="0" smtClean="0"/>
          </a:p>
        </p:txBody>
      </p:sp>
      <p:sp>
        <p:nvSpPr>
          <p:cNvPr id="815106" name="Rectangle 2"/>
          <p:cNvSpPr>
            <a:spLocks noGrp="1" noChangeArrowheads="1"/>
          </p:cNvSpPr>
          <p:nvPr>
            <p:ph type="title"/>
          </p:nvPr>
        </p:nvSpPr>
        <p:spPr/>
        <p:txBody>
          <a:bodyPr/>
          <a:lstStyle/>
          <a:p>
            <a:pPr>
              <a:defRPr/>
            </a:pPr>
            <a:r>
              <a:rPr lang="en-US" altLang="zh-CN" smtClean="0"/>
              <a:t>8.1 </a:t>
            </a:r>
            <a:r>
              <a:rPr lang="zh-CN" altLang="en-US" smtClean="0"/>
              <a:t>样条的概念</a:t>
            </a:r>
          </a:p>
        </p:txBody>
      </p:sp>
      <p:sp>
        <p:nvSpPr>
          <p:cNvPr id="2" name="内容占位符 1"/>
          <p:cNvSpPr>
            <a:spLocks noGrp="1"/>
          </p:cNvSpPr>
          <p:nvPr>
            <p:ph idx="1"/>
          </p:nvPr>
        </p:nvSpPr>
        <p:spPr/>
        <p:txBody>
          <a:bodyPr/>
          <a:lstStyle/>
          <a:p>
            <a:endParaRPr lang="zh-CN" altLang="en-US"/>
          </a:p>
        </p:txBody>
      </p:sp>
      <p:pic>
        <p:nvPicPr>
          <p:cNvPr id="12" name="Picture 2"/>
          <p:cNvPicPr>
            <a:picLocks noChangeAspect="1" noChangeArrowheads="1"/>
          </p:cNvPicPr>
          <p:nvPr/>
        </p:nvPicPr>
        <p:blipFill>
          <a:blip r:embed="rId2">
            <a:lum contrast="36000"/>
            <a:grayscl/>
            <a:extLst>
              <a:ext uri="{28A0092B-C50C-407E-A947-70E740481C1C}">
                <a14:useLocalDpi xmlns:a14="http://schemas.microsoft.com/office/drawing/2010/main" val="0"/>
              </a:ext>
            </a:extLst>
          </a:blip>
          <a:srcRect/>
          <a:stretch>
            <a:fillRect/>
          </a:stretch>
        </p:blipFill>
        <p:spPr bwMode="auto">
          <a:xfrm>
            <a:off x="1351095" y="1127126"/>
            <a:ext cx="6172200" cy="2386012"/>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3"/>
          <p:cNvSpPr>
            <a:spLocks noChangeArrowheads="1"/>
          </p:cNvSpPr>
          <p:nvPr/>
        </p:nvSpPr>
        <p:spPr bwMode="auto">
          <a:xfrm>
            <a:off x="2267082" y="3562351"/>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0" lang="zh-CN" altLang="en-US" sz="2400" dirty="0" smtClean="0">
                <a:solidFill>
                  <a:schemeClr val="tx1"/>
                </a:solidFill>
                <a:cs typeface="Times New Roman" pitchFamily="18" charset="0"/>
              </a:rPr>
              <a:t>早期</a:t>
            </a:r>
            <a:r>
              <a:rPr kumimoji="0" lang="zh-CN" altLang="en-US" sz="2400" dirty="0">
                <a:solidFill>
                  <a:schemeClr val="tx1"/>
                </a:solidFill>
                <a:cs typeface="Times New Roman" pitchFamily="18" charset="0"/>
              </a:rPr>
              <a:t>机翼下轮廓的放样 </a:t>
            </a:r>
          </a:p>
        </p:txBody>
      </p:sp>
      <p:sp>
        <p:nvSpPr>
          <p:cNvPr id="14" name="Rectangle 4"/>
          <p:cNvSpPr>
            <a:spLocks noChangeArrowheads="1"/>
          </p:cNvSpPr>
          <p:nvPr/>
        </p:nvSpPr>
        <p:spPr bwMode="auto">
          <a:xfrm>
            <a:off x="416496" y="4621778"/>
            <a:ext cx="9217024"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kumimoji="0" lang="zh-CN" altLang="en-US" sz="2400" i="0" dirty="0">
                <a:solidFill>
                  <a:schemeClr val="tx1"/>
                </a:solidFill>
              </a:rPr>
              <a:t>如</a:t>
            </a:r>
            <a:r>
              <a:rPr kumimoji="0" lang="zh-CN" altLang="en-US" sz="2400" i="0" dirty="0" smtClean="0">
                <a:solidFill>
                  <a:schemeClr val="tx1"/>
                </a:solidFill>
              </a:rPr>
              <a:t>图所</a:t>
            </a:r>
            <a:r>
              <a:rPr kumimoji="0" lang="zh-CN" altLang="en-US" sz="2400" i="0" dirty="0">
                <a:solidFill>
                  <a:schemeClr val="tx1"/>
                </a:solidFill>
              </a:rPr>
              <a:t>示，在早期的板材曲线切割时，常把富有弹性的细长木条（样条）固定在样点上，其它地方让其自由弯曲，然后画出长条的曲线称为样条曲线，由此启发设计整体连续光滑的样条插值函数</a:t>
            </a:r>
            <a:r>
              <a:rPr kumimoji="0" lang="zh-CN" altLang="en-US" sz="2800" i="0" dirty="0">
                <a:solidFill>
                  <a:schemeClr val="tx1"/>
                </a:solidFill>
              </a:rPr>
              <a:t>。</a:t>
            </a:r>
          </a:p>
        </p:txBody>
      </p:sp>
    </p:spTree>
    <p:extLst>
      <p:ext uri="{BB962C8B-B14F-4D97-AF65-F5344CB8AC3E}">
        <p14:creationId xmlns:p14="http://schemas.microsoft.com/office/powerpoint/2010/main" val="342432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linds(horizontal)">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1+#ppt_w/2"/>
                                          </p:val>
                                        </p:tav>
                                        <p:tav tm="100000">
                                          <p:val>
                                            <p:strVal val="#ppt_x"/>
                                          </p:val>
                                        </p:tav>
                                      </p:tavLst>
                                    </p:anim>
                                    <p:anim calcmode="lin" valueType="num">
                                      <p:cBhvr additive="base">
                                        <p:cTn id="19"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0C3FC3A-F607-4BCD-BBE1-833695F3155E}" type="slidenum">
              <a:rPr lang="zh-CN" altLang="en-US" b="0" i="0" smtClean="0"/>
              <a:pPr/>
              <a:t>134</a:t>
            </a:fld>
            <a:endParaRPr lang="en-US" altLang="zh-CN" b="0" i="0" smtClean="0"/>
          </a:p>
        </p:txBody>
      </p:sp>
      <p:sp>
        <p:nvSpPr>
          <p:cNvPr id="15565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EBCEBE4-388B-4B95-A804-82D625486978}" type="datetime1">
              <a:rPr lang="zh-CN" altLang="en-US" sz="1800" i="0" smtClean="0"/>
              <a:pPr/>
              <a:t>2024/10/20</a:t>
            </a:fld>
            <a:endParaRPr lang="en-US" altLang="zh-CN" sz="1800" i="0" smtClean="0"/>
          </a:p>
        </p:txBody>
      </p:sp>
      <p:sp>
        <p:nvSpPr>
          <p:cNvPr id="815106" name="Rectangle 2"/>
          <p:cNvSpPr>
            <a:spLocks noGrp="1" noChangeArrowheads="1"/>
          </p:cNvSpPr>
          <p:nvPr>
            <p:ph type="title"/>
          </p:nvPr>
        </p:nvSpPr>
        <p:spPr/>
        <p:txBody>
          <a:bodyPr/>
          <a:lstStyle/>
          <a:p>
            <a:pPr>
              <a:defRPr/>
            </a:pPr>
            <a:r>
              <a:rPr lang="en-US" altLang="zh-CN" smtClean="0"/>
              <a:t>8.1 </a:t>
            </a:r>
            <a:r>
              <a:rPr lang="zh-CN" altLang="en-US" smtClean="0"/>
              <a:t>样条的概念</a:t>
            </a:r>
          </a:p>
        </p:txBody>
      </p:sp>
      <p:sp>
        <p:nvSpPr>
          <p:cNvPr id="155653" name="Rectangle 3"/>
          <p:cNvSpPr>
            <a:spLocks noGrp="1" noChangeArrowheads="1"/>
          </p:cNvSpPr>
          <p:nvPr>
            <p:ph type="body" idx="1"/>
          </p:nvPr>
        </p:nvSpPr>
        <p:spPr>
          <a:xfrm>
            <a:off x="650875" y="1143000"/>
            <a:ext cx="8820150" cy="2857500"/>
          </a:xfrm>
        </p:spPr>
        <p:txBody>
          <a:bodyPr/>
          <a:lstStyle/>
          <a:p>
            <a:pPr>
              <a:lnSpc>
                <a:spcPct val="80000"/>
              </a:lnSpc>
              <a:spcBef>
                <a:spcPct val="15000"/>
              </a:spcBef>
            </a:pPr>
            <a:r>
              <a:rPr lang="zh-CN" altLang="en-US" smtClean="0"/>
              <a:t>样条名词来源与工程中的样条曲线</a:t>
            </a:r>
          </a:p>
          <a:p>
            <a:pPr lvl="1">
              <a:lnSpc>
                <a:spcPct val="80000"/>
              </a:lnSpc>
              <a:spcBef>
                <a:spcPct val="15000"/>
              </a:spcBef>
            </a:pPr>
            <a:r>
              <a:rPr lang="zh-CN" altLang="en-US" smtClean="0"/>
              <a:t>绘图员为了将一些指定点连接成一条光滑曲线，经常用一条富有弹性的细长金属条把相近的几点连接起来，再逐步延伸连接全部样点，而形成一条光滑的样条曲线。</a:t>
            </a:r>
          </a:p>
          <a:p>
            <a:pPr lvl="1">
              <a:lnSpc>
                <a:spcPct val="80000"/>
              </a:lnSpc>
              <a:spcBef>
                <a:spcPct val="15000"/>
              </a:spcBef>
            </a:pPr>
            <a:r>
              <a:rPr lang="zh-CN" altLang="en-US" smtClean="0"/>
              <a:t>从力学的角度来看，强迫样条经过某些点，相等于在这些点上对样条施加力的作用，从而使样条发生弯曲</a:t>
            </a:r>
          </a:p>
        </p:txBody>
      </p:sp>
      <p:pic>
        <p:nvPicPr>
          <p:cNvPr id="81510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8675" y="3644900"/>
            <a:ext cx="6624638"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815110" name="Line 6"/>
          <p:cNvSpPr>
            <a:spLocks noChangeShapeType="1"/>
          </p:cNvSpPr>
          <p:nvPr/>
        </p:nvSpPr>
        <p:spPr bwMode="auto">
          <a:xfrm>
            <a:off x="8264525" y="4221163"/>
            <a:ext cx="0" cy="1079500"/>
          </a:xfrm>
          <a:prstGeom prst="line">
            <a:avLst/>
          </a:prstGeom>
          <a:noFill/>
          <a:ln w="38100">
            <a:solidFill>
              <a:srgbClr val="FF33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5111" name="Line 7"/>
          <p:cNvSpPr>
            <a:spLocks noChangeShapeType="1"/>
          </p:cNvSpPr>
          <p:nvPr/>
        </p:nvSpPr>
        <p:spPr bwMode="auto">
          <a:xfrm flipV="1">
            <a:off x="4953000" y="5300663"/>
            <a:ext cx="0" cy="1152525"/>
          </a:xfrm>
          <a:prstGeom prst="line">
            <a:avLst/>
          </a:prstGeom>
          <a:noFill/>
          <a:ln w="38100">
            <a:solidFill>
              <a:srgbClr val="FF33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5112" name="Arc 8"/>
          <p:cNvSpPr>
            <a:spLocks/>
          </p:cNvSpPr>
          <p:nvPr/>
        </p:nvSpPr>
        <p:spPr bwMode="auto">
          <a:xfrm flipH="1">
            <a:off x="6640513" y="4652963"/>
            <a:ext cx="471487" cy="1355725"/>
          </a:xfrm>
          <a:custGeom>
            <a:avLst/>
            <a:gdLst>
              <a:gd name="T0" fmla="*/ 2147483647 w 21600"/>
              <a:gd name="T1" fmla="*/ 0 h 42744"/>
              <a:gd name="T2" fmla="*/ 2147483647 w 21600"/>
              <a:gd name="T3" fmla="*/ 2147483647 h 42744"/>
              <a:gd name="T4" fmla="*/ 0 w 21600"/>
              <a:gd name="T5" fmla="*/ 2147483647 h 42744"/>
              <a:gd name="T6" fmla="*/ 0 60000 65536"/>
              <a:gd name="T7" fmla="*/ 0 60000 65536"/>
              <a:gd name="T8" fmla="*/ 0 60000 65536"/>
              <a:gd name="T9" fmla="*/ 0 w 21600"/>
              <a:gd name="T10" fmla="*/ 0 h 42744"/>
              <a:gd name="T11" fmla="*/ 21600 w 21600"/>
              <a:gd name="T12" fmla="*/ 42744 h 42744"/>
            </a:gdLst>
            <a:ahLst/>
            <a:cxnLst>
              <a:cxn ang="T6">
                <a:pos x="T0" y="T1"/>
              </a:cxn>
              <a:cxn ang="T7">
                <a:pos x="T2" y="T3"/>
              </a:cxn>
              <a:cxn ang="T8">
                <a:pos x="T4" y="T5"/>
              </a:cxn>
            </a:cxnLst>
            <a:rect l="T9" t="T10" r="T11" b="T12"/>
            <a:pathLst>
              <a:path w="21600" h="42744" fill="none" extrusionOk="0">
                <a:moveTo>
                  <a:pt x="4118" y="0"/>
                </a:moveTo>
                <a:cubicBezTo>
                  <a:pt x="14270" y="1972"/>
                  <a:pt x="21600" y="10862"/>
                  <a:pt x="21600" y="21204"/>
                </a:cubicBezTo>
                <a:cubicBezTo>
                  <a:pt x="21600" y="32511"/>
                  <a:pt x="12879" y="41904"/>
                  <a:pt x="1604" y="42744"/>
                </a:cubicBezTo>
              </a:path>
              <a:path w="21600" h="42744" stroke="0" extrusionOk="0">
                <a:moveTo>
                  <a:pt x="4118" y="0"/>
                </a:moveTo>
                <a:cubicBezTo>
                  <a:pt x="14270" y="1972"/>
                  <a:pt x="21600" y="10862"/>
                  <a:pt x="21600" y="21204"/>
                </a:cubicBezTo>
                <a:cubicBezTo>
                  <a:pt x="21600" y="32511"/>
                  <a:pt x="12879" y="41904"/>
                  <a:pt x="1604" y="42744"/>
                </a:cubicBezTo>
                <a:lnTo>
                  <a:pt x="0" y="21204"/>
                </a:lnTo>
                <a:lnTo>
                  <a:pt x="4118" y="0"/>
                </a:lnTo>
                <a:close/>
              </a:path>
            </a:pathLst>
          </a:custGeom>
          <a:noFill/>
          <a:ln w="38100">
            <a:solidFill>
              <a:srgbClr val="FF3300"/>
            </a:solidFill>
            <a:round/>
            <a:headEn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5113" name="Rectangle 9"/>
          <p:cNvSpPr>
            <a:spLocks noChangeArrowheads="1"/>
          </p:cNvSpPr>
          <p:nvPr/>
        </p:nvSpPr>
        <p:spPr bwMode="auto">
          <a:xfrm>
            <a:off x="0" y="4076700"/>
            <a:ext cx="3384550" cy="211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649288" lvl="1" indent="-261938" algn="l" defTabSz="814388">
              <a:lnSpc>
                <a:spcPct val="80000"/>
              </a:lnSpc>
              <a:spcBef>
                <a:spcPct val="15000"/>
              </a:spcBef>
              <a:buClr>
                <a:srgbClr val="27305F"/>
              </a:buClr>
              <a:buFontTx/>
              <a:buChar char="–"/>
            </a:pPr>
            <a:r>
              <a:rPr lang="zh-CN" altLang="en-US" sz="2800" i="0">
                <a:latin typeface="Times New Roman" pitchFamily="18" charset="0"/>
                <a:ea typeface="黑体" pitchFamily="49" charset="-122"/>
              </a:rPr>
              <a:t>样条在上述力和力矩的作用下发生弯曲变形，</a:t>
            </a:r>
          </a:p>
          <a:p>
            <a:pPr marL="649288" lvl="1" indent="-261938" algn="l" defTabSz="814388">
              <a:lnSpc>
                <a:spcPct val="80000"/>
              </a:lnSpc>
              <a:spcBef>
                <a:spcPct val="15000"/>
              </a:spcBef>
              <a:buClr>
                <a:srgbClr val="27305F"/>
              </a:buClr>
              <a:buFontTx/>
              <a:buChar char="–"/>
            </a:pPr>
            <a:r>
              <a:rPr lang="zh-CN" altLang="en-US" sz="2800" i="0">
                <a:latin typeface="Times New Roman" pitchFamily="18" charset="0"/>
                <a:ea typeface="黑体" pitchFamily="49" charset="-122"/>
              </a:rPr>
              <a:t>在</a:t>
            </a:r>
            <a:r>
              <a:rPr lang="en-US" altLang="zh-CN" sz="2800">
                <a:latin typeface="Times New Roman" pitchFamily="18" charset="0"/>
                <a:ea typeface="黑体" pitchFamily="49" charset="-122"/>
              </a:rPr>
              <a:t>x</a:t>
            </a:r>
            <a:r>
              <a:rPr lang="zh-CN" altLang="en-US" sz="2800" i="0">
                <a:latin typeface="Times New Roman" pitchFamily="18" charset="0"/>
                <a:ea typeface="黑体" pitchFamily="49" charset="-122"/>
              </a:rPr>
              <a:t>处的弯曲程度可用曲率半径</a:t>
            </a:r>
            <a:r>
              <a:rPr lang="en-US" altLang="zh-CN" sz="2800" i="0">
                <a:latin typeface="Times New Roman" pitchFamily="18" charset="0"/>
                <a:ea typeface="黑体" pitchFamily="49" charset="-122"/>
              </a:rPr>
              <a:t>R</a:t>
            </a:r>
            <a:r>
              <a:rPr lang="zh-CN" altLang="en-US" sz="2800" i="0">
                <a:latin typeface="Times New Roman" pitchFamily="18" charset="0"/>
                <a:ea typeface="黑体" pitchFamily="49" charset="-122"/>
              </a:rPr>
              <a:t>来衡量</a:t>
            </a:r>
          </a:p>
        </p:txBody>
      </p:sp>
    </p:spTree>
    <p:extLst>
      <p:ext uri="{BB962C8B-B14F-4D97-AF65-F5344CB8AC3E}">
        <p14:creationId xmlns:p14="http://schemas.microsoft.com/office/powerpoint/2010/main" val="27695803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15109"/>
                                        </p:tgtEl>
                                        <p:attrNameLst>
                                          <p:attrName>style.visibility</p:attrName>
                                        </p:attrNameLst>
                                      </p:cBhvr>
                                      <p:to>
                                        <p:strVal val="visible"/>
                                      </p:to>
                                    </p:set>
                                    <p:animEffect transition="in" filter="wipe(up)">
                                      <p:cBhvr>
                                        <p:cTn id="7" dur="500"/>
                                        <p:tgtEl>
                                          <p:spTgt spid="8151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15110"/>
                                        </p:tgtEl>
                                        <p:attrNameLst>
                                          <p:attrName>style.visibility</p:attrName>
                                        </p:attrNameLst>
                                      </p:cBhvr>
                                      <p:to>
                                        <p:strVal val="visible"/>
                                      </p:to>
                                    </p:set>
                                    <p:animEffect transition="in" filter="wipe(up)">
                                      <p:cBhvr>
                                        <p:cTn id="12" dur="500"/>
                                        <p:tgtEl>
                                          <p:spTgt spid="815110"/>
                                        </p:tgtEl>
                                      </p:cBhvr>
                                    </p:animEffect>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815111"/>
                                        </p:tgtEl>
                                        <p:attrNameLst>
                                          <p:attrName>style.visibility</p:attrName>
                                        </p:attrNameLst>
                                      </p:cBhvr>
                                      <p:to>
                                        <p:strVal val="visible"/>
                                      </p:to>
                                    </p:set>
                                    <p:animEffect transition="in" filter="wipe(down)">
                                      <p:cBhvr>
                                        <p:cTn id="16" dur="500"/>
                                        <p:tgtEl>
                                          <p:spTgt spid="81511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15112"/>
                                        </p:tgtEl>
                                        <p:attrNameLst>
                                          <p:attrName>style.visibility</p:attrName>
                                        </p:attrNameLst>
                                      </p:cBhvr>
                                      <p:to>
                                        <p:strVal val="visible"/>
                                      </p:to>
                                    </p:set>
                                    <p:animEffect transition="in" filter="wipe(up)">
                                      <p:cBhvr>
                                        <p:cTn id="21" dur="500"/>
                                        <p:tgtEl>
                                          <p:spTgt spid="81511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815113"/>
                                        </p:tgtEl>
                                        <p:attrNameLst>
                                          <p:attrName>style.visibility</p:attrName>
                                        </p:attrNameLst>
                                      </p:cBhvr>
                                      <p:to>
                                        <p:strVal val="visible"/>
                                      </p:to>
                                    </p:set>
                                    <p:animEffect transition="in" filter="wipe(up)">
                                      <p:cBhvr>
                                        <p:cTn id="26" dur="500"/>
                                        <p:tgtEl>
                                          <p:spTgt spid="815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10" grpId="0" animBg="1"/>
      <p:bldP spid="815111" grpId="0" animBg="1"/>
      <p:bldP spid="815112" grpId="0" animBg="1"/>
      <p:bldP spid="815113"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B0942DF-5CF9-4B5F-8689-F4C32AFB2E6D}" type="slidenum">
              <a:rPr lang="zh-CN" altLang="en-US" b="0" i="0" smtClean="0"/>
              <a:pPr/>
              <a:t>135</a:t>
            </a:fld>
            <a:endParaRPr lang="en-US" altLang="zh-CN" b="0" i="0" smtClean="0"/>
          </a:p>
        </p:txBody>
      </p:sp>
      <p:sp>
        <p:nvSpPr>
          <p:cNvPr id="15667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96C0643-925D-4D64-AF1E-C2A018E1FAAB}" type="datetime1">
              <a:rPr lang="zh-CN" altLang="en-US" sz="1800" i="0" smtClean="0"/>
              <a:pPr/>
              <a:t>2024/10/20</a:t>
            </a:fld>
            <a:endParaRPr lang="en-US" altLang="zh-CN" sz="1800" i="0" smtClean="0"/>
          </a:p>
        </p:txBody>
      </p:sp>
      <p:sp>
        <p:nvSpPr>
          <p:cNvPr id="790530" name="Rectangle 2"/>
          <p:cNvSpPr>
            <a:spLocks noGrp="1" noChangeArrowheads="1"/>
          </p:cNvSpPr>
          <p:nvPr>
            <p:ph type="title"/>
          </p:nvPr>
        </p:nvSpPr>
        <p:spPr/>
        <p:txBody>
          <a:bodyPr/>
          <a:lstStyle/>
          <a:p>
            <a:pPr>
              <a:defRPr/>
            </a:pPr>
            <a:r>
              <a:rPr lang="en-US" altLang="zh-CN" smtClean="0"/>
              <a:t>8.1 </a:t>
            </a:r>
            <a:r>
              <a:rPr lang="zh-CN" altLang="en-US" smtClean="0"/>
              <a:t>样条的概念</a:t>
            </a:r>
          </a:p>
        </p:txBody>
      </p:sp>
      <p:sp>
        <p:nvSpPr>
          <p:cNvPr id="156677" name="Rectangle 3"/>
          <p:cNvSpPr>
            <a:spLocks noGrp="1" noChangeArrowheads="1"/>
          </p:cNvSpPr>
          <p:nvPr>
            <p:ph type="body" idx="1"/>
          </p:nvPr>
        </p:nvSpPr>
        <p:spPr>
          <a:xfrm>
            <a:off x="650875" y="1143000"/>
            <a:ext cx="8820150" cy="2616101"/>
          </a:xfrm>
        </p:spPr>
        <p:txBody>
          <a:bodyPr/>
          <a:lstStyle/>
          <a:p>
            <a:pPr>
              <a:lnSpc>
                <a:spcPct val="100000"/>
              </a:lnSpc>
              <a:spcBef>
                <a:spcPts val="600"/>
              </a:spcBef>
            </a:pPr>
            <a:r>
              <a:rPr lang="zh-CN" altLang="en-US" dirty="0" smtClean="0"/>
              <a:t>样条的每一小段曲线可用一个三次多项式描述。</a:t>
            </a:r>
            <a:r>
              <a:rPr lang="zh-CN" altLang="en-US" dirty="0" smtClean="0">
                <a:solidFill>
                  <a:srgbClr val="0000FF"/>
                </a:solidFill>
              </a:rPr>
              <a:t>三次样条</a:t>
            </a:r>
            <a:r>
              <a:rPr lang="zh-CN" altLang="en-US" dirty="0" smtClean="0"/>
              <a:t>是应用最广泛的样条</a:t>
            </a:r>
            <a:endParaRPr lang="en-US" altLang="zh-CN" dirty="0" smtClean="0"/>
          </a:p>
          <a:p>
            <a:pPr>
              <a:lnSpc>
                <a:spcPct val="100000"/>
              </a:lnSpc>
              <a:spcBef>
                <a:spcPts val="600"/>
              </a:spcBef>
            </a:pPr>
            <a:endParaRPr lang="en-US" altLang="zh-CN" sz="1000" dirty="0" smtClean="0"/>
          </a:p>
          <a:p>
            <a:pPr>
              <a:lnSpc>
                <a:spcPct val="100000"/>
              </a:lnSpc>
              <a:spcBef>
                <a:spcPts val="600"/>
              </a:spcBef>
            </a:pPr>
            <a:r>
              <a:rPr kumimoji="1" lang="zh-CN" altLang="en-US" dirty="0" smtClean="0"/>
              <a:t>定义：设对</a:t>
            </a:r>
            <a:r>
              <a:rPr kumimoji="1" lang="en-US" altLang="zh-CN" i="1" dirty="0" smtClean="0"/>
              <a:t>y = f</a:t>
            </a:r>
            <a:r>
              <a:rPr kumimoji="1" lang="en-US" altLang="zh-CN" dirty="0" smtClean="0"/>
              <a:t> (</a:t>
            </a:r>
            <a:r>
              <a:rPr kumimoji="1" lang="en-US" altLang="zh-CN" i="1" dirty="0" smtClean="0"/>
              <a:t>x</a:t>
            </a:r>
            <a:r>
              <a:rPr kumimoji="1" lang="en-US" altLang="zh-CN" dirty="0" smtClean="0"/>
              <a:t>)</a:t>
            </a:r>
            <a:r>
              <a:rPr kumimoji="1" lang="zh-CN" altLang="en-US" dirty="0" smtClean="0"/>
              <a:t>在区间</a:t>
            </a:r>
            <a:r>
              <a:rPr kumimoji="1" lang="en-US" altLang="zh-CN" dirty="0" smtClean="0"/>
              <a:t>[a, b]</a:t>
            </a:r>
            <a:r>
              <a:rPr kumimoji="1" lang="zh-CN" altLang="en-US" dirty="0" smtClean="0"/>
              <a:t>上给定一组节点 </a:t>
            </a:r>
          </a:p>
          <a:p>
            <a:pPr>
              <a:lnSpc>
                <a:spcPct val="100000"/>
              </a:lnSpc>
              <a:spcBef>
                <a:spcPts val="600"/>
              </a:spcBef>
              <a:buFont typeface="Wingdings" pitchFamily="2" charset="2"/>
              <a:buNone/>
            </a:pPr>
            <a:r>
              <a:rPr kumimoji="1" lang="en-US" altLang="zh-CN" i="1" dirty="0" smtClean="0"/>
              <a:t>a = x</a:t>
            </a:r>
            <a:r>
              <a:rPr kumimoji="1" lang="en-US" altLang="zh-CN" baseline="-25000" dirty="0" smtClean="0"/>
              <a:t>0</a:t>
            </a:r>
            <a:r>
              <a:rPr kumimoji="1" lang="en-US" altLang="zh-CN" dirty="0" smtClean="0"/>
              <a:t> &lt; </a:t>
            </a:r>
            <a:r>
              <a:rPr kumimoji="1" lang="en-US" altLang="zh-CN" i="1" dirty="0" smtClean="0"/>
              <a:t>x</a:t>
            </a:r>
            <a:r>
              <a:rPr kumimoji="1" lang="en-US" altLang="zh-CN" baseline="-25000" dirty="0" smtClean="0"/>
              <a:t>1</a:t>
            </a:r>
            <a:r>
              <a:rPr kumimoji="1" lang="en-US" altLang="zh-CN" dirty="0" smtClean="0"/>
              <a:t> &lt; </a:t>
            </a:r>
            <a:r>
              <a:rPr kumimoji="1" lang="en-US" altLang="zh-CN" i="1" dirty="0" smtClean="0"/>
              <a:t>x</a:t>
            </a:r>
            <a:r>
              <a:rPr kumimoji="1" lang="en-US" altLang="zh-CN" baseline="-25000" dirty="0" smtClean="0"/>
              <a:t>2</a:t>
            </a:r>
            <a:r>
              <a:rPr kumimoji="1" lang="en-US" altLang="zh-CN" dirty="0" smtClean="0"/>
              <a:t> &lt;…&lt; </a:t>
            </a:r>
            <a:r>
              <a:rPr kumimoji="1" lang="en-US" altLang="zh-CN" i="1" dirty="0" err="1" smtClean="0"/>
              <a:t>x</a:t>
            </a:r>
            <a:r>
              <a:rPr kumimoji="1" lang="en-US" altLang="zh-CN" i="1" baseline="-25000" dirty="0" err="1" smtClean="0"/>
              <a:t>n</a:t>
            </a:r>
            <a:r>
              <a:rPr kumimoji="1" lang="en-US" altLang="zh-CN" i="1" dirty="0" smtClean="0"/>
              <a:t> = b</a:t>
            </a:r>
            <a:r>
              <a:rPr kumimoji="1" lang="zh-CN" altLang="en-US" dirty="0" smtClean="0"/>
              <a:t>和相应的函数值</a:t>
            </a:r>
            <a:r>
              <a:rPr kumimoji="1" lang="en-US" altLang="zh-CN" i="1" dirty="0" smtClean="0"/>
              <a:t>y</a:t>
            </a:r>
            <a:r>
              <a:rPr kumimoji="1" lang="en-US" altLang="zh-CN" baseline="-25000" dirty="0" smtClean="0"/>
              <a:t>0</a:t>
            </a:r>
            <a:r>
              <a:rPr kumimoji="1" lang="en-US" altLang="zh-CN" dirty="0" smtClean="0"/>
              <a:t>, </a:t>
            </a:r>
            <a:r>
              <a:rPr kumimoji="1" lang="en-US" altLang="zh-CN" i="1" dirty="0" smtClean="0"/>
              <a:t>y</a:t>
            </a:r>
            <a:r>
              <a:rPr kumimoji="1" lang="en-US" altLang="zh-CN" baseline="-25000" dirty="0" smtClean="0"/>
              <a:t>1</a:t>
            </a:r>
            <a:r>
              <a:rPr kumimoji="1" lang="en-US" altLang="zh-CN" dirty="0" smtClean="0"/>
              <a:t>,…, </a:t>
            </a:r>
            <a:r>
              <a:rPr kumimoji="1" lang="en-US" altLang="zh-CN" i="1" dirty="0" err="1" smtClean="0"/>
              <a:t>y</a:t>
            </a:r>
            <a:r>
              <a:rPr kumimoji="1" lang="en-US" altLang="zh-CN" i="1" baseline="-25000" dirty="0" err="1" smtClean="0"/>
              <a:t>n</a:t>
            </a:r>
            <a:endParaRPr kumimoji="1" lang="en-US" altLang="zh-CN" i="1" baseline="-25000" dirty="0" smtClean="0"/>
          </a:p>
          <a:p>
            <a:pPr>
              <a:lnSpc>
                <a:spcPct val="100000"/>
              </a:lnSpc>
              <a:spcBef>
                <a:spcPts val="600"/>
              </a:spcBef>
              <a:buFont typeface="Wingdings" pitchFamily="2" charset="2"/>
              <a:buNone/>
            </a:pPr>
            <a:r>
              <a:rPr kumimoji="1" lang="zh-CN" altLang="en-US" dirty="0" smtClean="0"/>
              <a:t>   如果</a:t>
            </a:r>
            <a:r>
              <a:rPr kumimoji="1" lang="en-US" altLang="zh-CN" i="1" dirty="0" smtClean="0"/>
              <a:t>s</a:t>
            </a:r>
            <a:r>
              <a:rPr kumimoji="1" lang="en-US" altLang="zh-CN" dirty="0" smtClean="0"/>
              <a:t>(</a:t>
            </a:r>
            <a:r>
              <a:rPr kumimoji="1" lang="en-US" altLang="zh-CN" i="1" dirty="0" smtClean="0"/>
              <a:t>x</a:t>
            </a:r>
            <a:r>
              <a:rPr kumimoji="1" lang="en-US" altLang="zh-CN" dirty="0" smtClean="0"/>
              <a:t>)</a:t>
            </a:r>
            <a:r>
              <a:rPr kumimoji="1" lang="zh-CN" altLang="en-US" dirty="0" smtClean="0"/>
              <a:t>具有如下性质， </a:t>
            </a:r>
            <a:r>
              <a:rPr kumimoji="1" lang="en-US" altLang="zh-CN" dirty="0" smtClean="0"/>
              <a:t>(</a:t>
            </a:r>
            <a:r>
              <a:rPr kumimoji="1" lang="zh-CN" altLang="en-US" dirty="0" smtClean="0"/>
              <a:t>记</a:t>
            </a:r>
            <a:r>
              <a:rPr kumimoji="1" lang="en-US" altLang="zh-CN" i="1" dirty="0" smtClean="0"/>
              <a:t>i</a:t>
            </a:r>
            <a:r>
              <a:rPr kumimoji="1" lang="en-US" altLang="zh-CN" dirty="0" smtClean="0"/>
              <a:t> = 1,2,…, </a:t>
            </a:r>
            <a:r>
              <a:rPr kumimoji="1" lang="en-US" altLang="zh-CN" i="1" dirty="0" smtClean="0"/>
              <a:t>n</a:t>
            </a:r>
            <a:r>
              <a:rPr kumimoji="1" lang="en-US" altLang="zh-CN" dirty="0" smtClean="0"/>
              <a:t>)</a:t>
            </a:r>
            <a:endParaRPr kumimoji="1" lang="zh-CN" altLang="en-US" dirty="0" smtClean="0"/>
          </a:p>
        </p:txBody>
      </p:sp>
      <p:sp>
        <p:nvSpPr>
          <p:cNvPr id="790533" name="Rectangle 5"/>
          <p:cNvSpPr>
            <a:spLocks noChangeArrowheads="1"/>
          </p:cNvSpPr>
          <p:nvPr/>
        </p:nvSpPr>
        <p:spPr bwMode="auto">
          <a:xfrm>
            <a:off x="416496" y="3789363"/>
            <a:ext cx="9489504" cy="1878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spAutoFit/>
          </a:bodyPr>
          <a:lstStyle/>
          <a:p>
            <a:pPr marL="258763" indent="-258763" algn="l" defTabSz="814388">
              <a:lnSpc>
                <a:spcPct val="80000"/>
              </a:lnSpc>
              <a:spcBef>
                <a:spcPct val="35000"/>
              </a:spcBef>
              <a:buClr>
                <a:srgbClr val="27305F"/>
              </a:buClr>
              <a:buSzPct val="60000"/>
              <a:buFont typeface="Wingdings" pitchFamily="2" charset="2"/>
              <a:buNone/>
            </a:pPr>
            <a:r>
              <a:rPr kumimoji="1" lang="en-US" altLang="zh-CN" sz="2800" i="0" dirty="0">
                <a:latin typeface="Times New Roman" pitchFamily="18" charset="0"/>
                <a:ea typeface="黑体" pitchFamily="49" charset="-122"/>
              </a:rPr>
              <a:t>(1) </a:t>
            </a:r>
            <a:r>
              <a:rPr kumimoji="1" lang="zh-CN" altLang="en-US" sz="2800" i="0" dirty="0">
                <a:latin typeface="Times New Roman" pitchFamily="18" charset="0"/>
                <a:ea typeface="黑体" pitchFamily="49" charset="-122"/>
              </a:rPr>
              <a:t> 在每个子区间</a:t>
            </a:r>
            <a:r>
              <a:rPr kumimoji="1" lang="en-US" altLang="zh-CN" sz="2800" i="0" dirty="0">
                <a:latin typeface="Times New Roman" pitchFamily="18" charset="0"/>
                <a:ea typeface="黑体" pitchFamily="49" charset="-122"/>
              </a:rPr>
              <a:t>[</a:t>
            </a:r>
            <a:r>
              <a:rPr kumimoji="1" lang="en-US" altLang="zh-CN" sz="2800" dirty="0">
                <a:latin typeface="Times New Roman" pitchFamily="18" charset="0"/>
                <a:ea typeface="黑体" pitchFamily="49" charset="-122"/>
              </a:rPr>
              <a:t>x</a:t>
            </a:r>
            <a:r>
              <a:rPr kumimoji="1" lang="en-US" altLang="zh-CN" sz="2800" baseline="-25000" dirty="0">
                <a:latin typeface="Times New Roman" pitchFamily="18" charset="0"/>
                <a:ea typeface="黑体" pitchFamily="49" charset="-122"/>
              </a:rPr>
              <a:t>i</a:t>
            </a:r>
            <a:r>
              <a:rPr kumimoji="1" lang="en-US" altLang="zh-CN" sz="2800" i="0" baseline="-25000" dirty="0">
                <a:latin typeface="Times New Roman" pitchFamily="18" charset="0"/>
                <a:ea typeface="黑体" pitchFamily="49" charset="-122"/>
              </a:rPr>
              <a:t>-1</a:t>
            </a:r>
            <a:r>
              <a:rPr kumimoji="1" lang="en-US" altLang="zh-CN" sz="2800" i="0" dirty="0">
                <a:latin typeface="Times New Roman" pitchFamily="18" charset="0"/>
                <a:ea typeface="黑体" pitchFamily="49" charset="-122"/>
              </a:rPr>
              <a:t>, </a:t>
            </a:r>
            <a:r>
              <a:rPr kumimoji="1" lang="en-US" altLang="zh-CN" sz="2800" dirty="0">
                <a:latin typeface="Times New Roman" pitchFamily="18" charset="0"/>
                <a:ea typeface="黑体" pitchFamily="49" charset="-122"/>
              </a:rPr>
              <a:t>x</a:t>
            </a:r>
            <a:r>
              <a:rPr kumimoji="1" lang="en-US" altLang="zh-CN" sz="2800" baseline="-25000" dirty="0">
                <a:latin typeface="Times New Roman" pitchFamily="18" charset="0"/>
                <a:ea typeface="黑体" pitchFamily="49" charset="-122"/>
              </a:rPr>
              <a:t>i</a:t>
            </a:r>
            <a:r>
              <a:rPr kumimoji="1" lang="en-US" altLang="zh-CN" sz="2800" i="0" dirty="0">
                <a:latin typeface="Times New Roman" pitchFamily="18" charset="0"/>
                <a:ea typeface="黑体" pitchFamily="49" charset="-122"/>
              </a:rPr>
              <a:t>] </a:t>
            </a:r>
            <a:r>
              <a:rPr kumimoji="1" lang="zh-CN" altLang="en-US" sz="2800" i="0" dirty="0">
                <a:latin typeface="Times New Roman" pitchFamily="18" charset="0"/>
                <a:ea typeface="黑体" pitchFamily="49" charset="-122"/>
              </a:rPr>
              <a:t>上</a:t>
            </a:r>
            <a:r>
              <a:rPr kumimoji="1" lang="en-US" altLang="zh-CN" sz="2800" dirty="0">
                <a:solidFill>
                  <a:srgbClr val="0000FF"/>
                </a:solidFill>
                <a:latin typeface="Times New Roman" pitchFamily="18" charset="0"/>
                <a:ea typeface="黑体" pitchFamily="49" charset="-122"/>
              </a:rPr>
              <a:t>s</a:t>
            </a:r>
            <a:r>
              <a:rPr kumimoji="1" lang="en-US" altLang="zh-CN" sz="2800" i="0" dirty="0">
                <a:solidFill>
                  <a:srgbClr val="0000FF"/>
                </a:solidFill>
                <a:latin typeface="Times New Roman" pitchFamily="18" charset="0"/>
                <a:ea typeface="黑体" pitchFamily="49" charset="-122"/>
              </a:rPr>
              <a:t>(</a:t>
            </a:r>
            <a:r>
              <a:rPr kumimoji="1" lang="en-US" altLang="zh-CN" sz="2800" dirty="0">
                <a:solidFill>
                  <a:srgbClr val="0000FF"/>
                </a:solidFill>
                <a:latin typeface="Times New Roman" pitchFamily="18" charset="0"/>
                <a:ea typeface="黑体" pitchFamily="49" charset="-122"/>
              </a:rPr>
              <a:t>x</a:t>
            </a:r>
            <a:r>
              <a:rPr kumimoji="1" lang="en-US" altLang="zh-CN" sz="2800" i="0" dirty="0">
                <a:solidFill>
                  <a:srgbClr val="0000FF"/>
                </a:solidFill>
                <a:latin typeface="Times New Roman" pitchFamily="18" charset="0"/>
                <a:ea typeface="黑体" pitchFamily="49" charset="-122"/>
              </a:rPr>
              <a:t>)</a:t>
            </a:r>
            <a:r>
              <a:rPr kumimoji="1" lang="zh-CN" altLang="en-US" sz="2800" i="0" dirty="0">
                <a:solidFill>
                  <a:srgbClr val="0000FF"/>
                </a:solidFill>
                <a:latin typeface="Times New Roman" pitchFamily="18" charset="0"/>
                <a:ea typeface="黑体" pitchFamily="49" charset="-122"/>
              </a:rPr>
              <a:t>是不高于三次的多项式</a:t>
            </a:r>
          </a:p>
          <a:p>
            <a:pPr marL="258763" indent="-258763" algn="l" defTabSz="814388">
              <a:lnSpc>
                <a:spcPct val="80000"/>
              </a:lnSpc>
              <a:spcBef>
                <a:spcPct val="35000"/>
              </a:spcBef>
              <a:buClr>
                <a:srgbClr val="27305F"/>
              </a:buClr>
              <a:buSzPct val="60000"/>
              <a:buFont typeface="Wingdings" pitchFamily="2" charset="2"/>
              <a:buNone/>
            </a:pPr>
            <a:r>
              <a:rPr kumimoji="1" lang="en-US" altLang="zh-CN" sz="2800" i="0" dirty="0">
                <a:latin typeface="Times New Roman" pitchFamily="18" charset="0"/>
                <a:ea typeface="黑体" pitchFamily="49" charset="-122"/>
              </a:rPr>
              <a:t>(2) </a:t>
            </a:r>
            <a:r>
              <a:rPr kumimoji="1" lang="en-US" altLang="zh-CN" sz="2800" dirty="0">
                <a:solidFill>
                  <a:srgbClr val="0000FF"/>
                </a:solidFill>
                <a:latin typeface="Times New Roman" pitchFamily="18" charset="0"/>
                <a:ea typeface="黑体" pitchFamily="49" charset="-122"/>
              </a:rPr>
              <a:t>s</a:t>
            </a:r>
            <a:r>
              <a:rPr kumimoji="1" lang="en-US" altLang="zh-CN" sz="2800" i="0" dirty="0">
                <a:solidFill>
                  <a:srgbClr val="0000FF"/>
                </a:solidFill>
                <a:latin typeface="Times New Roman" pitchFamily="18" charset="0"/>
                <a:ea typeface="黑体" pitchFamily="49" charset="-122"/>
              </a:rPr>
              <a:t>(</a:t>
            </a:r>
            <a:r>
              <a:rPr kumimoji="1" lang="en-US" altLang="zh-CN" sz="2800" dirty="0">
                <a:solidFill>
                  <a:srgbClr val="0000FF"/>
                </a:solidFill>
                <a:latin typeface="Times New Roman" pitchFamily="18" charset="0"/>
                <a:ea typeface="黑体" pitchFamily="49" charset="-122"/>
              </a:rPr>
              <a:t>x</a:t>
            </a:r>
            <a:r>
              <a:rPr kumimoji="1" lang="en-US" altLang="zh-CN" sz="2800" i="0" dirty="0">
                <a:solidFill>
                  <a:srgbClr val="0000FF"/>
                </a:solidFill>
                <a:latin typeface="Times New Roman" pitchFamily="18" charset="0"/>
                <a:ea typeface="黑体" pitchFamily="49" charset="-122"/>
              </a:rPr>
              <a:t>), </a:t>
            </a:r>
            <a:r>
              <a:rPr kumimoji="1" lang="en-US" altLang="zh-CN" sz="2800" dirty="0">
                <a:solidFill>
                  <a:srgbClr val="0000FF"/>
                </a:solidFill>
                <a:latin typeface="Times New Roman" pitchFamily="18" charset="0"/>
                <a:ea typeface="黑体" pitchFamily="49" charset="-122"/>
              </a:rPr>
              <a:t>s’</a:t>
            </a:r>
            <a:r>
              <a:rPr kumimoji="1" lang="en-US" altLang="zh-CN" sz="2800" i="0" dirty="0">
                <a:solidFill>
                  <a:srgbClr val="0000FF"/>
                </a:solidFill>
                <a:latin typeface="Times New Roman" pitchFamily="18" charset="0"/>
                <a:ea typeface="黑体" pitchFamily="49" charset="-122"/>
              </a:rPr>
              <a:t>(</a:t>
            </a:r>
            <a:r>
              <a:rPr kumimoji="1" lang="en-US" altLang="zh-CN" sz="2800" dirty="0">
                <a:solidFill>
                  <a:srgbClr val="0000FF"/>
                </a:solidFill>
                <a:latin typeface="Times New Roman" pitchFamily="18" charset="0"/>
                <a:ea typeface="黑体" pitchFamily="49" charset="-122"/>
              </a:rPr>
              <a:t>x</a:t>
            </a:r>
            <a:r>
              <a:rPr kumimoji="1" lang="en-US" altLang="zh-CN" sz="2800" i="0" dirty="0">
                <a:solidFill>
                  <a:srgbClr val="0000FF"/>
                </a:solidFill>
                <a:latin typeface="Times New Roman" pitchFamily="18" charset="0"/>
                <a:ea typeface="黑体" pitchFamily="49" charset="-122"/>
              </a:rPr>
              <a:t>), </a:t>
            </a:r>
            <a:r>
              <a:rPr kumimoji="1" lang="en-US" altLang="zh-CN" sz="2800" dirty="0">
                <a:solidFill>
                  <a:srgbClr val="0000FF"/>
                </a:solidFill>
                <a:latin typeface="Times New Roman" pitchFamily="18" charset="0"/>
                <a:ea typeface="黑体" pitchFamily="49" charset="-122"/>
              </a:rPr>
              <a:t>s</a:t>
            </a:r>
            <a:r>
              <a:rPr kumimoji="1" lang="en-US" altLang="zh-CN" sz="2800" dirty="0">
                <a:solidFill>
                  <a:srgbClr val="0000FF"/>
                </a:solidFill>
                <a:latin typeface="Times New Roman" pitchFamily="18" charset="0"/>
                <a:ea typeface="黑体" pitchFamily="49" charset="-122"/>
                <a:sym typeface="Symbol" pitchFamily="18" charset="2"/>
              </a:rPr>
              <a:t></a:t>
            </a:r>
            <a:r>
              <a:rPr kumimoji="1" lang="en-US" altLang="zh-CN" sz="2800" i="0" dirty="0">
                <a:solidFill>
                  <a:srgbClr val="0000FF"/>
                </a:solidFill>
                <a:latin typeface="Times New Roman" pitchFamily="18" charset="0"/>
                <a:ea typeface="黑体" pitchFamily="49" charset="-122"/>
              </a:rPr>
              <a:t> (</a:t>
            </a:r>
            <a:r>
              <a:rPr kumimoji="1" lang="en-US" altLang="zh-CN" sz="2800" dirty="0">
                <a:solidFill>
                  <a:srgbClr val="0000FF"/>
                </a:solidFill>
                <a:latin typeface="Times New Roman" pitchFamily="18" charset="0"/>
                <a:ea typeface="黑体" pitchFamily="49" charset="-122"/>
              </a:rPr>
              <a:t>x</a:t>
            </a:r>
            <a:r>
              <a:rPr kumimoji="1" lang="en-US" altLang="zh-CN" sz="2800" i="0" dirty="0">
                <a:solidFill>
                  <a:srgbClr val="0000FF"/>
                </a:solidFill>
                <a:latin typeface="Times New Roman" pitchFamily="18" charset="0"/>
                <a:ea typeface="黑体" pitchFamily="49" charset="-122"/>
              </a:rPr>
              <a:t>)</a:t>
            </a:r>
            <a:r>
              <a:rPr kumimoji="1" lang="zh-CN" altLang="en-US" sz="2800" i="0" dirty="0">
                <a:solidFill>
                  <a:srgbClr val="0000FF"/>
                </a:solidFill>
                <a:latin typeface="Times New Roman" pitchFamily="18" charset="0"/>
                <a:ea typeface="黑体" pitchFamily="49" charset="-122"/>
              </a:rPr>
              <a:t>在 </a:t>
            </a:r>
            <a:r>
              <a:rPr kumimoji="1" lang="en-US" altLang="zh-CN" sz="2800" i="0" dirty="0">
                <a:solidFill>
                  <a:srgbClr val="0000FF"/>
                </a:solidFill>
                <a:latin typeface="Times New Roman" pitchFamily="18" charset="0"/>
                <a:ea typeface="黑体" pitchFamily="49" charset="-122"/>
              </a:rPr>
              <a:t>[a, b]</a:t>
            </a:r>
            <a:r>
              <a:rPr kumimoji="1" lang="zh-CN" altLang="en-US" sz="2800" i="0" dirty="0">
                <a:solidFill>
                  <a:srgbClr val="0000FF"/>
                </a:solidFill>
                <a:latin typeface="Times New Roman" pitchFamily="18" charset="0"/>
                <a:ea typeface="黑体" pitchFamily="49" charset="-122"/>
              </a:rPr>
              <a:t>上连续</a:t>
            </a:r>
            <a:r>
              <a:rPr kumimoji="1" lang="zh-CN" altLang="en-US" sz="2800" i="0" dirty="0">
                <a:latin typeface="Times New Roman" pitchFamily="18" charset="0"/>
                <a:ea typeface="黑体" pitchFamily="49" charset="-122"/>
              </a:rPr>
              <a:t>则称</a:t>
            </a:r>
            <a:r>
              <a:rPr kumimoji="1" lang="en-US" altLang="zh-CN" sz="2800" dirty="0">
                <a:latin typeface="Times New Roman" pitchFamily="18" charset="0"/>
                <a:ea typeface="黑体" pitchFamily="49" charset="-122"/>
              </a:rPr>
              <a:t>s</a:t>
            </a:r>
            <a:r>
              <a:rPr kumimoji="1" lang="en-US" altLang="zh-CN" sz="2800" i="0" dirty="0">
                <a:latin typeface="Times New Roman" pitchFamily="18" charset="0"/>
                <a:ea typeface="黑体" pitchFamily="49" charset="-122"/>
              </a:rPr>
              <a:t> (</a:t>
            </a:r>
            <a:r>
              <a:rPr kumimoji="1" lang="en-US" altLang="zh-CN" sz="2800" dirty="0">
                <a:latin typeface="Times New Roman" pitchFamily="18" charset="0"/>
                <a:ea typeface="黑体" pitchFamily="49" charset="-122"/>
              </a:rPr>
              <a:t>x</a:t>
            </a:r>
            <a:r>
              <a:rPr kumimoji="1" lang="en-US" altLang="zh-CN" sz="2800" i="0" dirty="0">
                <a:latin typeface="Times New Roman" pitchFamily="18" charset="0"/>
                <a:ea typeface="黑体" pitchFamily="49" charset="-122"/>
              </a:rPr>
              <a:t>)</a:t>
            </a:r>
            <a:r>
              <a:rPr kumimoji="1" lang="zh-CN" altLang="en-US" sz="2800" i="0" dirty="0">
                <a:latin typeface="Times New Roman" pitchFamily="18" charset="0"/>
                <a:ea typeface="黑体" pitchFamily="49" charset="-122"/>
              </a:rPr>
              <a:t>为三次样条函数</a:t>
            </a:r>
            <a:endParaRPr kumimoji="1" lang="en-US" altLang="zh-CN" sz="2800" i="0" dirty="0">
              <a:latin typeface="Times New Roman" pitchFamily="18" charset="0"/>
              <a:ea typeface="黑体" pitchFamily="49" charset="-122"/>
            </a:endParaRPr>
          </a:p>
          <a:p>
            <a:pPr marL="258763" indent="-258763" algn="l" defTabSz="814388">
              <a:lnSpc>
                <a:spcPct val="80000"/>
              </a:lnSpc>
              <a:spcBef>
                <a:spcPct val="35000"/>
              </a:spcBef>
              <a:buClr>
                <a:srgbClr val="27305F"/>
              </a:buClr>
              <a:buSzPct val="60000"/>
              <a:buFont typeface="Wingdings" pitchFamily="2" charset="2"/>
              <a:buNone/>
            </a:pPr>
            <a:endParaRPr kumimoji="1" lang="zh-CN" altLang="en-US" sz="1000" i="0" dirty="0">
              <a:latin typeface="Times New Roman" pitchFamily="18" charset="0"/>
              <a:ea typeface="黑体" pitchFamily="49" charset="-122"/>
            </a:endParaRPr>
          </a:p>
          <a:p>
            <a:pPr marL="258763" indent="-258763" algn="l" defTabSz="814388">
              <a:buClr>
                <a:srgbClr val="27305F"/>
              </a:buClr>
              <a:buSzPct val="60000"/>
              <a:buFont typeface="Wingdings" pitchFamily="2" charset="2"/>
              <a:buNone/>
            </a:pPr>
            <a:r>
              <a:rPr kumimoji="1" lang="zh-CN" altLang="en-US" sz="2800" i="0" dirty="0" smtClean="0">
                <a:latin typeface="Times New Roman" pitchFamily="18" charset="0"/>
                <a:ea typeface="黑体" pitchFamily="49" charset="-122"/>
              </a:rPr>
              <a:t>      如</a:t>
            </a:r>
            <a:r>
              <a:rPr kumimoji="1" lang="zh-CN" altLang="en-US" sz="2800" i="0" dirty="0">
                <a:latin typeface="Times New Roman" pitchFamily="18" charset="0"/>
                <a:ea typeface="黑体" pitchFamily="49" charset="-122"/>
              </a:rPr>
              <a:t>再满足</a:t>
            </a:r>
            <a:r>
              <a:rPr kumimoji="1" lang="zh-CN" altLang="en-US" sz="2800" i="0" dirty="0" smtClean="0">
                <a:latin typeface="Times New Roman" pitchFamily="18" charset="0"/>
                <a:ea typeface="黑体" pitchFamily="49" charset="-122"/>
              </a:rPr>
              <a:t>：</a:t>
            </a:r>
            <a:endParaRPr kumimoji="1" lang="en-US" altLang="zh-CN" sz="2800" i="0" dirty="0" smtClean="0">
              <a:latin typeface="Times New Roman" pitchFamily="18" charset="0"/>
              <a:ea typeface="黑体" pitchFamily="49" charset="-122"/>
            </a:endParaRPr>
          </a:p>
          <a:p>
            <a:pPr marL="258763" indent="-258763" algn="l" defTabSz="814388">
              <a:buClr>
                <a:srgbClr val="27305F"/>
              </a:buClr>
              <a:buSzPct val="60000"/>
              <a:buFont typeface="Wingdings" pitchFamily="2" charset="2"/>
              <a:buNone/>
            </a:pPr>
            <a:r>
              <a:rPr kumimoji="1" lang="en-US" altLang="zh-CN" sz="2800" i="0" dirty="0" smtClean="0">
                <a:latin typeface="Times New Roman" pitchFamily="18" charset="0"/>
                <a:ea typeface="黑体" pitchFamily="49" charset="-122"/>
              </a:rPr>
              <a:t>(</a:t>
            </a:r>
            <a:r>
              <a:rPr kumimoji="1" lang="en-US" altLang="zh-CN" sz="2800" i="0" dirty="0">
                <a:latin typeface="Times New Roman" pitchFamily="18" charset="0"/>
                <a:ea typeface="黑体" pitchFamily="49" charset="-122"/>
              </a:rPr>
              <a:t>3) </a:t>
            </a:r>
            <a:r>
              <a:rPr kumimoji="1" lang="zh-CN" altLang="en-US" sz="2800" i="0" dirty="0">
                <a:solidFill>
                  <a:srgbClr val="0000FF"/>
                </a:solidFill>
                <a:latin typeface="Times New Roman" pitchFamily="18" charset="0"/>
                <a:ea typeface="黑体" pitchFamily="49" charset="-122"/>
              </a:rPr>
              <a:t>插值条件</a:t>
            </a:r>
            <a:r>
              <a:rPr kumimoji="1" lang="en-US" altLang="zh-CN" sz="2800" dirty="0">
                <a:solidFill>
                  <a:srgbClr val="0000FF"/>
                </a:solidFill>
                <a:latin typeface="Times New Roman" pitchFamily="18" charset="0"/>
                <a:ea typeface="黑体" pitchFamily="49" charset="-122"/>
              </a:rPr>
              <a:t>s</a:t>
            </a:r>
            <a:r>
              <a:rPr kumimoji="1" lang="en-US" altLang="zh-CN" sz="2800" i="0" dirty="0">
                <a:solidFill>
                  <a:srgbClr val="0000FF"/>
                </a:solidFill>
                <a:latin typeface="Times New Roman" pitchFamily="18" charset="0"/>
                <a:ea typeface="黑体" pitchFamily="49" charset="-122"/>
              </a:rPr>
              <a:t>(</a:t>
            </a:r>
            <a:r>
              <a:rPr kumimoji="1" lang="en-US" altLang="zh-CN" sz="2800" dirty="0">
                <a:solidFill>
                  <a:srgbClr val="0000FF"/>
                </a:solidFill>
                <a:latin typeface="Times New Roman" pitchFamily="18" charset="0"/>
                <a:ea typeface="黑体" pitchFamily="49" charset="-122"/>
              </a:rPr>
              <a:t>x</a:t>
            </a:r>
            <a:r>
              <a:rPr kumimoji="1" lang="en-US" altLang="zh-CN" sz="2800" baseline="-25000" dirty="0">
                <a:solidFill>
                  <a:srgbClr val="0000FF"/>
                </a:solidFill>
                <a:latin typeface="Times New Roman" pitchFamily="18" charset="0"/>
                <a:ea typeface="黑体" pitchFamily="49" charset="-122"/>
              </a:rPr>
              <a:t>i</a:t>
            </a:r>
            <a:r>
              <a:rPr kumimoji="1" lang="en-US" altLang="zh-CN" sz="2800" i="0" dirty="0">
                <a:solidFill>
                  <a:srgbClr val="0000FF"/>
                </a:solidFill>
                <a:latin typeface="Times New Roman" pitchFamily="18" charset="0"/>
                <a:ea typeface="黑体" pitchFamily="49" charset="-122"/>
              </a:rPr>
              <a:t>)= </a:t>
            </a:r>
            <a:r>
              <a:rPr kumimoji="1" lang="en-US" altLang="zh-CN" sz="2800" dirty="0" err="1">
                <a:solidFill>
                  <a:srgbClr val="0000FF"/>
                </a:solidFill>
                <a:latin typeface="Times New Roman" pitchFamily="18" charset="0"/>
                <a:ea typeface="黑体" pitchFamily="49" charset="-122"/>
              </a:rPr>
              <a:t>y</a:t>
            </a:r>
            <a:r>
              <a:rPr kumimoji="1" lang="en-US" altLang="zh-CN" sz="2800" baseline="-25000" dirty="0" err="1">
                <a:solidFill>
                  <a:srgbClr val="0000FF"/>
                </a:solidFill>
                <a:latin typeface="Times New Roman" pitchFamily="18" charset="0"/>
                <a:ea typeface="黑体" pitchFamily="49" charset="-122"/>
              </a:rPr>
              <a:t>i</a:t>
            </a:r>
            <a:r>
              <a:rPr kumimoji="1" lang="en-US" altLang="zh-CN" sz="2800" dirty="0">
                <a:solidFill>
                  <a:srgbClr val="0000FF"/>
                </a:solidFill>
                <a:latin typeface="Times New Roman" pitchFamily="18" charset="0"/>
                <a:ea typeface="黑体" pitchFamily="49" charset="-122"/>
              </a:rPr>
              <a:t> </a:t>
            </a:r>
            <a:r>
              <a:rPr kumimoji="1" lang="en-US" altLang="zh-CN" sz="2800" dirty="0" smtClean="0">
                <a:latin typeface="Times New Roman" pitchFamily="18" charset="0"/>
                <a:ea typeface="黑体" pitchFamily="49" charset="-122"/>
              </a:rPr>
              <a:t>,</a:t>
            </a:r>
            <a:r>
              <a:rPr kumimoji="1" lang="zh-CN" altLang="en-US" sz="2800" i="0" dirty="0" smtClean="0">
                <a:latin typeface="Times New Roman" pitchFamily="18" charset="0"/>
                <a:ea typeface="黑体" pitchFamily="49" charset="-122"/>
              </a:rPr>
              <a:t>则</a:t>
            </a:r>
            <a:r>
              <a:rPr kumimoji="1" lang="zh-CN" altLang="en-US" sz="2800" i="0" dirty="0">
                <a:latin typeface="Times New Roman" pitchFamily="18" charset="0"/>
                <a:ea typeface="黑体" pitchFamily="49" charset="-122"/>
              </a:rPr>
              <a:t>称</a:t>
            </a:r>
            <a:r>
              <a:rPr kumimoji="1" lang="en-US" altLang="zh-CN" sz="2800" dirty="0">
                <a:latin typeface="Times New Roman" pitchFamily="18" charset="0"/>
                <a:ea typeface="黑体" pitchFamily="49" charset="-122"/>
              </a:rPr>
              <a:t>s</a:t>
            </a:r>
            <a:r>
              <a:rPr kumimoji="1" lang="en-US" altLang="zh-CN" sz="2800" i="0" dirty="0">
                <a:latin typeface="Times New Roman" pitchFamily="18" charset="0"/>
                <a:ea typeface="黑体" pitchFamily="49" charset="-122"/>
              </a:rPr>
              <a:t>(</a:t>
            </a:r>
            <a:r>
              <a:rPr kumimoji="1" lang="en-US" altLang="zh-CN" sz="2800" dirty="0">
                <a:latin typeface="Times New Roman" pitchFamily="18" charset="0"/>
                <a:ea typeface="黑体" pitchFamily="49" charset="-122"/>
              </a:rPr>
              <a:t>x</a:t>
            </a:r>
            <a:r>
              <a:rPr kumimoji="1" lang="en-US" altLang="zh-CN" sz="2800" i="0" dirty="0">
                <a:latin typeface="Times New Roman" pitchFamily="18" charset="0"/>
                <a:ea typeface="黑体" pitchFamily="49" charset="-122"/>
              </a:rPr>
              <a:t>)</a:t>
            </a:r>
            <a:r>
              <a:rPr kumimoji="1" lang="zh-CN" altLang="en-US" sz="2800" i="0" dirty="0" smtClean="0">
                <a:latin typeface="Times New Roman" pitchFamily="18" charset="0"/>
                <a:ea typeface="黑体" pitchFamily="49" charset="-122"/>
              </a:rPr>
              <a:t>为 </a:t>
            </a:r>
            <a:r>
              <a:rPr kumimoji="1" lang="en-US" altLang="zh-CN" sz="2800" dirty="0">
                <a:latin typeface="Times New Roman" pitchFamily="18" charset="0"/>
                <a:ea typeface="黑体" pitchFamily="49" charset="-122"/>
              </a:rPr>
              <a:t>y = f</a:t>
            </a:r>
            <a:r>
              <a:rPr kumimoji="1" lang="en-US" altLang="zh-CN" sz="2800" i="0" dirty="0">
                <a:latin typeface="Times New Roman" pitchFamily="18" charset="0"/>
                <a:ea typeface="黑体" pitchFamily="49" charset="-122"/>
              </a:rPr>
              <a:t> (</a:t>
            </a:r>
            <a:r>
              <a:rPr kumimoji="1" lang="en-US" altLang="zh-CN" sz="2800" dirty="0">
                <a:latin typeface="Times New Roman" pitchFamily="18" charset="0"/>
                <a:ea typeface="黑体" pitchFamily="49" charset="-122"/>
              </a:rPr>
              <a:t>x</a:t>
            </a:r>
            <a:r>
              <a:rPr kumimoji="1" lang="en-US" altLang="zh-CN" sz="2800" i="0" dirty="0">
                <a:latin typeface="Times New Roman" pitchFamily="18" charset="0"/>
                <a:ea typeface="黑体" pitchFamily="49" charset="-122"/>
              </a:rPr>
              <a:t>)</a:t>
            </a:r>
            <a:r>
              <a:rPr kumimoji="1" lang="zh-CN" altLang="en-US" sz="2800" i="0" dirty="0">
                <a:latin typeface="Times New Roman" pitchFamily="18" charset="0"/>
                <a:ea typeface="黑体" pitchFamily="49" charset="-122"/>
              </a:rPr>
              <a:t>的</a:t>
            </a:r>
            <a:r>
              <a:rPr kumimoji="1" lang="zh-CN" altLang="en-US" sz="2800" i="0" dirty="0">
                <a:solidFill>
                  <a:srgbClr val="FF0000"/>
                </a:solidFill>
                <a:latin typeface="Times New Roman" pitchFamily="18" charset="0"/>
                <a:ea typeface="黑体" pitchFamily="49" charset="-122"/>
              </a:rPr>
              <a:t>三次样条插值函数</a:t>
            </a:r>
          </a:p>
        </p:txBody>
      </p:sp>
    </p:spTree>
    <p:extLst>
      <p:ext uri="{BB962C8B-B14F-4D97-AF65-F5344CB8AC3E}">
        <p14:creationId xmlns:p14="http://schemas.microsoft.com/office/powerpoint/2010/main" val="2897693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90533">
                                            <p:txEl>
                                              <p:pRg st="0" end="0"/>
                                            </p:txEl>
                                          </p:spTgt>
                                        </p:tgtEl>
                                        <p:attrNameLst>
                                          <p:attrName>style.visibility</p:attrName>
                                        </p:attrNameLst>
                                      </p:cBhvr>
                                      <p:to>
                                        <p:strVal val="visible"/>
                                      </p:to>
                                    </p:set>
                                    <p:animEffect transition="in" filter="wipe(up)">
                                      <p:cBhvr>
                                        <p:cTn id="7" dur="500"/>
                                        <p:tgtEl>
                                          <p:spTgt spid="790533">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790533">
                                            <p:txEl>
                                              <p:pRg st="1" end="1"/>
                                            </p:txEl>
                                          </p:spTgt>
                                        </p:tgtEl>
                                        <p:attrNameLst>
                                          <p:attrName>style.visibility</p:attrName>
                                        </p:attrNameLst>
                                      </p:cBhvr>
                                      <p:to>
                                        <p:strVal val="visible"/>
                                      </p:to>
                                    </p:set>
                                    <p:animEffect transition="in" filter="wipe(up)">
                                      <p:cBhvr>
                                        <p:cTn id="10" dur="500"/>
                                        <p:tgtEl>
                                          <p:spTgt spid="790533">
                                            <p:txEl>
                                              <p:pRg st="1" end="1"/>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790533">
                                            <p:txEl>
                                              <p:pRg st="3" end="3"/>
                                            </p:txEl>
                                          </p:spTgt>
                                        </p:tgtEl>
                                        <p:attrNameLst>
                                          <p:attrName>style.visibility</p:attrName>
                                        </p:attrNameLst>
                                      </p:cBhvr>
                                      <p:to>
                                        <p:strVal val="visible"/>
                                      </p:to>
                                    </p:set>
                                    <p:animEffect transition="in" filter="wipe(up)">
                                      <p:cBhvr>
                                        <p:cTn id="13" dur="500"/>
                                        <p:tgtEl>
                                          <p:spTgt spid="790533">
                                            <p:txEl>
                                              <p:pRg st="3" end="3"/>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790533">
                                            <p:txEl>
                                              <p:pRg st="4" end="4"/>
                                            </p:txEl>
                                          </p:spTgt>
                                        </p:tgtEl>
                                        <p:attrNameLst>
                                          <p:attrName>style.visibility</p:attrName>
                                        </p:attrNameLst>
                                      </p:cBhvr>
                                      <p:to>
                                        <p:strVal val="visible"/>
                                      </p:to>
                                    </p:set>
                                    <p:animEffect transition="in" filter="wipe(up)">
                                      <p:cBhvr>
                                        <p:cTn id="16" dur="500"/>
                                        <p:tgtEl>
                                          <p:spTgt spid="7905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913" y="146050"/>
            <a:ext cx="6192837" cy="560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a:xfrm>
            <a:off x="200472" y="5473700"/>
            <a:ext cx="9505056" cy="623248"/>
          </a:xfrm>
        </p:spPr>
        <p:txBody>
          <a:bodyPr/>
          <a:lstStyle/>
          <a:p>
            <a:pPr marL="0" indent="0" algn="ctr">
              <a:lnSpc>
                <a:spcPct val="150000"/>
              </a:lnSpc>
              <a:buFont typeface="Wingdings" pitchFamily="2" charset="2"/>
              <a:buNone/>
            </a:pPr>
            <a:r>
              <a:rPr kumimoji="1" lang="zh-CN" altLang="en-US" sz="3200" dirty="0" smtClean="0">
                <a:solidFill>
                  <a:srgbClr val="0000CC"/>
                </a:solidFill>
                <a:latin typeface="+mj-ea"/>
                <a:ea typeface="+mj-ea"/>
              </a:rPr>
              <a:t>三次样条与分段 </a:t>
            </a:r>
            <a:r>
              <a:rPr kumimoji="1" lang="en-US" altLang="zh-CN" sz="3200" dirty="0" err="1" smtClean="0">
                <a:solidFill>
                  <a:srgbClr val="0000CC"/>
                </a:solidFill>
                <a:latin typeface="+mj-ea"/>
                <a:ea typeface="+mj-ea"/>
              </a:rPr>
              <a:t>Hermite</a:t>
            </a:r>
            <a:r>
              <a:rPr kumimoji="1" lang="en-US" altLang="zh-CN" sz="3200" dirty="0" smtClean="0">
                <a:solidFill>
                  <a:srgbClr val="0000CC"/>
                </a:solidFill>
                <a:latin typeface="+mj-ea"/>
                <a:ea typeface="+mj-ea"/>
              </a:rPr>
              <a:t> </a:t>
            </a:r>
            <a:r>
              <a:rPr kumimoji="1" lang="zh-CN" altLang="en-US" sz="3200" dirty="0" smtClean="0">
                <a:solidFill>
                  <a:srgbClr val="0000CC"/>
                </a:solidFill>
                <a:latin typeface="+mj-ea"/>
                <a:ea typeface="+mj-ea"/>
              </a:rPr>
              <a:t>插值的根本区别是？</a:t>
            </a:r>
            <a:endParaRPr lang="zh-CN" altLang="en-US" sz="3200" dirty="0" smtClean="0">
              <a:solidFill>
                <a:srgbClr val="0000CC"/>
              </a:solidFill>
              <a:latin typeface="+mj-ea"/>
              <a:ea typeface="+mj-ea"/>
            </a:endParaRPr>
          </a:p>
        </p:txBody>
      </p:sp>
      <p:sp>
        <p:nvSpPr>
          <p:cNvPr id="15770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D1D7E9C-C33E-42B9-A302-8FDF30BCFF76}" type="slidenum">
              <a:rPr lang="zh-CN" altLang="en-US" b="0" i="0" smtClean="0"/>
              <a:pPr/>
              <a:t>136</a:t>
            </a:fld>
            <a:endParaRPr lang="en-US" altLang="zh-CN" b="0" i="0" smtClean="0"/>
          </a:p>
        </p:txBody>
      </p:sp>
      <p:sp>
        <p:nvSpPr>
          <p:cNvPr id="15770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D0CB617-624B-4EFA-98A8-47C8DEEABE18}" type="datetime1">
              <a:rPr lang="zh-CN" altLang="en-US" sz="1800" i="0" smtClean="0"/>
              <a:pPr/>
              <a:t>2024/10/20</a:t>
            </a:fld>
            <a:endParaRPr lang="en-US" altLang="zh-CN" sz="1800" i="0" smtClean="0"/>
          </a:p>
        </p:txBody>
      </p:sp>
    </p:spTree>
    <p:extLst>
      <p:ext uri="{BB962C8B-B14F-4D97-AF65-F5344CB8AC3E}">
        <p14:creationId xmlns:p14="http://schemas.microsoft.com/office/powerpoint/2010/main" val="17602576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D65AB83-8240-46DF-9054-D8F168B64B74}" type="slidenum">
              <a:rPr lang="zh-CN" altLang="en-US" b="0" i="0" smtClean="0"/>
              <a:pPr/>
              <a:t>137</a:t>
            </a:fld>
            <a:endParaRPr lang="en-US" altLang="zh-CN" b="0" i="0" smtClean="0"/>
          </a:p>
        </p:txBody>
      </p:sp>
      <p:sp>
        <p:nvSpPr>
          <p:cNvPr id="158723"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25567CD-BD41-4479-ACED-4E6670CF8675}" type="datetime1">
              <a:rPr lang="zh-CN" altLang="en-US" sz="1800" i="0" smtClean="0"/>
              <a:pPr/>
              <a:t>2024/10/20</a:t>
            </a:fld>
            <a:endParaRPr lang="en-US" altLang="zh-CN" sz="1800" i="0" smtClean="0"/>
          </a:p>
        </p:txBody>
      </p:sp>
      <p:sp>
        <p:nvSpPr>
          <p:cNvPr id="768002" name="Freeform 2"/>
          <p:cNvSpPr>
            <a:spLocks/>
          </p:cNvSpPr>
          <p:nvPr/>
        </p:nvSpPr>
        <p:spPr bwMode="auto">
          <a:xfrm>
            <a:off x="1276350" y="4238625"/>
            <a:ext cx="6934200" cy="901700"/>
          </a:xfrm>
          <a:custGeom>
            <a:avLst/>
            <a:gdLst>
              <a:gd name="T0" fmla="*/ 0 w 4032"/>
              <a:gd name="T1" fmla="*/ 2147483647 h 568"/>
              <a:gd name="T2" fmla="*/ 2147483647 w 4032"/>
              <a:gd name="T3" fmla="*/ 2147483647 h 568"/>
              <a:gd name="T4" fmla="*/ 2147483647 w 4032"/>
              <a:gd name="T5" fmla="*/ 2147483647 h 568"/>
              <a:gd name="T6" fmla="*/ 2147483647 w 4032"/>
              <a:gd name="T7" fmla="*/ 2147483647 h 568"/>
              <a:gd name="T8" fmla="*/ 2147483647 w 4032"/>
              <a:gd name="T9" fmla="*/ 2147483647 h 568"/>
              <a:gd name="T10" fmla="*/ 2147483647 w 4032"/>
              <a:gd name="T11" fmla="*/ 2147483647 h 568"/>
              <a:gd name="T12" fmla="*/ 2147483647 w 4032"/>
              <a:gd name="T13" fmla="*/ 2147483647 h 568"/>
              <a:gd name="T14" fmla="*/ 2147483647 w 4032"/>
              <a:gd name="T15" fmla="*/ 2147483647 h 568"/>
              <a:gd name="T16" fmla="*/ 2147483647 w 4032"/>
              <a:gd name="T17" fmla="*/ 2147483647 h 5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32"/>
              <a:gd name="T28" fmla="*/ 0 h 568"/>
              <a:gd name="T29" fmla="*/ 4032 w 4032"/>
              <a:gd name="T30" fmla="*/ 568 h 5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32" h="568">
                <a:moveTo>
                  <a:pt x="0" y="568"/>
                </a:moveTo>
                <a:cubicBezTo>
                  <a:pt x="52" y="500"/>
                  <a:pt x="104" y="432"/>
                  <a:pt x="192" y="376"/>
                </a:cubicBezTo>
                <a:cubicBezTo>
                  <a:pt x="280" y="320"/>
                  <a:pt x="376" y="264"/>
                  <a:pt x="528" y="232"/>
                </a:cubicBezTo>
                <a:cubicBezTo>
                  <a:pt x="680" y="200"/>
                  <a:pt x="880" y="160"/>
                  <a:pt x="1104" y="184"/>
                </a:cubicBezTo>
                <a:cubicBezTo>
                  <a:pt x="1328" y="208"/>
                  <a:pt x="1640" y="352"/>
                  <a:pt x="1872" y="376"/>
                </a:cubicBezTo>
                <a:cubicBezTo>
                  <a:pt x="2104" y="400"/>
                  <a:pt x="2312" y="384"/>
                  <a:pt x="2496" y="328"/>
                </a:cubicBezTo>
                <a:cubicBezTo>
                  <a:pt x="2680" y="272"/>
                  <a:pt x="2792" y="80"/>
                  <a:pt x="2976" y="40"/>
                </a:cubicBezTo>
                <a:cubicBezTo>
                  <a:pt x="3160" y="0"/>
                  <a:pt x="3424" y="8"/>
                  <a:pt x="3600" y="88"/>
                </a:cubicBezTo>
                <a:cubicBezTo>
                  <a:pt x="3776" y="168"/>
                  <a:pt x="3904" y="344"/>
                  <a:pt x="4032" y="520"/>
                </a:cubicBezTo>
              </a:path>
            </a:pathLst>
          </a:cu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 name="Group 3"/>
          <p:cNvGrpSpPr>
            <a:grpSpLocks/>
          </p:cNvGrpSpPr>
          <p:nvPr/>
        </p:nvGrpSpPr>
        <p:grpSpPr bwMode="auto">
          <a:xfrm>
            <a:off x="1111250" y="4225925"/>
            <a:ext cx="7264400" cy="1066800"/>
            <a:chOff x="672" y="3408"/>
            <a:chExt cx="4224" cy="672"/>
          </a:xfrm>
        </p:grpSpPr>
        <p:sp>
          <p:nvSpPr>
            <p:cNvPr id="158752" name="Oval 4"/>
            <p:cNvSpPr>
              <a:spLocks noChangeArrowheads="1"/>
            </p:cNvSpPr>
            <p:nvPr/>
          </p:nvSpPr>
          <p:spPr bwMode="auto">
            <a:xfrm>
              <a:off x="720" y="3936"/>
              <a:ext cx="96" cy="96"/>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53" name="Oval 5"/>
            <p:cNvSpPr>
              <a:spLocks noChangeArrowheads="1"/>
            </p:cNvSpPr>
            <p:nvPr/>
          </p:nvSpPr>
          <p:spPr bwMode="auto">
            <a:xfrm>
              <a:off x="1152" y="3648"/>
              <a:ext cx="96" cy="96"/>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54" name="Oval 6"/>
            <p:cNvSpPr>
              <a:spLocks noChangeArrowheads="1"/>
            </p:cNvSpPr>
            <p:nvPr/>
          </p:nvSpPr>
          <p:spPr bwMode="auto">
            <a:xfrm>
              <a:off x="1872" y="3552"/>
              <a:ext cx="96" cy="96"/>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55" name="Oval 7"/>
            <p:cNvSpPr>
              <a:spLocks noChangeArrowheads="1"/>
            </p:cNvSpPr>
            <p:nvPr/>
          </p:nvSpPr>
          <p:spPr bwMode="auto">
            <a:xfrm>
              <a:off x="2928" y="3744"/>
              <a:ext cx="96" cy="96"/>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56" name="Oval 8"/>
            <p:cNvSpPr>
              <a:spLocks noChangeArrowheads="1"/>
            </p:cNvSpPr>
            <p:nvPr/>
          </p:nvSpPr>
          <p:spPr bwMode="auto">
            <a:xfrm>
              <a:off x="3936" y="3408"/>
              <a:ext cx="96" cy="96"/>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57" name="Oval 9"/>
            <p:cNvSpPr>
              <a:spLocks noChangeArrowheads="1"/>
            </p:cNvSpPr>
            <p:nvPr/>
          </p:nvSpPr>
          <p:spPr bwMode="auto">
            <a:xfrm>
              <a:off x="4752" y="3888"/>
              <a:ext cx="96" cy="96"/>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58" name="Line 10"/>
            <p:cNvSpPr>
              <a:spLocks noChangeShapeType="1"/>
            </p:cNvSpPr>
            <p:nvPr/>
          </p:nvSpPr>
          <p:spPr bwMode="auto">
            <a:xfrm flipV="1">
              <a:off x="672" y="3744"/>
              <a:ext cx="288" cy="336"/>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9" name="Line 11"/>
            <p:cNvSpPr>
              <a:spLocks noChangeShapeType="1"/>
            </p:cNvSpPr>
            <p:nvPr/>
          </p:nvSpPr>
          <p:spPr bwMode="auto">
            <a:xfrm flipV="1">
              <a:off x="1008" y="3600"/>
              <a:ext cx="384" cy="144"/>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60" name="Line 12"/>
            <p:cNvSpPr>
              <a:spLocks noChangeShapeType="1"/>
            </p:cNvSpPr>
            <p:nvPr/>
          </p:nvSpPr>
          <p:spPr bwMode="auto">
            <a:xfrm>
              <a:off x="1728" y="3552"/>
              <a:ext cx="480" cy="96"/>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61" name="Line 13"/>
            <p:cNvSpPr>
              <a:spLocks noChangeShapeType="1"/>
            </p:cNvSpPr>
            <p:nvPr/>
          </p:nvSpPr>
          <p:spPr bwMode="auto">
            <a:xfrm flipV="1">
              <a:off x="2736" y="3770"/>
              <a:ext cx="480" cy="48"/>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62" name="Line 14"/>
            <p:cNvSpPr>
              <a:spLocks noChangeShapeType="1"/>
            </p:cNvSpPr>
            <p:nvPr/>
          </p:nvSpPr>
          <p:spPr bwMode="auto">
            <a:xfrm>
              <a:off x="3792" y="3429"/>
              <a:ext cx="432" cy="0"/>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63" name="Line 15"/>
            <p:cNvSpPr>
              <a:spLocks noChangeShapeType="1"/>
            </p:cNvSpPr>
            <p:nvPr/>
          </p:nvSpPr>
          <p:spPr bwMode="auto">
            <a:xfrm>
              <a:off x="4704" y="3744"/>
              <a:ext cx="192" cy="336"/>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68016" name="Freeform 16"/>
          <p:cNvSpPr>
            <a:spLocks/>
          </p:cNvSpPr>
          <p:nvPr/>
        </p:nvSpPr>
        <p:spPr bwMode="auto">
          <a:xfrm>
            <a:off x="1138238" y="4276725"/>
            <a:ext cx="7169150" cy="1168400"/>
          </a:xfrm>
          <a:custGeom>
            <a:avLst/>
            <a:gdLst>
              <a:gd name="T0" fmla="*/ 2147483647 w 4168"/>
              <a:gd name="T1" fmla="*/ 2147483647 h 736"/>
              <a:gd name="T2" fmla="*/ 2147483647 w 4168"/>
              <a:gd name="T3" fmla="*/ 2147483647 h 736"/>
              <a:gd name="T4" fmla="*/ 2147483647 w 4168"/>
              <a:gd name="T5" fmla="*/ 2147483647 h 736"/>
              <a:gd name="T6" fmla="*/ 2147483647 w 4168"/>
              <a:gd name="T7" fmla="*/ 2147483647 h 736"/>
              <a:gd name="T8" fmla="*/ 2147483647 w 4168"/>
              <a:gd name="T9" fmla="*/ 2147483647 h 736"/>
              <a:gd name="T10" fmla="*/ 2147483647 w 4168"/>
              <a:gd name="T11" fmla="*/ 2147483647 h 736"/>
              <a:gd name="T12" fmla="*/ 2147483647 w 4168"/>
              <a:gd name="T13" fmla="*/ 2147483647 h 736"/>
              <a:gd name="T14" fmla="*/ 2147483647 w 4168"/>
              <a:gd name="T15" fmla="*/ 2147483647 h 736"/>
              <a:gd name="T16" fmla="*/ 2147483647 w 4168"/>
              <a:gd name="T17" fmla="*/ 2147483647 h 736"/>
              <a:gd name="T18" fmla="*/ 2147483647 w 4168"/>
              <a:gd name="T19" fmla="*/ 2147483647 h 736"/>
              <a:gd name="T20" fmla="*/ 2147483647 w 4168"/>
              <a:gd name="T21" fmla="*/ 2147483647 h 736"/>
              <a:gd name="T22" fmla="*/ 2147483647 w 4168"/>
              <a:gd name="T23" fmla="*/ 2147483647 h 736"/>
              <a:gd name="T24" fmla="*/ 2147483647 w 4168"/>
              <a:gd name="T25" fmla="*/ 2147483647 h 736"/>
              <a:gd name="T26" fmla="*/ 2147483647 w 4168"/>
              <a:gd name="T27" fmla="*/ 2147483647 h 736"/>
              <a:gd name="T28" fmla="*/ 2147483647 w 4168"/>
              <a:gd name="T29" fmla="*/ 2147483647 h 736"/>
              <a:gd name="T30" fmla="*/ 2147483647 w 4168"/>
              <a:gd name="T31" fmla="*/ 2147483647 h 736"/>
              <a:gd name="T32" fmla="*/ 2147483647 w 4168"/>
              <a:gd name="T33" fmla="*/ 2147483647 h 736"/>
              <a:gd name="T34" fmla="*/ 2147483647 w 4168"/>
              <a:gd name="T35" fmla="*/ 2147483647 h 736"/>
              <a:gd name="T36" fmla="*/ 2147483647 w 4168"/>
              <a:gd name="T37" fmla="*/ 2147483647 h 736"/>
              <a:gd name="T38" fmla="*/ 2147483647 w 4168"/>
              <a:gd name="T39" fmla="*/ 2147483647 h 736"/>
              <a:gd name="T40" fmla="*/ 2147483647 w 4168"/>
              <a:gd name="T41" fmla="*/ 2147483647 h 736"/>
              <a:gd name="T42" fmla="*/ 2147483647 w 4168"/>
              <a:gd name="T43" fmla="*/ 2147483647 h 736"/>
              <a:gd name="T44" fmla="*/ 2147483647 w 4168"/>
              <a:gd name="T45" fmla="*/ 2147483647 h 736"/>
              <a:gd name="T46" fmla="*/ 2147483647 w 4168"/>
              <a:gd name="T47" fmla="*/ 2147483647 h 7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8"/>
              <a:gd name="T73" fmla="*/ 0 h 736"/>
              <a:gd name="T74" fmla="*/ 4168 w 4168"/>
              <a:gd name="T75" fmla="*/ 736 h 7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8" h="736">
                <a:moveTo>
                  <a:pt x="32" y="736"/>
                </a:moveTo>
                <a:cubicBezTo>
                  <a:pt x="16" y="688"/>
                  <a:pt x="0" y="640"/>
                  <a:pt x="32" y="592"/>
                </a:cubicBezTo>
                <a:cubicBezTo>
                  <a:pt x="64" y="544"/>
                  <a:pt x="168" y="488"/>
                  <a:pt x="224" y="448"/>
                </a:cubicBezTo>
                <a:cubicBezTo>
                  <a:pt x="280" y="408"/>
                  <a:pt x="328" y="384"/>
                  <a:pt x="368" y="352"/>
                </a:cubicBezTo>
                <a:cubicBezTo>
                  <a:pt x="408" y="320"/>
                  <a:pt x="408" y="280"/>
                  <a:pt x="464" y="256"/>
                </a:cubicBezTo>
                <a:cubicBezTo>
                  <a:pt x="520" y="232"/>
                  <a:pt x="616" y="216"/>
                  <a:pt x="704" y="208"/>
                </a:cubicBezTo>
                <a:cubicBezTo>
                  <a:pt x="792" y="200"/>
                  <a:pt x="920" y="216"/>
                  <a:pt x="992" y="208"/>
                </a:cubicBezTo>
                <a:cubicBezTo>
                  <a:pt x="1064" y="200"/>
                  <a:pt x="1080" y="160"/>
                  <a:pt x="1136" y="160"/>
                </a:cubicBezTo>
                <a:cubicBezTo>
                  <a:pt x="1192" y="160"/>
                  <a:pt x="1264" y="176"/>
                  <a:pt x="1328" y="208"/>
                </a:cubicBezTo>
                <a:cubicBezTo>
                  <a:pt x="1392" y="240"/>
                  <a:pt x="1448" y="304"/>
                  <a:pt x="1520" y="352"/>
                </a:cubicBezTo>
                <a:cubicBezTo>
                  <a:pt x="1592" y="400"/>
                  <a:pt x="1672" y="480"/>
                  <a:pt x="1760" y="496"/>
                </a:cubicBezTo>
                <a:cubicBezTo>
                  <a:pt x="1848" y="512"/>
                  <a:pt x="1968" y="472"/>
                  <a:pt x="2048" y="448"/>
                </a:cubicBezTo>
                <a:cubicBezTo>
                  <a:pt x="2128" y="424"/>
                  <a:pt x="2184" y="368"/>
                  <a:pt x="2240" y="352"/>
                </a:cubicBezTo>
                <a:cubicBezTo>
                  <a:pt x="2296" y="336"/>
                  <a:pt x="2328" y="344"/>
                  <a:pt x="2384" y="352"/>
                </a:cubicBezTo>
                <a:cubicBezTo>
                  <a:pt x="2440" y="360"/>
                  <a:pt x="2496" y="400"/>
                  <a:pt x="2576" y="400"/>
                </a:cubicBezTo>
                <a:cubicBezTo>
                  <a:pt x="2656" y="400"/>
                  <a:pt x="2784" y="400"/>
                  <a:pt x="2864" y="352"/>
                </a:cubicBezTo>
                <a:cubicBezTo>
                  <a:pt x="2944" y="304"/>
                  <a:pt x="2992" y="168"/>
                  <a:pt x="3056" y="112"/>
                </a:cubicBezTo>
                <a:cubicBezTo>
                  <a:pt x="3120" y="56"/>
                  <a:pt x="3192" y="32"/>
                  <a:pt x="3248" y="16"/>
                </a:cubicBezTo>
                <a:cubicBezTo>
                  <a:pt x="3304" y="0"/>
                  <a:pt x="3328" y="0"/>
                  <a:pt x="3392" y="16"/>
                </a:cubicBezTo>
                <a:cubicBezTo>
                  <a:pt x="3456" y="32"/>
                  <a:pt x="3552" y="56"/>
                  <a:pt x="3632" y="112"/>
                </a:cubicBezTo>
                <a:cubicBezTo>
                  <a:pt x="3712" y="168"/>
                  <a:pt x="3800" y="296"/>
                  <a:pt x="3872" y="352"/>
                </a:cubicBezTo>
                <a:cubicBezTo>
                  <a:pt x="3944" y="408"/>
                  <a:pt x="4016" y="416"/>
                  <a:pt x="4064" y="448"/>
                </a:cubicBezTo>
                <a:cubicBezTo>
                  <a:pt x="4112" y="480"/>
                  <a:pt x="4152" y="504"/>
                  <a:pt x="4160" y="544"/>
                </a:cubicBezTo>
                <a:cubicBezTo>
                  <a:pt x="4168" y="584"/>
                  <a:pt x="4140" y="636"/>
                  <a:pt x="4112" y="688"/>
                </a:cubicBezTo>
              </a:path>
            </a:pathLst>
          </a:custGeom>
          <a:noFill/>
          <a:ln w="25400">
            <a:solidFill>
              <a:srgbClr val="00CC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 name="Group 17"/>
          <p:cNvGrpSpPr>
            <a:grpSpLocks/>
          </p:cNvGrpSpPr>
          <p:nvPr/>
        </p:nvGrpSpPr>
        <p:grpSpPr bwMode="auto">
          <a:xfrm>
            <a:off x="1111250" y="4225925"/>
            <a:ext cx="7264400" cy="1066800"/>
            <a:chOff x="672" y="3408"/>
            <a:chExt cx="4224" cy="672"/>
          </a:xfrm>
        </p:grpSpPr>
        <p:sp>
          <p:nvSpPr>
            <p:cNvPr id="158740" name="Oval 18"/>
            <p:cNvSpPr>
              <a:spLocks noChangeArrowheads="1"/>
            </p:cNvSpPr>
            <p:nvPr/>
          </p:nvSpPr>
          <p:spPr bwMode="auto">
            <a:xfrm>
              <a:off x="720" y="3936"/>
              <a:ext cx="96" cy="96"/>
            </a:xfrm>
            <a:prstGeom prst="ellipse">
              <a:avLst/>
            </a:prstGeom>
            <a:solidFill>
              <a:srgbClr val="00CC00"/>
            </a:solidFill>
            <a:ln w="9525">
              <a:solidFill>
                <a:srgbClr val="00CC00"/>
              </a:solidFill>
              <a:round/>
              <a:headEnd/>
              <a:tailEnd/>
            </a:ln>
          </p:spPr>
          <p:txBody>
            <a:bodyPr wrap="none" anchor="ctr"/>
            <a:lstStyle/>
            <a:p>
              <a:endParaRPr lang="zh-CN" altLang="en-US"/>
            </a:p>
          </p:txBody>
        </p:sp>
        <p:sp>
          <p:nvSpPr>
            <p:cNvPr id="158741" name="Oval 19"/>
            <p:cNvSpPr>
              <a:spLocks noChangeArrowheads="1"/>
            </p:cNvSpPr>
            <p:nvPr/>
          </p:nvSpPr>
          <p:spPr bwMode="auto">
            <a:xfrm>
              <a:off x="1152" y="3648"/>
              <a:ext cx="96" cy="96"/>
            </a:xfrm>
            <a:prstGeom prst="ellipse">
              <a:avLst/>
            </a:prstGeom>
            <a:solidFill>
              <a:srgbClr val="00CC00"/>
            </a:solidFill>
            <a:ln w="9525">
              <a:solidFill>
                <a:srgbClr val="00CC00"/>
              </a:solidFill>
              <a:round/>
              <a:headEnd/>
              <a:tailEnd/>
            </a:ln>
          </p:spPr>
          <p:txBody>
            <a:bodyPr wrap="none" anchor="ctr"/>
            <a:lstStyle/>
            <a:p>
              <a:endParaRPr lang="zh-CN" altLang="en-US"/>
            </a:p>
          </p:txBody>
        </p:sp>
        <p:sp>
          <p:nvSpPr>
            <p:cNvPr id="158742" name="Oval 20"/>
            <p:cNvSpPr>
              <a:spLocks noChangeArrowheads="1"/>
            </p:cNvSpPr>
            <p:nvPr/>
          </p:nvSpPr>
          <p:spPr bwMode="auto">
            <a:xfrm>
              <a:off x="1872" y="3552"/>
              <a:ext cx="96" cy="96"/>
            </a:xfrm>
            <a:prstGeom prst="ellipse">
              <a:avLst/>
            </a:prstGeom>
            <a:solidFill>
              <a:srgbClr val="00CC00"/>
            </a:solidFill>
            <a:ln w="9525">
              <a:solidFill>
                <a:srgbClr val="00CC00"/>
              </a:solidFill>
              <a:round/>
              <a:headEnd/>
              <a:tailEnd/>
            </a:ln>
          </p:spPr>
          <p:txBody>
            <a:bodyPr wrap="none" anchor="ctr"/>
            <a:lstStyle/>
            <a:p>
              <a:endParaRPr lang="zh-CN" altLang="en-US"/>
            </a:p>
          </p:txBody>
        </p:sp>
        <p:sp>
          <p:nvSpPr>
            <p:cNvPr id="158743" name="Oval 21"/>
            <p:cNvSpPr>
              <a:spLocks noChangeArrowheads="1"/>
            </p:cNvSpPr>
            <p:nvPr/>
          </p:nvSpPr>
          <p:spPr bwMode="auto">
            <a:xfrm>
              <a:off x="2928" y="3744"/>
              <a:ext cx="96" cy="96"/>
            </a:xfrm>
            <a:prstGeom prst="ellipse">
              <a:avLst/>
            </a:prstGeom>
            <a:solidFill>
              <a:srgbClr val="00CC00"/>
            </a:solidFill>
            <a:ln w="9525">
              <a:solidFill>
                <a:srgbClr val="00CC00"/>
              </a:solidFill>
              <a:round/>
              <a:headEnd/>
              <a:tailEnd/>
            </a:ln>
          </p:spPr>
          <p:txBody>
            <a:bodyPr wrap="none" anchor="ctr"/>
            <a:lstStyle/>
            <a:p>
              <a:endParaRPr lang="zh-CN" altLang="en-US"/>
            </a:p>
          </p:txBody>
        </p:sp>
        <p:sp>
          <p:nvSpPr>
            <p:cNvPr id="158744" name="Oval 22"/>
            <p:cNvSpPr>
              <a:spLocks noChangeArrowheads="1"/>
            </p:cNvSpPr>
            <p:nvPr/>
          </p:nvSpPr>
          <p:spPr bwMode="auto">
            <a:xfrm>
              <a:off x="3936" y="3408"/>
              <a:ext cx="96" cy="96"/>
            </a:xfrm>
            <a:prstGeom prst="ellipse">
              <a:avLst/>
            </a:prstGeom>
            <a:solidFill>
              <a:srgbClr val="00CC00"/>
            </a:solidFill>
            <a:ln w="9525">
              <a:solidFill>
                <a:srgbClr val="00CC00"/>
              </a:solidFill>
              <a:round/>
              <a:headEnd/>
              <a:tailEnd/>
            </a:ln>
          </p:spPr>
          <p:txBody>
            <a:bodyPr wrap="none" anchor="ctr"/>
            <a:lstStyle/>
            <a:p>
              <a:endParaRPr lang="zh-CN" altLang="en-US"/>
            </a:p>
          </p:txBody>
        </p:sp>
        <p:sp>
          <p:nvSpPr>
            <p:cNvPr id="158745" name="Oval 23"/>
            <p:cNvSpPr>
              <a:spLocks noChangeArrowheads="1"/>
            </p:cNvSpPr>
            <p:nvPr/>
          </p:nvSpPr>
          <p:spPr bwMode="auto">
            <a:xfrm>
              <a:off x="4752" y="3888"/>
              <a:ext cx="96" cy="96"/>
            </a:xfrm>
            <a:prstGeom prst="ellipse">
              <a:avLst/>
            </a:prstGeom>
            <a:solidFill>
              <a:srgbClr val="00CC00"/>
            </a:solidFill>
            <a:ln w="9525">
              <a:solidFill>
                <a:srgbClr val="00CC00"/>
              </a:solidFill>
              <a:round/>
              <a:headEnd/>
              <a:tailEnd/>
            </a:ln>
          </p:spPr>
          <p:txBody>
            <a:bodyPr wrap="none" anchor="ctr"/>
            <a:lstStyle/>
            <a:p>
              <a:endParaRPr lang="zh-CN" altLang="en-US"/>
            </a:p>
          </p:txBody>
        </p:sp>
        <p:sp>
          <p:nvSpPr>
            <p:cNvPr id="158746" name="Line 24"/>
            <p:cNvSpPr>
              <a:spLocks noChangeShapeType="1"/>
            </p:cNvSpPr>
            <p:nvPr/>
          </p:nvSpPr>
          <p:spPr bwMode="auto">
            <a:xfrm flipV="1">
              <a:off x="672" y="3744"/>
              <a:ext cx="288" cy="336"/>
            </a:xfrm>
            <a:prstGeom prst="line">
              <a:avLst/>
            </a:prstGeom>
            <a:noFill/>
            <a:ln w="254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47" name="Line 25"/>
            <p:cNvSpPr>
              <a:spLocks noChangeShapeType="1"/>
            </p:cNvSpPr>
            <p:nvPr/>
          </p:nvSpPr>
          <p:spPr bwMode="auto">
            <a:xfrm flipV="1">
              <a:off x="1008" y="3600"/>
              <a:ext cx="384" cy="144"/>
            </a:xfrm>
            <a:prstGeom prst="line">
              <a:avLst/>
            </a:prstGeom>
            <a:noFill/>
            <a:ln w="254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48" name="Line 26"/>
            <p:cNvSpPr>
              <a:spLocks noChangeShapeType="1"/>
            </p:cNvSpPr>
            <p:nvPr/>
          </p:nvSpPr>
          <p:spPr bwMode="auto">
            <a:xfrm>
              <a:off x="1728" y="3552"/>
              <a:ext cx="480" cy="96"/>
            </a:xfrm>
            <a:prstGeom prst="line">
              <a:avLst/>
            </a:prstGeom>
            <a:noFill/>
            <a:ln w="254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49" name="Line 27"/>
            <p:cNvSpPr>
              <a:spLocks noChangeShapeType="1"/>
            </p:cNvSpPr>
            <p:nvPr/>
          </p:nvSpPr>
          <p:spPr bwMode="auto">
            <a:xfrm flipV="1">
              <a:off x="2736" y="3770"/>
              <a:ext cx="480" cy="48"/>
            </a:xfrm>
            <a:prstGeom prst="line">
              <a:avLst/>
            </a:prstGeom>
            <a:noFill/>
            <a:ln w="254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0" name="Line 28"/>
            <p:cNvSpPr>
              <a:spLocks noChangeShapeType="1"/>
            </p:cNvSpPr>
            <p:nvPr/>
          </p:nvSpPr>
          <p:spPr bwMode="auto">
            <a:xfrm>
              <a:off x="3792" y="3429"/>
              <a:ext cx="432" cy="0"/>
            </a:xfrm>
            <a:prstGeom prst="line">
              <a:avLst/>
            </a:prstGeom>
            <a:noFill/>
            <a:ln w="254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1" name="Line 29"/>
            <p:cNvSpPr>
              <a:spLocks noChangeShapeType="1"/>
            </p:cNvSpPr>
            <p:nvPr/>
          </p:nvSpPr>
          <p:spPr bwMode="auto">
            <a:xfrm>
              <a:off x="4704" y="3744"/>
              <a:ext cx="192" cy="336"/>
            </a:xfrm>
            <a:prstGeom prst="line">
              <a:avLst/>
            </a:prstGeom>
            <a:noFill/>
            <a:ln w="254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68030" name="Text Box 30"/>
          <p:cNvSpPr txBox="1">
            <a:spLocks noChangeArrowheads="1"/>
          </p:cNvSpPr>
          <p:nvPr/>
        </p:nvSpPr>
        <p:spPr bwMode="auto">
          <a:xfrm>
            <a:off x="533400" y="4149725"/>
            <a:ext cx="742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eaLnBrk="1" hangingPunct="1">
              <a:spcBef>
                <a:spcPct val="50000"/>
              </a:spcBef>
            </a:pPr>
            <a:r>
              <a:rPr kumimoji="1" lang="en-US" altLang="zh-CN" sz="3600">
                <a:solidFill>
                  <a:srgbClr val="FF3300"/>
                </a:solidFill>
                <a:latin typeface="Times New Roman" pitchFamily="18" charset="0"/>
                <a:ea typeface="楷体_GB2312" pitchFamily="49" charset="-122"/>
              </a:rPr>
              <a:t>f</a:t>
            </a:r>
            <a:r>
              <a:rPr kumimoji="1" lang="en-US" altLang="zh-CN" sz="3600" i="0">
                <a:solidFill>
                  <a:srgbClr val="FF3300"/>
                </a:solidFill>
                <a:latin typeface="Times New Roman" pitchFamily="18" charset="0"/>
                <a:ea typeface="楷体_GB2312" pitchFamily="49" charset="-122"/>
              </a:rPr>
              <a:t>(</a:t>
            </a:r>
            <a:r>
              <a:rPr kumimoji="1" lang="en-US" altLang="zh-CN" sz="3600">
                <a:solidFill>
                  <a:srgbClr val="FF3300"/>
                </a:solidFill>
                <a:latin typeface="Times New Roman" pitchFamily="18" charset="0"/>
                <a:ea typeface="楷体_GB2312" pitchFamily="49" charset="-122"/>
              </a:rPr>
              <a:t>x</a:t>
            </a:r>
            <a:r>
              <a:rPr kumimoji="1" lang="en-US" altLang="zh-CN" sz="3600" i="0">
                <a:solidFill>
                  <a:srgbClr val="FF3300"/>
                </a:solidFill>
                <a:latin typeface="Times New Roman" pitchFamily="18" charset="0"/>
                <a:ea typeface="楷体_GB2312" pitchFamily="49" charset="-122"/>
              </a:rPr>
              <a:t>)</a:t>
            </a:r>
            <a:endParaRPr kumimoji="1" lang="en-US" altLang="zh-CN" sz="3600">
              <a:solidFill>
                <a:srgbClr val="FF3300"/>
              </a:solidFill>
              <a:latin typeface="Times New Roman" pitchFamily="18" charset="0"/>
              <a:ea typeface="楷体_GB2312" pitchFamily="49" charset="-122"/>
            </a:endParaRPr>
          </a:p>
        </p:txBody>
      </p:sp>
      <p:sp>
        <p:nvSpPr>
          <p:cNvPr id="768031" name="Text Box 31"/>
          <p:cNvSpPr txBox="1">
            <a:spLocks noChangeArrowheads="1"/>
          </p:cNvSpPr>
          <p:nvPr/>
        </p:nvSpPr>
        <p:spPr bwMode="auto">
          <a:xfrm>
            <a:off x="8458200" y="4073525"/>
            <a:ext cx="1447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eaLnBrk="1" hangingPunct="1">
              <a:spcBef>
                <a:spcPct val="50000"/>
              </a:spcBef>
            </a:pPr>
            <a:r>
              <a:rPr kumimoji="1" lang="en-US" altLang="zh-CN" sz="3200">
                <a:solidFill>
                  <a:srgbClr val="00CC00"/>
                </a:solidFill>
                <a:latin typeface="Times New Roman" pitchFamily="18" charset="0"/>
                <a:ea typeface="楷体_GB2312" pitchFamily="49" charset="-122"/>
              </a:rPr>
              <a:t>H</a:t>
            </a:r>
            <a:r>
              <a:rPr kumimoji="1" lang="en-US" altLang="zh-CN" sz="3200" i="0">
                <a:solidFill>
                  <a:srgbClr val="00CC00"/>
                </a:solidFill>
                <a:latin typeface="Times New Roman" pitchFamily="18" charset="0"/>
                <a:ea typeface="楷体_GB2312" pitchFamily="49" charset="-122"/>
              </a:rPr>
              <a:t>(</a:t>
            </a:r>
            <a:r>
              <a:rPr kumimoji="1" lang="en-US" altLang="zh-CN" sz="3200">
                <a:solidFill>
                  <a:srgbClr val="00CC00"/>
                </a:solidFill>
                <a:latin typeface="Times New Roman" pitchFamily="18" charset="0"/>
                <a:ea typeface="楷体_GB2312" pitchFamily="49" charset="-122"/>
              </a:rPr>
              <a:t>x</a:t>
            </a:r>
            <a:r>
              <a:rPr kumimoji="1" lang="en-US" altLang="zh-CN" sz="3200" i="0">
                <a:solidFill>
                  <a:srgbClr val="00CC00"/>
                </a:solidFill>
                <a:latin typeface="Times New Roman" pitchFamily="18" charset="0"/>
                <a:ea typeface="楷体_GB2312" pitchFamily="49" charset="-122"/>
              </a:rPr>
              <a:t>)</a:t>
            </a:r>
            <a:endParaRPr kumimoji="1" lang="en-US" altLang="zh-CN" sz="3200">
              <a:solidFill>
                <a:srgbClr val="00CC00"/>
              </a:solidFill>
              <a:latin typeface="Times New Roman" pitchFamily="18" charset="0"/>
              <a:ea typeface="楷体_GB2312" pitchFamily="49" charset="-122"/>
            </a:endParaRPr>
          </a:p>
        </p:txBody>
      </p:sp>
      <p:sp>
        <p:nvSpPr>
          <p:cNvPr id="768032" name="Freeform 32"/>
          <p:cNvSpPr>
            <a:spLocks/>
          </p:cNvSpPr>
          <p:nvPr/>
        </p:nvSpPr>
        <p:spPr bwMode="auto">
          <a:xfrm>
            <a:off x="1028700" y="4238625"/>
            <a:ext cx="7512050" cy="927100"/>
          </a:xfrm>
          <a:custGeom>
            <a:avLst/>
            <a:gdLst>
              <a:gd name="T0" fmla="*/ 0 w 4368"/>
              <a:gd name="T1" fmla="*/ 2147483647 h 584"/>
              <a:gd name="T2" fmla="*/ 2147483647 w 4368"/>
              <a:gd name="T3" fmla="*/ 2147483647 h 584"/>
              <a:gd name="T4" fmla="*/ 2147483647 w 4368"/>
              <a:gd name="T5" fmla="*/ 2147483647 h 584"/>
              <a:gd name="T6" fmla="*/ 2147483647 w 4368"/>
              <a:gd name="T7" fmla="*/ 2147483647 h 584"/>
              <a:gd name="T8" fmla="*/ 2147483647 w 4368"/>
              <a:gd name="T9" fmla="*/ 2147483647 h 584"/>
              <a:gd name="T10" fmla="*/ 2147483647 w 4368"/>
              <a:gd name="T11" fmla="*/ 2147483647 h 584"/>
              <a:gd name="T12" fmla="*/ 2147483647 w 4368"/>
              <a:gd name="T13" fmla="*/ 2147483647 h 584"/>
              <a:gd name="T14" fmla="*/ 2147483647 w 4368"/>
              <a:gd name="T15" fmla="*/ 2147483647 h 584"/>
              <a:gd name="T16" fmla="*/ 2147483647 w 4368"/>
              <a:gd name="T17" fmla="*/ 2147483647 h 584"/>
              <a:gd name="T18" fmla="*/ 2147483647 w 4368"/>
              <a:gd name="T19" fmla="*/ 2147483647 h 584"/>
              <a:gd name="T20" fmla="*/ 2147483647 w 4368"/>
              <a:gd name="T21" fmla="*/ 2147483647 h 584"/>
              <a:gd name="T22" fmla="*/ 2147483647 w 4368"/>
              <a:gd name="T23" fmla="*/ 2147483647 h 584"/>
              <a:gd name="T24" fmla="*/ 2147483647 w 4368"/>
              <a:gd name="T25" fmla="*/ 2147483647 h 584"/>
              <a:gd name="T26" fmla="*/ 2147483647 w 4368"/>
              <a:gd name="T27" fmla="*/ 2147483647 h 584"/>
              <a:gd name="T28" fmla="*/ 2147483647 w 4368"/>
              <a:gd name="T29" fmla="*/ 2147483647 h 584"/>
              <a:gd name="T30" fmla="*/ 2147483647 w 4368"/>
              <a:gd name="T31" fmla="*/ 2147483647 h 584"/>
              <a:gd name="T32" fmla="*/ 2147483647 w 4368"/>
              <a:gd name="T33" fmla="*/ 2147483647 h 584"/>
              <a:gd name="T34" fmla="*/ 2147483647 w 4368"/>
              <a:gd name="T35" fmla="*/ 2147483647 h 58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368"/>
              <a:gd name="T55" fmla="*/ 0 h 584"/>
              <a:gd name="T56" fmla="*/ 4368 w 4368"/>
              <a:gd name="T57" fmla="*/ 584 h 58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368" h="584">
                <a:moveTo>
                  <a:pt x="0" y="520"/>
                </a:moveTo>
                <a:cubicBezTo>
                  <a:pt x="48" y="540"/>
                  <a:pt x="96" y="560"/>
                  <a:pt x="144" y="568"/>
                </a:cubicBezTo>
                <a:cubicBezTo>
                  <a:pt x="192" y="576"/>
                  <a:pt x="232" y="584"/>
                  <a:pt x="288" y="568"/>
                </a:cubicBezTo>
                <a:cubicBezTo>
                  <a:pt x="344" y="552"/>
                  <a:pt x="424" y="528"/>
                  <a:pt x="480" y="472"/>
                </a:cubicBezTo>
                <a:cubicBezTo>
                  <a:pt x="536" y="416"/>
                  <a:pt x="560" y="296"/>
                  <a:pt x="624" y="232"/>
                </a:cubicBezTo>
                <a:cubicBezTo>
                  <a:pt x="688" y="168"/>
                  <a:pt x="768" y="112"/>
                  <a:pt x="864" y="88"/>
                </a:cubicBezTo>
                <a:cubicBezTo>
                  <a:pt x="960" y="64"/>
                  <a:pt x="1120" y="56"/>
                  <a:pt x="1200" y="88"/>
                </a:cubicBezTo>
                <a:cubicBezTo>
                  <a:pt x="1280" y="120"/>
                  <a:pt x="1288" y="232"/>
                  <a:pt x="1344" y="280"/>
                </a:cubicBezTo>
                <a:cubicBezTo>
                  <a:pt x="1400" y="328"/>
                  <a:pt x="1432" y="352"/>
                  <a:pt x="1536" y="376"/>
                </a:cubicBezTo>
                <a:cubicBezTo>
                  <a:pt x="1640" y="400"/>
                  <a:pt x="1856" y="408"/>
                  <a:pt x="1968" y="424"/>
                </a:cubicBezTo>
                <a:cubicBezTo>
                  <a:pt x="2080" y="440"/>
                  <a:pt x="2136" y="488"/>
                  <a:pt x="2208" y="472"/>
                </a:cubicBezTo>
                <a:cubicBezTo>
                  <a:pt x="2280" y="456"/>
                  <a:pt x="2328" y="376"/>
                  <a:pt x="2400" y="328"/>
                </a:cubicBezTo>
                <a:cubicBezTo>
                  <a:pt x="2472" y="280"/>
                  <a:pt x="2536" y="232"/>
                  <a:pt x="2640" y="184"/>
                </a:cubicBezTo>
                <a:cubicBezTo>
                  <a:pt x="2744" y="136"/>
                  <a:pt x="2904" y="64"/>
                  <a:pt x="3024" y="40"/>
                </a:cubicBezTo>
                <a:cubicBezTo>
                  <a:pt x="3144" y="16"/>
                  <a:pt x="3240" y="0"/>
                  <a:pt x="3360" y="40"/>
                </a:cubicBezTo>
                <a:cubicBezTo>
                  <a:pt x="3480" y="80"/>
                  <a:pt x="3624" y="200"/>
                  <a:pt x="3744" y="280"/>
                </a:cubicBezTo>
                <a:cubicBezTo>
                  <a:pt x="3864" y="360"/>
                  <a:pt x="3976" y="480"/>
                  <a:pt x="4080" y="520"/>
                </a:cubicBezTo>
                <a:cubicBezTo>
                  <a:pt x="4184" y="560"/>
                  <a:pt x="4276" y="540"/>
                  <a:pt x="4368" y="520"/>
                </a:cubicBez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 name="Group 33"/>
          <p:cNvGrpSpPr>
            <a:grpSpLocks/>
          </p:cNvGrpSpPr>
          <p:nvPr/>
        </p:nvGrpSpPr>
        <p:grpSpPr bwMode="auto">
          <a:xfrm>
            <a:off x="1193800" y="4225925"/>
            <a:ext cx="7099300" cy="990600"/>
            <a:chOff x="1392" y="96"/>
            <a:chExt cx="4128" cy="624"/>
          </a:xfrm>
        </p:grpSpPr>
        <p:sp>
          <p:nvSpPr>
            <p:cNvPr id="158734" name="Oval 34"/>
            <p:cNvSpPr>
              <a:spLocks noChangeArrowheads="1"/>
            </p:cNvSpPr>
            <p:nvPr/>
          </p:nvSpPr>
          <p:spPr bwMode="auto">
            <a:xfrm>
              <a:off x="1392" y="624"/>
              <a:ext cx="96" cy="96"/>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35" name="Oval 35"/>
            <p:cNvSpPr>
              <a:spLocks noChangeArrowheads="1"/>
            </p:cNvSpPr>
            <p:nvPr/>
          </p:nvSpPr>
          <p:spPr bwMode="auto">
            <a:xfrm>
              <a:off x="1824" y="336"/>
              <a:ext cx="96" cy="96"/>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36" name="Oval 36"/>
            <p:cNvSpPr>
              <a:spLocks noChangeArrowheads="1"/>
            </p:cNvSpPr>
            <p:nvPr/>
          </p:nvSpPr>
          <p:spPr bwMode="auto">
            <a:xfrm>
              <a:off x="2544" y="240"/>
              <a:ext cx="96" cy="96"/>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37" name="Oval 37"/>
            <p:cNvSpPr>
              <a:spLocks noChangeArrowheads="1"/>
            </p:cNvSpPr>
            <p:nvPr/>
          </p:nvSpPr>
          <p:spPr bwMode="auto">
            <a:xfrm>
              <a:off x="3600" y="432"/>
              <a:ext cx="96" cy="96"/>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38" name="Oval 38"/>
            <p:cNvSpPr>
              <a:spLocks noChangeArrowheads="1"/>
            </p:cNvSpPr>
            <p:nvPr/>
          </p:nvSpPr>
          <p:spPr bwMode="auto">
            <a:xfrm>
              <a:off x="4608" y="96"/>
              <a:ext cx="96" cy="96"/>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8739" name="Oval 39"/>
            <p:cNvSpPr>
              <a:spLocks noChangeArrowheads="1"/>
            </p:cNvSpPr>
            <p:nvPr/>
          </p:nvSpPr>
          <p:spPr bwMode="auto">
            <a:xfrm>
              <a:off x="5424" y="576"/>
              <a:ext cx="96" cy="96"/>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768040" name="Text Box 40"/>
          <p:cNvSpPr txBox="1">
            <a:spLocks noChangeArrowheads="1"/>
          </p:cNvSpPr>
          <p:nvPr/>
        </p:nvSpPr>
        <p:spPr bwMode="auto">
          <a:xfrm>
            <a:off x="8458200" y="4530725"/>
            <a:ext cx="1447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eaLnBrk="1" hangingPunct="1">
              <a:spcBef>
                <a:spcPct val="50000"/>
              </a:spcBef>
            </a:pPr>
            <a:r>
              <a:rPr kumimoji="1" lang="en-US" altLang="zh-CN" sz="3200">
                <a:solidFill>
                  <a:srgbClr val="0000CC"/>
                </a:solidFill>
                <a:latin typeface="Times New Roman" pitchFamily="18" charset="0"/>
                <a:ea typeface="楷体_GB2312" pitchFamily="49" charset="-122"/>
              </a:rPr>
              <a:t>S</a:t>
            </a:r>
            <a:r>
              <a:rPr kumimoji="1" lang="en-US" altLang="zh-CN" sz="3200" i="0">
                <a:solidFill>
                  <a:srgbClr val="0000CC"/>
                </a:solidFill>
                <a:latin typeface="Times New Roman" pitchFamily="18" charset="0"/>
                <a:ea typeface="楷体_GB2312" pitchFamily="49" charset="-122"/>
              </a:rPr>
              <a:t>(</a:t>
            </a:r>
            <a:r>
              <a:rPr kumimoji="1" lang="en-US" altLang="zh-CN" sz="3200">
                <a:solidFill>
                  <a:srgbClr val="0000CC"/>
                </a:solidFill>
                <a:latin typeface="Times New Roman" pitchFamily="18" charset="0"/>
                <a:ea typeface="楷体_GB2312" pitchFamily="49" charset="-122"/>
              </a:rPr>
              <a:t>x</a:t>
            </a:r>
            <a:r>
              <a:rPr kumimoji="1" lang="en-US" altLang="zh-CN" sz="3200" i="0">
                <a:solidFill>
                  <a:srgbClr val="0000CC"/>
                </a:solidFill>
                <a:latin typeface="Times New Roman" pitchFamily="18" charset="0"/>
                <a:ea typeface="楷体_GB2312" pitchFamily="49" charset="-122"/>
              </a:rPr>
              <a:t>)</a:t>
            </a:r>
            <a:endParaRPr kumimoji="1" lang="en-US" altLang="zh-CN" sz="3200">
              <a:solidFill>
                <a:srgbClr val="0000CC"/>
              </a:solidFill>
              <a:latin typeface="Times New Roman" pitchFamily="18" charset="0"/>
              <a:ea typeface="楷体_GB2312" pitchFamily="49" charset="-122"/>
            </a:endParaRPr>
          </a:p>
        </p:txBody>
      </p:sp>
      <p:sp>
        <p:nvSpPr>
          <p:cNvPr id="768041" name="Rectangle 41"/>
          <p:cNvSpPr>
            <a:spLocks noChangeArrowheads="1"/>
          </p:cNvSpPr>
          <p:nvPr/>
        </p:nvSpPr>
        <p:spPr bwMode="auto">
          <a:xfrm>
            <a:off x="704850" y="1027113"/>
            <a:ext cx="8856663" cy="2676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50000"/>
              </a:lnSpc>
            </a:pPr>
            <a:r>
              <a:rPr kumimoji="1" lang="zh-CN" altLang="en-US" sz="2800" i="0" dirty="0">
                <a:latin typeface="Times New Roman" pitchFamily="18" charset="0"/>
                <a:ea typeface="黑体" pitchFamily="49" charset="-122"/>
              </a:rPr>
              <a:t>三次样条与分段 </a:t>
            </a:r>
            <a:r>
              <a:rPr kumimoji="1" lang="en-US" altLang="zh-CN" sz="2800" i="0" dirty="0" err="1">
                <a:latin typeface="Times New Roman" pitchFamily="18" charset="0"/>
                <a:ea typeface="黑体" pitchFamily="49" charset="-122"/>
              </a:rPr>
              <a:t>Hermite</a:t>
            </a:r>
            <a:r>
              <a:rPr kumimoji="1" lang="en-US" altLang="zh-CN" sz="2800" i="0" dirty="0">
                <a:latin typeface="Times New Roman" pitchFamily="18" charset="0"/>
                <a:ea typeface="黑体" pitchFamily="49" charset="-122"/>
              </a:rPr>
              <a:t> </a:t>
            </a:r>
            <a:r>
              <a:rPr kumimoji="1" lang="zh-CN" altLang="en-US" sz="2800" i="0" dirty="0">
                <a:latin typeface="Times New Roman" pitchFamily="18" charset="0"/>
                <a:ea typeface="黑体" pitchFamily="49" charset="-122"/>
              </a:rPr>
              <a:t>插值的根本区别在于</a:t>
            </a:r>
            <a:endParaRPr kumimoji="1" lang="en-US" altLang="zh-CN" sz="2800" i="0" dirty="0">
              <a:latin typeface="Times New Roman" pitchFamily="18" charset="0"/>
              <a:ea typeface="黑体" pitchFamily="49" charset="-122"/>
            </a:endParaRPr>
          </a:p>
          <a:p>
            <a:pPr algn="l" eaLnBrk="1" hangingPunct="1">
              <a:lnSpc>
                <a:spcPct val="150000"/>
              </a:lnSpc>
              <a:buSzPct val="50000"/>
              <a:buFont typeface="Wingdings" pitchFamily="2" charset="2"/>
              <a:buChar char="n"/>
            </a:pPr>
            <a:r>
              <a:rPr kumimoji="1" lang="en-US" altLang="zh-CN" sz="2800" dirty="0">
                <a:latin typeface="Times New Roman" pitchFamily="18" charset="0"/>
                <a:ea typeface="黑体" pitchFamily="49" charset="-122"/>
              </a:rPr>
              <a:t>  S</a:t>
            </a:r>
            <a:r>
              <a:rPr kumimoji="1" lang="en-US" altLang="zh-CN" sz="2800" i="0" dirty="0">
                <a:latin typeface="Times New Roman" pitchFamily="18" charset="0"/>
                <a:ea typeface="黑体" pitchFamily="49" charset="-122"/>
              </a:rPr>
              <a:t>(</a:t>
            </a:r>
            <a:r>
              <a:rPr kumimoji="1" lang="en-US" altLang="zh-CN" sz="2800" dirty="0">
                <a:latin typeface="Times New Roman" pitchFamily="18" charset="0"/>
                <a:ea typeface="黑体" pitchFamily="49" charset="-122"/>
              </a:rPr>
              <a:t>x</a:t>
            </a:r>
            <a:r>
              <a:rPr kumimoji="1" lang="en-US" altLang="zh-CN" sz="2800" i="0" dirty="0">
                <a:latin typeface="Times New Roman" pitchFamily="18" charset="0"/>
                <a:ea typeface="黑体" pitchFamily="49" charset="-122"/>
              </a:rPr>
              <a:t>)</a:t>
            </a:r>
            <a:r>
              <a:rPr kumimoji="1" lang="zh-CN" altLang="en-US" sz="2800" i="0" dirty="0">
                <a:solidFill>
                  <a:srgbClr val="FF3300"/>
                </a:solidFill>
                <a:latin typeface="Times New Roman" pitchFamily="18" charset="0"/>
                <a:ea typeface="黑体" pitchFamily="49" charset="-122"/>
              </a:rPr>
              <a:t>自身光滑</a:t>
            </a:r>
            <a:r>
              <a:rPr kumimoji="1" lang="zh-CN" altLang="en-US" sz="2800" i="0" dirty="0">
                <a:latin typeface="Times New Roman" pitchFamily="18" charset="0"/>
                <a:ea typeface="黑体" pitchFamily="49" charset="-122"/>
              </a:rPr>
              <a:t>，不需要知道 </a:t>
            </a:r>
            <a:r>
              <a:rPr kumimoji="1" lang="en-US" altLang="zh-CN" sz="2800" dirty="0">
                <a:latin typeface="Times New Roman" pitchFamily="18" charset="0"/>
                <a:ea typeface="黑体" pitchFamily="49" charset="-122"/>
              </a:rPr>
              <a:t>f </a:t>
            </a:r>
            <a:r>
              <a:rPr kumimoji="1" lang="zh-CN" altLang="en-US" sz="2800" i="0" dirty="0">
                <a:latin typeface="Times New Roman" pitchFamily="18" charset="0"/>
                <a:ea typeface="黑体" pitchFamily="49" charset="-122"/>
              </a:rPr>
              <a:t>的导数值（除了在</a:t>
            </a:r>
            <a:r>
              <a:rPr kumimoji="1" lang="en-US" altLang="zh-CN" sz="2800" i="0" dirty="0">
                <a:latin typeface="Times New Roman" pitchFamily="18" charset="0"/>
                <a:ea typeface="黑体" pitchFamily="49" charset="-122"/>
              </a:rPr>
              <a:t>2</a:t>
            </a:r>
            <a:r>
              <a:rPr kumimoji="1" lang="zh-CN" altLang="en-US" sz="2800" i="0" dirty="0">
                <a:latin typeface="Times New Roman" pitchFamily="18" charset="0"/>
                <a:ea typeface="黑体" pitchFamily="49" charset="-122"/>
              </a:rPr>
              <a:t>个端点可能需要）；</a:t>
            </a:r>
          </a:p>
          <a:p>
            <a:pPr algn="l" eaLnBrk="1" hangingPunct="1">
              <a:lnSpc>
                <a:spcPct val="150000"/>
              </a:lnSpc>
              <a:buSzPct val="50000"/>
              <a:buFont typeface="Wingdings" pitchFamily="2" charset="2"/>
              <a:buChar char="n"/>
            </a:pPr>
            <a:r>
              <a:rPr kumimoji="1" lang="zh-CN" altLang="en-US" sz="2800" i="0" dirty="0">
                <a:latin typeface="Times New Roman" pitchFamily="18" charset="0"/>
                <a:ea typeface="黑体" pitchFamily="49" charset="-122"/>
              </a:rPr>
              <a:t>  而</a:t>
            </a:r>
            <a:r>
              <a:rPr kumimoji="1" lang="en-US" altLang="zh-CN" sz="2800" i="0" dirty="0" err="1">
                <a:latin typeface="Times New Roman" pitchFamily="18" charset="0"/>
                <a:ea typeface="黑体" pitchFamily="49" charset="-122"/>
              </a:rPr>
              <a:t>Hermite</a:t>
            </a:r>
            <a:r>
              <a:rPr kumimoji="1" lang="zh-CN" altLang="en-US" sz="2800" i="0" dirty="0">
                <a:latin typeface="Times New Roman" pitchFamily="18" charset="0"/>
                <a:ea typeface="黑体" pitchFamily="49" charset="-122"/>
              </a:rPr>
              <a:t>插值依赖于</a:t>
            </a:r>
            <a:r>
              <a:rPr kumimoji="1" lang="en-US" altLang="zh-CN" sz="2800" dirty="0">
                <a:latin typeface="Times New Roman" pitchFamily="18" charset="0"/>
                <a:ea typeface="黑体" pitchFamily="49" charset="-122"/>
              </a:rPr>
              <a:t>f </a:t>
            </a:r>
            <a:r>
              <a:rPr kumimoji="1" lang="zh-CN" altLang="en-US" sz="2800" i="0" dirty="0">
                <a:latin typeface="Times New Roman" pitchFamily="18" charset="0"/>
                <a:ea typeface="黑体" pitchFamily="49" charset="-122"/>
              </a:rPr>
              <a:t>在所有插值点的导数值</a:t>
            </a:r>
            <a:r>
              <a:rPr kumimoji="1" lang="zh-CN" altLang="en-US" sz="3200" i="0" dirty="0">
                <a:latin typeface="Times New Roman" pitchFamily="18" charset="0"/>
                <a:ea typeface="黑体" pitchFamily="49" charset="-122"/>
              </a:rPr>
              <a:t>。</a:t>
            </a:r>
          </a:p>
        </p:txBody>
      </p:sp>
    </p:spTree>
    <p:extLst>
      <p:ext uri="{BB962C8B-B14F-4D97-AF65-F5344CB8AC3E}">
        <p14:creationId xmlns:p14="http://schemas.microsoft.com/office/powerpoint/2010/main" val="23449838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8041"/>
                                        </p:tgtEl>
                                        <p:attrNameLst>
                                          <p:attrName>style.visibility</p:attrName>
                                        </p:attrNameLst>
                                      </p:cBhvr>
                                      <p:to>
                                        <p:strVal val="visible"/>
                                      </p:to>
                                    </p:set>
                                    <p:animEffect transition="in" filter="dissolve">
                                      <p:cBhvr>
                                        <p:cTn id="7" dur="500"/>
                                        <p:tgtEl>
                                          <p:spTgt spid="7680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68030"/>
                                        </p:tgtEl>
                                        <p:attrNameLst>
                                          <p:attrName>style.visibility</p:attrName>
                                        </p:attrNameLst>
                                      </p:cBhvr>
                                      <p:to>
                                        <p:strVal val="visible"/>
                                      </p:to>
                                    </p:set>
                                    <p:animEffect transition="in" filter="wipe(up)">
                                      <p:cBhvr>
                                        <p:cTn id="12" dur="500"/>
                                        <p:tgtEl>
                                          <p:spTgt spid="768030"/>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68002"/>
                                        </p:tgtEl>
                                        <p:attrNameLst>
                                          <p:attrName>style.visibility</p:attrName>
                                        </p:attrNameLst>
                                      </p:cBhvr>
                                      <p:to>
                                        <p:strVal val="visible"/>
                                      </p:to>
                                    </p:set>
                                    <p:animEffect transition="in" filter="wipe(left)">
                                      <p:cBhvr>
                                        <p:cTn id="16" dur="500"/>
                                        <p:tgtEl>
                                          <p:spTgt spid="768002"/>
                                        </p:tgtEl>
                                      </p:cBhvr>
                                    </p:animEffect>
                                  </p:childTnLst>
                                  <p:subTnLst>
                                    <p:audio>
                                      <p:cMediaNode>
                                        <p:cTn display="0" masterRel="sameClick">
                                          <p:stCondLst>
                                            <p:cond evt="begin" delay="0">
                                              <p:tn val="14"/>
                                            </p:cond>
                                          </p:stCondLst>
                                          <p:endCondLst>
                                            <p:cond evt="onStopAudio" delay="0">
                                              <p:tgtEl>
                                                <p:sldTgt/>
                                              </p:tgtEl>
                                            </p:cond>
                                          </p:endCondLst>
                                        </p:cTn>
                                        <p:tgtEl>
                                          <p:sndTgt r:embed="rId2" name="whoosh.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subTnLst>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768031"/>
                                        </p:tgtEl>
                                        <p:attrNameLst>
                                          <p:attrName>style.visibility</p:attrName>
                                        </p:attrNameLst>
                                      </p:cBhvr>
                                      <p:to>
                                        <p:strVal val="visible"/>
                                      </p:to>
                                    </p:set>
                                    <p:animEffect transition="in" filter="wipe(up)">
                                      <p:cBhvr>
                                        <p:cTn id="26" dur="500"/>
                                        <p:tgtEl>
                                          <p:spTgt spid="768031"/>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768016"/>
                                        </p:tgtEl>
                                        <p:attrNameLst>
                                          <p:attrName>style.visibility</p:attrName>
                                        </p:attrNameLst>
                                      </p:cBhvr>
                                      <p:to>
                                        <p:strVal val="visible"/>
                                      </p:to>
                                    </p:set>
                                    <p:animEffect transition="in" filter="wipe(left)">
                                      <p:cBhvr>
                                        <p:cTn id="30" dur="500"/>
                                        <p:tgtEl>
                                          <p:spTgt spid="768016"/>
                                        </p:tgtEl>
                                      </p:cBhvr>
                                    </p:animEffect>
                                  </p:childTnLst>
                                  <p:subTnLst>
                                    <p:audio>
                                      <p:cMediaNode>
                                        <p:cTn display="0" masterRel="sameClick">
                                          <p:stCondLst>
                                            <p:cond evt="begin" delay="0">
                                              <p:tn val="28"/>
                                            </p:cond>
                                          </p:stCondLst>
                                          <p:endCondLst>
                                            <p:cond evt="onStopAudio" delay="0">
                                              <p:tgtEl>
                                                <p:sldTgt/>
                                              </p:tgtEl>
                                            </p:cond>
                                          </p:endCondLst>
                                        </p:cTn>
                                        <p:tgtEl>
                                          <p:sndTgt r:embed="rId2" name="whoosh.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subTnLst>
                                    <p:audio>
                                      <p:cMediaNode>
                                        <p:cTn display="0" masterRel="sameClick">
                                          <p:stCondLst>
                                            <p:cond evt="begin" delay="0">
                                              <p:tn val="33"/>
                                            </p:cond>
                                          </p:stCondLst>
                                          <p:endCondLst>
                                            <p:cond evt="onStopAudio" delay="0">
                                              <p:tgtEl>
                                                <p:sldTgt/>
                                              </p:tgtEl>
                                            </p:cond>
                                          </p:endCondLst>
                                        </p:cTn>
                                        <p:tgtEl>
                                          <p:sndTgt r:embed="rId3" name="type.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768040"/>
                                        </p:tgtEl>
                                        <p:attrNameLst>
                                          <p:attrName>style.visibility</p:attrName>
                                        </p:attrNameLst>
                                      </p:cBhvr>
                                      <p:to>
                                        <p:strVal val="visible"/>
                                      </p:to>
                                    </p:set>
                                    <p:animEffect transition="in" filter="wipe(up)">
                                      <p:cBhvr>
                                        <p:cTn id="40" dur="500"/>
                                        <p:tgtEl>
                                          <p:spTgt spid="768040"/>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768032"/>
                                        </p:tgtEl>
                                        <p:attrNameLst>
                                          <p:attrName>style.visibility</p:attrName>
                                        </p:attrNameLst>
                                      </p:cBhvr>
                                      <p:to>
                                        <p:strVal val="visible"/>
                                      </p:to>
                                    </p:set>
                                    <p:animEffect transition="in" filter="wipe(left)">
                                      <p:cBhvr>
                                        <p:cTn id="44" dur="500"/>
                                        <p:tgtEl>
                                          <p:spTgt spid="768032"/>
                                        </p:tgtEl>
                                      </p:cBhvr>
                                    </p:animEffect>
                                  </p:childTnLst>
                                  <p:subTnLst>
                                    <p:audio>
                                      <p:cMediaNode>
                                        <p:cTn display="0" masterRel="sameClick">
                                          <p:stCondLst>
                                            <p:cond evt="begin" delay="0">
                                              <p:tn val="42"/>
                                            </p:cond>
                                          </p:stCondLst>
                                          <p:endCondLst>
                                            <p:cond evt="onStopAudio" delay="0">
                                              <p:tgtEl>
                                                <p:sldTgt/>
                                              </p:tgtEl>
                                            </p:cond>
                                          </p:endCondLst>
                                        </p:cTn>
                                        <p:tgtEl>
                                          <p:sndTgt r:embed="rId2"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02" grpId="0" animBg="1"/>
      <p:bldP spid="768016" grpId="0" animBg="1"/>
      <p:bldP spid="768030" grpId="0" autoUpdateAnimBg="0"/>
      <p:bldP spid="768031" grpId="0" autoUpdateAnimBg="0"/>
      <p:bldP spid="768032" grpId="0" animBg="1"/>
      <p:bldP spid="768040" grpId="0" autoUpdateAnimBg="0"/>
      <p:bldP spid="768041" grpId="0"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D65AB83-8240-46DF-9054-D8F168B64B74}" type="slidenum">
              <a:rPr lang="zh-CN" altLang="en-US" b="0" i="0" smtClean="0"/>
              <a:pPr/>
              <a:t>138</a:t>
            </a:fld>
            <a:endParaRPr lang="en-US" altLang="zh-CN" b="0" i="0" smtClean="0"/>
          </a:p>
        </p:txBody>
      </p:sp>
      <p:sp>
        <p:nvSpPr>
          <p:cNvPr id="158723"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25567CD-BD41-4479-ACED-4E6670CF8675}" type="datetime1">
              <a:rPr lang="zh-CN" altLang="en-US" sz="1800" i="0" smtClean="0"/>
              <a:pPr/>
              <a:t>2024/10/20</a:t>
            </a:fld>
            <a:endParaRPr lang="en-US" altLang="zh-CN" sz="1800" i="0" smtClean="0"/>
          </a:p>
        </p:txBody>
      </p:sp>
      <p:sp>
        <p:nvSpPr>
          <p:cNvPr id="768041" name="Rectangle 41"/>
          <p:cNvSpPr>
            <a:spLocks noChangeArrowheads="1"/>
          </p:cNvSpPr>
          <p:nvPr/>
        </p:nvSpPr>
        <p:spPr bwMode="auto">
          <a:xfrm>
            <a:off x="704850" y="1027113"/>
            <a:ext cx="8856663"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50000"/>
              </a:lnSpc>
            </a:pPr>
            <a:r>
              <a:rPr kumimoji="1" lang="zh-CN" altLang="en-US" sz="2800" i="0" dirty="0">
                <a:latin typeface="Times New Roman" pitchFamily="18" charset="0"/>
                <a:ea typeface="黑体" pitchFamily="49" charset="-122"/>
              </a:rPr>
              <a:t>构造思想</a:t>
            </a:r>
            <a:r>
              <a:rPr kumimoji="1" lang="en-US" altLang="zh-CN" sz="2800" i="0" dirty="0">
                <a:latin typeface="Times New Roman" pitchFamily="18" charset="0"/>
                <a:ea typeface="黑体" pitchFamily="49" charset="-122"/>
              </a:rPr>
              <a:t>:  </a:t>
            </a:r>
            <a:endParaRPr kumimoji="1" lang="en-US" altLang="zh-CN" sz="2800" i="0" dirty="0" smtClean="0">
              <a:latin typeface="Times New Roman" pitchFamily="18" charset="0"/>
              <a:ea typeface="黑体" pitchFamily="49" charset="-122"/>
            </a:endParaRPr>
          </a:p>
          <a:p>
            <a:pPr marL="457200" indent="-457200" algn="l" eaLnBrk="1" hangingPunct="1">
              <a:lnSpc>
                <a:spcPct val="150000"/>
              </a:lnSpc>
              <a:buFont typeface="Wingdings" pitchFamily="2" charset="2"/>
              <a:buChar char="n"/>
            </a:pPr>
            <a:r>
              <a:rPr kumimoji="1" lang="zh-CN" altLang="en-US" sz="2800" i="0" dirty="0" smtClean="0">
                <a:solidFill>
                  <a:srgbClr val="FF0000"/>
                </a:solidFill>
                <a:latin typeface="Times New Roman" pitchFamily="18" charset="0"/>
                <a:ea typeface="黑体" pitchFamily="49" charset="-122"/>
              </a:rPr>
              <a:t>通过</a:t>
            </a:r>
            <a:r>
              <a:rPr kumimoji="1" lang="zh-CN" altLang="en-US" sz="2800" i="0" dirty="0">
                <a:solidFill>
                  <a:srgbClr val="FF0000"/>
                </a:solidFill>
                <a:latin typeface="Times New Roman" pitchFamily="18" charset="0"/>
                <a:ea typeface="黑体" pitchFamily="49" charset="-122"/>
              </a:rPr>
              <a:t>构造含待定参数的分段三次</a:t>
            </a:r>
            <a:r>
              <a:rPr kumimoji="1" lang="en-US" altLang="zh-CN" sz="2800" i="0" dirty="0" err="1">
                <a:solidFill>
                  <a:srgbClr val="FF0000"/>
                </a:solidFill>
                <a:latin typeface="Times New Roman" pitchFamily="18" charset="0"/>
                <a:ea typeface="黑体" pitchFamily="49" charset="-122"/>
              </a:rPr>
              <a:t>Hermite</a:t>
            </a:r>
            <a:r>
              <a:rPr kumimoji="1" lang="zh-CN" altLang="en-US" sz="2800" i="0" dirty="0">
                <a:solidFill>
                  <a:srgbClr val="FF0000"/>
                </a:solidFill>
                <a:latin typeface="Times New Roman" pitchFamily="18" charset="0"/>
                <a:ea typeface="黑体" pitchFamily="49" charset="-122"/>
              </a:rPr>
              <a:t>插值多项式来构造三次样条插值函数</a:t>
            </a:r>
            <a:r>
              <a:rPr kumimoji="1" lang="zh-CN" altLang="en-US" sz="2800" i="0" dirty="0" smtClean="0">
                <a:latin typeface="Times New Roman" pitchFamily="18" charset="0"/>
                <a:ea typeface="黑体" pitchFamily="49" charset="-122"/>
              </a:rPr>
              <a:t>。</a:t>
            </a:r>
            <a:endParaRPr kumimoji="1" lang="en-US" altLang="zh-CN" sz="2800" i="0" dirty="0" smtClean="0">
              <a:latin typeface="Times New Roman" pitchFamily="18" charset="0"/>
              <a:ea typeface="黑体" pitchFamily="49" charset="-122"/>
            </a:endParaRPr>
          </a:p>
          <a:p>
            <a:pPr marL="457200" indent="-457200" algn="l" eaLnBrk="1" hangingPunct="1">
              <a:lnSpc>
                <a:spcPct val="150000"/>
              </a:lnSpc>
              <a:buFont typeface="Wingdings" pitchFamily="2" charset="2"/>
              <a:buChar char="n"/>
            </a:pPr>
            <a:r>
              <a:rPr kumimoji="1" lang="zh-CN" altLang="en-US" sz="2800" i="0" dirty="0" smtClean="0">
                <a:latin typeface="Times New Roman" pitchFamily="18" charset="0"/>
                <a:ea typeface="黑体" pitchFamily="49" charset="-122"/>
              </a:rPr>
              <a:t>构造</a:t>
            </a:r>
            <a:r>
              <a:rPr kumimoji="1" lang="en-US" altLang="zh-CN" sz="2800" i="0" dirty="0" err="1">
                <a:latin typeface="Times New Roman" pitchFamily="18" charset="0"/>
                <a:ea typeface="黑体" pitchFamily="49" charset="-122"/>
              </a:rPr>
              <a:t>Hermite</a:t>
            </a:r>
            <a:r>
              <a:rPr kumimoji="1" lang="zh-CN" altLang="en-US" sz="2800" i="0" dirty="0">
                <a:latin typeface="Times New Roman" pitchFamily="18" charset="0"/>
                <a:ea typeface="黑体" pitchFamily="49" charset="-122"/>
              </a:rPr>
              <a:t>插值多项式需要知道被逼近函数</a:t>
            </a:r>
            <a:r>
              <a:rPr kumimoji="1" lang="en-US" altLang="zh-CN" sz="2800" dirty="0">
                <a:latin typeface="Times New Roman" pitchFamily="18" charset="0"/>
                <a:ea typeface="黑体" pitchFamily="49" charset="-122"/>
              </a:rPr>
              <a:t>f</a:t>
            </a:r>
            <a:r>
              <a:rPr kumimoji="1" lang="en-US" altLang="zh-CN" sz="2800" i="0" dirty="0">
                <a:latin typeface="Times New Roman" pitchFamily="18" charset="0"/>
                <a:ea typeface="黑体" pitchFamily="49" charset="-122"/>
              </a:rPr>
              <a:t>(</a:t>
            </a:r>
            <a:r>
              <a:rPr kumimoji="1" lang="en-US" altLang="zh-CN" sz="2800" dirty="0">
                <a:latin typeface="Times New Roman" pitchFamily="18" charset="0"/>
                <a:ea typeface="黑体" pitchFamily="49" charset="-122"/>
              </a:rPr>
              <a:t>x</a:t>
            </a:r>
            <a:r>
              <a:rPr kumimoji="1" lang="en-US" altLang="zh-CN" sz="2800" i="0" dirty="0">
                <a:latin typeface="Times New Roman" pitchFamily="18" charset="0"/>
                <a:ea typeface="黑体" pitchFamily="49" charset="-122"/>
              </a:rPr>
              <a:t>)</a:t>
            </a:r>
            <a:r>
              <a:rPr kumimoji="1" lang="zh-CN" altLang="en-US" sz="2800" i="0" dirty="0">
                <a:latin typeface="Times New Roman" pitchFamily="18" charset="0"/>
                <a:ea typeface="黑体" pitchFamily="49" charset="-122"/>
              </a:rPr>
              <a:t>的导数，而导数通常是不知道的。三次样条插值函数的构造则不需要知道</a:t>
            </a:r>
            <a:r>
              <a:rPr kumimoji="1" lang="en-US" altLang="zh-CN" sz="2800" dirty="0">
                <a:latin typeface="Times New Roman" pitchFamily="18" charset="0"/>
                <a:ea typeface="黑体" pitchFamily="49" charset="-122"/>
              </a:rPr>
              <a:t>f</a:t>
            </a:r>
            <a:r>
              <a:rPr kumimoji="1" lang="en-US" altLang="zh-CN" sz="2800" i="0" dirty="0">
                <a:latin typeface="Times New Roman" pitchFamily="18" charset="0"/>
                <a:ea typeface="黑体" pitchFamily="49" charset="-122"/>
              </a:rPr>
              <a:t>(</a:t>
            </a:r>
            <a:r>
              <a:rPr kumimoji="1" lang="en-US" altLang="zh-CN" sz="2800" dirty="0">
                <a:latin typeface="Times New Roman" pitchFamily="18" charset="0"/>
                <a:ea typeface="黑体" pitchFamily="49" charset="-122"/>
              </a:rPr>
              <a:t>x</a:t>
            </a:r>
            <a:r>
              <a:rPr kumimoji="1" lang="en-US" altLang="zh-CN" sz="2800" i="0" dirty="0">
                <a:latin typeface="Times New Roman" pitchFamily="18" charset="0"/>
                <a:ea typeface="黑体" pitchFamily="49" charset="-122"/>
              </a:rPr>
              <a:t>)</a:t>
            </a:r>
            <a:r>
              <a:rPr kumimoji="1" lang="zh-CN" altLang="en-US" sz="2800" i="0" dirty="0">
                <a:latin typeface="Times New Roman" pitchFamily="18" charset="0"/>
                <a:ea typeface="黑体" pitchFamily="49" charset="-122"/>
              </a:rPr>
              <a:t>的导数值，直接将其作为待定参数，</a:t>
            </a:r>
            <a:r>
              <a:rPr kumimoji="1" lang="zh-CN" altLang="en-US" sz="2800" i="0" dirty="0">
                <a:solidFill>
                  <a:srgbClr val="FF0000"/>
                </a:solidFill>
                <a:latin typeface="Times New Roman" pitchFamily="18" charset="0"/>
                <a:ea typeface="黑体" pitchFamily="49" charset="-122"/>
              </a:rPr>
              <a:t>利用各节点在连接处的光滑性与连续性条件，建立关系式来确定待定参数</a:t>
            </a:r>
            <a:r>
              <a:rPr kumimoji="1" lang="zh-CN" altLang="en-US" sz="2800" i="0" dirty="0">
                <a:latin typeface="Times New Roman" pitchFamily="18" charset="0"/>
                <a:ea typeface="黑体" pitchFamily="49" charset="-122"/>
              </a:rPr>
              <a:t>，从而构造插值多项式</a:t>
            </a:r>
            <a:r>
              <a:rPr kumimoji="1" lang="zh-CN" altLang="en-US" sz="2800" i="0" dirty="0" smtClean="0">
                <a:latin typeface="Times New Roman" pitchFamily="18" charset="0"/>
                <a:ea typeface="黑体" pitchFamily="49" charset="-122"/>
              </a:rPr>
              <a:t>。</a:t>
            </a:r>
            <a:endParaRPr kumimoji="1" lang="zh-CN" altLang="en-US" sz="3200" i="0" dirty="0">
              <a:latin typeface="Times New Roman" pitchFamily="18" charset="0"/>
              <a:ea typeface="黑体" pitchFamily="49" charset="-122"/>
            </a:endParaRPr>
          </a:p>
        </p:txBody>
      </p:sp>
    </p:spTree>
    <p:extLst>
      <p:ext uri="{BB962C8B-B14F-4D97-AF65-F5344CB8AC3E}">
        <p14:creationId xmlns:p14="http://schemas.microsoft.com/office/powerpoint/2010/main" val="260887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8041"/>
                                        </p:tgtEl>
                                        <p:attrNameLst>
                                          <p:attrName>style.visibility</p:attrName>
                                        </p:attrNameLst>
                                      </p:cBhvr>
                                      <p:to>
                                        <p:strVal val="visible"/>
                                      </p:to>
                                    </p:set>
                                    <p:animEffect transition="in" filter="dissolve">
                                      <p:cBhvr>
                                        <p:cTn id="7" dur="500"/>
                                        <p:tgtEl>
                                          <p:spTgt spid="768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1" grpId="0"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20F1BA3-233A-4055-8D14-4E3F7BDC8EFD}" type="slidenum">
              <a:rPr lang="zh-CN" altLang="en-US" b="0" i="0" smtClean="0"/>
              <a:pPr/>
              <a:t>139</a:t>
            </a:fld>
            <a:endParaRPr lang="en-US" altLang="zh-CN" b="0" i="0" smtClean="0"/>
          </a:p>
        </p:txBody>
      </p:sp>
      <p:sp>
        <p:nvSpPr>
          <p:cNvPr id="159747"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F3ED349-533A-40AF-8D9F-66B65AFB8A56}" type="datetime1">
              <a:rPr lang="zh-CN" altLang="en-US" sz="1800" i="0" smtClean="0"/>
              <a:pPr/>
              <a:t>2024/10/20</a:t>
            </a:fld>
            <a:endParaRPr lang="en-US" altLang="zh-CN" sz="1800" i="0" smtClean="0"/>
          </a:p>
        </p:txBody>
      </p:sp>
      <p:sp>
        <p:nvSpPr>
          <p:cNvPr id="159748" name="Text Box 3"/>
          <p:cNvSpPr txBox="1">
            <a:spLocks noChangeArrowheads="1"/>
          </p:cNvSpPr>
          <p:nvPr/>
        </p:nvSpPr>
        <p:spPr bwMode="auto">
          <a:xfrm>
            <a:off x="631825" y="1125538"/>
            <a:ext cx="9001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200" i="0">
                <a:solidFill>
                  <a:srgbClr val="FF0000"/>
                </a:solidFill>
                <a:latin typeface="Times New Roman" pitchFamily="18" charset="0"/>
                <a:ea typeface="黑体" pitchFamily="49" charset="-122"/>
              </a:rPr>
              <a:t>设 </a:t>
            </a:r>
            <a:r>
              <a:rPr kumimoji="1" lang="en-US" altLang="zh-CN" sz="2800">
                <a:latin typeface="Times New Roman" pitchFamily="18" charset="0"/>
                <a:ea typeface="黑体" pitchFamily="49" charset="-122"/>
              </a:rPr>
              <a:t>f</a:t>
            </a:r>
            <a:r>
              <a:rPr kumimoji="1" lang="en-US" altLang="zh-CN" sz="2800" i="0">
                <a:latin typeface="Times New Roman" pitchFamily="18" charset="0"/>
                <a:ea typeface="黑体" pitchFamily="49" charset="-122"/>
              </a:rPr>
              <a:t> (</a:t>
            </a:r>
            <a:r>
              <a:rPr kumimoji="1" lang="en-US" altLang="zh-CN" sz="2800">
                <a:latin typeface="Times New Roman" pitchFamily="18" charset="0"/>
                <a:ea typeface="黑体" pitchFamily="49" charset="-122"/>
              </a:rPr>
              <a:t>x</a:t>
            </a:r>
            <a:r>
              <a:rPr kumimoji="1" lang="en-US" altLang="zh-CN" sz="2800" i="0">
                <a:latin typeface="Times New Roman" pitchFamily="18" charset="0"/>
                <a:ea typeface="黑体" pitchFamily="49" charset="-122"/>
              </a:rPr>
              <a:t>)</a:t>
            </a:r>
            <a:r>
              <a:rPr kumimoji="1" lang="zh-CN" altLang="en-US" sz="2800" i="0">
                <a:latin typeface="Times New Roman" pitchFamily="18" charset="0"/>
                <a:ea typeface="黑体" pitchFamily="49" charset="-122"/>
              </a:rPr>
              <a:t>是定义在 </a:t>
            </a:r>
            <a:r>
              <a:rPr kumimoji="1" lang="en-US" altLang="zh-CN" sz="2800" i="0">
                <a:latin typeface="Times New Roman" pitchFamily="18" charset="0"/>
                <a:ea typeface="黑体" pitchFamily="49" charset="-122"/>
              </a:rPr>
              <a:t>[a, b]</a:t>
            </a:r>
            <a:r>
              <a:rPr kumimoji="1" lang="zh-CN" altLang="en-US" sz="2800" i="0">
                <a:latin typeface="Times New Roman" pitchFamily="18" charset="0"/>
                <a:ea typeface="黑体" pitchFamily="49" charset="-122"/>
              </a:rPr>
              <a:t>区间上的一个二次连续可微函数，</a:t>
            </a:r>
          </a:p>
        </p:txBody>
      </p:sp>
      <p:graphicFrame>
        <p:nvGraphicFramePr>
          <p:cNvPr id="159749" name="Object 5"/>
          <p:cNvGraphicFramePr>
            <a:graphicFrameLocks noChangeAspect="1"/>
          </p:cNvGraphicFramePr>
          <p:nvPr>
            <p:extLst>
              <p:ext uri="{D42A27DB-BD31-4B8C-83A1-F6EECF244321}">
                <p14:modId xmlns:p14="http://schemas.microsoft.com/office/powerpoint/2010/main" val="2028310223"/>
              </p:ext>
            </p:extLst>
          </p:nvPr>
        </p:nvGraphicFramePr>
        <p:xfrm>
          <a:off x="992560" y="1712596"/>
          <a:ext cx="6767512" cy="592137"/>
        </p:xfrm>
        <a:graphic>
          <a:graphicData uri="http://schemas.openxmlformats.org/presentationml/2006/ole">
            <mc:AlternateContent xmlns:mc="http://schemas.openxmlformats.org/markup-compatibility/2006">
              <mc:Choice xmlns:v="urn:schemas-microsoft-com:vml" Requires="v">
                <p:oleObj spid="_x0000_s222325" name="公式" r:id="rId3" imgW="2400300" imgH="228600" progId="Equation.3">
                  <p:embed/>
                </p:oleObj>
              </mc:Choice>
              <mc:Fallback>
                <p:oleObj name="公式" r:id="rId3" imgW="24003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560" y="1712596"/>
                        <a:ext cx="6767512"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9750" name="Text Box 6"/>
          <p:cNvSpPr txBox="1">
            <a:spLocks noChangeArrowheads="1"/>
          </p:cNvSpPr>
          <p:nvPr/>
        </p:nvSpPr>
        <p:spPr bwMode="auto">
          <a:xfrm>
            <a:off x="272480" y="3501008"/>
            <a:ext cx="51667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smtClean="0">
                <a:latin typeface="Times New Roman" pitchFamily="18" charset="0"/>
                <a:ea typeface="黑体" pitchFamily="49" charset="-122"/>
                <a:sym typeface="Symbol"/>
              </a:rPr>
              <a:t></a:t>
            </a:r>
            <a:r>
              <a:rPr kumimoji="1" lang="en-US" altLang="zh-CN" sz="2800" i="0" dirty="0" smtClean="0">
                <a:latin typeface="Times New Roman" pitchFamily="18" charset="0"/>
                <a:ea typeface="黑体" pitchFamily="49" charset="-122"/>
              </a:rPr>
              <a:t>S</a:t>
            </a:r>
            <a:r>
              <a:rPr kumimoji="1" lang="en-US" altLang="zh-CN" sz="2800" i="0" dirty="0">
                <a:latin typeface="Times New Roman" pitchFamily="18" charset="0"/>
                <a:ea typeface="黑体" pitchFamily="49" charset="-122"/>
                <a:sym typeface="Symbol" pitchFamily="18" charset="2"/>
              </a:rPr>
              <a:t></a:t>
            </a:r>
            <a:r>
              <a:rPr kumimoji="1" lang="en-US" altLang="zh-CN" sz="2800" i="0" dirty="0">
                <a:latin typeface="Times New Roman" pitchFamily="18" charset="0"/>
                <a:ea typeface="黑体" pitchFamily="49" charset="-122"/>
              </a:rPr>
              <a:t> (</a:t>
            </a:r>
            <a:r>
              <a:rPr kumimoji="1" lang="en-US" altLang="zh-CN" sz="2800" dirty="0">
                <a:latin typeface="Times New Roman" pitchFamily="18" charset="0"/>
                <a:ea typeface="黑体" pitchFamily="49" charset="-122"/>
              </a:rPr>
              <a:t>x</a:t>
            </a:r>
            <a:r>
              <a:rPr kumimoji="1" lang="en-US" altLang="zh-CN" sz="2800" i="0" dirty="0">
                <a:latin typeface="Times New Roman" pitchFamily="18" charset="0"/>
                <a:ea typeface="黑体" pitchFamily="49" charset="-122"/>
              </a:rPr>
              <a:t>)</a:t>
            </a:r>
            <a:r>
              <a:rPr kumimoji="1" lang="zh-CN" altLang="en-US" sz="2800" i="0" dirty="0">
                <a:latin typeface="Times New Roman" pitchFamily="18" charset="0"/>
                <a:ea typeface="黑体" pitchFamily="49" charset="-122"/>
              </a:rPr>
              <a:t>在 </a:t>
            </a:r>
            <a:r>
              <a:rPr kumimoji="1" lang="en-US" altLang="zh-CN" sz="2800" i="0" dirty="0">
                <a:latin typeface="Times New Roman" pitchFamily="18" charset="0"/>
                <a:ea typeface="黑体" pitchFamily="49" charset="-122"/>
              </a:rPr>
              <a:t>[</a:t>
            </a:r>
            <a:r>
              <a:rPr kumimoji="1" lang="en-US" altLang="zh-CN" sz="2800" dirty="0">
                <a:latin typeface="Times New Roman" pitchFamily="18" charset="0"/>
                <a:ea typeface="黑体" pitchFamily="49" charset="-122"/>
              </a:rPr>
              <a:t>x</a:t>
            </a:r>
            <a:r>
              <a:rPr kumimoji="1" lang="en-US" altLang="zh-CN" sz="2800" baseline="-25000" dirty="0">
                <a:latin typeface="Times New Roman" pitchFamily="18" charset="0"/>
                <a:ea typeface="黑体" pitchFamily="49" charset="-122"/>
              </a:rPr>
              <a:t>i-</a:t>
            </a:r>
            <a:r>
              <a:rPr kumimoji="1" lang="en-US" altLang="zh-CN" sz="2800" i="0" baseline="-25000" dirty="0">
                <a:latin typeface="Times New Roman" pitchFamily="18" charset="0"/>
                <a:ea typeface="黑体" pitchFamily="49" charset="-122"/>
              </a:rPr>
              <a:t>1</a:t>
            </a:r>
            <a:r>
              <a:rPr kumimoji="1" lang="en-US" altLang="zh-CN" sz="2800" i="0" dirty="0">
                <a:latin typeface="Times New Roman" pitchFamily="18" charset="0"/>
                <a:ea typeface="黑体" pitchFamily="49" charset="-122"/>
              </a:rPr>
              <a:t>, </a:t>
            </a:r>
            <a:r>
              <a:rPr kumimoji="1" lang="en-US" altLang="zh-CN" sz="2800" dirty="0">
                <a:latin typeface="Times New Roman" pitchFamily="18" charset="0"/>
                <a:ea typeface="黑体" pitchFamily="49" charset="-122"/>
              </a:rPr>
              <a:t>x</a:t>
            </a:r>
            <a:r>
              <a:rPr kumimoji="1" lang="en-US" altLang="zh-CN" sz="2800" baseline="-25000" dirty="0">
                <a:latin typeface="Times New Roman" pitchFamily="18" charset="0"/>
                <a:ea typeface="黑体" pitchFamily="49" charset="-122"/>
              </a:rPr>
              <a:t>i</a:t>
            </a:r>
            <a:r>
              <a:rPr kumimoji="1" lang="en-US" altLang="zh-CN" sz="2800" i="0" dirty="0">
                <a:latin typeface="Times New Roman" pitchFamily="18" charset="0"/>
                <a:ea typeface="黑体" pitchFamily="49" charset="-122"/>
              </a:rPr>
              <a:t>] </a:t>
            </a:r>
            <a:r>
              <a:rPr kumimoji="1" lang="zh-CN" altLang="en-US" sz="2800" i="0" dirty="0">
                <a:latin typeface="Times New Roman" pitchFamily="18" charset="0"/>
                <a:ea typeface="黑体" pitchFamily="49" charset="-122"/>
              </a:rPr>
              <a:t>上是一次函数</a:t>
            </a:r>
          </a:p>
        </p:txBody>
      </p:sp>
      <p:sp>
        <p:nvSpPr>
          <p:cNvPr id="159751" name="Text Box 9"/>
          <p:cNvSpPr txBox="1">
            <a:spLocks noChangeArrowheads="1"/>
          </p:cNvSpPr>
          <p:nvPr/>
        </p:nvSpPr>
        <p:spPr bwMode="auto">
          <a:xfrm>
            <a:off x="6105525" y="2298700"/>
            <a:ext cx="2462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a:latin typeface="Times New Roman" pitchFamily="18" charset="0"/>
              </a:rPr>
              <a:t> </a:t>
            </a:r>
            <a:r>
              <a:rPr kumimoji="1" lang="en-US" altLang="zh-CN" sz="2800">
                <a:latin typeface="Times New Roman" pitchFamily="18" charset="0"/>
              </a:rPr>
              <a:t>i</a:t>
            </a:r>
            <a:r>
              <a:rPr kumimoji="1" lang="en-US" altLang="zh-CN" sz="2800" i="0">
                <a:latin typeface="Times New Roman" pitchFamily="18" charset="0"/>
              </a:rPr>
              <a:t> = 0, 1, 2,…, </a:t>
            </a:r>
            <a:r>
              <a:rPr kumimoji="1" lang="en-US" altLang="zh-CN" sz="2800">
                <a:latin typeface="Times New Roman" pitchFamily="18" charset="0"/>
              </a:rPr>
              <a:t>n</a:t>
            </a:r>
            <a:endParaRPr kumimoji="1" lang="en-US" altLang="zh-CN" sz="2800" i="0">
              <a:latin typeface="Times New Roman" pitchFamily="18" charset="0"/>
              <a:ea typeface="楷体_GB2312" pitchFamily="49" charset="-122"/>
            </a:endParaRPr>
          </a:p>
        </p:txBody>
      </p:sp>
      <p:graphicFrame>
        <p:nvGraphicFramePr>
          <p:cNvPr id="159752" name="Object 10"/>
          <p:cNvGraphicFramePr>
            <a:graphicFrameLocks noChangeAspect="1"/>
          </p:cNvGraphicFramePr>
          <p:nvPr>
            <p:extLst>
              <p:ext uri="{D42A27DB-BD31-4B8C-83A1-F6EECF244321}">
                <p14:modId xmlns:p14="http://schemas.microsoft.com/office/powerpoint/2010/main" val="2300926966"/>
              </p:ext>
            </p:extLst>
          </p:nvPr>
        </p:nvGraphicFramePr>
        <p:xfrm>
          <a:off x="2144688" y="2270124"/>
          <a:ext cx="3848100" cy="576263"/>
        </p:xfrm>
        <a:graphic>
          <a:graphicData uri="http://schemas.openxmlformats.org/presentationml/2006/ole">
            <mc:AlternateContent xmlns:mc="http://schemas.openxmlformats.org/markup-compatibility/2006">
              <mc:Choice xmlns:v="urn:schemas-microsoft-com:vml" Requires="v">
                <p:oleObj spid="_x0000_s222326" name="公式" r:id="rId5" imgW="1397000" imgH="228600" progId="Equation.3">
                  <p:embed/>
                </p:oleObj>
              </mc:Choice>
              <mc:Fallback>
                <p:oleObj name="公式" r:id="rId5" imgW="13970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4688" y="2270124"/>
                        <a:ext cx="3848100" cy="576263"/>
                      </a:xfrm>
                      <a:prstGeom prst="rect">
                        <a:avLst/>
                      </a:prstGeom>
                      <a:noFill/>
                      <a:ln>
                        <a:solidFill>
                          <a:srgbClr val="FF0000"/>
                        </a:solidFill>
                      </a:ln>
                      <a:extLst/>
                    </p:spPr>
                  </p:pic>
                </p:oleObj>
              </mc:Fallback>
            </mc:AlternateContent>
          </a:graphicData>
        </a:graphic>
      </p:graphicFrame>
      <p:grpSp>
        <p:nvGrpSpPr>
          <p:cNvPr id="159753" name="Group 11"/>
          <p:cNvGrpSpPr>
            <a:grpSpLocks/>
          </p:cNvGrpSpPr>
          <p:nvPr/>
        </p:nvGrpSpPr>
        <p:grpSpPr bwMode="auto">
          <a:xfrm>
            <a:off x="282980" y="2906715"/>
            <a:ext cx="9589428" cy="533401"/>
            <a:chOff x="166" y="2069"/>
            <a:chExt cx="5680" cy="336"/>
          </a:xfrm>
        </p:grpSpPr>
        <p:sp>
          <p:nvSpPr>
            <p:cNvPr id="159757" name="Text Box 12"/>
            <p:cNvSpPr txBox="1">
              <a:spLocks noChangeArrowheads="1"/>
            </p:cNvSpPr>
            <p:nvPr/>
          </p:nvSpPr>
          <p:spPr bwMode="auto">
            <a:xfrm>
              <a:off x="875" y="2069"/>
              <a:ext cx="49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a:latin typeface="楷体_GB2312" pitchFamily="49" charset="-122"/>
                  <a:ea typeface="黑体" pitchFamily="49" charset="-122"/>
                </a:rPr>
                <a:t>在每一个小区间</a:t>
              </a:r>
              <a:r>
                <a:rPr kumimoji="1" lang="en-US" altLang="zh-CN" sz="2800" i="0" dirty="0">
                  <a:latin typeface="Times New Roman" pitchFamily="18" charset="0"/>
                  <a:ea typeface="黑体" pitchFamily="49" charset="-122"/>
                </a:rPr>
                <a:t>[</a:t>
              </a:r>
              <a:r>
                <a:rPr kumimoji="1" lang="en-US" altLang="zh-CN" sz="2800" dirty="0">
                  <a:latin typeface="Times New Roman" pitchFamily="18" charset="0"/>
                  <a:ea typeface="黑体" pitchFamily="49" charset="-122"/>
                </a:rPr>
                <a:t>x</a:t>
              </a:r>
              <a:r>
                <a:rPr kumimoji="1" lang="en-US" altLang="zh-CN" sz="2800" baseline="-30000" dirty="0">
                  <a:latin typeface="Times New Roman" pitchFamily="18" charset="0"/>
                  <a:ea typeface="黑体" pitchFamily="49" charset="-122"/>
                </a:rPr>
                <a:t>i</a:t>
              </a:r>
              <a:r>
                <a:rPr kumimoji="1" lang="en-US" altLang="zh-CN" sz="2800" i="0" baseline="-30000" dirty="0">
                  <a:latin typeface="Times New Roman" pitchFamily="18" charset="0"/>
                  <a:ea typeface="黑体" pitchFamily="49" charset="-122"/>
                </a:rPr>
                <a:t>-1</a:t>
              </a:r>
              <a:r>
                <a:rPr kumimoji="1" lang="en-US" altLang="zh-CN" sz="2800" i="0" dirty="0">
                  <a:latin typeface="Times New Roman" pitchFamily="18" charset="0"/>
                  <a:ea typeface="黑体" pitchFamily="49" charset="-122"/>
                </a:rPr>
                <a:t>, </a:t>
              </a:r>
              <a:r>
                <a:rPr kumimoji="1" lang="en-US" altLang="zh-CN" sz="2800" dirty="0">
                  <a:latin typeface="Times New Roman" pitchFamily="18" charset="0"/>
                  <a:ea typeface="黑体" pitchFamily="49" charset="-122"/>
                </a:rPr>
                <a:t>x</a:t>
              </a:r>
              <a:r>
                <a:rPr kumimoji="1" lang="en-US" altLang="zh-CN" sz="2800" baseline="-30000" dirty="0">
                  <a:latin typeface="Times New Roman" pitchFamily="18" charset="0"/>
                  <a:ea typeface="黑体" pitchFamily="49" charset="-122"/>
                </a:rPr>
                <a:t>i</a:t>
              </a:r>
              <a:r>
                <a:rPr kumimoji="1" lang="en-US" altLang="zh-CN" sz="2800" i="0" dirty="0">
                  <a:latin typeface="Times New Roman" pitchFamily="18" charset="0"/>
                  <a:ea typeface="黑体" pitchFamily="49" charset="-122"/>
                </a:rPr>
                <a:t>]  </a:t>
              </a:r>
              <a:r>
                <a:rPr kumimoji="1" lang="en-US" altLang="zh-CN" sz="2800" dirty="0">
                  <a:latin typeface="Times New Roman" pitchFamily="18" charset="0"/>
                  <a:ea typeface="黑体" pitchFamily="49" charset="-122"/>
                </a:rPr>
                <a:t>i</a:t>
              </a:r>
              <a:r>
                <a:rPr kumimoji="1" lang="en-US" altLang="zh-CN" sz="2800" i="0" dirty="0">
                  <a:latin typeface="Times New Roman" pitchFamily="18" charset="0"/>
                  <a:ea typeface="黑体" pitchFamily="49" charset="-122"/>
                </a:rPr>
                <a:t> = 1,…, </a:t>
              </a:r>
              <a:r>
                <a:rPr kumimoji="1" lang="en-US" altLang="zh-CN" sz="2800" dirty="0">
                  <a:latin typeface="Times New Roman" pitchFamily="18" charset="0"/>
                  <a:ea typeface="黑体" pitchFamily="49" charset="-122"/>
                </a:rPr>
                <a:t>n</a:t>
              </a:r>
              <a:r>
                <a:rPr kumimoji="1" lang="en-US" altLang="zh-CN" sz="2800" i="0" dirty="0">
                  <a:latin typeface="Times New Roman" pitchFamily="18" charset="0"/>
                  <a:ea typeface="黑体" pitchFamily="49" charset="-122"/>
                </a:rPr>
                <a:t> </a:t>
              </a:r>
              <a:r>
                <a:rPr kumimoji="1" lang="zh-CN" altLang="en-US" sz="2800" i="0" dirty="0">
                  <a:latin typeface="楷体_GB2312" pitchFamily="49" charset="-122"/>
                  <a:ea typeface="黑体" pitchFamily="49" charset="-122"/>
                </a:rPr>
                <a:t>上都是三次多项式</a:t>
              </a:r>
              <a:endParaRPr kumimoji="1" lang="zh-CN" altLang="en-US" sz="2400" i="0" dirty="0">
                <a:latin typeface="楷体_GB2312" pitchFamily="49" charset="-122"/>
                <a:ea typeface="黑体" pitchFamily="49" charset="-122"/>
              </a:endParaRPr>
            </a:p>
          </p:txBody>
        </p:sp>
        <p:graphicFrame>
          <p:nvGraphicFramePr>
            <p:cNvPr id="159758" name="Object 13"/>
            <p:cNvGraphicFramePr>
              <a:graphicFrameLocks noChangeAspect="1"/>
            </p:cNvGraphicFramePr>
            <p:nvPr>
              <p:extLst>
                <p:ext uri="{D42A27DB-BD31-4B8C-83A1-F6EECF244321}">
                  <p14:modId xmlns:p14="http://schemas.microsoft.com/office/powerpoint/2010/main" val="4131348893"/>
                </p:ext>
              </p:extLst>
            </p:nvPr>
          </p:nvGraphicFramePr>
          <p:xfrm>
            <a:off x="166" y="2112"/>
            <a:ext cx="774" cy="293"/>
          </p:xfrm>
          <a:graphic>
            <a:graphicData uri="http://schemas.openxmlformats.org/presentationml/2006/ole">
              <mc:AlternateContent xmlns:mc="http://schemas.openxmlformats.org/markup-compatibility/2006">
                <mc:Choice xmlns:v="urn:schemas-microsoft-com:vml" Requires="v">
                  <p:oleObj spid="_x0000_s222327" name="公式" r:id="rId7" imgW="520560" imgH="203040" progId="Equation.3">
                    <p:embed/>
                  </p:oleObj>
                </mc:Choice>
                <mc:Fallback>
                  <p:oleObj name="公式" r:id="rId7" imgW="520560" imgH="203040" progId="Equation.3">
                    <p:embed/>
                    <p:pic>
                      <p:nvPicPr>
                        <p:cNvPr id="0" name=""/>
                        <p:cNvPicPr>
                          <a:picLocks noChangeAspect="1" noChangeArrowheads="1"/>
                        </p:cNvPicPr>
                        <p:nvPr/>
                      </p:nvPicPr>
                      <p:blipFill>
                        <a:blip r:embed="rId8"/>
                        <a:srcRect/>
                        <a:stretch>
                          <a:fillRect/>
                        </a:stretch>
                      </p:blipFill>
                      <p:spPr bwMode="auto">
                        <a:xfrm>
                          <a:off x="166" y="2112"/>
                          <a:ext cx="77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59754" name="Object 14"/>
          <p:cNvGraphicFramePr>
            <a:graphicFrameLocks noChangeAspect="1"/>
          </p:cNvGraphicFramePr>
          <p:nvPr>
            <p:extLst>
              <p:ext uri="{D42A27DB-BD31-4B8C-83A1-F6EECF244321}">
                <p14:modId xmlns:p14="http://schemas.microsoft.com/office/powerpoint/2010/main" val="2582421426"/>
              </p:ext>
            </p:extLst>
          </p:nvPr>
        </p:nvGraphicFramePr>
        <p:xfrm>
          <a:off x="1784648" y="4149080"/>
          <a:ext cx="5453063" cy="1262063"/>
        </p:xfrm>
        <a:graphic>
          <a:graphicData uri="http://schemas.openxmlformats.org/presentationml/2006/ole">
            <mc:AlternateContent xmlns:mc="http://schemas.openxmlformats.org/markup-compatibility/2006">
              <mc:Choice xmlns:v="urn:schemas-microsoft-com:vml" Requires="v">
                <p:oleObj spid="_x0000_s222328" name="公式" r:id="rId9" imgW="1701800" imgH="419100" progId="Equation.3">
                  <p:embed/>
                </p:oleObj>
              </mc:Choice>
              <mc:Fallback>
                <p:oleObj name="公式" r:id="rId9" imgW="1701800" imgH="4191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84648" y="4149080"/>
                        <a:ext cx="5453063"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9040" name="Rectangle 16"/>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dirty="0" err="1">
                <a:solidFill>
                  <a:schemeClr val="bg1"/>
                </a:solidFill>
                <a:effectLst>
                  <a:outerShdw blurRad="38100" dist="38100" dir="2700000" algn="tl">
                    <a:srgbClr val="C0C0C0"/>
                  </a:outerShdw>
                </a:effectLst>
              </a:rPr>
              <a:t>三次样条插值的存在唯一性和计算方法</a:t>
            </a:r>
            <a:endParaRPr lang="zh-CN" altLang="en-US" sz="4000" i="0" dirty="0">
              <a:solidFill>
                <a:schemeClr val="bg1"/>
              </a:solidFill>
              <a:effectLst>
                <a:outerShdw blurRad="38100" dist="38100" dir="2700000" algn="tl">
                  <a:srgbClr val="C0C0C0"/>
                </a:outerShdw>
              </a:effectLst>
            </a:endParaRPr>
          </a:p>
        </p:txBody>
      </p:sp>
      <p:graphicFrame>
        <p:nvGraphicFramePr>
          <p:cNvPr id="159756" name="Object 19"/>
          <p:cNvGraphicFramePr>
            <a:graphicFrameLocks noChangeAspect="1"/>
          </p:cNvGraphicFramePr>
          <p:nvPr>
            <p:extLst>
              <p:ext uri="{D42A27DB-BD31-4B8C-83A1-F6EECF244321}">
                <p14:modId xmlns:p14="http://schemas.microsoft.com/office/powerpoint/2010/main" val="3255824630"/>
              </p:ext>
            </p:extLst>
          </p:nvPr>
        </p:nvGraphicFramePr>
        <p:xfrm>
          <a:off x="631825" y="5301208"/>
          <a:ext cx="8164512" cy="1214522"/>
        </p:xfrm>
        <a:graphic>
          <a:graphicData uri="http://schemas.openxmlformats.org/presentationml/2006/ole">
            <mc:AlternateContent xmlns:mc="http://schemas.openxmlformats.org/markup-compatibility/2006">
              <mc:Choice xmlns:v="urn:schemas-microsoft-com:vml" Requires="v">
                <p:oleObj spid="_x0000_s222329" name="公式" r:id="rId11" imgW="2806560" imgH="444240" progId="Equation.3">
                  <p:embed/>
                </p:oleObj>
              </mc:Choice>
              <mc:Fallback>
                <p:oleObj name="公式" r:id="rId11" imgW="2806560" imgH="444240" progId="Equation.3">
                  <p:embed/>
                  <p:pic>
                    <p:nvPicPr>
                      <p:cNvPr id="0" name=""/>
                      <p:cNvPicPr>
                        <a:picLocks noChangeAspect="1" noChangeArrowheads="1"/>
                      </p:cNvPicPr>
                      <p:nvPr/>
                    </p:nvPicPr>
                    <p:blipFill>
                      <a:blip r:embed="rId12"/>
                      <a:srcRect/>
                      <a:stretch>
                        <a:fillRect/>
                      </a:stretch>
                    </p:blipFill>
                    <p:spPr bwMode="auto">
                      <a:xfrm>
                        <a:off x="631825" y="5301208"/>
                        <a:ext cx="8164512" cy="121452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871642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9750"/>
                                        </p:tgtEl>
                                        <p:attrNameLst>
                                          <p:attrName>style.visibility</p:attrName>
                                        </p:attrNameLst>
                                      </p:cBhvr>
                                      <p:to>
                                        <p:strVal val="visible"/>
                                      </p:to>
                                    </p:set>
                                    <p:animEffect transition="in" filter="wipe(up)">
                                      <p:cBhvr>
                                        <p:cTn id="7" dur="500"/>
                                        <p:tgtEl>
                                          <p:spTgt spid="159750"/>
                                        </p:tgtEl>
                                      </p:cBhvr>
                                    </p:animEffect>
                                  </p:childTnLst>
                                </p:cTn>
                              </p:par>
                              <p:par>
                                <p:cTn id="8" presetID="22" presetClass="entr" presetSubtype="1" fill="hold" nodeType="withEffect">
                                  <p:stCondLst>
                                    <p:cond delay="0"/>
                                  </p:stCondLst>
                                  <p:childTnLst>
                                    <p:set>
                                      <p:cBhvr>
                                        <p:cTn id="9" dur="1" fill="hold">
                                          <p:stCondLst>
                                            <p:cond delay="0"/>
                                          </p:stCondLst>
                                        </p:cTn>
                                        <p:tgtEl>
                                          <p:spTgt spid="159753"/>
                                        </p:tgtEl>
                                        <p:attrNameLst>
                                          <p:attrName>style.visibility</p:attrName>
                                        </p:attrNameLst>
                                      </p:cBhvr>
                                      <p:to>
                                        <p:strVal val="visible"/>
                                      </p:to>
                                    </p:set>
                                    <p:animEffect transition="in" filter="wipe(up)">
                                      <p:cBhvr>
                                        <p:cTn id="10" dur="500"/>
                                        <p:tgtEl>
                                          <p:spTgt spid="15975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4" presetClass="entr" presetSubtype="10" fill="hold" nodeType="clickEffect">
                                  <p:stCondLst>
                                    <p:cond delay="0"/>
                                  </p:stCondLst>
                                  <p:childTnLst>
                                    <p:set>
                                      <p:cBhvr>
                                        <p:cTn id="14" dur="1" fill="hold">
                                          <p:stCondLst>
                                            <p:cond delay="0"/>
                                          </p:stCondLst>
                                        </p:cTn>
                                        <p:tgtEl>
                                          <p:spTgt spid="159754"/>
                                        </p:tgtEl>
                                        <p:attrNameLst>
                                          <p:attrName>style.visibility</p:attrName>
                                        </p:attrNameLst>
                                      </p:cBhvr>
                                      <p:to>
                                        <p:strVal val="visible"/>
                                      </p:to>
                                    </p:set>
                                    <p:animEffect transition="in" filter="randombar(horizontal)">
                                      <p:cBhvr>
                                        <p:cTn id="15" dur="500"/>
                                        <p:tgtEl>
                                          <p:spTgt spid="159754"/>
                                        </p:tgtEl>
                                      </p:cBhvr>
                                    </p:animEffect>
                                  </p:childTnLst>
                                </p:cTn>
                              </p:par>
                              <p:par>
                                <p:cTn id="16" presetID="14" presetClass="entr" presetSubtype="10" fill="hold" nodeType="withEffect">
                                  <p:stCondLst>
                                    <p:cond delay="0"/>
                                  </p:stCondLst>
                                  <p:childTnLst>
                                    <p:set>
                                      <p:cBhvr>
                                        <p:cTn id="17" dur="1" fill="hold">
                                          <p:stCondLst>
                                            <p:cond delay="0"/>
                                          </p:stCondLst>
                                        </p:cTn>
                                        <p:tgtEl>
                                          <p:spTgt spid="159756"/>
                                        </p:tgtEl>
                                        <p:attrNameLst>
                                          <p:attrName>style.visibility</p:attrName>
                                        </p:attrNameLst>
                                      </p:cBhvr>
                                      <p:to>
                                        <p:strVal val="visible"/>
                                      </p:to>
                                    </p:set>
                                    <p:animEffect transition="in" filter="randombar(horizontal)">
                                      <p:cBhvr>
                                        <p:cTn id="18" dur="500"/>
                                        <p:tgtEl>
                                          <p:spTgt spid="159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0"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93F5C76-C57F-44C9-ACF6-72311079D0E2}" type="slidenum">
              <a:rPr lang="zh-CN" altLang="en-US" b="0" i="0" smtClean="0"/>
              <a:pPr/>
              <a:t>140</a:t>
            </a:fld>
            <a:endParaRPr lang="en-US" altLang="zh-CN" b="0" i="0" smtClean="0"/>
          </a:p>
        </p:txBody>
      </p:sp>
      <p:sp>
        <p:nvSpPr>
          <p:cNvPr id="160771"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1CBE290-E092-4243-B311-4EFEDAC8CF43}" type="datetime1">
              <a:rPr lang="zh-CN" altLang="en-US" sz="1800" i="0" smtClean="0"/>
              <a:pPr/>
              <a:t>2024/10/20</a:t>
            </a:fld>
            <a:endParaRPr lang="en-US" altLang="zh-CN" sz="1800" i="0" smtClean="0"/>
          </a:p>
        </p:txBody>
      </p:sp>
      <p:sp>
        <p:nvSpPr>
          <p:cNvPr id="160772" name="Text Box 3"/>
          <p:cNvSpPr txBox="1">
            <a:spLocks noChangeArrowheads="1"/>
          </p:cNvSpPr>
          <p:nvPr/>
        </p:nvSpPr>
        <p:spPr bwMode="auto">
          <a:xfrm>
            <a:off x="920552" y="4975905"/>
            <a:ext cx="82809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200" i="0" dirty="0" smtClean="0">
                <a:solidFill>
                  <a:srgbClr val="0000FF"/>
                </a:solidFill>
                <a:latin typeface="Times New Roman" pitchFamily="18" charset="0"/>
                <a:ea typeface="黑体" pitchFamily="49" charset="-122"/>
              </a:rPr>
              <a:t>接下来的思路：将          </a:t>
            </a:r>
            <a:r>
              <a:rPr kumimoji="1" lang="zh-CN" altLang="en-US" sz="3200" i="0" dirty="0">
                <a:solidFill>
                  <a:srgbClr val="0000FF"/>
                </a:solidFill>
                <a:latin typeface="Times New Roman" pitchFamily="18" charset="0"/>
                <a:ea typeface="黑体" pitchFamily="49" charset="-122"/>
              </a:rPr>
              <a:t>两次积分、求</a:t>
            </a:r>
            <a:r>
              <a:rPr kumimoji="1" lang="en-US" altLang="zh-CN" sz="3200" i="0" dirty="0">
                <a:solidFill>
                  <a:srgbClr val="0000FF"/>
                </a:solidFill>
                <a:latin typeface="Times New Roman" pitchFamily="18" charset="0"/>
                <a:ea typeface="黑体" pitchFamily="49" charset="-122"/>
              </a:rPr>
              <a:t>S(</a:t>
            </a:r>
            <a:r>
              <a:rPr kumimoji="1" lang="en-US" altLang="zh-CN" sz="3200" dirty="0">
                <a:solidFill>
                  <a:srgbClr val="0000FF"/>
                </a:solidFill>
                <a:latin typeface="Times New Roman" pitchFamily="18" charset="0"/>
                <a:ea typeface="黑体" pitchFamily="49" charset="-122"/>
              </a:rPr>
              <a:t>x</a:t>
            </a:r>
            <a:r>
              <a:rPr kumimoji="1" lang="en-US" altLang="zh-CN" sz="3200" i="0" dirty="0">
                <a:solidFill>
                  <a:srgbClr val="0000FF"/>
                </a:solidFill>
                <a:latin typeface="Times New Roman" pitchFamily="18" charset="0"/>
                <a:ea typeface="黑体" pitchFamily="49" charset="-122"/>
              </a:rPr>
              <a:t>)</a:t>
            </a:r>
            <a:endParaRPr kumimoji="1" lang="zh-CN" altLang="en-US" sz="3200" i="0" dirty="0">
              <a:solidFill>
                <a:srgbClr val="0000FF"/>
              </a:solidFill>
              <a:latin typeface="Times New Roman" pitchFamily="18" charset="0"/>
              <a:ea typeface="黑体" pitchFamily="49" charset="-122"/>
            </a:endParaRPr>
          </a:p>
        </p:txBody>
      </p:sp>
      <p:graphicFrame>
        <p:nvGraphicFramePr>
          <p:cNvPr id="160773" name="Object 4"/>
          <p:cNvGraphicFramePr>
            <a:graphicFrameLocks noChangeAspect="1"/>
          </p:cNvGraphicFramePr>
          <p:nvPr/>
        </p:nvGraphicFramePr>
        <p:xfrm>
          <a:off x="344488" y="2636838"/>
          <a:ext cx="2792412" cy="627062"/>
        </p:xfrm>
        <a:graphic>
          <a:graphicData uri="http://schemas.openxmlformats.org/presentationml/2006/ole">
            <mc:AlternateContent xmlns:mc="http://schemas.openxmlformats.org/markup-compatibility/2006">
              <mc:Choice xmlns:v="urn:schemas-microsoft-com:vml" Requires="v">
                <p:oleObj spid="_x0000_s223326" name="公式" r:id="rId3" imgW="990600" imgH="228600" progId="Equation.3">
                  <p:embed/>
                </p:oleObj>
              </mc:Choice>
              <mc:Fallback>
                <p:oleObj name="公式" r:id="rId3" imgW="9906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488" y="2636838"/>
                        <a:ext cx="2792412"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775" name="Object 13"/>
          <p:cNvGraphicFramePr>
            <a:graphicFrameLocks noChangeAspect="1"/>
          </p:cNvGraphicFramePr>
          <p:nvPr>
            <p:extLst>
              <p:ext uri="{D42A27DB-BD31-4B8C-83A1-F6EECF244321}">
                <p14:modId xmlns:p14="http://schemas.microsoft.com/office/powerpoint/2010/main" val="987597627"/>
              </p:ext>
            </p:extLst>
          </p:nvPr>
        </p:nvGraphicFramePr>
        <p:xfrm>
          <a:off x="4232920" y="4954240"/>
          <a:ext cx="1008062" cy="635000"/>
        </p:xfrm>
        <a:graphic>
          <a:graphicData uri="http://schemas.openxmlformats.org/presentationml/2006/ole">
            <mc:AlternateContent xmlns:mc="http://schemas.openxmlformats.org/markup-compatibility/2006">
              <mc:Choice xmlns:v="urn:schemas-microsoft-com:vml" Requires="v">
                <p:oleObj spid="_x0000_s223327" name="公式" r:id="rId5" imgW="393529" imgH="228501" progId="Equation.3">
                  <p:embed/>
                </p:oleObj>
              </mc:Choice>
              <mc:Fallback>
                <p:oleObj name="公式" r:id="rId5" imgW="393529" imgH="22850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2920" y="4954240"/>
                        <a:ext cx="1008062"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0062" name="Rectangle 14"/>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graphicFrame>
        <p:nvGraphicFramePr>
          <p:cNvPr id="160776" name="Object 16"/>
          <p:cNvGraphicFramePr>
            <a:graphicFrameLocks noChangeAspect="1"/>
          </p:cNvGraphicFramePr>
          <p:nvPr>
            <p:extLst>
              <p:ext uri="{D42A27DB-BD31-4B8C-83A1-F6EECF244321}">
                <p14:modId xmlns:p14="http://schemas.microsoft.com/office/powerpoint/2010/main" val="3358796674"/>
              </p:ext>
            </p:extLst>
          </p:nvPr>
        </p:nvGraphicFramePr>
        <p:xfrm>
          <a:off x="776288" y="1057613"/>
          <a:ext cx="7633096" cy="1982450"/>
        </p:xfrm>
        <a:graphic>
          <a:graphicData uri="http://schemas.openxmlformats.org/presentationml/2006/ole">
            <mc:AlternateContent xmlns:mc="http://schemas.openxmlformats.org/markup-compatibility/2006">
              <mc:Choice xmlns:v="urn:schemas-microsoft-com:vml" Requires="v">
                <p:oleObj spid="_x0000_s223328" name="公式" r:id="rId7" imgW="2971800" imgH="889000" progId="Equation.3">
                  <p:embed/>
                </p:oleObj>
              </mc:Choice>
              <mc:Fallback>
                <p:oleObj name="公式" r:id="rId7" imgW="2971800" imgH="8890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6288" y="1057613"/>
                        <a:ext cx="7633096" cy="1982450"/>
                      </a:xfrm>
                      <a:prstGeom prst="rect">
                        <a:avLst/>
                      </a:prstGeom>
                      <a:noFill/>
                      <a:ln>
                        <a:noFill/>
                      </a:ln>
                    </p:spPr>
                  </p:pic>
                </p:oleObj>
              </mc:Fallback>
            </mc:AlternateContent>
          </a:graphicData>
        </a:graphic>
      </p:graphicFrame>
      <p:graphicFrame>
        <p:nvGraphicFramePr>
          <p:cNvPr id="160778" name="Object 17"/>
          <p:cNvGraphicFramePr>
            <a:graphicFrameLocks noChangeAspect="1"/>
          </p:cNvGraphicFramePr>
          <p:nvPr>
            <p:extLst>
              <p:ext uri="{D42A27DB-BD31-4B8C-83A1-F6EECF244321}">
                <p14:modId xmlns:p14="http://schemas.microsoft.com/office/powerpoint/2010/main" val="1905019228"/>
              </p:ext>
            </p:extLst>
          </p:nvPr>
        </p:nvGraphicFramePr>
        <p:xfrm>
          <a:off x="1568624" y="3501008"/>
          <a:ext cx="6551613" cy="1082675"/>
        </p:xfrm>
        <a:graphic>
          <a:graphicData uri="http://schemas.openxmlformats.org/presentationml/2006/ole">
            <mc:AlternateContent xmlns:mc="http://schemas.openxmlformats.org/markup-compatibility/2006">
              <mc:Choice xmlns:v="urn:schemas-microsoft-com:vml" Requires="v">
                <p:oleObj spid="_x0000_s223329" name="公式" r:id="rId9" imgW="2336800" imgH="444500" progId="Equation.3">
                  <p:embed/>
                </p:oleObj>
              </mc:Choice>
              <mc:Fallback>
                <p:oleObj name="公式" r:id="rId9" imgW="2336800" imgH="4445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68624" y="3501008"/>
                        <a:ext cx="6551613"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724247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60773"/>
                                        </p:tgtEl>
                                        <p:attrNameLst>
                                          <p:attrName>style.visibility</p:attrName>
                                        </p:attrNameLst>
                                      </p:cBhvr>
                                      <p:to>
                                        <p:strVal val="visible"/>
                                      </p:to>
                                    </p:set>
                                    <p:animEffect transition="in" filter="wipe(up)">
                                      <p:cBhvr>
                                        <p:cTn id="7" dur="500"/>
                                        <p:tgtEl>
                                          <p:spTgt spid="160773"/>
                                        </p:tgtEl>
                                      </p:cBhvr>
                                    </p:animEffect>
                                  </p:childTnLst>
                                </p:cTn>
                              </p:par>
                              <p:par>
                                <p:cTn id="8" presetID="22" presetClass="entr" presetSubtype="1" fill="hold" nodeType="withEffect">
                                  <p:stCondLst>
                                    <p:cond delay="0"/>
                                  </p:stCondLst>
                                  <p:childTnLst>
                                    <p:set>
                                      <p:cBhvr>
                                        <p:cTn id="9" dur="1" fill="hold">
                                          <p:stCondLst>
                                            <p:cond delay="0"/>
                                          </p:stCondLst>
                                        </p:cTn>
                                        <p:tgtEl>
                                          <p:spTgt spid="160778"/>
                                        </p:tgtEl>
                                        <p:attrNameLst>
                                          <p:attrName>style.visibility</p:attrName>
                                        </p:attrNameLst>
                                      </p:cBhvr>
                                      <p:to>
                                        <p:strVal val="visible"/>
                                      </p:to>
                                    </p:set>
                                    <p:animEffect transition="in" filter="wipe(up)">
                                      <p:cBhvr>
                                        <p:cTn id="10" dur="500"/>
                                        <p:tgtEl>
                                          <p:spTgt spid="16077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60772"/>
                                        </p:tgtEl>
                                        <p:attrNameLst>
                                          <p:attrName>style.visibility</p:attrName>
                                        </p:attrNameLst>
                                      </p:cBhvr>
                                      <p:to>
                                        <p:strVal val="visible"/>
                                      </p:to>
                                    </p:set>
                                    <p:animEffect transition="in" filter="barn(inVertical)">
                                      <p:cBhvr>
                                        <p:cTn id="15" dur="500"/>
                                        <p:tgtEl>
                                          <p:spTgt spid="160772"/>
                                        </p:tgtEl>
                                      </p:cBhvr>
                                    </p:animEffect>
                                  </p:childTnLst>
                                </p:cTn>
                              </p:par>
                              <p:par>
                                <p:cTn id="16" presetID="16" presetClass="entr" presetSubtype="21" fill="hold" nodeType="withEffect">
                                  <p:stCondLst>
                                    <p:cond delay="0"/>
                                  </p:stCondLst>
                                  <p:childTnLst>
                                    <p:set>
                                      <p:cBhvr>
                                        <p:cTn id="17" dur="1" fill="hold">
                                          <p:stCondLst>
                                            <p:cond delay="0"/>
                                          </p:stCondLst>
                                        </p:cTn>
                                        <p:tgtEl>
                                          <p:spTgt spid="160775"/>
                                        </p:tgtEl>
                                        <p:attrNameLst>
                                          <p:attrName>style.visibility</p:attrName>
                                        </p:attrNameLst>
                                      </p:cBhvr>
                                      <p:to>
                                        <p:strVal val="visible"/>
                                      </p:to>
                                    </p:set>
                                    <p:animEffect transition="in" filter="barn(inVertical)">
                                      <p:cBhvr>
                                        <p:cTn id="18" dur="500"/>
                                        <p:tgtEl>
                                          <p:spTgt spid="160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灯片编号占位符 1"/>
          <p:cNvSpPr>
            <a:spLocks noGrp="1"/>
          </p:cNvSpPr>
          <p:nvPr>
            <p:ph type="sldNum" sz="quarter" idx="10"/>
          </p:nvPr>
        </p:nvSpPr>
        <p:spPr>
          <a:xfrm>
            <a:off x="7404100" y="6330950"/>
            <a:ext cx="2501900" cy="5270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5EEAF5E-A6A4-49F7-B6F7-36299967E25F}" type="slidenum">
              <a:rPr lang="zh-CN" altLang="en-US" b="0" i="0" smtClean="0"/>
              <a:pPr/>
              <a:t>141</a:t>
            </a:fld>
            <a:endParaRPr lang="en-US" altLang="zh-CN" b="0" i="0" smtClean="0"/>
          </a:p>
        </p:txBody>
      </p:sp>
      <p:sp>
        <p:nvSpPr>
          <p:cNvPr id="161795" name="日期占位符 2"/>
          <p:cNvSpPr>
            <a:spLocks noGrp="1"/>
          </p:cNvSpPr>
          <p:nvPr>
            <p:ph type="dt" sz="quarter" idx="11"/>
          </p:nvPr>
        </p:nvSpPr>
        <p:spPr>
          <a:xfrm>
            <a:off x="0" y="6254214"/>
            <a:ext cx="2297112" cy="5778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06389BB-B5E0-460C-9E44-DD0073E774DB}" type="datetime1">
              <a:rPr lang="zh-CN" altLang="en-US" sz="1800" i="0" smtClean="0"/>
              <a:pPr/>
              <a:t>2024/10/20</a:t>
            </a:fld>
            <a:endParaRPr lang="en-US" altLang="zh-CN" sz="1800" i="0" dirty="0" smtClean="0"/>
          </a:p>
        </p:txBody>
      </p:sp>
      <p:sp>
        <p:nvSpPr>
          <p:cNvPr id="160772" name="Text Box 3"/>
          <p:cNvSpPr txBox="1">
            <a:spLocks noChangeArrowheads="1"/>
          </p:cNvSpPr>
          <p:nvPr/>
        </p:nvSpPr>
        <p:spPr bwMode="auto">
          <a:xfrm>
            <a:off x="268456" y="1126847"/>
            <a:ext cx="54006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200" i="0" dirty="0">
                <a:latin typeface="Times New Roman" pitchFamily="18" charset="0"/>
                <a:ea typeface="黑体" pitchFamily="49" charset="-122"/>
              </a:rPr>
              <a:t>将            求一次积分得</a:t>
            </a:r>
            <a:r>
              <a:rPr kumimoji="1" lang="en-US" altLang="zh-CN" sz="3200" i="0" dirty="0">
                <a:latin typeface="Times New Roman" pitchFamily="18" charset="0"/>
                <a:ea typeface="黑体" pitchFamily="49" charset="-122"/>
              </a:rPr>
              <a:t>S’ (</a:t>
            </a:r>
            <a:r>
              <a:rPr kumimoji="1" lang="en-US" altLang="zh-CN" sz="3200" dirty="0">
                <a:latin typeface="Times New Roman" pitchFamily="18" charset="0"/>
                <a:ea typeface="黑体" pitchFamily="49" charset="-122"/>
              </a:rPr>
              <a:t>x</a:t>
            </a:r>
            <a:r>
              <a:rPr kumimoji="1" lang="en-US" altLang="zh-CN" sz="3200" i="0" dirty="0">
                <a:latin typeface="Times New Roman" pitchFamily="18" charset="0"/>
                <a:ea typeface="黑体" pitchFamily="49" charset="-122"/>
              </a:rPr>
              <a:t>)</a:t>
            </a:r>
            <a:endParaRPr kumimoji="1" lang="zh-CN" altLang="en-US" sz="3200" i="0" dirty="0">
              <a:latin typeface="Times New Roman" pitchFamily="18" charset="0"/>
              <a:ea typeface="黑体" pitchFamily="49" charset="-122"/>
            </a:endParaRPr>
          </a:p>
        </p:txBody>
      </p:sp>
      <p:graphicFrame>
        <p:nvGraphicFramePr>
          <p:cNvPr id="770053" name="Object 5"/>
          <p:cNvGraphicFramePr>
            <a:graphicFrameLocks noChangeAspect="1"/>
          </p:cNvGraphicFramePr>
          <p:nvPr>
            <p:extLst>
              <p:ext uri="{D42A27DB-BD31-4B8C-83A1-F6EECF244321}">
                <p14:modId xmlns:p14="http://schemas.microsoft.com/office/powerpoint/2010/main" val="3445118183"/>
              </p:ext>
            </p:extLst>
          </p:nvPr>
        </p:nvGraphicFramePr>
        <p:xfrm>
          <a:off x="1568624" y="1556792"/>
          <a:ext cx="7128792" cy="2095270"/>
        </p:xfrm>
        <a:graphic>
          <a:graphicData uri="http://schemas.openxmlformats.org/presentationml/2006/ole">
            <mc:AlternateContent xmlns:mc="http://schemas.openxmlformats.org/markup-compatibility/2006">
              <mc:Choice xmlns:v="urn:schemas-microsoft-com:vml" Requires="v">
                <p:oleObj spid="_x0000_s224350" name="公式" r:id="rId3" imgW="2908300" imgH="901700" progId="Equation.3">
                  <p:embed/>
                </p:oleObj>
              </mc:Choice>
              <mc:Fallback>
                <p:oleObj name="公式" r:id="rId3" imgW="2908300" imgH="901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8624" y="1556792"/>
                        <a:ext cx="7128792" cy="2095270"/>
                      </a:xfrm>
                      <a:prstGeom prst="rect">
                        <a:avLst/>
                      </a:prstGeom>
                      <a:noFill/>
                      <a:ln>
                        <a:noFill/>
                      </a:ln>
                    </p:spPr>
                  </p:pic>
                </p:oleObj>
              </mc:Fallback>
            </mc:AlternateContent>
          </a:graphicData>
        </a:graphic>
      </p:graphicFrame>
      <p:graphicFrame>
        <p:nvGraphicFramePr>
          <p:cNvPr id="160775" name="Object 13"/>
          <p:cNvGraphicFramePr>
            <a:graphicFrameLocks noChangeAspect="1"/>
          </p:cNvGraphicFramePr>
          <p:nvPr>
            <p:extLst>
              <p:ext uri="{D42A27DB-BD31-4B8C-83A1-F6EECF244321}">
                <p14:modId xmlns:p14="http://schemas.microsoft.com/office/powerpoint/2010/main" val="2028561771"/>
              </p:ext>
            </p:extLst>
          </p:nvPr>
        </p:nvGraphicFramePr>
        <p:xfrm>
          <a:off x="772512" y="1126847"/>
          <a:ext cx="1008062" cy="635000"/>
        </p:xfrm>
        <a:graphic>
          <a:graphicData uri="http://schemas.openxmlformats.org/presentationml/2006/ole">
            <mc:AlternateContent xmlns:mc="http://schemas.openxmlformats.org/markup-compatibility/2006">
              <mc:Choice xmlns:v="urn:schemas-microsoft-com:vml" Requires="v">
                <p:oleObj spid="_x0000_s224351" name="公式" r:id="rId5" imgW="393529" imgH="228501" progId="Equation.3">
                  <p:embed/>
                </p:oleObj>
              </mc:Choice>
              <mc:Fallback>
                <p:oleObj name="公式" r:id="rId5" imgW="393529" imgH="22850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2512" y="1126847"/>
                        <a:ext cx="1008062" cy="635000"/>
                      </a:xfrm>
                      <a:prstGeom prst="rect">
                        <a:avLst/>
                      </a:prstGeom>
                      <a:noFill/>
                      <a:ln>
                        <a:noFill/>
                      </a:ln>
                    </p:spPr>
                  </p:pic>
                </p:oleObj>
              </mc:Fallback>
            </mc:AlternateContent>
          </a:graphicData>
        </a:graphic>
      </p:graphicFrame>
      <p:sp>
        <p:nvSpPr>
          <p:cNvPr id="770062" name="Rectangle 14"/>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graphicFrame>
        <p:nvGraphicFramePr>
          <p:cNvPr id="9" name="Object 5"/>
          <p:cNvGraphicFramePr>
            <a:graphicFrameLocks noChangeAspect="1"/>
          </p:cNvGraphicFramePr>
          <p:nvPr>
            <p:extLst>
              <p:ext uri="{D42A27DB-BD31-4B8C-83A1-F6EECF244321}">
                <p14:modId xmlns:p14="http://schemas.microsoft.com/office/powerpoint/2010/main" val="3274585054"/>
              </p:ext>
            </p:extLst>
          </p:nvPr>
        </p:nvGraphicFramePr>
        <p:xfrm>
          <a:off x="1267966" y="4962996"/>
          <a:ext cx="8437562" cy="1130300"/>
        </p:xfrm>
        <a:graphic>
          <a:graphicData uri="http://schemas.openxmlformats.org/presentationml/2006/ole">
            <mc:AlternateContent xmlns:mc="http://schemas.openxmlformats.org/markup-compatibility/2006">
              <mc:Choice xmlns:v="urn:schemas-microsoft-com:vml" Requires="v">
                <p:oleObj spid="_x0000_s224352" name="公式" r:id="rId7" imgW="3149600" imgH="457200" progId="Equation.3">
                  <p:embed/>
                </p:oleObj>
              </mc:Choice>
              <mc:Fallback>
                <p:oleObj name="公式" r:id="rId7" imgW="31496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7966" y="4962996"/>
                        <a:ext cx="8437562"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6"/>
          <p:cNvSpPr txBox="1">
            <a:spLocks noChangeArrowheads="1"/>
          </p:cNvSpPr>
          <p:nvPr/>
        </p:nvSpPr>
        <p:spPr bwMode="auto">
          <a:xfrm>
            <a:off x="6105128" y="5832494"/>
            <a:ext cx="3136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en-US" altLang="zh-CN" sz="2800" dirty="0">
                <a:latin typeface="Times New Roman" pitchFamily="18" charset="0"/>
              </a:rPr>
              <a:t>A</a:t>
            </a:r>
            <a:r>
              <a:rPr kumimoji="1" lang="en-US" altLang="zh-CN" sz="2800" baseline="-30000" dirty="0">
                <a:latin typeface="Times New Roman" pitchFamily="18" charset="0"/>
              </a:rPr>
              <a:t>i </a:t>
            </a:r>
            <a:r>
              <a:rPr kumimoji="1" lang="zh-CN" altLang="en-US" sz="2800" i="0" dirty="0">
                <a:latin typeface="楷体_GB2312" pitchFamily="49" charset="-122"/>
              </a:rPr>
              <a:t>和</a:t>
            </a:r>
            <a:r>
              <a:rPr kumimoji="1" lang="en-US" altLang="zh-CN" sz="2800" dirty="0">
                <a:latin typeface="Times New Roman" pitchFamily="18" charset="0"/>
              </a:rPr>
              <a:t>B</a:t>
            </a:r>
            <a:r>
              <a:rPr kumimoji="1" lang="en-US" altLang="zh-CN" sz="2800" baseline="-30000" dirty="0">
                <a:latin typeface="Times New Roman" pitchFamily="18" charset="0"/>
              </a:rPr>
              <a:t>i </a:t>
            </a:r>
            <a:r>
              <a:rPr kumimoji="1" lang="zh-CN" altLang="en-US" sz="2800" i="0" dirty="0">
                <a:latin typeface="楷体_GB2312" pitchFamily="49" charset="-122"/>
              </a:rPr>
              <a:t>为积分常数。</a:t>
            </a:r>
            <a:r>
              <a:rPr kumimoji="1" lang="zh-CN" altLang="en-US" sz="2400" i="0" dirty="0">
                <a:latin typeface="Times New Roman" pitchFamily="18" charset="0"/>
                <a:ea typeface="楷体_GB2312" pitchFamily="49" charset="-122"/>
              </a:rPr>
              <a:t> </a:t>
            </a:r>
          </a:p>
        </p:txBody>
      </p:sp>
      <p:graphicFrame>
        <p:nvGraphicFramePr>
          <p:cNvPr id="11" name="Object 15"/>
          <p:cNvGraphicFramePr>
            <a:graphicFrameLocks noChangeAspect="1"/>
          </p:cNvGraphicFramePr>
          <p:nvPr>
            <p:extLst>
              <p:ext uri="{D42A27DB-BD31-4B8C-83A1-F6EECF244321}">
                <p14:modId xmlns:p14="http://schemas.microsoft.com/office/powerpoint/2010/main" val="3063355333"/>
              </p:ext>
            </p:extLst>
          </p:nvPr>
        </p:nvGraphicFramePr>
        <p:xfrm>
          <a:off x="324742" y="3925064"/>
          <a:ext cx="8523288" cy="1127125"/>
        </p:xfrm>
        <a:graphic>
          <a:graphicData uri="http://schemas.openxmlformats.org/presentationml/2006/ole">
            <mc:AlternateContent xmlns:mc="http://schemas.openxmlformats.org/markup-compatibility/2006">
              <mc:Choice xmlns:v="urn:schemas-microsoft-com:vml" Requires="v">
                <p:oleObj spid="_x0000_s224353" name="公式" r:id="rId9" imgW="3200400" imgH="457200" progId="Equation.3">
                  <p:embed/>
                </p:oleObj>
              </mc:Choice>
              <mc:Fallback>
                <p:oleObj name="公式" r:id="rId9" imgW="320040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4742" y="3925064"/>
                        <a:ext cx="8523288"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588017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0772"/>
                                        </p:tgtEl>
                                        <p:attrNameLst>
                                          <p:attrName>style.visibility</p:attrName>
                                        </p:attrNameLst>
                                      </p:cBhvr>
                                      <p:to>
                                        <p:strVal val="visible"/>
                                      </p:to>
                                    </p:set>
                                    <p:animEffect transition="in" filter="barn(inVertical)">
                                      <p:cBhvr>
                                        <p:cTn id="7" dur="500"/>
                                        <p:tgtEl>
                                          <p:spTgt spid="160772"/>
                                        </p:tgtEl>
                                      </p:cBhvr>
                                    </p:animEffect>
                                  </p:childTnLst>
                                </p:cTn>
                              </p:par>
                              <p:par>
                                <p:cTn id="8" presetID="16" presetClass="entr" presetSubtype="21" fill="hold" nodeType="withEffect">
                                  <p:stCondLst>
                                    <p:cond delay="0"/>
                                  </p:stCondLst>
                                  <p:childTnLst>
                                    <p:set>
                                      <p:cBhvr>
                                        <p:cTn id="9" dur="1" fill="hold">
                                          <p:stCondLst>
                                            <p:cond delay="0"/>
                                          </p:stCondLst>
                                        </p:cTn>
                                        <p:tgtEl>
                                          <p:spTgt spid="160775"/>
                                        </p:tgtEl>
                                        <p:attrNameLst>
                                          <p:attrName>style.visibility</p:attrName>
                                        </p:attrNameLst>
                                      </p:cBhvr>
                                      <p:to>
                                        <p:strVal val="visible"/>
                                      </p:to>
                                    </p:set>
                                    <p:animEffect transition="in" filter="barn(inVertical)">
                                      <p:cBhvr>
                                        <p:cTn id="10" dur="500"/>
                                        <p:tgtEl>
                                          <p:spTgt spid="16077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770053"/>
                                        </p:tgtEl>
                                        <p:attrNameLst>
                                          <p:attrName>style.visibility</p:attrName>
                                        </p:attrNameLst>
                                      </p:cBhvr>
                                      <p:to>
                                        <p:strVal val="visible"/>
                                      </p:to>
                                    </p:set>
                                    <p:animEffect transition="in" filter="dissolve">
                                      <p:cBhvr>
                                        <p:cTn id="15" dur="500"/>
                                        <p:tgtEl>
                                          <p:spTgt spid="77005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dissolv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p:bldP spid="10" grpId="0"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DBD6650-765B-4CE7-AD82-1A043DBAD175}" type="slidenum">
              <a:rPr lang="zh-CN" altLang="en-US" b="0" i="0" smtClean="0"/>
              <a:pPr/>
              <a:t>142</a:t>
            </a:fld>
            <a:endParaRPr lang="en-US" altLang="zh-CN" b="0" i="0" smtClean="0"/>
          </a:p>
        </p:txBody>
      </p:sp>
      <p:sp>
        <p:nvSpPr>
          <p:cNvPr id="163843"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866F3AA-48C9-4AB6-A8A0-D4239972D2F8}" type="datetime1">
              <a:rPr lang="zh-CN" altLang="en-US" sz="1800" i="0" smtClean="0"/>
              <a:pPr/>
              <a:t>2024/10/20</a:t>
            </a:fld>
            <a:endParaRPr lang="en-US" altLang="zh-CN" sz="1800" i="0" smtClean="0"/>
          </a:p>
        </p:txBody>
      </p:sp>
      <p:graphicFrame>
        <p:nvGraphicFramePr>
          <p:cNvPr id="163844" name="Object 5"/>
          <p:cNvGraphicFramePr>
            <a:graphicFrameLocks noChangeAspect="1"/>
          </p:cNvGraphicFramePr>
          <p:nvPr/>
        </p:nvGraphicFramePr>
        <p:xfrm>
          <a:off x="1352550" y="995363"/>
          <a:ext cx="8437563" cy="1130300"/>
        </p:xfrm>
        <a:graphic>
          <a:graphicData uri="http://schemas.openxmlformats.org/presentationml/2006/ole">
            <mc:AlternateContent xmlns:mc="http://schemas.openxmlformats.org/markup-compatibility/2006">
              <mc:Choice xmlns:v="urn:schemas-microsoft-com:vml" Requires="v">
                <p:oleObj spid="_x0000_s225374" name="公式" r:id="rId3" imgW="3149600" imgH="457200" progId="Equation.3">
                  <p:embed/>
                </p:oleObj>
              </mc:Choice>
              <mc:Fallback>
                <p:oleObj name="公式" r:id="rId3" imgW="31496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550" y="995363"/>
                        <a:ext cx="8437563"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7"/>
          <p:cNvGrpSpPr>
            <a:grpSpLocks/>
          </p:cNvGrpSpPr>
          <p:nvPr/>
        </p:nvGrpSpPr>
        <p:grpSpPr bwMode="auto">
          <a:xfrm>
            <a:off x="319088" y="2092325"/>
            <a:ext cx="6842125" cy="809625"/>
            <a:chOff x="288" y="2171"/>
            <a:chExt cx="3499" cy="405"/>
          </a:xfrm>
        </p:grpSpPr>
        <p:sp>
          <p:nvSpPr>
            <p:cNvPr id="163852" name="Text Box 8"/>
            <p:cNvSpPr txBox="1">
              <a:spLocks noChangeArrowheads="1"/>
            </p:cNvSpPr>
            <p:nvPr/>
          </p:nvSpPr>
          <p:spPr bwMode="auto">
            <a:xfrm>
              <a:off x="288" y="2171"/>
              <a:ext cx="46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a:latin typeface="Times New Roman" pitchFamily="18" charset="0"/>
                  <a:ea typeface="黑体" pitchFamily="49" charset="-122"/>
                </a:rPr>
                <a:t>因为</a:t>
              </a:r>
            </a:p>
          </p:txBody>
        </p:sp>
        <p:graphicFrame>
          <p:nvGraphicFramePr>
            <p:cNvPr id="163853" name="Object 9"/>
            <p:cNvGraphicFramePr>
              <a:graphicFrameLocks noChangeAspect="1"/>
            </p:cNvGraphicFramePr>
            <p:nvPr/>
          </p:nvGraphicFramePr>
          <p:xfrm>
            <a:off x="1200" y="2304"/>
            <a:ext cx="2587" cy="272"/>
          </p:xfrm>
          <a:graphic>
            <a:graphicData uri="http://schemas.openxmlformats.org/presentationml/2006/ole">
              <mc:AlternateContent xmlns:mc="http://schemas.openxmlformats.org/markup-compatibility/2006">
                <mc:Choice xmlns:v="urn:schemas-microsoft-com:vml" Requires="v">
                  <p:oleObj spid="_x0000_s225375" name="公式" r:id="rId5" imgW="2171700" imgH="228600" progId="Equation.3">
                    <p:embed/>
                  </p:oleObj>
                </mc:Choice>
                <mc:Fallback>
                  <p:oleObj name="公式" r:id="rId5" imgW="21717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 y="2304"/>
                          <a:ext cx="258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91562" name="Text Box 10"/>
          <p:cNvSpPr txBox="1">
            <a:spLocks noChangeArrowheads="1"/>
          </p:cNvSpPr>
          <p:nvPr/>
        </p:nvSpPr>
        <p:spPr bwMode="auto">
          <a:xfrm>
            <a:off x="449263" y="2852738"/>
            <a:ext cx="325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a:latin typeface="黑体" pitchFamily="49" charset="-122"/>
                <a:ea typeface="黑体" pitchFamily="49" charset="-122"/>
              </a:rPr>
              <a:t>所以它满足方程： </a:t>
            </a:r>
          </a:p>
        </p:txBody>
      </p:sp>
      <p:graphicFrame>
        <p:nvGraphicFramePr>
          <p:cNvPr id="791563" name="Object 11"/>
          <p:cNvGraphicFramePr>
            <a:graphicFrameLocks noChangeAspect="1"/>
          </p:cNvGraphicFramePr>
          <p:nvPr/>
        </p:nvGraphicFramePr>
        <p:xfrm>
          <a:off x="312738" y="3376613"/>
          <a:ext cx="4927600" cy="1938337"/>
        </p:xfrm>
        <a:graphic>
          <a:graphicData uri="http://schemas.openxmlformats.org/presentationml/2006/ole">
            <mc:AlternateContent xmlns:mc="http://schemas.openxmlformats.org/markup-compatibility/2006">
              <mc:Choice xmlns:v="urn:schemas-microsoft-com:vml" Requires="v">
                <p:oleObj spid="_x0000_s225376" name="Equation" r:id="rId7" imgW="2235200" imgH="838200" progId="Equation.3">
                  <p:embed/>
                </p:oleObj>
              </mc:Choice>
              <mc:Fallback>
                <p:oleObj name="Equation" r:id="rId7" imgW="2235200" imgH="838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738" y="3376613"/>
                        <a:ext cx="49276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1565" name="Rectangle 13"/>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graphicFrame>
        <p:nvGraphicFramePr>
          <p:cNvPr id="791566" name="Object 14"/>
          <p:cNvGraphicFramePr>
            <a:graphicFrameLocks noChangeAspect="1"/>
          </p:cNvGraphicFramePr>
          <p:nvPr/>
        </p:nvGraphicFramePr>
        <p:xfrm>
          <a:off x="5457825" y="4508500"/>
          <a:ext cx="4103688" cy="1982788"/>
        </p:xfrm>
        <a:graphic>
          <a:graphicData uri="http://schemas.openxmlformats.org/presentationml/2006/ole">
            <mc:AlternateContent xmlns:mc="http://schemas.openxmlformats.org/markup-compatibility/2006">
              <mc:Choice xmlns:v="urn:schemas-microsoft-com:vml" Requires="v">
                <p:oleObj spid="_x0000_s225377" name="Equation" r:id="rId9" imgW="2019300" imgH="863600" progId="Equation.3">
                  <p:embed/>
                </p:oleObj>
              </mc:Choice>
              <mc:Fallback>
                <p:oleObj name="Equation" r:id="rId9" imgW="2019300" imgH="863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57825" y="4508500"/>
                        <a:ext cx="4103688"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50" name="矩形 3"/>
          <p:cNvSpPr>
            <a:spLocks noChangeArrowheads="1"/>
          </p:cNvSpPr>
          <p:nvPr/>
        </p:nvSpPr>
        <p:spPr bwMode="auto">
          <a:xfrm>
            <a:off x="352425" y="1268413"/>
            <a:ext cx="172243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en-US" altLang="zh-CN" sz="3200" i="0">
                <a:solidFill>
                  <a:srgbClr val="000000"/>
                </a:solidFill>
                <a:latin typeface="Times New Roman" pitchFamily="18" charset="0"/>
                <a:ea typeface="黑体" pitchFamily="49" charset="-122"/>
              </a:rPr>
              <a:t>S</a:t>
            </a:r>
            <a:r>
              <a:rPr kumimoji="1" lang="en-US" altLang="zh-CN" sz="3200" baseline="-25000">
                <a:solidFill>
                  <a:srgbClr val="000000"/>
                </a:solidFill>
                <a:latin typeface="Times New Roman" pitchFamily="18" charset="0"/>
                <a:ea typeface="黑体" pitchFamily="49" charset="-122"/>
              </a:rPr>
              <a:t>i</a:t>
            </a:r>
            <a:r>
              <a:rPr kumimoji="1" lang="en-US" altLang="zh-CN" sz="3200" i="0">
                <a:solidFill>
                  <a:srgbClr val="000000"/>
                </a:solidFill>
                <a:latin typeface="Times New Roman" pitchFamily="18" charset="0"/>
                <a:ea typeface="黑体" pitchFamily="49" charset="-122"/>
              </a:rPr>
              <a:t> (</a:t>
            </a:r>
            <a:r>
              <a:rPr kumimoji="1" lang="en-US" altLang="zh-CN" sz="3200">
                <a:solidFill>
                  <a:srgbClr val="000000"/>
                </a:solidFill>
                <a:latin typeface="Times New Roman" pitchFamily="18" charset="0"/>
                <a:ea typeface="黑体" pitchFamily="49" charset="-122"/>
              </a:rPr>
              <a:t>x</a:t>
            </a:r>
            <a:r>
              <a:rPr kumimoji="1" lang="en-US" altLang="zh-CN" sz="3200" i="0">
                <a:solidFill>
                  <a:srgbClr val="000000"/>
                </a:solidFill>
                <a:latin typeface="Times New Roman" pitchFamily="18" charset="0"/>
                <a:ea typeface="黑体" pitchFamily="49" charset="-122"/>
              </a:rPr>
              <a:t>)</a:t>
            </a:r>
            <a:endParaRPr kumimoji="1" lang="zh-CN" altLang="en-US" sz="3200" i="0">
              <a:solidFill>
                <a:srgbClr val="000000"/>
              </a:solidFill>
              <a:latin typeface="Times New Roman" pitchFamily="18" charset="0"/>
              <a:ea typeface="黑体" pitchFamily="49" charset="-122"/>
            </a:endParaRPr>
          </a:p>
        </p:txBody>
      </p:sp>
      <p:sp>
        <p:nvSpPr>
          <p:cNvPr id="5" name="下箭头 4"/>
          <p:cNvSpPr>
            <a:spLocks noChangeArrowheads="1"/>
          </p:cNvSpPr>
          <p:nvPr/>
        </p:nvSpPr>
        <p:spPr bwMode="auto">
          <a:xfrm flipV="1">
            <a:off x="7940675" y="1854200"/>
            <a:ext cx="792163" cy="2574925"/>
          </a:xfrm>
          <a:prstGeom prst="downArrow">
            <a:avLst>
              <a:gd name="adj1" fmla="val 50000"/>
              <a:gd name="adj2" fmla="val 49976"/>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p>
            <a:endParaRPr lang="zh-CN" altLang="en-US"/>
          </a:p>
        </p:txBody>
      </p:sp>
    </p:spTree>
    <p:extLst>
      <p:ext uri="{BB962C8B-B14F-4D97-AF65-F5344CB8AC3E}">
        <p14:creationId xmlns:p14="http://schemas.microsoft.com/office/powerpoint/2010/main" val="1934236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1562"/>
                                        </p:tgtEl>
                                        <p:attrNameLst>
                                          <p:attrName>style.visibility</p:attrName>
                                        </p:attrNameLst>
                                      </p:cBhvr>
                                      <p:to>
                                        <p:strVal val="visible"/>
                                      </p:to>
                                    </p:set>
                                    <p:animEffect transition="in" filter="wipe(left)">
                                      <p:cBhvr>
                                        <p:cTn id="12" dur="500"/>
                                        <p:tgtEl>
                                          <p:spTgt spid="7915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91563"/>
                                        </p:tgtEl>
                                        <p:attrNameLst>
                                          <p:attrName>style.visibility</p:attrName>
                                        </p:attrNameLst>
                                      </p:cBhvr>
                                      <p:to>
                                        <p:strVal val="visible"/>
                                      </p:to>
                                    </p:set>
                                    <p:animEffect transition="in" filter="dissolve">
                                      <p:cBhvr>
                                        <p:cTn id="17" dur="500"/>
                                        <p:tgtEl>
                                          <p:spTgt spid="7915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791566"/>
                                        </p:tgtEl>
                                        <p:attrNameLst>
                                          <p:attrName>style.visibility</p:attrName>
                                        </p:attrNameLst>
                                      </p:cBhvr>
                                      <p:to>
                                        <p:strVal val="visible"/>
                                      </p:to>
                                    </p:set>
                                    <p:animEffect transition="in" filter="strips(downRight)">
                                      <p:cBhvr>
                                        <p:cTn id="22" dur="500"/>
                                        <p:tgtEl>
                                          <p:spTgt spid="7915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562" grpId="0" autoUpdateAnimBg="0"/>
      <p:bldP spid="5"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7B1D385-DCB1-4249-A27D-730E932A3785}" type="slidenum">
              <a:rPr lang="zh-CN" altLang="en-US" b="0" i="0" smtClean="0"/>
              <a:pPr/>
              <a:t>143</a:t>
            </a:fld>
            <a:endParaRPr lang="en-US" altLang="zh-CN" b="0" i="0" smtClean="0"/>
          </a:p>
        </p:txBody>
      </p:sp>
      <p:sp>
        <p:nvSpPr>
          <p:cNvPr id="164867"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2DDA14D-B88F-46B7-8740-8CC84520F56F}" type="datetime1">
              <a:rPr lang="zh-CN" altLang="en-US" sz="1800" i="0" smtClean="0"/>
              <a:pPr/>
              <a:t>2024/10/20</a:t>
            </a:fld>
            <a:endParaRPr lang="en-US" altLang="zh-CN" sz="1800" i="0" smtClean="0"/>
          </a:p>
        </p:txBody>
      </p:sp>
      <p:graphicFrame>
        <p:nvGraphicFramePr>
          <p:cNvPr id="164868" name="Object 3"/>
          <p:cNvGraphicFramePr>
            <a:graphicFrameLocks noChangeAspect="1"/>
          </p:cNvGraphicFramePr>
          <p:nvPr/>
        </p:nvGraphicFramePr>
        <p:xfrm>
          <a:off x="417513" y="2422525"/>
          <a:ext cx="9490075" cy="977900"/>
        </p:xfrm>
        <a:graphic>
          <a:graphicData uri="http://schemas.openxmlformats.org/presentationml/2006/ole">
            <mc:AlternateContent xmlns:mc="http://schemas.openxmlformats.org/markup-compatibility/2006">
              <mc:Choice xmlns:v="urn:schemas-microsoft-com:vml" Requires="v">
                <p:oleObj spid="_x0000_s226375" name="Equation" r:id="rId3" imgW="4152900" imgH="444500" progId="Equation.3">
                  <p:embed/>
                </p:oleObj>
              </mc:Choice>
              <mc:Fallback>
                <p:oleObj name="Equation" r:id="rId3" imgW="4152900" imgH="4445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513" y="2422525"/>
                        <a:ext cx="9490075"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1079" name="Text Box 7"/>
          <p:cNvSpPr txBox="1">
            <a:spLocks noChangeArrowheads="1"/>
          </p:cNvSpPr>
          <p:nvPr/>
        </p:nvSpPr>
        <p:spPr bwMode="auto">
          <a:xfrm>
            <a:off x="523874" y="3706813"/>
            <a:ext cx="910964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smtClean="0">
                <a:solidFill>
                  <a:srgbClr val="FF0000"/>
                </a:solidFill>
                <a:ea typeface="黑体" pitchFamily="49" charset="-122"/>
              </a:rPr>
              <a:t>                                                  这里</a:t>
            </a:r>
            <a:r>
              <a:rPr kumimoji="1" lang="en-US" altLang="zh-CN" sz="2800" dirty="0" err="1">
                <a:solidFill>
                  <a:srgbClr val="FF0000"/>
                </a:solidFill>
                <a:latin typeface="Times New Roman" pitchFamily="18" charset="0"/>
                <a:ea typeface="黑体" pitchFamily="49" charset="-122"/>
              </a:rPr>
              <a:t>M</a:t>
            </a:r>
            <a:r>
              <a:rPr kumimoji="1" lang="en-US" altLang="zh-CN" sz="2800" baseline="-30000" dirty="0" err="1">
                <a:solidFill>
                  <a:srgbClr val="FF0000"/>
                </a:solidFill>
                <a:latin typeface="Times New Roman" pitchFamily="18" charset="0"/>
                <a:ea typeface="黑体" pitchFamily="49" charset="-122"/>
              </a:rPr>
              <a:t>i</a:t>
            </a:r>
            <a:r>
              <a:rPr kumimoji="1" lang="zh-CN" altLang="en-US" sz="2800" i="0" dirty="0">
                <a:solidFill>
                  <a:srgbClr val="FF0000"/>
                </a:solidFill>
                <a:ea typeface="黑体" pitchFamily="49" charset="-122"/>
              </a:rPr>
              <a:t>是</a:t>
            </a:r>
            <a:r>
              <a:rPr kumimoji="1" lang="zh-CN" altLang="en-US" sz="2800" i="0" dirty="0" smtClean="0">
                <a:solidFill>
                  <a:srgbClr val="FF0000"/>
                </a:solidFill>
                <a:ea typeface="黑体" pitchFamily="49" charset="-122"/>
              </a:rPr>
              <a:t>未知量</a:t>
            </a:r>
            <a:endParaRPr kumimoji="1" lang="en-US" altLang="zh-CN" sz="2800" i="0" dirty="0">
              <a:ea typeface="黑体" pitchFamily="49" charset="-122"/>
            </a:endParaRPr>
          </a:p>
          <a:p>
            <a:pPr algn="l" eaLnBrk="1" hangingPunct="1"/>
            <a:endParaRPr kumimoji="1" lang="en-US" altLang="zh-CN" sz="2800" i="0" dirty="0">
              <a:ea typeface="黑体" pitchFamily="49" charset="-122"/>
            </a:endParaRPr>
          </a:p>
          <a:p>
            <a:pPr algn="l" eaLnBrk="1" hangingPunct="1"/>
            <a:r>
              <a:rPr kumimoji="1" lang="zh-CN" altLang="en-US" sz="2800" i="0" dirty="0" smtClean="0">
                <a:solidFill>
                  <a:srgbClr val="0000FF"/>
                </a:solidFill>
                <a:ea typeface="黑体" pitchFamily="49" charset="-122"/>
              </a:rPr>
              <a:t>思路：</a:t>
            </a:r>
            <a:r>
              <a:rPr kumimoji="1" lang="zh-CN" altLang="en-US" sz="2800" i="0" dirty="0" smtClean="0">
                <a:ea typeface="黑体" pitchFamily="49" charset="-122"/>
              </a:rPr>
              <a:t>可</a:t>
            </a:r>
            <a:r>
              <a:rPr kumimoji="1" lang="zh-CN" altLang="en-US" sz="2800" i="0" dirty="0">
                <a:ea typeface="黑体" pitchFamily="49" charset="-122"/>
              </a:rPr>
              <a:t>利用条件</a:t>
            </a:r>
            <a:r>
              <a:rPr kumimoji="1" lang="en-US" altLang="zh-CN" sz="2800" i="0" dirty="0">
                <a:ea typeface="黑体" pitchFamily="49" charset="-122"/>
              </a:rPr>
              <a:t>               </a:t>
            </a:r>
            <a:r>
              <a:rPr kumimoji="1" lang="zh-CN" altLang="en-US" sz="2800" i="0" dirty="0">
                <a:ea typeface="黑体" pitchFamily="49" charset="-122"/>
              </a:rPr>
              <a:t>             </a:t>
            </a:r>
            <a:r>
              <a:rPr kumimoji="1" lang="zh-CN" altLang="en-US" sz="2800" i="0" dirty="0" smtClean="0">
                <a:ea typeface="黑体" pitchFamily="49" charset="-122"/>
              </a:rPr>
              <a:t>得到</a:t>
            </a:r>
            <a:r>
              <a:rPr kumimoji="1" lang="zh-CN" altLang="en-US" sz="2800" i="0" dirty="0">
                <a:ea typeface="黑体" pitchFamily="49" charset="-122"/>
              </a:rPr>
              <a:t>关于</a:t>
            </a:r>
            <a:r>
              <a:rPr kumimoji="1" lang="en-US" altLang="zh-CN" sz="2800" dirty="0" err="1">
                <a:latin typeface="Times New Roman" pitchFamily="18" charset="0"/>
                <a:ea typeface="黑体" pitchFamily="49" charset="-122"/>
              </a:rPr>
              <a:t>M</a:t>
            </a:r>
            <a:r>
              <a:rPr kumimoji="1" lang="en-US" altLang="zh-CN" sz="2800" baseline="-30000" dirty="0" err="1">
                <a:latin typeface="Times New Roman" pitchFamily="18" charset="0"/>
                <a:ea typeface="黑体" pitchFamily="49" charset="-122"/>
              </a:rPr>
              <a:t>i</a:t>
            </a:r>
            <a:r>
              <a:rPr kumimoji="1" lang="zh-CN" altLang="en-US" sz="2800" i="0" dirty="0">
                <a:ea typeface="黑体" pitchFamily="49" charset="-122"/>
              </a:rPr>
              <a:t>的方程组</a:t>
            </a:r>
            <a:r>
              <a:rPr kumimoji="1" lang="zh-CN" altLang="en-US" sz="2800" i="0" dirty="0">
                <a:latin typeface="Times New Roman" pitchFamily="18" charset="0"/>
                <a:ea typeface="黑体" pitchFamily="49" charset="-122"/>
              </a:rPr>
              <a:t>，</a:t>
            </a:r>
            <a:endParaRPr kumimoji="1" lang="en-US" altLang="zh-CN" sz="2800" i="0" dirty="0">
              <a:latin typeface="Times New Roman" pitchFamily="18" charset="0"/>
              <a:ea typeface="黑体" pitchFamily="49" charset="-122"/>
            </a:endParaRPr>
          </a:p>
          <a:p>
            <a:pPr algn="l" eaLnBrk="1" hangingPunct="1"/>
            <a:r>
              <a:rPr kumimoji="1" lang="zh-CN" altLang="en-US" sz="2800" i="0" dirty="0">
                <a:latin typeface="Times New Roman" pitchFamily="18" charset="0"/>
                <a:ea typeface="黑体" pitchFamily="49" charset="-122"/>
              </a:rPr>
              <a:t>确定</a:t>
            </a:r>
            <a:r>
              <a:rPr kumimoji="1" lang="en-US" altLang="zh-CN" sz="2800" dirty="0">
                <a:latin typeface="Times New Roman" pitchFamily="18" charset="0"/>
                <a:ea typeface="黑体" pitchFamily="49" charset="-122"/>
              </a:rPr>
              <a:t>S</a:t>
            </a:r>
            <a:r>
              <a:rPr kumimoji="1" lang="en-US" altLang="zh-CN" sz="2800" i="0" dirty="0">
                <a:latin typeface="Times New Roman" pitchFamily="18" charset="0"/>
                <a:ea typeface="黑体" pitchFamily="49" charset="-122"/>
              </a:rPr>
              <a:t> (</a:t>
            </a:r>
            <a:r>
              <a:rPr kumimoji="1" lang="en-US" altLang="zh-CN" sz="2800" dirty="0">
                <a:latin typeface="Times New Roman" pitchFamily="18" charset="0"/>
                <a:ea typeface="黑体" pitchFamily="49" charset="-122"/>
              </a:rPr>
              <a:t>x</a:t>
            </a:r>
            <a:r>
              <a:rPr kumimoji="1" lang="en-US" altLang="zh-CN" sz="2800" i="0" dirty="0">
                <a:latin typeface="Times New Roman" pitchFamily="18" charset="0"/>
                <a:ea typeface="黑体" pitchFamily="49" charset="-122"/>
              </a:rPr>
              <a:t>)</a:t>
            </a:r>
            <a:r>
              <a:rPr kumimoji="1" lang="zh-CN" altLang="en-US" sz="2800" i="0" dirty="0">
                <a:latin typeface="Times New Roman" pitchFamily="18" charset="0"/>
                <a:ea typeface="黑体" pitchFamily="49" charset="-122"/>
              </a:rPr>
              <a:t>的表达式。</a:t>
            </a:r>
          </a:p>
        </p:txBody>
      </p:sp>
      <p:grpSp>
        <p:nvGrpSpPr>
          <p:cNvPr id="164870" name="Group 12"/>
          <p:cNvGrpSpPr>
            <a:grpSpLocks/>
          </p:cNvGrpSpPr>
          <p:nvPr/>
        </p:nvGrpSpPr>
        <p:grpSpPr bwMode="auto">
          <a:xfrm>
            <a:off x="-160338" y="1200150"/>
            <a:ext cx="6096001" cy="1081088"/>
            <a:chOff x="172" y="2192"/>
            <a:chExt cx="3347" cy="525"/>
          </a:xfrm>
        </p:grpSpPr>
        <p:graphicFrame>
          <p:nvGraphicFramePr>
            <p:cNvPr id="164873" name="Object 5"/>
            <p:cNvGraphicFramePr>
              <a:graphicFrameLocks noChangeAspect="1"/>
            </p:cNvGraphicFramePr>
            <p:nvPr/>
          </p:nvGraphicFramePr>
          <p:xfrm>
            <a:off x="435" y="2192"/>
            <a:ext cx="3084" cy="525"/>
          </p:xfrm>
          <a:graphic>
            <a:graphicData uri="http://schemas.openxmlformats.org/presentationml/2006/ole">
              <mc:AlternateContent xmlns:mc="http://schemas.openxmlformats.org/markup-compatibility/2006">
                <mc:Choice xmlns:v="urn:schemas-microsoft-com:vml" Requires="v">
                  <p:oleObj spid="_x0000_s226376" name="公式" r:id="rId5" imgW="2476500" imgH="457200" progId="Equation.3">
                    <p:embed/>
                  </p:oleObj>
                </mc:Choice>
                <mc:Fallback>
                  <p:oleObj name="公式" r:id="rId5" imgW="24765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 y="2192"/>
                          <a:ext cx="3084"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874" name="AutoShape 11"/>
            <p:cNvSpPr>
              <a:spLocks noChangeArrowheads="1"/>
            </p:cNvSpPr>
            <p:nvPr/>
          </p:nvSpPr>
          <p:spPr bwMode="auto">
            <a:xfrm>
              <a:off x="172" y="2296"/>
              <a:ext cx="317" cy="318"/>
            </a:xfrm>
            <a:prstGeom prst="rightArrow">
              <a:avLst>
                <a:gd name="adj1" fmla="val 50000"/>
                <a:gd name="adj2" fmla="val 25000"/>
              </a:avLst>
            </a:prstGeom>
            <a:solidFill>
              <a:srgbClr val="FFFF99"/>
            </a:solidFill>
            <a:ln w="38100">
              <a:solidFill>
                <a:srgbClr val="FF3300"/>
              </a:solidFill>
              <a:miter lim="800000"/>
              <a:headEnd/>
              <a:tailEnd/>
            </a:ln>
          </p:spPr>
          <p:txBody>
            <a:bodyPr wrap="none" anchor="ctr"/>
            <a:lstStyle/>
            <a:p>
              <a:endParaRPr lang="zh-CN" altLang="en-US"/>
            </a:p>
          </p:txBody>
        </p:sp>
      </p:grpSp>
      <p:sp>
        <p:nvSpPr>
          <p:cNvPr id="771085" name="Rectangle 13"/>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graphicFrame>
        <p:nvGraphicFramePr>
          <p:cNvPr id="164872" name="Object 15"/>
          <p:cNvGraphicFramePr>
            <a:graphicFrameLocks noChangeAspect="1"/>
          </p:cNvGraphicFramePr>
          <p:nvPr>
            <p:extLst>
              <p:ext uri="{D42A27DB-BD31-4B8C-83A1-F6EECF244321}">
                <p14:modId xmlns:p14="http://schemas.microsoft.com/office/powerpoint/2010/main" val="1295358146"/>
              </p:ext>
            </p:extLst>
          </p:nvPr>
        </p:nvGraphicFramePr>
        <p:xfrm>
          <a:off x="3512840" y="4572228"/>
          <a:ext cx="2670175" cy="515937"/>
        </p:xfrm>
        <a:graphic>
          <a:graphicData uri="http://schemas.openxmlformats.org/presentationml/2006/ole">
            <mc:AlternateContent xmlns:mc="http://schemas.openxmlformats.org/markup-compatibility/2006">
              <mc:Choice xmlns:v="urn:schemas-microsoft-com:vml" Requires="v">
                <p:oleObj spid="_x0000_s226377" name="Equation" r:id="rId7" imgW="1091726" imgH="228501" progId="Equation.3">
                  <p:embed/>
                </p:oleObj>
              </mc:Choice>
              <mc:Fallback>
                <p:oleObj name="Equation" r:id="rId7" imgW="1091726" imgH="22850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2840" y="4572228"/>
                        <a:ext cx="2670175"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838704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1079"/>
                                        </p:tgtEl>
                                        <p:attrNameLst>
                                          <p:attrName>style.visibility</p:attrName>
                                        </p:attrNameLst>
                                      </p:cBhvr>
                                      <p:to>
                                        <p:strVal val="visible"/>
                                      </p:to>
                                    </p:set>
                                    <p:animEffect transition="in" filter="wipe(left)">
                                      <p:cBhvr>
                                        <p:cTn id="7" dur="500"/>
                                        <p:tgtEl>
                                          <p:spTgt spid="771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9" grpId="0"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A1C043E-9CE1-401A-8232-A15443563D44}" type="slidenum">
              <a:rPr lang="zh-CN" altLang="en-US" b="0" i="0" smtClean="0"/>
              <a:pPr/>
              <a:t>144</a:t>
            </a:fld>
            <a:endParaRPr lang="en-US" altLang="zh-CN" b="0" i="0" smtClean="0"/>
          </a:p>
        </p:txBody>
      </p:sp>
      <p:sp>
        <p:nvSpPr>
          <p:cNvPr id="165891"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4CEE9D0-B4F3-4C5F-A4B0-DCE1BB93CF0D}" type="datetime1">
              <a:rPr lang="zh-CN" altLang="en-US" sz="1800" i="0" smtClean="0"/>
              <a:pPr/>
              <a:t>2024/10/20</a:t>
            </a:fld>
            <a:endParaRPr lang="en-US" altLang="zh-CN" sz="1800" i="0" smtClean="0"/>
          </a:p>
        </p:txBody>
      </p:sp>
      <p:graphicFrame>
        <p:nvGraphicFramePr>
          <p:cNvPr id="772098" name="Object 2"/>
          <p:cNvGraphicFramePr>
            <a:graphicFrameLocks noChangeAspect="1"/>
          </p:cNvGraphicFramePr>
          <p:nvPr>
            <p:extLst>
              <p:ext uri="{D42A27DB-BD31-4B8C-83A1-F6EECF244321}">
                <p14:modId xmlns:p14="http://schemas.microsoft.com/office/powerpoint/2010/main" val="3536797817"/>
              </p:ext>
            </p:extLst>
          </p:nvPr>
        </p:nvGraphicFramePr>
        <p:xfrm>
          <a:off x="322262" y="4879751"/>
          <a:ext cx="9148763" cy="925513"/>
        </p:xfrm>
        <a:graphic>
          <a:graphicData uri="http://schemas.openxmlformats.org/presentationml/2006/ole">
            <mc:AlternateContent xmlns:mc="http://schemas.openxmlformats.org/markup-compatibility/2006">
              <mc:Choice xmlns:v="urn:schemas-microsoft-com:vml" Requires="v">
                <p:oleObj spid="_x0000_s227422" name="Equation" r:id="rId3" imgW="4470400" imgH="457200" progId="Equation.3">
                  <p:embed/>
                </p:oleObj>
              </mc:Choice>
              <mc:Fallback>
                <p:oleObj name="Equation" r:id="rId3" imgW="44704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262" y="4879751"/>
                        <a:ext cx="9148763"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2107" name="Rectangle 11"/>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sp>
        <p:nvSpPr>
          <p:cNvPr id="165894" name="Text Box 14"/>
          <p:cNvSpPr txBox="1">
            <a:spLocks noChangeArrowheads="1"/>
          </p:cNvSpPr>
          <p:nvPr/>
        </p:nvSpPr>
        <p:spPr bwMode="auto">
          <a:xfrm>
            <a:off x="128464" y="1052513"/>
            <a:ext cx="1266693" cy="272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140000"/>
              </a:lnSpc>
            </a:pPr>
            <a:r>
              <a:rPr kumimoji="1" lang="zh-CN" altLang="en-US" sz="2800" i="0" dirty="0">
                <a:latin typeface="Times New Roman" pitchFamily="18" charset="0"/>
                <a:ea typeface="黑体" pitchFamily="49" charset="-122"/>
              </a:rPr>
              <a:t>对式</a:t>
            </a:r>
          </a:p>
          <a:p>
            <a:pPr algn="l" eaLnBrk="1" hangingPunct="1">
              <a:lnSpc>
                <a:spcPct val="140000"/>
              </a:lnSpc>
            </a:pPr>
            <a:endParaRPr kumimoji="1" lang="en-US" altLang="zh-CN" sz="2800" i="0" dirty="0" smtClean="0">
              <a:latin typeface="Times New Roman" pitchFamily="18" charset="0"/>
              <a:ea typeface="黑体" pitchFamily="49" charset="-122"/>
            </a:endParaRPr>
          </a:p>
          <a:p>
            <a:pPr algn="l" eaLnBrk="1" hangingPunct="1">
              <a:lnSpc>
                <a:spcPct val="140000"/>
              </a:lnSpc>
            </a:pPr>
            <a:endParaRPr kumimoji="1" lang="en-US" altLang="zh-CN" sz="2800" i="0" dirty="0" smtClean="0">
              <a:latin typeface="Times New Roman" pitchFamily="18" charset="0"/>
              <a:ea typeface="黑体" pitchFamily="49" charset="-122"/>
            </a:endParaRPr>
          </a:p>
          <a:p>
            <a:pPr algn="l" eaLnBrk="1" hangingPunct="1">
              <a:lnSpc>
                <a:spcPct val="140000"/>
              </a:lnSpc>
            </a:pPr>
            <a:endParaRPr kumimoji="1" lang="en-US" altLang="zh-CN" sz="1000" i="0" dirty="0">
              <a:latin typeface="Times New Roman" pitchFamily="18" charset="0"/>
              <a:ea typeface="黑体" pitchFamily="49" charset="-122"/>
            </a:endParaRPr>
          </a:p>
          <a:p>
            <a:pPr algn="l" eaLnBrk="1" hangingPunct="1">
              <a:lnSpc>
                <a:spcPct val="140000"/>
              </a:lnSpc>
            </a:pPr>
            <a:r>
              <a:rPr kumimoji="1" lang="zh-CN" altLang="en-US" sz="2800" i="0" dirty="0" smtClean="0">
                <a:latin typeface="Times New Roman" pitchFamily="18" charset="0"/>
                <a:ea typeface="黑体" pitchFamily="49" charset="-122"/>
              </a:rPr>
              <a:t>求导</a:t>
            </a:r>
            <a:r>
              <a:rPr kumimoji="1" lang="zh-CN" altLang="en-US" sz="2800" i="0" dirty="0">
                <a:latin typeface="Times New Roman" pitchFamily="18" charset="0"/>
                <a:ea typeface="黑体" pitchFamily="49" charset="-122"/>
              </a:rPr>
              <a:t>得</a:t>
            </a:r>
          </a:p>
        </p:txBody>
      </p:sp>
      <p:graphicFrame>
        <p:nvGraphicFramePr>
          <p:cNvPr id="772111" name="Object 15"/>
          <p:cNvGraphicFramePr>
            <a:graphicFrameLocks noChangeAspect="1"/>
          </p:cNvGraphicFramePr>
          <p:nvPr>
            <p:extLst>
              <p:ext uri="{D42A27DB-BD31-4B8C-83A1-F6EECF244321}">
                <p14:modId xmlns:p14="http://schemas.microsoft.com/office/powerpoint/2010/main" val="2320899864"/>
              </p:ext>
            </p:extLst>
          </p:nvPr>
        </p:nvGraphicFramePr>
        <p:xfrm>
          <a:off x="460375" y="3583607"/>
          <a:ext cx="9201150" cy="981075"/>
        </p:xfrm>
        <a:graphic>
          <a:graphicData uri="http://schemas.openxmlformats.org/presentationml/2006/ole">
            <mc:AlternateContent xmlns:mc="http://schemas.openxmlformats.org/markup-compatibility/2006">
              <mc:Choice xmlns:v="urn:schemas-microsoft-com:vml" Requires="v">
                <p:oleObj spid="_x0000_s227423" name="Equation" r:id="rId5" imgW="4267200" imgH="457200" progId="Equation.3">
                  <p:embed/>
                </p:oleObj>
              </mc:Choice>
              <mc:Fallback>
                <p:oleObj name="Equation" r:id="rId5" imgW="42672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375" y="3583607"/>
                        <a:ext cx="920115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5896" name="Object 17"/>
          <p:cNvGraphicFramePr>
            <a:graphicFrameLocks noChangeAspect="1"/>
          </p:cNvGraphicFramePr>
          <p:nvPr/>
        </p:nvGraphicFramePr>
        <p:xfrm>
          <a:off x="992188" y="946150"/>
          <a:ext cx="5400675" cy="1009650"/>
        </p:xfrm>
        <a:graphic>
          <a:graphicData uri="http://schemas.openxmlformats.org/presentationml/2006/ole">
            <mc:AlternateContent xmlns:mc="http://schemas.openxmlformats.org/markup-compatibility/2006">
              <mc:Choice xmlns:v="urn:schemas-microsoft-com:vml" Requires="v">
                <p:oleObj spid="_x0000_s227424" name="公式" r:id="rId7" imgW="2476500" imgH="457200" progId="Equation.3">
                  <p:embed/>
                </p:oleObj>
              </mc:Choice>
              <mc:Fallback>
                <p:oleObj name="公式" r:id="rId7" imgW="24765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2188" y="946150"/>
                        <a:ext cx="5400675"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5897" name="Object 19"/>
          <p:cNvGraphicFramePr>
            <a:graphicFrameLocks noChangeAspect="1"/>
          </p:cNvGraphicFramePr>
          <p:nvPr/>
        </p:nvGraphicFramePr>
        <p:xfrm>
          <a:off x="2432050" y="1773238"/>
          <a:ext cx="7473950" cy="1047750"/>
        </p:xfrm>
        <a:graphic>
          <a:graphicData uri="http://schemas.openxmlformats.org/presentationml/2006/ole">
            <mc:AlternateContent xmlns:mc="http://schemas.openxmlformats.org/markup-compatibility/2006">
              <mc:Choice xmlns:v="urn:schemas-microsoft-com:vml" Requires="v">
                <p:oleObj spid="_x0000_s227425" name="公式" r:id="rId9" imgW="3086100" imgH="457200" progId="Equation.3">
                  <p:embed/>
                </p:oleObj>
              </mc:Choice>
              <mc:Fallback>
                <p:oleObj name="公式" r:id="rId9" imgW="308610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32050" y="1773238"/>
                        <a:ext cx="7473950"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39608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72111"/>
                                        </p:tgtEl>
                                        <p:attrNameLst>
                                          <p:attrName>style.visibility</p:attrName>
                                        </p:attrNameLst>
                                      </p:cBhvr>
                                      <p:to>
                                        <p:strVal val="visible"/>
                                      </p:to>
                                    </p:set>
                                    <p:animEffect transition="in" filter="wipe(left)">
                                      <p:cBhvr>
                                        <p:cTn id="7" dur="500"/>
                                        <p:tgtEl>
                                          <p:spTgt spid="7721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772098"/>
                                        </p:tgtEl>
                                        <p:attrNameLst>
                                          <p:attrName>style.visibility</p:attrName>
                                        </p:attrNameLst>
                                      </p:cBhvr>
                                      <p:to>
                                        <p:strVal val="visible"/>
                                      </p:to>
                                    </p:set>
                                    <p:animEffect transition="in" filter="checkerboard(across)">
                                      <p:cBhvr>
                                        <p:cTn id="12" dur="500"/>
                                        <p:tgtEl>
                                          <p:spTgt spid="772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a:grpSpLocks/>
          </p:cNvGrpSpPr>
          <p:nvPr/>
        </p:nvGrpSpPr>
        <p:grpSpPr bwMode="auto">
          <a:xfrm>
            <a:off x="713194" y="4525854"/>
            <a:ext cx="8547753" cy="1551901"/>
            <a:chOff x="30" y="1104"/>
            <a:chExt cx="5810" cy="812"/>
          </a:xfrm>
        </p:grpSpPr>
        <p:graphicFrame>
          <p:nvGraphicFramePr>
            <p:cNvPr id="20" name="Object 11"/>
            <p:cNvGraphicFramePr>
              <a:graphicFrameLocks noChangeAspect="1"/>
            </p:cNvGraphicFramePr>
            <p:nvPr>
              <p:extLst>
                <p:ext uri="{D42A27DB-BD31-4B8C-83A1-F6EECF244321}">
                  <p14:modId xmlns:p14="http://schemas.microsoft.com/office/powerpoint/2010/main" val="909513660"/>
                </p:ext>
              </p:extLst>
            </p:nvPr>
          </p:nvGraphicFramePr>
          <p:xfrm>
            <a:off x="30" y="1104"/>
            <a:ext cx="5810" cy="812"/>
          </p:xfrm>
          <a:graphic>
            <a:graphicData uri="http://schemas.openxmlformats.org/presentationml/2006/ole">
              <mc:AlternateContent xmlns:mc="http://schemas.openxmlformats.org/markup-compatibility/2006">
                <mc:Choice xmlns:v="urn:schemas-microsoft-com:vml" Requires="v">
                  <p:oleObj spid="_x0000_s228561" name="公式" r:id="rId3" imgW="4483080" imgH="685800" progId="Equation.3">
                    <p:embed/>
                  </p:oleObj>
                </mc:Choice>
                <mc:Fallback>
                  <p:oleObj name="公式" r:id="rId3" imgW="4483080" imgH="685800" progId="Equation.3">
                    <p:embed/>
                    <p:pic>
                      <p:nvPicPr>
                        <p:cNvPr id="0" name=""/>
                        <p:cNvPicPr>
                          <a:picLocks noChangeAspect="1" noChangeArrowheads="1"/>
                        </p:cNvPicPr>
                        <p:nvPr/>
                      </p:nvPicPr>
                      <p:blipFill>
                        <a:blip r:embed="rId4"/>
                        <a:srcRect/>
                        <a:stretch>
                          <a:fillRect/>
                        </a:stretch>
                      </p:blipFill>
                      <p:spPr bwMode="auto">
                        <a:xfrm>
                          <a:off x="30" y="1104"/>
                          <a:ext cx="5810" cy="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12"/>
            <p:cNvSpPr txBox="1">
              <a:spLocks noChangeArrowheads="1"/>
            </p:cNvSpPr>
            <p:nvPr/>
          </p:nvSpPr>
          <p:spPr bwMode="auto">
            <a:xfrm>
              <a:off x="5433" y="1220"/>
              <a:ext cx="4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en-US" altLang="zh-CN" sz="2400" i="0">
                  <a:latin typeface="Times New Roman" pitchFamily="18" charset="0"/>
                  <a:ea typeface="楷体_GB2312" pitchFamily="49" charset="-122"/>
                </a:rPr>
                <a:t>       </a:t>
              </a:r>
            </a:p>
          </p:txBody>
        </p:sp>
      </p:grpSp>
      <p:sp>
        <p:nvSpPr>
          <p:cNvPr id="166914"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8F0F0BA-30CE-4C14-8D37-B2E94F992C48}" type="slidenum">
              <a:rPr lang="zh-CN" altLang="en-US" b="0" i="0" smtClean="0"/>
              <a:pPr/>
              <a:t>145</a:t>
            </a:fld>
            <a:endParaRPr lang="en-US" altLang="zh-CN" b="0" i="0" smtClean="0"/>
          </a:p>
        </p:txBody>
      </p:sp>
      <p:sp>
        <p:nvSpPr>
          <p:cNvPr id="166915"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B05E89B-9AD2-4C48-A0A9-E4094CF7283B}" type="datetime1">
              <a:rPr lang="zh-CN" altLang="en-US" sz="1800" i="0" smtClean="0"/>
              <a:pPr/>
              <a:t>2024/10/20</a:t>
            </a:fld>
            <a:endParaRPr lang="en-US" altLang="zh-CN" sz="1800" i="0" smtClean="0"/>
          </a:p>
        </p:txBody>
      </p:sp>
      <p:grpSp>
        <p:nvGrpSpPr>
          <p:cNvPr id="166916" name="Group 3"/>
          <p:cNvGrpSpPr>
            <a:grpSpLocks/>
          </p:cNvGrpSpPr>
          <p:nvPr/>
        </p:nvGrpSpPr>
        <p:grpSpPr bwMode="auto">
          <a:xfrm>
            <a:off x="776288" y="1010717"/>
            <a:ext cx="7183437" cy="1014412"/>
            <a:chOff x="192" y="1008"/>
            <a:chExt cx="3046" cy="554"/>
          </a:xfrm>
        </p:grpSpPr>
        <p:sp>
          <p:nvSpPr>
            <p:cNvPr id="166927" name="Text Box 4"/>
            <p:cNvSpPr txBox="1">
              <a:spLocks noChangeArrowheads="1"/>
            </p:cNvSpPr>
            <p:nvPr/>
          </p:nvSpPr>
          <p:spPr bwMode="auto">
            <a:xfrm>
              <a:off x="192" y="1071"/>
              <a:ext cx="543"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a:latin typeface="宋体" pitchFamily="2" charset="-122"/>
                </a:rPr>
                <a:t>于是 </a:t>
              </a:r>
            </a:p>
          </p:txBody>
        </p:sp>
        <p:graphicFrame>
          <p:nvGraphicFramePr>
            <p:cNvPr id="166928" name="Object 5"/>
            <p:cNvGraphicFramePr>
              <a:graphicFrameLocks noChangeAspect="1"/>
            </p:cNvGraphicFramePr>
            <p:nvPr/>
          </p:nvGraphicFramePr>
          <p:xfrm>
            <a:off x="720" y="1008"/>
            <a:ext cx="2518" cy="554"/>
          </p:xfrm>
          <a:graphic>
            <a:graphicData uri="http://schemas.openxmlformats.org/presentationml/2006/ole">
              <mc:AlternateContent xmlns:mc="http://schemas.openxmlformats.org/markup-compatibility/2006">
                <mc:Choice xmlns:v="urn:schemas-microsoft-com:vml" Requires="v">
                  <p:oleObj spid="_x0000_s228562" name="Equation" r:id="rId5" imgW="2235200" imgH="431800" progId="Equation.3">
                    <p:embed/>
                  </p:oleObj>
                </mc:Choice>
                <mc:Fallback>
                  <p:oleObj name="Equation" r:id="rId5" imgW="22352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 y="1008"/>
                          <a:ext cx="2518" cy="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66917" name="Object 6"/>
          <p:cNvGraphicFramePr>
            <a:graphicFrameLocks noChangeAspect="1"/>
          </p:cNvGraphicFramePr>
          <p:nvPr>
            <p:extLst>
              <p:ext uri="{D42A27DB-BD31-4B8C-83A1-F6EECF244321}">
                <p14:modId xmlns:p14="http://schemas.microsoft.com/office/powerpoint/2010/main" val="999531312"/>
              </p:ext>
            </p:extLst>
          </p:nvPr>
        </p:nvGraphicFramePr>
        <p:xfrm>
          <a:off x="2000672" y="1772816"/>
          <a:ext cx="6480720" cy="1031697"/>
        </p:xfrm>
        <a:graphic>
          <a:graphicData uri="http://schemas.openxmlformats.org/presentationml/2006/ole">
            <mc:AlternateContent xmlns:mc="http://schemas.openxmlformats.org/markup-compatibility/2006">
              <mc:Choice xmlns:v="urn:schemas-microsoft-com:vml" Requires="v">
                <p:oleObj spid="_x0000_s228563" name="Equation" r:id="rId7" imgW="2527300" imgH="431800" progId="Equation.3">
                  <p:embed/>
                </p:oleObj>
              </mc:Choice>
              <mc:Fallback>
                <p:oleObj name="Equation" r:id="rId7" imgW="2527300" imgH="431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0672" y="1772816"/>
                        <a:ext cx="6480720" cy="1031697"/>
                      </a:xfrm>
                      <a:prstGeom prst="rect">
                        <a:avLst/>
                      </a:prstGeom>
                      <a:noFill/>
                      <a:ln>
                        <a:noFill/>
                      </a:ln>
                    </p:spPr>
                  </p:pic>
                </p:oleObj>
              </mc:Fallback>
            </mc:AlternateContent>
          </a:graphicData>
        </a:graphic>
      </p:graphicFrame>
      <p:sp>
        <p:nvSpPr>
          <p:cNvPr id="772107" name="Rectangle 11"/>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grpSp>
        <p:nvGrpSpPr>
          <p:cNvPr id="14" name="Group 18"/>
          <p:cNvGrpSpPr>
            <a:grpSpLocks/>
          </p:cNvGrpSpPr>
          <p:nvPr/>
        </p:nvGrpSpPr>
        <p:grpSpPr bwMode="auto">
          <a:xfrm>
            <a:off x="784026" y="2956297"/>
            <a:ext cx="9353550" cy="1120775"/>
            <a:chOff x="600" y="1071"/>
            <a:chExt cx="5235" cy="571"/>
          </a:xfrm>
        </p:grpSpPr>
        <p:graphicFrame>
          <p:nvGraphicFramePr>
            <p:cNvPr id="166925" name="Object 11"/>
            <p:cNvGraphicFramePr>
              <a:graphicFrameLocks noChangeAspect="1"/>
            </p:cNvGraphicFramePr>
            <p:nvPr/>
          </p:nvGraphicFramePr>
          <p:xfrm>
            <a:off x="600" y="1071"/>
            <a:ext cx="4805" cy="571"/>
          </p:xfrm>
          <a:graphic>
            <a:graphicData uri="http://schemas.openxmlformats.org/presentationml/2006/ole">
              <mc:AlternateContent xmlns:mc="http://schemas.openxmlformats.org/markup-compatibility/2006">
                <mc:Choice xmlns:v="urn:schemas-microsoft-com:vml" Requires="v">
                  <p:oleObj spid="_x0000_s228564" name="Equation" r:id="rId9" imgW="3708400" imgH="482600" progId="Equation.3">
                    <p:embed/>
                  </p:oleObj>
                </mc:Choice>
                <mc:Fallback>
                  <p:oleObj name="Equation" r:id="rId9" imgW="3708400" imgH="482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0" y="1071"/>
                          <a:ext cx="4805"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6926" name="Text Box 12"/>
            <p:cNvSpPr txBox="1">
              <a:spLocks noChangeArrowheads="1"/>
            </p:cNvSpPr>
            <p:nvPr/>
          </p:nvSpPr>
          <p:spPr bwMode="auto">
            <a:xfrm>
              <a:off x="5433" y="1220"/>
              <a:ext cx="4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en-US" altLang="zh-CN" sz="2400" i="0">
                  <a:latin typeface="Times New Roman" pitchFamily="18" charset="0"/>
                  <a:ea typeface="楷体_GB2312" pitchFamily="49" charset="-122"/>
                </a:rPr>
                <a:t>       </a:t>
              </a:r>
            </a:p>
          </p:txBody>
        </p:sp>
      </p:grpSp>
      <p:grpSp>
        <p:nvGrpSpPr>
          <p:cNvPr id="17" name="Group 13"/>
          <p:cNvGrpSpPr>
            <a:grpSpLocks/>
          </p:cNvGrpSpPr>
          <p:nvPr/>
        </p:nvGrpSpPr>
        <p:grpSpPr bwMode="auto">
          <a:xfrm>
            <a:off x="439814" y="2636912"/>
            <a:ext cx="3593846" cy="555552"/>
            <a:chOff x="240" y="2197"/>
            <a:chExt cx="1974" cy="314"/>
          </a:xfrm>
        </p:grpSpPr>
        <p:graphicFrame>
          <p:nvGraphicFramePr>
            <p:cNvPr id="166922" name="Object 14"/>
            <p:cNvGraphicFramePr>
              <a:graphicFrameLocks noChangeAspect="1"/>
            </p:cNvGraphicFramePr>
            <p:nvPr>
              <p:extLst>
                <p:ext uri="{D42A27DB-BD31-4B8C-83A1-F6EECF244321}">
                  <p14:modId xmlns:p14="http://schemas.microsoft.com/office/powerpoint/2010/main" val="937682944"/>
                </p:ext>
              </p:extLst>
            </p:nvPr>
          </p:nvGraphicFramePr>
          <p:xfrm>
            <a:off x="481" y="2212"/>
            <a:ext cx="1427" cy="299"/>
          </p:xfrm>
          <a:graphic>
            <a:graphicData uri="http://schemas.openxmlformats.org/presentationml/2006/ole">
              <mc:AlternateContent xmlns:mc="http://schemas.openxmlformats.org/markup-compatibility/2006">
                <mc:Choice xmlns:v="urn:schemas-microsoft-com:vml" Requires="v">
                  <p:oleObj spid="_x0000_s228565" name="Equation" r:id="rId11" imgW="1091726" imgH="228501" progId="Equation.3">
                    <p:embed/>
                  </p:oleObj>
                </mc:Choice>
                <mc:Fallback>
                  <p:oleObj name="Equation" r:id="rId11" imgW="1091726" imgH="228501"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1" y="2212"/>
                          <a:ext cx="142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6923" name="Text Box 15"/>
            <p:cNvSpPr txBox="1">
              <a:spLocks noChangeArrowheads="1"/>
            </p:cNvSpPr>
            <p:nvPr/>
          </p:nvSpPr>
          <p:spPr bwMode="auto">
            <a:xfrm>
              <a:off x="240" y="2210"/>
              <a:ext cx="396"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a:latin typeface="黑体" pitchFamily="49" charset="-122"/>
                  <a:ea typeface="黑体" pitchFamily="49" charset="-122"/>
                </a:rPr>
                <a:t>由 </a:t>
              </a:r>
            </a:p>
          </p:txBody>
        </p:sp>
        <p:sp>
          <p:nvSpPr>
            <p:cNvPr id="166924" name="Text Box 16"/>
            <p:cNvSpPr txBox="1">
              <a:spLocks noChangeArrowheads="1"/>
            </p:cNvSpPr>
            <p:nvPr/>
          </p:nvSpPr>
          <p:spPr bwMode="auto">
            <a:xfrm>
              <a:off x="1916" y="2197"/>
              <a:ext cx="29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a:latin typeface="黑体" pitchFamily="49" charset="-122"/>
                  <a:ea typeface="黑体" pitchFamily="49" charset="-122"/>
                </a:rPr>
                <a:t>得</a:t>
              </a:r>
            </a:p>
          </p:txBody>
        </p:sp>
      </p:grpSp>
      <p:graphicFrame>
        <p:nvGraphicFramePr>
          <p:cNvPr id="3" name="对象 2"/>
          <p:cNvGraphicFramePr>
            <a:graphicFrameLocks noChangeAspect="1"/>
          </p:cNvGraphicFramePr>
          <p:nvPr>
            <p:extLst>
              <p:ext uri="{D42A27DB-BD31-4B8C-83A1-F6EECF244321}">
                <p14:modId xmlns:p14="http://schemas.microsoft.com/office/powerpoint/2010/main" val="1158203732"/>
              </p:ext>
            </p:extLst>
          </p:nvPr>
        </p:nvGraphicFramePr>
        <p:xfrm>
          <a:off x="7401955" y="3920294"/>
          <a:ext cx="2376487" cy="442912"/>
        </p:xfrm>
        <a:graphic>
          <a:graphicData uri="http://schemas.openxmlformats.org/presentationml/2006/ole">
            <mc:AlternateContent xmlns:mc="http://schemas.openxmlformats.org/markup-compatibility/2006">
              <mc:Choice xmlns:v="urn:schemas-microsoft-com:vml" Requires="v">
                <p:oleObj spid="_x0000_s228566" name="Equation" r:id="rId13" imgW="1002865" imgH="203112" progId="Equation.3">
                  <p:embed/>
                </p:oleObj>
              </mc:Choice>
              <mc:Fallback>
                <p:oleObj name="Equation" r:id="rId13" imgW="1002865" imgH="20311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01955" y="3920294"/>
                        <a:ext cx="2376487"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 Box 3"/>
          <p:cNvSpPr txBox="1">
            <a:spLocks noChangeArrowheads="1"/>
          </p:cNvSpPr>
          <p:nvPr/>
        </p:nvSpPr>
        <p:spPr bwMode="auto">
          <a:xfrm>
            <a:off x="214079" y="3857252"/>
            <a:ext cx="4237643" cy="579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200" i="0" dirty="0">
                <a:latin typeface="楷体_GB2312" pitchFamily="49" charset="-122"/>
                <a:ea typeface="黑体" pitchFamily="49" charset="-122"/>
              </a:rPr>
              <a:t>各项除以</a:t>
            </a:r>
            <a:r>
              <a:rPr kumimoji="1" lang="en-US" altLang="zh-CN" sz="3200" dirty="0">
                <a:latin typeface="Times New Roman" pitchFamily="18" charset="0"/>
                <a:ea typeface="黑体" pitchFamily="49" charset="-122"/>
              </a:rPr>
              <a:t>h</a:t>
            </a:r>
            <a:r>
              <a:rPr kumimoji="1" lang="en-US" altLang="zh-CN" sz="3200" baseline="-30000" dirty="0">
                <a:latin typeface="Times New Roman" pitchFamily="18" charset="0"/>
                <a:ea typeface="黑体" pitchFamily="49" charset="-122"/>
              </a:rPr>
              <a:t>i</a:t>
            </a:r>
            <a:r>
              <a:rPr kumimoji="1" lang="en-US" altLang="zh-CN" sz="3200" dirty="0">
                <a:latin typeface="Times New Roman" pitchFamily="18" charset="0"/>
                <a:ea typeface="黑体" pitchFamily="49" charset="-122"/>
              </a:rPr>
              <a:t> + </a:t>
            </a:r>
            <a:r>
              <a:rPr kumimoji="1" lang="en-US" altLang="zh-CN" sz="3200" dirty="0" smtClean="0">
                <a:latin typeface="Times New Roman" pitchFamily="18" charset="0"/>
                <a:ea typeface="黑体" pitchFamily="49" charset="-122"/>
              </a:rPr>
              <a:t>h</a:t>
            </a:r>
            <a:r>
              <a:rPr kumimoji="1" lang="en-US" altLang="zh-CN" sz="3200" baseline="-30000" dirty="0" smtClean="0">
                <a:latin typeface="Times New Roman" pitchFamily="18" charset="0"/>
                <a:ea typeface="黑体" pitchFamily="49" charset="-122"/>
              </a:rPr>
              <a:t>i</a:t>
            </a:r>
            <a:r>
              <a:rPr kumimoji="1" lang="en-US" altLang="zh-CN" sz="3200" i="0" baseline="-30000" dirty="0" smtClean="0">
                <a:latin typeface="Times New Roman" pitchFamily="18" charset="0"/>
                <a:ea typeface="黑体" pitchFamily="49" charset="-122"/>
              </a:rPr>
              <a:t>+1</a:t>
            </a:r>
            <a:endParaRPr kumimoji="1" lang="zh-CN" altLang="en-US" sz="3200" i="0" dirty="0">
              <a:latin typeface="楷体_GB2312" pitchFamily="49" charset="-122"/>
              <a:ea typeface="黑体" pitchFamily="49" charset="-122"/>
            </a:endParaRPr>
          </a:p>
        </p:txBody>
      </p:sp>
      <p:grpSp>
        <p:nvGrpSpPr>
          <p:cNvPr id="5" name="组合 4"/>
          <p:cNvGrpSpPr/>
          <p:nvPr/>
        </p:nvGrpSpPr>
        <p:grpSpPr>
          <a:xfrm>
            <a:off x="3762392" y="4408257"/>
            <a:ext cx="1190608" cy="1973070"/>
            <a:chOff x="3676071" y="4408257"/>
            <a:chExt cx="1386149" cy="1973070"/>
          </a:xfrm>
        </p:grpSpPr>
        <p:sp>
          <p:nvSpPr>
            <p:cNvPr id="2" name="矩形 1"/>
            <p:cNvSpPr/>
            <p:nvPr/>
          </p:nvSpPr>
          <p:spPr bwMode="auto">
            <a:xfrm>
              <a:off x="3676071" y="4970208"/>
              <a:ext cx="1386149" cy="1411119"/>
            </a:xfrm>
            <a:prstGeom prst="rect">
              <a:avLst/>
            </a:prstGeom>
            <a:noFill/>
            <a:ln w="38100" cap="flat" cmpd="sng" algn="ctr">
              <a:solidFill>
                <a:srgbClr val="FF33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000" b="1" i="1" u="none" strike="noStrike" cap="none" normalizeH="0" baseline="0" smtClean="0">
                <a:ln>
                  <a:noFill/>
                </a:ln>
                <a:solidFill>
                  <a:schemeClr val="tx1"/>
                </a:solidFill>
                <a:effectLst/>
                <a:latin typeface="Arial" pitchFamily="34" charset="0"/>
                <a:ea typeface="宋体" pitchFamily="2" charset="-122"/>
              </a:endParaRPr>
            </a:p>
          </p:txBody>
        </p:sp>
        <p:graphicFrame>
          <p:nvGraphicFramePr>
            <p:cNvPr id="22" name="Object 4"/>
            <p:cNvGraphicFramePr>
              <a:graphicFrameLocks noChangeAspect="1"/>
            </p:cNvGraphicFramePr>
            <p:nvPr>
              <p:extLst>
                <p:ext uri="{D42A27DB-BD31-4B8C-83A1-F6EECF244321}">
                  <p14:modId xmlns:p14="http://schemas.microsoft.com/office/powerpoint/2010/main" val="2286023698"/>
                </p:ext>
              </p:extLst>
            </p:nvPr>
          </p:nvGraphicFramePr>
          <p:xfrm>
            <a:off x="4458082" y="4408257"/>
            <a:ext cx="602868" cy="561951"/>
          </p:xfrm>
          <a:graphic>
            <a:graphicData uri="http://schemas.openxmlformats.org/presentationml/2006/ole">
              <mc:AlternateContent xmlns:mc="http://schemas.openxmlformats.org/markup-compatibility/2006">
                <mc:Choice xmlns:v="urn:schemas-microsoft-com:vml" Requires="v">
                  <p:oleObj spid="_x0000_s228567" name="公式" r:id="rId15" imgW="164880" imgH="241200" progId="Equation.3">
                    <p:embed/>
                  </p:oleObj>
                </mc:Choice>
                <mc:Fallback>
                  <p:oleObj name="公式" r:id="rId15" imgW="164880" imgH="241200" progId="Equation.3">
                    <p:embed/>
                    <p:pic>
                      <p:nvPicPr>
                        <p:cNvPr id="0" name=""/>
                        <p:cNvPicPr>
                          <a:picLocks noChangeAspect="1" noChangeArrowheads="1"/>
                        </p:cNvPicPr>
                        <p:nvPr/>
                      </p:nvPicPr>
                      <p:blipFill>
                        <a:blip r:embed="rId16"/>
                        <a:srcRect/>
                        <a:stretch>
                          <a:fillRect/>
                        </a:stretch>
                      </p:blipFill>
                      <p:spPr bwMode="auto">
                        <a:xfrm>
                          <a:off x="4458082" y="4408257"/>
                          <a:ext cx="602868" cy="561951"/>
                        </a:xfrm>
                        <a:prstGeom prst="rect">
                          <a:avLst/>
                        </a:prstGeom>
                        <a:solidFill>
                          <a:srgbClr val="FF0000"/>
                        </a:solidFill>
                        <a:ln>
                          <a:noFill/>
                        </a:ln>
                      </p:spPr>
                    </p:pic>
                  </p:oleObj>
                </mc:Fallback>
              </mc:AlternateContent>
            </a:graphicData>
          </a:graphic>
        </p:graphicFrame>
      </p:grpSp>
      <p:grpSp>
        <p:nvGrpSpPr>
          <p:cNvPr id="6" name="组合 5"/>
          <p:cNvGrpSpPr/>
          <p:nvPr/>
        </p:nvGrpSpPr>
        <p:grpSpPr>
          <a:xfrm>
            <a:off x="423748" y="4627592"/>
            <a:ext cx="1511714" cy="1653399"/>
            <a:chOff x="416496" y="4627592"/>
            <a:chExt cx="1386149" cy="1653399"/>
          </a:xfrm>
        </p:grpSpPr>
        <p:graphicFrame>
          <p:nvGraphicFramePr>
            <p:cNvPr id="23" name="Object 5"/>
            <p:cNvGraphicFramePr>
              <a:graphicFrameLocks noChangeAspect="1"/>
            </p:cNvGraphicFramePr>
            <p:nvPr>
              <p:extLst>
                <p:ext uri="{D42A27DB-BD31-4B8C-83A1-F6EECF244321}">
                  <p14:modId xmlns:p14="http://schemas.microsoft.com/office/powerpoint/2010/main" val="1844818796"/>
                </p:ext>
              </p:extLst>
            </p:nvPr>
          </p:nvGraphicFramePr>
          <p:xfrm>
            <a:off x="431227" y="4627592"/>
            <a:ext cx="1371418" cy="515431"/>
          </p:xfrm>
          <a:graphic>
            <a:graphicData uri="http://schemas.openxmlformats.org/presentationml/2006/ole">
              <mc:AlternateContent xmlns:mc="http://schemas.openxmlformats.org/markup-compatibility/2006">
                <mc:Choice xmlns:v="urn:schemas-microsoft-com:vml" Requires="v">
                  <p:oleObj spid="_x0000_s228568" name="Equation" r:id="rId17" imgW="660400" imgH="228600" progId="Equation.3">
                    <p:embed/>
                  </p:oleObj>
                </mc:Choice>
                <mc:Fallback>
                  <p:oleObj name="Equation" r:id="rId17" imgW="660400" imgH="2286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1227" y="4627592"/>
                          <a:ext cx="1371418" cy="515431"/>
                        </a:xfrm>
                        <a:prstGeom prst="rect">
                          <a:avLst/>
                        </a:prstGeom>
                        <a:solidFill>
                          <a:srgbClr val="FF0000"/>
                        </a:solidFill>
                        <a:ln>
                          <a:noFill/>
                        </a:ln>
                      </p:spPr>
                    </p:pic>
                  </p:oleObj>
                </mc:Fallback>
              </mc:AlternateContent>
            </a:graphicData>
          </a:graphic>
        </p:graphicFrame>
        <p:sp>
          <p:nvSpPr>
            <p:cNvPr id="24" name="矩形 23"/>
            <p:cNvSpPr/>
            <p:nvPr/>
          </p:nvSpPr>
          <p:spPr bwMode="auto">
            <a:xfrm>
              <a:off x="416496" y="5085184"/>
              <a:ext cx="1386149" cy="1195807"/>
            </a:xfrm>
            <a:prstGeom prst="rect">
              <a:avLst/>
            </a:prstGeom>
            <a:noFill/>
            <a:ln w="38100" cap="flat" cmpd="sng" algn="ctr">
              <a:solidFill>
                <a:srgbClr val="FF33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000" b="1" i="1" u="none" strike="noStrike" cap="none" normalizeH="0" baseline="0" smtClean="0">
                <a:ln>
                  <a:noFill/>
                </a:ln>
                <a:solidFill>
                  <a:schemeClr val="tx1"/>
                </a:solidFill>
                <a:effectLst/>
                <a:latin typeface="Arial" pitchFamily="34" charset="0"/>
                <a:ea typeface="宋体" pitchFamily="2" charset="-122"/>
              </a:endParaRPr>
            </a:p>
          </p:txBody>
        </p:sp>
      </p:grpSp>
      <p:grpSp>
        <p:nvGrpSpPr>
          <p:cNvPr id="7" name="组合 6"/>
          <p:cNvGrpSpPr/>
          <p:nvPr/>
        </p:nvGrpSpPr>
        <p:grpSpPr>
          <a:xfrm>
            <a:off x="6033120" y="4163169"/>
            <a:ext cx="3220471" cy="2117822"/>
            <a:chOff x="6033120" y="4163169"/>
            <a:chExt cx="3220471" cy="2117822"/>
          </a:xfrm>
        </p:grpSpPr>
        <p:sp>
          <p:nvSpPr>
            <p:cNvPr id="25" name="矩形 24"/>
            <p:cNvSpPr/>
            <p:nvPr/>
          </p:nvSpPr>
          <p:spPr bwMode="auto">
            <a:xfrm>
              <a:off x="6033120" y="4670344"/>
              <a:ext cx="3220471" cy="1610647"/>
            </a:xfrm>
            <a:prstGeom prst="rect">
              <a:avLst/>
            </a:prstGeom>
            <a:noFill/>
            <a:ln w="38100" cap="flat" cmpd="sng" algn="ctr">
              <a:solidFill>
                <a:srgbClr val="FF33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000" b="1" i="1" u="none" strike="noStrike" cap="none" normalizeH="0" baseline="0" smtClean="0">
                <a:ln>
                  <a:noFill/>
                </a:ln>
                <a:solidFill>
                  <a:schemeClr val="tx1"/>
                </a:solidFill>
                <a:effectLst/>
                <a:latin typeface="Arial" pitchFamily="34" charset="0"/>
                <a:ea typeface="宋体" pitchFamily="2"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975771185"/>
                </p:ext>
              </p:extLst>
            </p:nvPr>
          </p:nvGraphicFramePr>
          <p:xfrm>
            <a:off x="6056313" y="4163169"/>
            <a:ext cx="555625" cy="561975"/>
          </p:xfrm>
          <a:graphic>
            <a:graphicData uri="http://schemas.openxmlformats.org/presentationml/2006/ole">
              <mc:AlternateContent xmlns:mc="http://schemas.openxmlformats.org/markup-compatibility/2006">
                <mc:Choice xmlns:v="urn:schemas-microsoft-com:vml" Requires="v">
                  <p:oleObj spid="_x0000_s228569" name="公式" r:id="rId19" imgW="152280" imgH="241200" progId="Equation.3">
                    <p:embed/>
                  </p:oleObj>
                </mc:Choice>
                <mc:Fallback>
                  <p:oleObj name="公式" r:id="rId19" imgW="152280" imgH="241200" progId="Equation.3">
                    <p:embed/>
                    <p:pic>
                      <p:nvPicPr>
                        <p:cNvPr id="0" name=""/>
                        <p:cNvPicPr>
                          <a:picLocks noChangeAspect="1" noChangeArrowheads="1"/>
                        </p:cNvPicPr>
                        <p:nvPr/>
                      </p:nvPicPr>
                      <p:blipFill>
                        <a:blip r:embed="rId20"/>
                        <a:srcRect/>
                        <a:stretch>
                          <a:fillRect/>
                        </a:stretch>
                      </p:blipFill>
                      <p:spPr bwMode="auto">
                        <a:xfrm>
                          <a:off x="6056313" y="4163169"/>
                          <a:ext cx="555625" cy="56197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394154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1000"/>
                            </p:stCondLst>
                            <p:childTnLst>
                              <p:par>
                                <p:cTn id="16" presetID="6" presetClass="entr" presetSubtype="16"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ircle(in)">
                                      <p:cBhvr>
                                        <p:cTn id="18" dur="75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arn(inVertical)">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1000"/>
                                        <p:tgtEl>
                                          <p:spTgt spid="19"/>
                                        </p:tgtEl>
                                      </p:cBhvr>
                                    </p:animEffect>
                                    <p:anim calcmode="lin" valueType="num">
                                      <p:cBhvr>
                                        <p:cTn id="29" dur="1000" fill="hold"/>
                                        <p:tgtEl>
                                          <p:spTgt spid="19"/>
                                        </p:tgtEl>
                                        <p:attrNameLst>
                                          <p:attrName>ppt_x</p:attrName>
                                        </p:attrNameLst>
                                      </p:cBhvr>
                                      <p:tavLst>
                                        <p:tav tm="0">
                                          <p:val>
                                            <p:strVal val="#ppt_x"/>
                                          </p:val>
                                        </p:tav>
                                        <p:tav tm="100000">
                                          <p:val>
                                            <p:strVal val="#ppt_x"/>
                                          </p:val>
                                        </p:tav>
                                      </p:tavLst>
                                    </p:anim>
                                    <p:anim calcmode="lin" valueType="num">
                                      <p:cBhvr>
                                        <p:cTn id="3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up)">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arn(inVertical)">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barn(inVertical)">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9672539-4A02-4FC2-858A-0977DF2E5C49}" type="slidenum">
              <a:rPr lang="zh-CN" altLang="en-US" b="0" i="0" smtClean="0"/>
              <a:pPr/>
              <a:t>146</a:t>
            </a:fld>
            <a:endParaRPr lang="en-US" altLang="zh-CN" b="0" i="0" smtClean="0"/>
          </a:p>
        </p:txBody>
      </p:sp>
      <p:sp>
        <p:nvSpPr>
          <p:cNvPr id="167939"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C082E27-6379-48FF-9900-DEF748791FA9}" type="datetime1">
              <a:rPr lang="zh-CN" altLang="en-US" sz="1800" i="0" smtClean="0"/>
              <a:pPr/>
              <a:t>2024/10/20</a:t>
            </a:fld>
            <a:endParaRPr lang="en-US" altLang="zh-CN" sz="1800" i="0" smtClean="0"/>
          </a:p>
        </p:txBody>
      </p:sp>
      <p:grpSp>
        <p:nvGrpSpPr>
          <p:cNvPr id="2" name="Group 2"/>
          <p:cNvGrpSpPr>
            <a:grpSpLocks/>
          </p:cNvGrpSpPr>
          <p:nvPr/>
        </p:nvGrpSpPr>
        <p:grpSpPr bwMode="auto">
          <a:xfrm>
            <a:off x="728987" y="2750244"/>
            <a:ext cx="2783853" cy="1524203"/>
            <a:chOff x="2867" y="-300"/>
            <a:chExt cx="1440" cy="828"/>
          </a:xfrm>
        </p:grpSpPr>
        <p:graphicFrame>
          <p:nvGraphicFramePr>
            <p:cNvPr id="167951" name="Object 4"/>
            <p:cNvGraphicFramePr>
              <a:graphicFrameLocks noChangeAspect="1"/>
            </p:cNvGraphicFramePr>
            <p:nvPr>
              <p:extLst>
                <p:ext uri="{D42A27DB-BD31-4B8C-83A1-F6EECF244321}">
                  <p14:modId xmlns:p14="http://schemas.microsoft.com/office/powerpoint/2010/main" val="2045645118"/>
                </p:ext>
              </p:extLst>
            </p:nvPr>
          </p:nvGraphicFramePr>
          <p:xfrm>
            <a:off x="2867" y="-300"/>
            <a:ext cx="1440" cy="470"/>
          </p:xfrm>
          <a:graphic>
            <a:graphicData uri="http://schemas.openxmlformats.org/presentationml/2006/ole">
              <mc:AlternateContent xmlns:mc="http://schemas.openxmlformats.org/markup-compatibility/2006">
                <mc:Choice xmlns:v="urn:schemas-microsoft-com:vml" Requires="v">
                  <p:oleObj spid="_x0000_s229493" name="Equation" r:id="rId3" imgW="1168400" imgH="381000" progId="Equation.3">
                    <p:embed/>
                  </p:oleObj>
                </mc:Choice>
                <mc:Fallback>
                  <p:oleObj name="Equation" r:id="rId3" imgW="1168400" imgH="381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7" y="-300"/>
                          <a:ext cx="1440" cy="470"/>
                        </a:xfrm>
                        <a:prstGeom prst="rect">
                          <a:avLst/>
                        </a:prstGeom>
                        <a:noFill/>
                        <a:ln>
                          <a:noFill/>
                        </a:ln>
                      </p:spPr>
                    </p:pic>
                  </p:oleObj>
                </mc:Fallback>
              </mc:AlternateContent>
            </a:graphicData>
          </a:graphic>
        </p:graphicFrame>
        <p:graphicFrame>
          <p:nvGraphicFramePr>
            <p:cNvPr id="167952" name="Object 5"/>
            <p:cNvGraphicFramePr>
              <a:graphicFrameLocks noChangeAspect="1"/>
            </p:cNvGraphicFramePr>
            <p:nvPr>
              <p:extLst>
                <p:ext uri="{D42A27DB-BD31-4B8C-83A1-F6EECF244321}">
                  <p14:modId xmlns:p14="http://schemas.microsoft.com/office/powerpoint/2010/main" val="2061980751"/>
                </p:ext>
              </p:extLst>
            </p:nvPr>
          </p:nvGraphicFramePr>
          <p:xfrm>
            <a:off x="2867" y="248"/>
            <a:ext cx="816" cy="280"/>
          </p:xfrm>
          <a:graphic>
            <a:graphicData uri="http://schemas.openxmlformats.org/presentationml/2006/ole">
              <mc:AlternateContent xmlns:mc="http://schemas.openxmlformats.org/markup-compatibility/2006">
                <mc:Choice xmlns:v="urn:schemas-microsoft-com:vml" Requires="v">
                  <p:oleObj spid="_x0000_s229494" name="Equation" r:id="rId5" imgW="660400" imgH="228600" progId="Equation.3">
                    <p:embed/>
                  </p:oleObj>
                </mc:Choice>
                <mc:Fallback>
                  <p:oleObj name="Equation" r:id="rId5" imgW="6604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7" y="248"/>
                          <a:ext cx="81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73126" name="Object 6"/>
          <p:cNvGraphicFramePr>
            <a:graphicFrameLocks noChangeAspect="1"/>
          </p:cNvGraphicFramePr>
          <p:nvPr>
            <p:extLst>
              <p:ext uri="{D42A27DB-BD31-4B8C-83A1-F6EECF244321}">
                <p14:modId xmlns:p14="http://schemas.microsoft.com/office/powerpoint/2010/main" val="1754430681"/>
              </p:ext>
            </p:extLst>
          </p:nvPr>
        </p:nvGraphicFramePr>
        <p:xfrm>
          <a:off x="776536" y="4262412"/>
          <a:ext cx="5804633" cy="1038796"/>
        </p:xfrm>
        <a:graphic>
          <a:graphicData uri="http://schemas.openxmlformats.org/presentationml/2006/ole">
            <mc:AlternateContent xmlns:mc="http://schemas.openxmlformats.org/markup-compatibility/2006">
              <mc:Choice xmlns:v="urn:schemas-microsoft-com:vml" Requires="v">
                <p:oleObj spid="_x0000_s229495" name="Equation" r:id="rId7" imgW="2451100" imgH="482600" progId="Equation.3">
                  <p:embed/>
                </p:oleObj>
              </mc:Choice>
              <mc:Fallback>
                <p:oleObj name="Equation" r:id="rId7" imgW="2451100" imgH="482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6536" y="4262412"/>
                        <a:ext cx="5804633" cy="1038796"/>
                      </a:xfrm>
                      <a:prstGeom prst="rect">
                        <a:avLst/>
                      </a:prstGeom>
                      <a:noFill/>
                      <a:ln>
                        <a:noFill/>
                      </a:ln>
                    </p:spPr>
                  </p:pic>
                </p:oleObj>
              </mc:Fallback>
            </mc:AlternateContent>
          </a:graphicData>
        </a:graphic>
      </p:graphicFrame>
      <p:sp>
        <p:nvSpPr>
          <p:cNvPr id="773127" name="Text Box 7"/>
          <p:cNvSpPr txBox="1">
            <a:spLocks noChangeArrowheads="1"/>
          </p:cNvSpPr>
          <p:nvPr/>
        </p:nvSpPr>
        <p:spPr bwMode="auto">
          <a:xfrm>
            <a:off x="344488" y="1214279"/>
            <a:ext cx="2684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a:latin typeface="Times New Roman" pitchFamily="18" charset="0"/>
                <a:ea typeface="黑体" pitchFamily="49" charset="-122"/>
              </a:rPr>
              <a:t>则</a:t>
            </a:r>
            <a:r>
              <a:rPr kumimoji="1" lang="zh-CN" altLang="en-US" sz="2800" i="0" dirty="0">
                <a:ea typeface="黑体" pitchFamily="49" charset="-122"/>
              </a:rPr>
              <a:t>上</a:t>
            </a:r>
            <a:r>
              <a:rPr kumimoji="1" lang="zh-CN" altLang="en-US" sz="2800" i="0" dirty="0">
                <a:latin typeface="Times New Roman" pitchFamily="18" charset="0"/>
                <a:ea typeface="黑体" pitchFamily="49" charset="-122"/>
              </a:rPr>
              <a:t>式可以写为</a:t>
            </a:r>
          </a:p>
        </p:txBody>
      </p:sp>
      <p:graphicFrame>
        <p:nvGraphicFramePr>
          <p:cNvPr id="773128" name="Object 8"/>
          <p:cNvGraphicFramePr>
            <a:graphicFrameLocks noChangeAspect="1"/>
          </p:cNvGraphicFramePr>
          <p:nvPr>
            <p:extLst>
              <p:ext uri="{D42A27DB-BD31-4B8C-83A1-F6EECF244321}">
                <p14:modId xmlns:p14="http://schemas.microsoft.com/office/powerpoint/2010/main" val="3981094133"/>
              </p:ext>
            </p:extLst>
          </p:nvPr>
        </p:nvGraphicFramePr>
        <p:xfrm>
          <a:off x="1573213" y="1722279"/>
          <a:ext cx="7656513" cy="515938"/>
        </p:xfrm>
        <a:graphic>
          <a:graphicData uri="http://schemas.openxmlformats.org/presentationml/2006/ole">
            <mc:AlternateContent xmlns:mc="http://schemas.openxmlformats.org/markup-compatibility/2006">
              <mc:Choice xmlns:v="urn:schemas-microsoft-com:vml" Requires="v">
                <p:oleObj spid="_x0000_s229496" name="Equation" r:id="rId9" imgW="3136900" imgH="228600" progId="Equation.3">
                  <p:embed/>
                </p:oleObj>
              </mc:Choice>
              <mc:Fallback>
                <p:oleObj name="Equation" r:id="rId9" imgW="313690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73213" y="1722279"/>
                        <a:ext cx="765651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3137" name="Rectangle 17"/>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sp>
        <p:nvSpPr>
          <p:cNvPr id="773141" name="Rectangle 21"/>
          <p:cNvSpPr>
            <a:spLocks noChangeArrowheads="1"/>
          </p:cNvSpPr>
          <p:nvPr/>
        </p:nvSpPr>
        <p:spPr bwMode="auto">
          <a:xfrm>
            <a:off x="946577" y="5229200"/>
            <a:ext cx="892968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r>
              <a:rPr lang="zh-CN" altLang="en-US" sz="3200" i="0" dirty="0" smtClean="0">
                <a:solidFill>
                  <a:srgbClr val="0000CC"/>
                </a:solidFill>
                <a:latin typeface="Times New Roman" pitchFamily="18" charset="0"/>
                <a:ea typeface="黑体" pitchFamily="49" charset="-122"/>
              </a:rPr>
              <a:t>但</a:t>
            </a:r>
            <a:r>
              <a:rPr lang="zh-CN" altLang="en-US" sz="3200" i="0" dirty="0">
                <a:solidFill>
                  <a:srgbClr val="0000CC"/>
                </a:solidFill>
                <a:latin typeface="Times New Roman" pitchFamily="18" charset="0"/>
                <a:ea typeface="黑体" pitchFamily="49" charset="-122"/>
              </a:rPr>
              <a:t>这个线性方程组有</a:t>
            </a:r>
            <a:r>
              <a:rPr lang="en-US" altLang="zh-CN" sz="3200" dirty="0">
                <a:solidFill>
                  <a:srgbClr val="0000CC"/>
                </a:solidFill>
                <a:latin typeface="Times New Roman" pitchFamily="18" charset="0"/>
                <a:ea typeface="黑体" pitchFamily="49" charset="-122"/>
              </a:rPr>
              <a:t>n</a:t>
            </a:r>
            <a:r>
              <a:rPr lang="en-US" altLang="zh-CN" sz="3200" i="0" dirty="0">
                <a:solidFill>
                  <a:srgbClr val="0000CC"/>
                </a:solidFill>
                <a:latin typeface="Times New Roman" pitchFamily="18" charset="0"/>
                <a:ea typeface="黑体" pitchFamily="49" charset="-122"/>
              </a:rPr>
              <a:t>+1</a:t>
            </a:r>
            <a:r>
              <a:rPr lang="zh-CN" altLang="en-US" sz="3200" i="0" dirty="0">
                <a:solidFill>
                  <a:srgbClr val="0000CC"/>
                </a:solidFill>
                <a:latin typeface="Times New Roman" pitchFamily="18" charset="0"/>
                <a:ea typeface="黑体" pitchFamily="49" charset="-122"/>
              </a:rPr>
              <a:t>个未知量</a:t>
            </a:r>
            <a:r>
              <a:rPr lang="zh-CN" altLang="en-US" sz="3200" i="0" dirty="0" smtClean="0">
                <a:solidFill>
                  <a:srgbClr val="0000CC"/>
                </a:solidFill>
                <a:latin typeface="Times New Roman" pitchFamily="18" charset="0"/>
                <a:ea typeface="黑体" pitchFamily="49" charset="-122"/>
              </a:rPr>
              <a:t>，</a:t>
            </a:r>
            <a:endParaRPr lang="en-US" altLang="zh-CN" sz="3200" i="0" dirty="0" smtClean="0">
              <a:solidFill>
                <a:srgbClr val="0000CC"/>
              </a:solidFill>
              <a:latin typeface="Times New Roman" pitchFamily="18" charset="0"/>
              <a:ea typeface="黑体" pitchFamily="49" charset="-122"/>
            </a:endParaRPr>
          </a:p>
          <a:p>
            <a:pPr algn="l"/>
            <a:r>
              <a:rPr lang="zh-CN" altLang="en-US" sz="3200" i="0" dirty="0" smtClean="0">
                <a:solidFill>
                  <a:srgbClr val="0000CC"/>
                </a:solidFill>
                <a:latin typeface="Times New Roman" pitchFamily="18" charset="0"/>
                <a:ea typeface="黑体" pitchFamily="49" charset="-122"/>
              </a:rPr>
              <a:t>需要</a:t>
            </a:r>
            <a:r>
              <a:rPr lang="zh-CN" altLang="en-US" sz="3200" i="0" dirty="0">
                <a:solidFill>
                  <a:srgbClr val="0000CC"/>
                </a:solidFill>
                <a:latin typeface="Times New Roman" pitchFamily="18" charset="0"/>
                <a:ea typeface="黑体" pitchFamily="49" charset="-122"/>
              </a:rPr>
              <a:t>根据实际情况补充两个边界条件</a:t>
            </a:r>
          </a:p>
        </p:txBody>
      </p:sp>
      <p:graphicFrame>
        <p:nvGraphicFramePr>
          <p:cNvPr id="773142" name="Object 22"/>
          <p:cNvGraphicFramePr>
            <a:graphicFrameLocks noChangeAspect="1"/>
          </p:cNvGraphicFramePr>
          <p:nvPr>
            <p:extLst>
              <p:ext uri="{D42A27DB-BD31-4B8C-83A1-F6EECF244321}">
                <p14:modId xmlns:p14="http://schemas.microsoft.com/office/powerpoint/2010/main" val="2270301904"/>
              </p:ext>
            </p:extLst>
          </p:nvPr>
        </p:nvGraphicFramePr>
        <p:xfrm>
          <a:off x="6477868" y="4406428"/>
          <a:ext cx="3428132" cy="650553"/>
        </p:xfrm>
        <a:graphic>
          <a:graphicData uri="http://schemas.openxmlformats.org/presentationml/2006/ole">
            <mc:AlternateContent xmlns:mc="http://schemas.openxmlformats.org/markup-compatibility/2006">
              <mc:Choice xmlns:v="urn:schemas-microsoft-com:vml" Requires="v">
                <p:oleObj spid="_x0000_s229497" name="公式" r:id="rId11" imgW="1269720" imgH="241200" progId="Equation.3">
                  <p:embed/>
                </p:oleObj>
              </mc:Choice>
              <mc:Fallback>
                <p:oleObj name="公式" r:id="rId11" imgW="1269720" imgH="241200" progId="Equation.3">
                  <p:embed/>
                  <p:pic>
                    <p:nvPicPr>
                      <p:cNvPr id="0" name=""/>
                      <p:cNvPicPr>
                        <a:picLocks noChangeAspect="1" noChangeArrowheads="1"/>
                      </p:cNvPicPr>
                      <p:nvPr/>
                    </p:nvPicPr>
                    <p:blipFill>
                      <a:blip r:embed="rId12"/>
                      <a:srcRect/>
                      <a:stretch>
                        <a:fillRect/>
                      </a:stretch>
                    </p:blipFill>
                    <p:spPr bwMode="auto">
                      <a:xfrm>
                        <a:off x="6477868" y="4406428"/>
                        <a:ext cx="3428132" cy="650553"/>
                      </a:xfrm>
                      <a:prstGeom prst="rect">
                        <a:avLst/>
                      </a:prstGeom>
                      <a:noFill/>
                      <a:ln>
                        <a:noFill/>
                      </a:ln>
                      <a:effectLst/>
                    </p:spPr>
                  </p:pic>
                </p:oleObj>
              </mc:Fallback>
            </mc:AlternateContent>
          </a:graphicData>
        </a:graphic>
      </p:graphicFrame>
      <p:sp>
        <p:nvSpPr>
          <p:cNvPr id="4" name="矩形 3"/>
          <p:cNvSpPr/>
          <p:nvPr/>
        </p:nvSpPr>
        <p:spPr>
          <a:xfrm>
            <a:off x="4664968" y="2276872"/>
            <a:ext cx="4283544" cy="584775"/>
          </a:xfrm>
          <a:prstGeom prst="rect">
            <a:avLst/>
          </a:prstGeom>
        </p:spPr>
        <p:txBody>
          <a:bodyPr wrap="none">
            <a:spAutoFit/>
          </a:bodyPr>
          <a:lstStyle/>
          <a:p>
            <a:r>
              <a:rPr lang="zh-CN" altLang="en-US" sz="3200" i="0" dirty="0">
                <a:solidFill>
                  <a:srgbClr val="0000CC"/>
                </a:solidFill>
                <a:latin typeface="Times New Roman" pitchFamily="18" charset="0"/>
                <a:ea typeface="黑体" pitchFamily="49" charset="-122"/>
              </a:rPr>
              <a:t>是关于</a:t>
            </a:r>
            <a:r>
              <a:rPr kumimoji="1" lang="en-US" altLang="zh-CN" sz="3200" dirty="0" err="1">
                <a:solidFill>
                  <a:srgbClr val="0000CC"/>
                </a:solidFill>
                <a:latin typeface="Times New Roman" pitchFamily="18" charset="0"/>
                <a:ea typeface="黑体" pitchFamily="49" charset="-122"/>
              </a:rPr>
              <a:t>M</a:t>
            </a:r>
            <a:r>
              <a:rPr kumimoji="1" lang="en-US" altLang="zh-CN" sz="3200" baseline="-25000" dirty="0" err="1">
                <a:solidFill>
                  <a:srgbClr val="0000CC"/>
                </a:solidFill>
                <a:latin typeface="Times New Roman" pitchFamily="18" charset="0"/>
                <a:ea typeface="黑体" pitchFamily="49" charset="-122"/>
              </a:rPr>
              <a:t>i</a:t>
            </a:r>
            <a:r>
              <a:rPr lang="zh-CN" altLang="en-US" sz="3200" i="0" dirty="0">
                <a:solidFill>
                  <a:srgbClr val="0000CC"/>
                </a:solidFill>
                <a:latin typeface="Times New Roman" pitchFamily="18" charset="0"/>
                <a:ea typeface="黑体" pitchFamily="49" charset="-122"/>
              </a:rPr>
              <a:t>的</a:t>
            </a:r>
            <a:r>
              <a:rPr lang="en-US" altLang="zh-CN" sz="3200" i="0" dirty="0">
                <a:solidFill>
                  <a:srgbClr val="0000CC"/>
                </a:solidFill>
                <a:latin typeface="Times New Roman" pitchFamily="18" charset="0"/>
                <a:ea typeface="黑体" pitchFamily="49" charset="-122"/>
              </a:rPr>
              <a:t> </a:t>
            </a:r>
            <a:r>
              <a:rPr lang="en-US" altLang="zh-CN" sz="3200" dirty="0">
                <a:solidFill>
                  <a:srgbClr val="0000CC"/>
                </a:solidFill>
                <a:latin typeface="Times New Roman" pitchFamily="18" charset="0"/>
                <a:ea typeface="黑体" pitchFamily="49" charset="-122"/>
              </a:rPr>
              <a:t>n</a:t>
            </a:r>
            <a:r>
              <a:rPr lang="en-US" altLang="zh-CN" sz="3200" i="0" dirty="0">
                <a:solidFill>
                  <a:srgbClr val="0000CC"/>
                </a:solidFill>
                <a:latin typeface="Times New Roman" pitchFamily="18" charset="0"/>
                <a:ea typeface="黑体" pitchFamily="49" charset="-122"/>
              </a:rPr>
              <a:t>-1 </a:t>
            </a:r>
            <a:r>
              <a:rPr lang="zh-CN" altLang="en-US" sz="3200" i="0" dirty="0">
                <a:solidFill>
                  <a:srgbClr val="0000CC"/>
                </a:solidFill>
                <a:latin typeface="Times New Roman" pitchFamily="18" charset="0"/>
                <a:ea typeface="黑体" pitchFamily="49" charset="-122"/>
              </a:rPr>
              <a:t>个方程</a:t>
            </a:r>
            <a:endParaRPr lang="zh-CN" altLang="en-US" dirty="0">
              <a:solidFill>
                <a:srgbClr val="0000CC"/>
              </a:solidFill>
            </a:endParaRPr>
          </a:p>
        </p:txBody>
      </p:sp>
    </p:spTree>
    <p:extLst>
      <p:ext uri="{BB962C8B-B14F-4D97-AF65-F5344CB8AC3E}">
        <p14:creationId xmlns:p14="http://schemas.microsoft.com/office/powerpoint/2010/main" val="187590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773141"/>
                                        </p:tgtEl>
                                        <p:attrNameLst>
                                          <p:attrName>style.visibility</p:attrName>
                                        </p:attrNameLst>
                                      </p:cBhvr>
                                      <p:to>
                                        <p:strVal val="visible"/>
                                      </p:to>
                                    </p:set>
                                    <p:animEffect transition="in" filter="blinds(horizontal)">
                                      <p:cBhvr>
                                        <p:cTn id="14" dur="500"/>
                                        <p:tgtEl>
                                          <p:spTgt spid="773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3141" grpId="0"/>
      <p:bldP spid="4"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767B523-FD67-43E1-BDC7-77407453BC24}" type="slidenum">
              <a:rPr lang="zh-CN" altLang="en-US" b="0" i="0" smtClean="0"/>
              <a:pPr/>
              <a:t>147</a:t>
            </a:fld>
            <a:endParaRPr lang="en-US" altLang="zh-CN" b="0" i="0" smtClean="0"/>
          </a:p>
        </p:txBody>
      </p:sp>
      <p:sp>
        <p:nvSpPr>
          <p:cNvPr id="168963"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D0D8B17-3A71-41C5-815D-D2B92C6DB6C1}" type="datetime1">
              <a:rPr lang="zh-CN" altLang="en-US" sz="1800" i="0" smtClean="0"/>
              <a:pPr/>
              <a:t>2024/10/20</a:t>
            </a:fld>
            <a:endParaRPr lang="en-US" altLang="zh-CN" sz="1800" i="0" smtClean="0"/>
          </a:p>
        </p:txBody>
      </p:sp>
      <p:sp>
        <p:nvSpPr>
          <p:cNvPr id="774146" name="Text Box 2"/>
          <p:cNvSpPr txBox="1">
            <a:spLocks noChangeArrowheads="1"/>
          </p:cNvSpPr>
          <p:nvPr/>
        </p:nvSpPr>
        <p:spPr bwMode="auto">
          <a:xfrm>
            <a:off x="135607" y="2343561"/>
            <a:ext cx="22971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200" i="0" dirty="0">
                <a:solidFill>
                  <a:srgbClr val="FF0000"/>
                </a:solidFill>
                <a:latin typeface="Times New Roman" pitchFamily="18" charset="0"/>
                <a:ea typeface="黑体" pitchFamily="49" charset="-122"/>
              </a:rPr>
              <a:t>端点条件</a:t>
            </a:r>
          </a:p>
        </p:txBody>
      </p:sp>
      <p:sp>
        <p:nvSpPr>
          <p:cNvPr id="774147" name="Text Box 3"/>
          <p:cNvSpPr txBox="1">
            <a:spLocks noChangeArrowheads="1"/>
          </p:cNvSpPr>
          <p:nvPr/>
        </p:nvSpPr>
        <p:spPr bwMode="auto">
          <a:xfrm>
            <a:off x="631825" y="2924175"/>
            <a:ext cx="86328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a:latin typeface="楷体_GB2312" pitchFamily="49" charset="-122"/>
                <a:ea typeface="黑体" pitchFamily="49" charset="-122"/>
              </a:rPr>
              <a:t>最后一个方程。</a:t>
            </a:r>
            <a:endParaRPr kumimoji="1" lang="en-US" altLang="zh-CN" sz="2800" i="0" dirty="0">
              <a:latin typeface="楷体_GB2312" pitchFamily="49" charset="-122"/>
              <a:ea typeface="黑体" pitchFamily="49" charset="-122"/>
            </a:endParaRPr>
          </a:p>
          <a:p>
            <a:pPr algn="l" eaLnBrk="1" hangingPunct="1"/>
            <a:r>
              <a:rPr kumimoji="1" lang="en-US" altLang="zh-CN" sz="2800" i="0" dirty="0">
                <a:latin typeface="楷体_GB2312" pitchFamily="49" charset="-122"/>
                <a:ea typeface="黑体" pitchFamily="49" charset="-122"/>
              </a:rPr>
              <a:t>    </a:t>
            </a:r>
            <a:r>
              <a:rPr kumimoji="1" lang="zh-CN" altLang="en-US" sz="2800" i="0" dirty="0">
                <a:latin typeface="楷体_GB2312" pitchFamily="49" charset="-122"/>
                <a:ea typeface="黑体" pitchFamily="49" charset="-122"/>
              </a:rPr>
              <a:t>若取 </a:t>
            </a:r>
            <a:r>
              <a:rPr kumimoji="1" lang="en-US" altLang="zh-CN" sz="2800" dirty="0">
                <a:latin typeface="Times New Roman" pitchFamily="18" charset="0"/>
                <a:ea typeface="黑体" pitchFamily="49" charset="-122"/>
              </a:rPr>
              <a:t>M</a:t>
            </a:r>
            <a:r>
              <a:rPr kumimoji="1" lang="en-US" altLang="zh-CN" sz="2800" i="0" baseline="-30000" dirty="0">
                <a:latin typeface="Times New Roman" pitchFamily="18" charset="0"/>
                <a:ea typeface="黑体" pitchFamily="49" charset="-122"/>
              </a:rPr>
              <a:t>0</a:t>
            </a:r>
            <a:r>
              <a:rPr kumimoji="1" lang="en-US" altLang="zh-CN" sz="2800" i="0" dirty="0">
                <a:latin typeface="Times New Roman" pitchFamily="18" charset="0"/>
                <a:ea typeface="黑体" pitchFamily="49" charset="-122"/>
              </a:rPr>
              <a:t> = </a:t>
            </a:r>
            <a:r>
              <a:rPr kumimoji="1" lang="en-US" altLang="zh-CN" sz="2800" dirty="0" err="1">
                <a:latin typeface="Times New Roman" pitchFamily="18" charset="0"/>
                <a:ea typeface="黑体" pitchFamily="49" charset="-122"/>
              </a:rPr>
              <a:t>M</a:t>
            </a:r>
            <a:r>
              <a:rPr kumimoji="1" lang="en-US" altLang="zh-CN" sz="2800" baseline="-30000" dirty="0" err="1">
                <a:latin typeface="Times New Roman" pitchFamily="18" charset="0"/>
                <a:ea typeface="黑体" pitchFamily="49" charset="-122"/>
              </a:rPr>
              <a:t>n</a:t>
            </a:r>
            <a:r>
              <a:rPr kumimoji="1" lang="en-US" altLang="zh-CN" sz="2800" i="0" dirty="0">
                <a:latin typeface="Times New Roman" pitchFamily="18" charset="0"/>
                <a:ea typeface="黑体" pitchFamily="49" charset="-122"/>
              </a:rPr>
              <a:t>=0</a:t>
            </a:r>
            <a:r>
              <a:rPr kumimoji="1" lang="zh-CN" altLang="en-US" sz="2800" i="0" dirty="0">
                <a:latin typeface="Times New Roman" pitchFamily="18" charset="0"/>
                <a:ea typeface="黑体" pitchFamily="49" charset="-122"/>
              </a:rPr>
              <a:t>，</a:t>
            </a:r>
            <a:r>
              <a:rPr kumimoji="1" lang="zh-CN" altLang="en-US" sz="2800" i="0" dirty="0">
                <a:latin typeface="楷体_GB2312" pitchFamily="49" charset="-122"/>
                <a:ea typeface="黑体" pitchFamily="49" charset="-122"/>
              </a:rPr>
              <a:t>称为</a:t>
            </a:r>
            <a:r>
              <a:rPr kumimoji="1" lang="zh-CN" altLang="en-US" sz="2800" i="0" dirty="0">
                <a:solidFill>
                  <a:srgbClr val="FF0000"/>
                </a:solidFill>
                <a:latin typeface="楷体_GB2312" pitchFamily="49" charset="-122"/>
                <a:ea typeface="黑体" pitchFamily="49" charset="-122"/>
              </a:rPr>
              <a:t>三次自然样条</a:t>
            </a:r>
            <a:r>
              <a:rPr kumimoji="1" lang="zh-CN" altLang="en-US" sz="2800" i="0" dirty="0">
                <a:latin typeface="楷体_GB2312" pitchFamily="49" charset="-122"/>
                <a:ea typeface="黑体" pitchFamily="49" charset="-122"/>
              </a:rPr>
              <a:t>。即样条在首尾两端自然伸直</a:t>
            </a:r>
          </a:p>
        </p:txBody>
      </p:sp>
      <p:grpSp>
        <p:nvGrpSpPr>
          <p:cNvPr id="2" name="Group 4"/>
          <p:cNvGrpSpPr>
            <a:grpSpLocks/>
          </p:cNvGrpSpPr>
          <p:nvPr/>
        </p:nvGrpSpPr>
        <p:grpSpPr bwMode="auto">
          <a:xfrm>
            <a:off x="1613094" y="2382837"/>
            <a:ext cx="8039100" cy="541338"/>
            <a:chOff x="566" y="666"/>
            <a:chExt cx="4674" cy="341"/>
          </a:xfrm>
        </p:grpSpPr>
        <p:graphicFrame>
          <p:nvGraphicFramePr>
            <p:cNvPr id="168972" name="Object 5"/>
            <p:cNvGraphicFramePr>
              <a:graphicFrameLocks noChangeAspect="1"/>
            </p:cNvGraphicFramePr>
            <p:nvPr/>
          </p:nvGraphicFramePr>
          <p:xfrm>
            <a:off x="1536" y="720"/>
            <a:ext cx="1602" cy="287"/>
          </p:xfrm>
          <a:graphic>
            <a:graphicData uri="http://schemas.openxmlformats.org/presentationml/2006/ole">
              <mc:AlternateContent xmlns:mc="http://schemas.openxmlformats.org/markup-compatibility/2006">
                <mc:Choice xmlns:v="urn:schemas-microsoft-com:vml" Requires="v">
                  <p:oleObj spid="_x0000_s230492" name="Equation" r:id="rId3" imgW="1282700" imgH="228600" progId="Equation.3">
                    <p:embed/>
                  </p:oleObj>
                </mc:Choice>
                <mc:Fallback>
                  <p:oleObj name="Equation" r:id="rId3" imgW="12827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 y="720"/>
                          <a:ext cx="160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8973" name="Text Box 6"/>
            <p:cNvSpPr txBox="1">
              <a:spLocks noChangeArrowheads="1"/>
            </p:cNvSpPr>
            <p:nvPr/>
          </p:nvSpPr>
          <p:spPr bwMode="auto">
            <a:xfrm>
              <a:off x="566" y="666"/>
              <a:ext cx="10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a:solidFill>
                    <a:srgbClr val="FF0000"/>
                  </a:solidFill>
                  <a:latin typeface="Times New Roman" pitchFamily="18" charset="0"/>
                  <a:ea typeface="黑体" pitchFamily="49" charset="-122"/>
                </a:rPr>
                <a:t>（</a:t>
              </a:r>
              <a:r>
                <a:rPr kumimoji="1" lang="en-US" altLang="zh-CN" sz="2800" i="0" dirty="0">
                  <a:solidFill>
                    <a:srgbClr val="FF0000"/>
                  </a:solidFill>
                  <a:latin typeface="Times New Roman" pitchFamily="18" charset="0"/>
                  <a:ea typeface="黑体" pitchFamily="49" charset="-122"/>
                </a:rPr>
                <a:t>1</a:t>
              </a:r>
              <a:r>
                <a:rPr kumimoji="1" lang="zh-CN" altLang="en-US" sz="2800" i="0" dirty="0">
                  <a:solidFill>
                    <a:srgbClr val="FF0000"/>
                  </a:solidFill>
                  <a:latin typeface="Times New Roman" pitchFamily="18" charset="0"/>
                  <a:ea typeface="黑体" pitchFamily="49" charset="-122"/>
                </a:rPr>
                <a:t>）</a:t>
              </a:r>
              <a:r>
                <a:rPr kumimoji="1" lang="zh-CN" altLang="en-US" sz="2800" i="0" dirty="0">
                  <a:latin typeface="Times New Roman" pitchFamily="18" charset="0"/>
                  <a:ea typeface="黑体" pitchFamily="49" charset="-122"/>
                </a:rPr>
                <a:t>给定</a:t>
              </a:r>
            </a:p>
          </p:txBody>
        </p:sp>
        <p:sp>
          <p:nvSpPr>
            <p:cNvPr id="168974" name="Text Box 7"/>
            <p:cNvSpPr txBox="1">
              <a:spLocks noChangeArrowheads="1"/>
            </p:cNvSpPr>
            <p:nvPr/>
          </p:nvSpPr>
          <p:spPr bwMode="auto">
            <a:xfrm>
              <a:off x="3264" y="674"/>
              <a:ext cx="19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a:latin typeface="楷体_GB2312" pitchFamily="49" charset="-122"/>
                  <a:ea typeface="黑体" pitchFamily="49" charset="-122"/>
                </a:rPr>
                <a:t>补充</a:t>
              </a:r>
              <a:r>
                <a:rPr kumimoji="1" lang="zh-CN" altLang="en-US" sz="2800" i="0">
                  <a:ea typeface="黑体" pitchFamily="49" charset="-122"/>
                </a:rPr>
                <a:t>上式</a:t>
              </a:r>
              <a:r>
                <a:rPr kumimoji="1" lang="zh-CN" altLang="en-US" sz="2800" i="0">
                  <a:latin typeface="楷体_GB2312" pitchFamily="49" charset="-122"/>
                  <a:ea typeface="黑体" pitchFamily="49" charset="-122"/>
                </a:rPr>
                <a:t>的第一个和</a:t>
              </a:r>
            </a:p>
          </p:txBody>
        </p:sp>
      </p:grpSp>
      <p:grpSp>
        <p:nvGrpSpPr>
          <p:cNvPr id="3" name="Group 11"/>
          <p:cNvGrpSpPr>
            <a:grpSpLocks/>
          </p:cNvGrpSpPr>
          <p:nvPr/>
        </p:nvGrpSpPr>
        <p:grpSpPr bwMode="auto">
          <a:xfrm>
            <a:off x="1723081" y="5111973"/>
            <a:ext cx="7694415" cy="549275"/>
            <a:chOff x="528" y="1408"/>
            <a:chExt cx="4472" cy="346"/>
          </a:xfrm>
        </p:grpSpPr>
        <p:sp>
          <p:nvSpPr>
            <p:cNvPr id="168970" name="Text Box 12"/>
            <p:cNvSpPr txBox="1">
              <a:spLocks noChangeArrowheads="1"/>
            </p:cNvSpPr>
            <p:nvPr/>
          </p:nvSpPr>
          <p:spPr bwMode="auto">
            <a:xfrm>
              <a:off x="528" y="1408"/>
              <a:ext cx="233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a:solidFill>
                    <a:srgbClr val="FF0000"/>
                  </a:solidFill>
                  <a:latin typeface="Times New Roman" pitchFamily="18" charset="0"/>
                  <a:ea typeface="黑体" pitchFamily="49" charset="-122"/>
                </a:rPr>
                <a:t>（</a:t>
              </a:r>
              <a:r>
                <a:rPr kumimoji="1" lang="en-US" altLang="zh-CN" sz="2800" i="0" dirty="0">
                  <a:solidFill>
                    <a:srgbClr val="FF0000"/>
                  </a:solidFill>
                  <a:latin typeface="Times New Roman" pitchFamily="18" charset="0"/>
                  <a:ea typeface="黑体" pitchFamily="49" charset="-122"/>
                </a:rPr>
                <a:t>2</a:t>
              </a:r>
              <a:r>
                <a:rPr kumimoji="1" lang="zh-CN" altLang="en-US" sz="2800" i="0" dirty="0">
                  <a:solidFill>
                    <a:srgbClr val="FF0000"/>
                  </a:solidFill>
                  <a:latin typeface="Times New Roman" pitchFamily="18" charset="0"/>
                  <a:ea typeface="黑体" pitchFamily="49" charset="-122"/>
                </a:rPr>
                <a:t>）</a:t>
              </a:r>
              <a:r>
                <a:rPr kumimoji="1" lang="zh-CN" altLang="en-US" sz="2800" i="0" dirty="0">
                  <a:latin typeface="楷体_GB2312" pitchFamily="49" charset="-122"/>
                  <a:ea typeface="黑体" pitchFamily="49" charset="-122"/>
                </a:rPr>
                <a:t>给定两端点导数值</a:t>
              </a:r>
              <a:r>
                <a:rPr kumimoji="1" lang="zh-CN" altLang="en-US" sz="2800" i="0" dirty="0">
                  <a:latin typeface="Times New Roman" pitchFamily="18" charset="0"/>
                  <a:ea typeface="黑体" pitchFamily="49" charset="-122"/>
                </a:rPr>
                <a:t> </a:t>
              </a:r>
            </a:p>
          </p:txBody>
        </p:sp>
        <p:graphicFrame>
          <p:nvGraphicFramePr>
            <p:cNvPr id="168971" name="Object 13"/>
            <p:cNvGraphicFramePr>
              <a:graphicFrameLocks noChangeAspect="1"/>
            </p:cNvGraphicFramePr>
            <p:nvPr>
              <p:extLst>
                <p:ext uri="{D42A27DB-BD31-4B8C-83A1-F6EECF244321}">
                  <p14:modId xmlns:p14="http://schemas.microsoft.com/office/powerpoint/2010/main" val="3893480459"/>
                </p:ext>
              </p:extLst>
            </p:nvPr>
          </p:nvGraphicFramePr>
          <p:xfrm>
            <a:off x="2777" y="1408"/>
            <a:ext cx="2223" cy="346"/>
          </p:xfrm>
          <a:graphic>
            <a:graphicData uri="http://schemas.openxmlformats.org/presentationml/2006/ole">
              <mc:AlternateContent xmlns:mc="http://schemas.openxmlformats.org/markup-compatibility/2006">
                <mc:Choice xmlns:v="urn:schemas-microsoft-com:vml" Requires="v">
                  <p:oleObj spid="_x0000_s230493" name="Equation" r:id="rId5" imgW="1752600" imgH="228600" progId="Equation.3">
                    <p:embed/>
                  </p:oleObj>
                </mc:Choice>
                <mc:Fallback>
                  <p:oleObj name="Equation" r:id="rId5" imgW="17526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7" y="1408"/>
                          <a:ext cx="2223" cy="346"/>
                        </a:xfrm>
                        <a:prstGeom prst="rect">
                          <a:avLst/>
                        </a:prstGeom>
                        <a:noFill/>
                        <a:ln>
                          <a:noFill/>
                        </a:ln>
                        <a:extLst/>
                      </p:spPr>
                    </p:pic>
                  </p:oleObj>
                </mc:Fallback>
              </mc:AlternateContent>
            </a:graphicData>
          </a:graphic>
        </p:graphicFrame>
      </p:grpSp>
      <p:sp>
        <p:nvSpPr>
          <p:cNvPr id="774158" name="Rectangle 14"/>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graphicFrame>
        <p:nvGraphicFramePr>
          <p:cNvPr id="168969" name="Object 16"/>
          <p:cNvGraphicFramePr>
            <a:graphicFrameLocks noChangeAspect="1"/>
          </p:cNvGraphicFramePr>
          <p:nvPr/>
        </p:nvGraphicFramePr>
        <p:xfrm>
          <a:off x="488950" y="908050"/>
          <a:ext cx="9196388" cy="1092200"/>
        </p:xfrm>
        <a:graphic>
          <a:graphicData uri="http://schemas.openxmlformats.org/presentationml/2006/ole">
            <mc:AlternateContent xmlns:mc="http://schemas.openxmlformats.org/markup-compatibility/2006">
              <mc:Choice xmlns:v="urn:schemas-microsoft-com:vml" Requires="v">
                <p:oleObj spid="_x0000_s230494" name="Equation" r:id="rId7" imgW="3649872" imgH="419227" progId="Equation.3">
                  <p:embed/>
                </p:oleObj>
              </mc:Choice>
              <mc:Fallback>
                <p:oleObj name="Equation" r:id="rId7" imgW="3649872" imgH="41922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8950" y="908050"/>
                        <a:ext cx="9196388"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58185248"/>
              </p:ext>
            </p:extLst>
          </p:nvPr>
        </p:nvGraphicFramePr>
        <p:xfrm>
          <a:off x="3872880" y="3794125"/>
          <a:ext cx="2743200" cy="1028700"/>
        </p:xfrm>
        <a:graphic>
          <a:graphicData uri="http://schemas.openxmlformats.org/presentationml/2006/ole">
            <mc:AlternateContent xmlns:mc="http://schemas.openxmlformats.org/markup-compatibility/2006">
              <mc:Choice xmlns:v="urn:schemas-microsoft-com:vml" Requires="v">
                <p:oleObj spid="_x0000_s230495" name="Equation" r:id="rId9" imgW="1295400" imgH="482600" progId="Equation.DSMT4">
                  <p:embed/>
                </p:oleObj>
              </mc:Choice>
              <mc:Fallback>
                <p:oleObj name="Equation" r:id="rId9" imgW="1295400" imgH="482600"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72880" y="3794125"/>
                        <a:ext cx="27432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2"/>
          <p:cNvSpPr txBox="1">
            <a:spLocks noChangeArrowheads="1"/>
          </p:cNvSpPr>
          <p:nvPr/>
        </p:nvSpPr>
        <p:spPr bwMode="auto">
          <a:xfrm>
            <a:off x="273322" y="5051649"/>
            <a:ext cx="22971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200" i="0" dirty="0">
                <a:solidFill>
                  <a:srgbClr val="FF0000"/>
                </a:solidFill>
                <a:latin typeface="Times New Roman" pitchFamily="18" charset="0"/>
                <a:ea typeface="黑体" pitchFamily="49" charset="-122"/>
              </a:rPr>
              <a:t>端点条件</a:t>
            </a:r>
          </a:p>
        </p:txBody>
      </p:sp>
    </p:spTree>
    <p:extLst>
      <p:ext uri="{BB962C8B-B14F-4D97-AF65-F5344CB8AC3E}">
        <p14:creationId xmlns:p14="http://schemas.microsoft.com/office/powerpoint/2010/main" val="3154205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4146"/>
                                        </p:tgtEl>
                                        <p:attrNameLst>
                                          <p:attrName>style.visibility</p:attrName>
                                        </p:attrNameLst>
                                      </p:cBhvr>
                                      <p:to>
                                        <p:strVal val="visible"/>
                                      </p:to>
                                    </p:set>
                                    <p:animEffect transition="in" filter="wipe(left)">
                                      <p:cBhvr>
                                        <p:cTn id="7" dur="500"/>
                                        <p:tgtEl>
                                          <p:spTgt spid="774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4147"/>
                                        </p:tgtEl>
                                        <p:attrNameLst>
                                          <p:attrName>style.visibility</p:attrName>
                                        </p:attrNameLst>
                                      </p:cBhvr>
                                      <p:to>
                                        <p:strVal val="visible"/>
                                      </p:to>
                                    </p:set>
                                    <p:animEffect transition="in" filter="wipe(left)">
                                      <p:cBhvr>
                                        <p:cTn id="17" dur="500"/>
                                        <p:tgtEl>
                                          <p:spTgt spid="7741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trips(downRigh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1+#ppt_w/2"/>
                                          </p:val>
                                        </p:tav>
                                        <p:tav tm="100000">
                                          <p:val>
                                            <p:strVal val="#ppt_x"/>
                                          </p:val>
                                        </p:tav>
                                      </p:tavLst>
                                    </p:anim>
                                    <p:anim calcmode="lin" valueType="num">
                                      <p:cBhvr additive="base">
                                        <p:cTn id="2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46" grpId="0" autoUpdateAnimBg="0"/>
      <p:bldP spid="774147" grpId="0" autoUpdateAnimBg="0"/>
      <p:bldP spid="16" grpId="0"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12C8E1F-8D39-45AA-95B0-1D2D5F7408F7}" type="slidenum">
              <a:rPr lang="zh-CN" altLang="en-US" b="0" i="0" smtClean="0"/>
              <a:pPr/>
              <a:t>148</a:t>
            </a:fld>
            <a:endParaRPr lang="en-US" altLang="zh-CN" b="0" i="0" smtClean="0"/>
          </a:p>
        </p:txBody>
      </p:sp>
      <p:sp>
        <p:nvSpPr>
          <p:cNvPr id="169987"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E9378DC-1AFD-400F-BD50-CCDCC5CFA19C}" type="datetime1">
              <a:rPr lang="zh-CN" altLang="en-US" sz="1800" i="0" smtClean="0"/>
              <a:pPr/>
              <a:t>2024/10/20</a:t>
            </a:fld>
            <a:endParaRPr lang="en-US" altLang="zh-CN" sz="1800" i="0" smtClean="0"/>
          </a:p>
        </p:txBody>
      </p:sp>
      <p:sp>
        <p:nvSpPr>
          <p:cNvPr id="774152" name="Text Box 8"/>
          <p:cNvSpPr txBox="1">
            <a:spLocks noChangeArrowheads="1"/>
          </p:cNvSpPr>
          <p:nvPr/>
        </p:nvSpPr>
        <p:spPr bwMode="auto">
          <a:xfrm>
            <a:off x="4521919" y="2220823"/>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a:latin typeface="Times New Roman" pitchFamily="18" charset="0"/>
                <a:ea typeface="黑体" pitchFamily="49" charset="-122"/>
              </a:rPr>
              <a:t>有</a:t>
            </a:r>
          </a:p>
        </p:txBody>
      </p:sp>
      <p:graphicFrame>
        <p:nvGraphicFramePr>
          <p:cNvPr id="774153" name="Object 9"/>
          <p:cNvGraphicFramePr>
            <a:graphicFrameLocks noChangeAspect="1"/>
          </p:cNvGraphicFramePr>
          <p:nvPr>
            <p:extLst>
              <p:ext uri="{D42A27DB-BD31-4B8C-83A1-F6EECF244321}">
                <p14:modId xmlns:p14="http://schemas.microsoft.com/office/powerpoint/2010/main" val="3520225305"/>
              </p:ext>
            </p:extLst>
          </p:nvPr>
        </p:nvGraphicFramePr>
        <p:xfrm>
          <a:off x="4953719" y="2171405"/>
          <a:ext cx="4662685" cy="874917"/>
        </p:xfrm>
        <a:graphic>
          <a:graphicData uri="http://schemas.openxmlformats.org/presentationml/2006/ole">
            <mc:AlternateContent xmlns:mc="http://schemas.openxmlformats.org/markup-compatibility/2006">
              <mc:Choice xmlns:v="urn:schemas-microsoft-com:vml" Requires="v">
                <p:oleObj spid="_x0000_s231618" name="Equation" r:id="rId3" imgW="2413000" imgH="431800" progId="Equation.3">
                  <p:embed/>
                </p:oleObj>
              </mc:Choice>
              <mc:Fallback>
                <p:oleObj name="Equation" r:id="rId3" imgW="24130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719" y="2171405"/>
                        <a:ext cx="4662685" cy="874917"/>
                      </a:xfrm>
                      <a:prstGeom prst="rect">
                        <a:avLst/>
                      </a:prstGeom>
                      <a:noFill/>
                      <a:ln>
                        <a:noFill/>
                      </a:ln>
                    </p:spPr>
                  </p:pic>
                </p:oleObj>
              </mc:Fallback>
            </mc:AlternateContent>
          </a:graphicData>
        </a:graphic>
      </p:graphicFrame>
      <p:graphicFrame>
        <p:nvGraphicFramePr>
          <p:cNvPr id="774154" name="Object 10"/>
          <p:cNvGraphicFramePr>
            <a:graphicFrameLocks noChangeAspect="1"/>
          </p:cNvGraphicFramePr>
          <p:nvPr>
            <p:extLst>
              <p:ext uri="{D42A27DB-BD31-4B8C-83A1-F6EECF244321}">
                <p14:modId xmlns:p14="http://schemas.microsoft.com/office/powerpoint/2010/main" val="3091668765"/>
              </p:ext>
            </p:extLst>
          </p:nvPr>
        </p:nvGraphicFramePr>
        <p:xfrm>
          <a:off x="4469334" y="2924944"/>
          <a:ext cx="5436666" cy="886331"/>
        </p:xfrm>
        <a:graphic>
          <a:graphicData uri="http://schemas.openxmlformats.org/presentationml/2006/ole">
            <mc:AlternateContent xmlns:mc="http://schemas.openxmlformats.org/markup-compatibility/2006">
              <mc:Choice xmlns:v="urn:schemas-microsoft-com:vml" Requires="v">
                <p:oleObj spid="_x0000_s231619" name="Equation" r:id="rId5" imgW="2705100" imgH="431800" progId="Equation.3">
                  <p:embed/>
                </p:oleObj>
              </mc:Choice>
              <mc:Fallback>
                <p:oleObj name="Equation" r:id="rId5" imgW="27051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9334" y="2924944"/>
                        <a:ext cx="5436666" cy="886331"/>
                      </a:xfrm>
                      <a:prstGeom prst="rect">
                        <a:avLst/>
                      </a:prstGeom>
                      <a:noFill/>
                      <a:ln>
                        <a:noFill/>
                      </a:ln>
                    </p:spPr>
                  </p:pic>
                </p:oleObj>
              </mc:Fallback>
            </mc:AlternateContent>
          </a:graphicData>
        </a:graphic>
      </p:graphicFrame>
      <p:grpSp>
        <p:nvGrpSpPr>
          <p:cNvPr id="169991" name="Group 11"/>
          <p:cNvGrpSpPr>
            <a:grpSpLocks/>
          </p:cNvGrpSpPr>
          <p:nvPr/>
        </p:nvGrpSpPr>
        <p:grpSpPr bwMode="auto">
          <a:xfrm>
            <a:off x="272494" y="1174750"/>
            <a:ext cx="8922920" cy="523875"/>
            <a:chOff x="308" y="1394"/>
            <a:chExt cx="5188" cy="330"/>
          </a:xfrm>
        </p:grpSpPr>
        <p:sp>
          <p:nvSpPr>
            <p:cNvPr id="169997" name="Text Box 12"/>
            <p:cNvSpPr txBox="1">
              <a:spLocks noChangeArrowheads="1"/>
            </p:cNvSpPr>
            <p:nvPr/>
          </p:nvSpPr>
          <p:spPr bwMode="auto">
            <a:xfrm>
              <a:off x="308" y="1394"/>
              <a:ext cx="339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smtClean="0">
                  <a:latin typeface="Times New Roman" pitchFamily="18" charset="0"/>
                  <a:ea typeface="黑体" pitchFamily="49" charset="-122"/>
                </a:rPr>
                <a:t>对于</a:t>
              </a:r>
              <a:r>
                <a:rPr kumimoji="1" lang="zh-CN" altLang="en-US" sz="2800" i="0" dirty="0">
                  <a:solidFill>
                    <a:srgbClr val="FF0000"/>
                  </a:solidFill>
                  <a:latin typeface="Times New Roman" pitchFamily="18" charset="0"/>
                  <a:ea typeface="黑体" pitchFamily="49" charset="-122"/>
                </a:rPr>
                <a:t>端点</a:t>
              </a:r>
              <a:r>
                <a:rPr kumimoji="1" lang="zh-CN" altLang="en-US" sz="2800" i="0" dirty="0" smtClean="0">
                  <a:solidFill>
                    <a:srgbClr val="FF0000"/>
                  </a:solidFill>
                  <a:latin typeface="Times New Roman" pitchFamily="18" charset="0"/>
                  <a:ea typeface="黑体" pitchFamily="49" charset="-122"/>
                </a:rPr>
                <a:t>条件</a:t>
              </a:r>
              <a:r>
                <a:rPr kumimoji="1" lang="en-US" altLang="zh-CN" sz="2800" i="0" dirty="0" smtClean="0">
                  <a:solidFill>
                    <a:srgbClr val="FF0000"/>
                  </a:solidFill>
                  <a:latin typeface="Times New Roman" pitchFamily="18" charset="0"/>
                  <a:ea typeface="黑体" pitchFamily="49" charset="-122"/>
                </a:rPr>
                <a:t>(2),</a:t>
              </a:r>
              <a:r>
                <a:rPr kumimoji="1" lang="zh-CN" altLang="en-US" sz="2800" i="0" dirty="0" smtClean="0">
                  <a:latin typeface="楷体_GB2312" pitchFamily="49" charset="-122"/>
                  <a:ea typeface="黑体" pitchFamily="49" charset="-122"/>
                </a:rPr>
                <a:t>给定</a:t>
              </a:r>
              <a:r>
                <a:rPr kumimoji="1" lang="zh-CN" altLang="en-US" sz="2800" i="0" dirty="0">
                  <a:latin typeface="楷体_GB2312" pitchFamily="49" charset="-122"/>
                  <a:ea typeface="黑体" pitchFamily="49" charset="-122"/>
                </a:rPr>
                <a:t>两端点导数值</a:t>
              </a:r>
              <a:r>
                <a:rPr kumimoji="1" lang="zh-CN" altLang="en-US" sz="2800" i="0" dirty="0">
                  <a:latin typeface="Times New Roman" pitchFamily="18" charset="0"/>
                  <a:ea typeface="黑体" pitchFamily="49" charset="-122"/>
                </a:rPr>
                <a:t> </a:t>
              </a:r>
            </a:p>
          </p:txBody>
        </p:sp>
        <p:graphicFrame>
          <p:nvGraphicFramePr>
            <p:cNvPr id="169998" name="Object 13"/>
            <p:cNvGraphicFramePr>
              <a:graphicFrameLocks noChangeAspect="1"/>
            </p:cNvGraphicFramePr>
            <p:nvPr>
              <p:extLst>
                <p:ext uri="{D42A27DB-BD31-4B8C-83A1-F6EECF244321}">
                  <p14:modId xmlns:p14="http://schemas.microsoft.com/office/powerpoint/2010/main" val="888879151"/>
                </p:ext>
              </p:extLst>
            </p:nvPr>
          </p:nvGraphicFramePr>
          <p:xfrm>
            <a:off x="3705" y="1445"/>
            <a:ext cx="1791" cy="266"/>
          </p:xfrm>
          <a:graphic>
            <a:graphicData uri="http://schemas.openxmlformats.org/presentationml/2006/ole">
              <mc:AlternateContent xmlns:mc="http://schemas.openxmlformats.org/markup-compatibility/2006">
                <mc:Choice xmlns:v="urn:schemas-microsoft-com:vml" Requires="v">
                  <p:oleObj spid="_x0000_s231620" name="Equation" r:id="rId7" imgW="1752600" imgH="228600" progId="Equation.3">
                    <p:embed/>
                  </p:oleObj>
                </mc:Choice>
                <mc:Fallback>
                  <p:oleObj name="Equation" r:id="rId7" imgW="17526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5" y="1445"/>
                          <a:ext cx="1791" cy="266"/>
                        </a:xfrm>
                        <a:prstGeom prst="rect">
                          <a:avLst/>
                        </a:prstGeom>
                        <a:noFill/>
                        <a:ln>
                          <a:noFill/>
                        </a:ln>
                        <a:extLst/>
                      </p:spPr>
                    </p:pic>
                  </p:oleObj>
                </mc:Fallback>
              </mc:AlternateContent>
            </a:graphicData>
          </a:graphic>
        </p:graphicFrame>
      </p:grpSp>
      <p:sp>
        <p:nvSpPr>
          <p:cNvPr id="774158" name="Rectangle 14"/>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grpSp>
        <p:nvGrpSpPr>
          <p:cNvPr id="4" name="Group 25"/>
          <p:cNvGrpSpPr>
            <a:grpSpLocks/>
          </p:cNvGrpSpPr>
          <p:nvPr/>
        </p:nvGrpSpPr>
        <p:grpSpPr bwMode="auto">
          <a:xfrm>
            <a:off x="0" y="1698626"/>
            <a:ext cx="4808984" cy="1562480"/>
            <a:chOff x="36" y="2795"/>
            <a:chExt cx="2767" cy="963"/>
          </a:xfrm>
        </p:grpSpPr>
        <p:graphicFrame>
          <p:nvGraphicFramePr>
            <p:cNvPr id="169994" name="Object 22"/>
            <p:cNvGraphicFramePr>
              <a:graphicFrameLocks noChangeAspect="1"/>
            </p:cNvGraphicFramePr>
            <p:nvPr/>
          </p:nvGraphicFramePr>
          <p:xfrm>
            <a:off x="81" y="3248"/>
            <a:ext cx="2512" cy="510"/>
          </p:xfrm>
          <a:graphic>
            <a:graphicData uri="http://schemas.openxmlformats.org/presentationml/2006/ole">
              <mc:AlternateContent xmlns:mc="http://schemas.openxmlformats.org/markup-compatibility/2006">
                <mc:Choice xmlns:v="urn:schemas-microsoft-com:vml" Requires="v">
                  <p:oleObj spid="_x0000_s231621" name="Equation" r:id="rId9" imgW="2171663" imgH="373474" progId="Equation.3">
                    <p:embed/>
                  </p:oleObj>
                </mc:Choice>
                <mc:Fallback>
                  <p:oleObj name="Equation" r:id="rId9" imgW="2171663" imgH="373474"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 y="3248"/>
                          <a:ext cx="251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9995" name="Object 23"/>
            <p:cNvGraphicFramePr>
              <a:graphicFrameLocks noChangeAspect="1"/>
            </p:cNvGraphicFramePr>
            <p:nvPr/>
          </p:nvGraphicFramePr>
          <p:xfrm>
            <a:off x="36" y="2795"/>
            <a:ext cx="2767" cy="503"/>
          </p:xfrm>
          <a:graphic>
            <a:graphicData uri="http://schemas.openxmlformats.org/presentationml/2006/ole">
              <mc:AlternateContent xmlns:mc="http://schemas.openxmlformats.org/markup-compatibility/2006">
                <mc:Choice xmlns:v="urn:schemas-microsoft-com:vml" Requires="v">
                  <p:oleObj spid="_x0000_s231622" name="Equation" r:id="rId11" imgW="2469010" imgH="373474" progId="Equation.3">
                    <p:embed/>
                  </p:oleObj>
                </mc:Choice>
                <mc:Fallback>
                  <p:oleObj name="Equation" r:id="rId11" imgW="2469010" imgH="373474"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 y="2795"/>
                          <a:ext cx="2767"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8" name="Object 2"/>
          <p:cNvGraphicFramePr>
            <a:graphicFrameLocks noChangeAspect="1"/>
          </p:cNvGraphicFramePr>
          <p:nvPr>
            <p:extLst>
              <p:ext uri="{D42A27DB-BD31-4B8C-83A1-F6EECF244321}">
                <p14:modId xmlns:p14="http://schemas.microsoft.com/office/powerpoint/2010/main" val="113512639"/>
              </p:ext>
            </p:extLst>
          </p:nvPr>
        </p:nvGraphicFramePr>
        <p:xfrm>
          <a:off x="2257520" y="3513849"/>
          <a:ext cx="4855720" cy="1124825"/>
        </p:xfrm>
        <a:graphic>
          <a:graphicData uri="http://schemas.openxmlformats.org/presentationml/2006/ole">
            <mc:AlternateContent xmlns:mc="http://schemas.openxmlformats.org/markup-compatibility/2006">
              <mc:Choice xmlns:v="urn:schemas-microsoft-com:vml" Requires="v">
                <p:oleObj spid="_x0000_s231623" name="Equation" r:id="rId13" imgW="1905000" imgH="482600" progId="Equation.3">
                  <p:embed/>
                </p:oleObj>
              </mc:Choice>
              <mc:Fallback>
                <p:oleObj name="Equation" r:id="rId13" imgW="1905000" imgH="4826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57520" y="3513849"/>
                        <a:ext cx="4855720" cy="1124825"/>
                      </a:xfrm>
                      <a:prstGeom prst="rect">
                        <a:avLst/>
                      </a:prstGeom>
                      <a:noFill/>
                      <a:ln>
                        <a:noFill/>
                      </a:ln>
                    </p:spPr>
                  </p:pic>
                </p:oleObj>
              </mc:Fallback>
            </mc:AlternateContent>
          </a:graphicData>
        </a:graphic>
      </p:graphicFrame>
      <p:graphicFrame>
        <p:nvGraphicFramePr>
          <p:cNvPr id="19" name="Object 3"/>
          <p:cNvGraphicFramePr>
            <a:graphicFrameLocks noChangeAspect="1"/>
          </p:cNvGraphicFramePr>
          <p:nvPr>
            <p:extLst>
              <p:ext uri="{D42A27DB-BD31-4B8C-83A1-F6EECF244321}">
                <p14:modId xmlns:p14="http://schemas.microsoft.com/office/powerpoint/2010/main" val="126802628"/>
              </p:ext>
            </p:extLst>
          </p:nvPr>
        </p:nvGraphicFramePr>
        <p:xfrm>
          <a:off x="2187671" y="4437112"/>
          <a:ext cx="5141594" cy="1046850"/>
        </p:xfrm>
        <a:graphic>
          <a:graphicData uri="http://schemas.openxmlformats.org/presentationml/2006/ole">
            <mc:AlternateContent xmlns:mc="http://schemas.openxmlformats.org/markup-compatibility/2006">
              <mc:Choice xmlns:v="urn:schemas-microsoft-com:vml" Requires="v">
                <p:oleObj spid="_x0000_s231624" name="Equation" r:id="rId15" imgW="2159000" imgH="482600" progId="Equation.3">
                  <p:embed/>
                </p:oleObj>
              </mc:Choice>
              <mc:Fallback>
                <p:oleObj name="Equation" r:id="rId15" imgW="2159000" imgH="4826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87671" y="4437112"/>
                        <a:ext cx="5141594" cy="1046850"/>
                      </a:xfrm>
                      <a:prstGeom prst="rect">
                        <a:avLst/>
                      </a:prstGeom>
                      <a:noFill/>
                      <a:ln>
                        <a:noFill/>
                      </a:ln>
                    </p:spPr>
                  </p:pic>
                </p:oleObj>
              </mc:Fallback>
            </mc:AlternateContent>
          </a:graphicData>
        </a:graphic>
      </p:graphicFrame>
      <p:sp>
        <p:nvSpPr>
          <p:cNvPr id="20" name="Text Box 4"/>
          <p:cNvSpPr txBox="1">
            <a:spLocks noChangeArrowheads="1"/>
          </p:cNvSpPr>
          <p:nvPr/>
        </p:nvSpPr>
        <p:spPr bwMode="auto">
          <a:xfrm>
            <a:off x="561231" y="5255418"/>
            <a:ext cx="500697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130000"/>
              </a:lnSpc>
            </a:pPr>
            <a:r>
              <a:rPr kumimoji="1" lang="zh-CN" altLang="en-US" sz="2800" i="0" dirty="0">
                <a:latin typeface="黑体" pitchFamily="49" charset="-122"/>
                <a:ea typeface="黑体" pitchFamily="49" charset="-122"/>
              </a:rPr>
              <a:t>分别补充为方程组</a:t>
            </a:r>
            <a:endParaRPr kumimoji="1" lang="en-US" altLang="zh-CN" sz="2800" i="0" dirty="0">
              <a:latin typeface="黑体" pitchFamily="49" charset="-122"/>
              <a:ea typeface="黑体" pitchFamily="49" charset="-122"/>
            </a:endParaRPr>
          </a:p>
          <a:p>
            <a:pPr algn="l" eaLnBrk="1" hangingPunct="1">
              <a:lnSpc>
                <a:spcPct val="130000"/>
              </a:lnSpc>
            </a:pPr>
            <a:r>
              <a:rPr kumimoji="1" lang="zh-CN" altLang="en-US" sz="2800" i="0" dirty="0">
                <a:latin typeface="黑体" pitchFamily="49" charset="-122"/>
                <a:ea typeface="黑体" pitchFamily="49" charset="-122"/>
              </a:rPr>
              <a:t>的第一个和最后一个方程组。 </a:t>
            </a:r>
          </a:p>
        </p:txBody>
      </p:sp>
      <p:sp>
        <p:nvSpPr>
          <p:cNvPr id="21" name="AutoShape 8"/>
          <p:cNvSpPr>
            <a:spLocks noChangeArrowheads="1"/>
          </p:cNvSpPr>
          <p:nvPr/>
        </p:nvSpPr>
        <p:spPr bwMode="auto">
          <a:xfrm>
            <a:off x="962120" y="3608388"/>
            <a:ext cx="935037" cy="504825"/>
          </a:xfrm>
          <a:prstGeom prst="rightArrow">
            <a:avLst>
              <a:gd name="adj1" fmla="val 50000"/>
              <a:gd name="adj2" fmla="val 46305"/>
            </a:avLst>
          </a:prstGeom>
          <a:solidFill>
            <a:schemeClr val="accent1"/>
          </a:solidFill>
          <a:ln w="38100">
            <a:solidFill>
              <a:srgbClr val="FF3300"/>
            </a:solidFill>
            <a:miter lim="800000"/>
            <a:headEnd/>
            <a:tailEnd/>
          </a:ln>
        </p:spPr>
        <p:txBody>
          <a:bodyPr wrap="none" anchor="ctr"/>
          <a:lstStyle/>
          <a:p>
            <a:endParaRPr lang="zh-CN" altLang="en-US"/>
          </a:p>
        </p:txBody>
      </p:sp>
      <p:graphicFrame>
        <p:nvGraphicFramePr>
          <p:cNvPr id="22" name="Object 9"/>
          <p:cNvGraphicFramePr>
            <a:graphicFrameLocks noChangeAspect="1"/>
          </p:cNvGraphicFramePr>
          <p:nvPr>
            <p:extLst>
              <p:ext uri="{D42A27DB-BD31-4B8C-83A1-F6EECF244321}">
                <p14:modId xmlns:p14="http://schemas.microsoft.com/office/powerpoint/2010/main" val="1666719387"/>
              </p:ext>
            </p:extLst>
          </p:nvPr>
        </p:nvGraphicFramePr>
        <p:xfrm>
          <a:off x="3656856" y="5387181"/>
          <a:ext cx="5976938" cy="515937"/>
        </p:xfrm>
        <a:graphic>
          <a:graphicData uri="http://schemas.openxmlformats.org/presentationml/2006/ole">
            <mc:AlternateContent xmlns:mc="http://schemas.openxmlformats.org/markup-compatibility/2006">
              <mc:Choice xmlns:v="urn:schemas-microsoft-com:vml" Requires="v">
                <p:oleObj spid="_x0000_s231625" name="Equation" r:id="rId17" imgW="3078625" imgH="167762" progId="Equation.3">
                  <p:embed/>
                </p:oleObj>
              </mc:Choice>
              <mc:Fallback>
                <p:oleObj name="Equation" r:id="rId17" imgW="3078625" imgH="167762"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56856" y="5387181"/>
                        <a:ext cx="5976938"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382281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774152"/>
                                        </p:tgtEl>
                                        <p:attrNameLst>
                                          <p:attrName>style.visibility</p:attrName>
                                        </p:attrNameLst>
                                      </p:cBhvr>
                                      <p:to>
                                        <p:strVal val="visible"/>
                                      </p:to>
                                    </p:set>
                                    <p:animEffect transition="in" filter="checkerboard(across)">
                                      <p:cBhvr>
                                        <p:cTn id="11" dur="500"/>
                                        <p:tgtEl>
                                          <p:spTgt spid="774152"/>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774153"/>
                                        </p:tgtEl>
                                        <p:attrNameLst>
                                          <p:attrName>style.visibility</p:attrName>
                                        </p:attrNameLst>
                                      </p:cBhvr>
                                      <p:to>
                                        <p:strVal val="visible"/>
                                      </p:to>
                                    </p:set>
                                    <p:animEffect transition="in" filter="dissolve">
                                      <p:cBhvr>
                                        <p:cTn id="15" dur="500"/>
                                        <p:tgtEl>
                                          <p:spTgt spid="774153"/>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774154"/>
                                        </p:tgtEl>
                                        <p:attrNameLst>
                                          <p:attrName>style.visibility</p:attrName>
                                        </p:attrNameLst>
                                      </p:cBhvr>
                                      <p:to>
                                        <p:strVal val="visible"/>
                                      </p:to>
                                    </p:set>
                                    <p:animEffect transition="in" filter="dissolve">
                                      <p:cBhvr>
                                        <p:cTn id="19" dur="500"/>
                                        <p:tgtEl>
                                          <p:spTgt spid="774154"/>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checkerboard(across)">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dissolve">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left)">
                                      <p:cBhvr>
                                        <p:cTn id="34" dur="500"/>
                                        <p:tgtEl>
                                          <p:spTgt spid="20"/>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left)">
                                      <p:cBhvr>
                                        <p:cTn id="3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52" grpId="0" autoUpdateAnimBg="0"/>
      <p:bldP spid="20" grpId="0"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9B26EFC-EDBE-4B87-8FA8-FC2085D522DE}" type="slidenum">
              <a:rPr lang="zh-CN" altLang="en-US" b="0" i="0" smtClean="0"/>
              <a:pPr/>
              <a:t>149</a:t>
            </a:fld>
            <a:endParaRPr lang="en-US" altLang="zh-CN" b="0" i="0" smtClean="0"/>
          </a:p>
        </p:txBody>
      </p:sp>
      <p:sp>
        <p:nvSpPr>
          <p:cNvPr id="172035"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75AA349-E268-4203-881D-46C0D305BA9E}" type="datetime1">
              <a:rPr lang="zh-CN" altLang="en-US" sz="1800" i="0" smtClean="0"/>
              <a:pPr/>
              <a:t>2024/10/20</a:t>
            </a:fld>
            <a:endParaRPr lang="en-US" altLang="zh-CN" sz="1800" i="0" smtClean="0"/>
          </a:p>
        </p:txBody>
      </p:sp>
      <p:sp>
        <p:nvSpPr>
          <p:cNvPr id="172036" name="Text Box 3"/>
          <p:cNvSpPr txBox="1">
            <a:spLocks noChangeArrowheads="1"/>
          </p:cNvSpPr>
          <p:nvPr/>
        </p:nvSpPr>
        <p:spPr bwMode="auto">
          <a:xfrm>
            <a:off x="344488" y="1000125"/>
            <a:ext cx="33988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a:latin typeface="Times New Roman" pitchFamily="18" charset="0"/>
                <a:ea typeface="黑体" pitchFamily="49" charset="-122"/>
              </a:rPr>
              <a:t>经补充后的方程组为</a:t>
            </a:r>
          </a:p>
        </p:txBody>
      </p:sp>
      <p:sp>
        <p:nvSpPr>
          <p:cNvPr id="167941" name="Text Box 4"/>
          <p:cNvSpPr txBox="1">
            <a:spLocks noChangeArrowheads="1"/>
          </p:cNvSpPr>
          <p:nvPr/>
        </p:nvSpPr>
        <p:spPr bwMode="auto">
          <a:xfrm>
            <a:off x="273050" y="4219575"/>
            <a:ext cx="3937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dirty="0">
                <a:latin typeface="宋体" pitchFamily="2" charset="-122"/>
                <a:ea typeface="黑体" pitchFamily="49" charset="-122"/>
              </a:rPr>
              <a:t>其中，对端点条件</a:t>
            </a:r>
            <a:r>
              <a:rPr kumimoji="1" lang="en-US" altLang="zh-CN" sz="2800" i="0" dirty="0">
                <a:latin typeface="宋体" pitchFamily="2" charset="-122"/>
                <a:ea typeface="黑体" pitchFamily="49" charset="-122"/>
              </a:rPr>
              <a:t>(1)</a:t>
            </a:r>
            <a:r>
              <a:rPr kumimoji="1" lang="zh-CN" altLang="en-US" sz="2800" i="0" dirty="0">
                <a:latin typeface="宋体" pitchFamily="2" charset="-122"/>
                <a:ea typeface="黑体" pitchFamily="49" charset="-122"/>
              </a:rPr>
              <a:t>，</a:t>
            </a:r>
          </a:p>
          <a:p>
            <a:pPr algn="l" eaLnBrk="1" hangingPunct="1"/>
            <a:r>
              <a:rPr kumimoji="1" lang="zh-CN" altLang="en-US" sz="2800" i="0" dirty="0">
                <a:latin typeface="宋体" pitchFamily="2" charset="-122"/>
                <a:ea typeface="黑体" pitchFamily="49" charset="-122"/>
              </a:rPr>
              <a:t>有</a:t>
            </a:r>
          </a:p>
        </p:txBody>
      </p:sp>
      <p:graphicFrame>
        <p:nvGraphicFramePr>
          <p:cNvPr id="167942" name="Object 5"/>
          <p:cNvGraphicFramePr>
            <a:graphicFrameLocks noChangeAspect="1"/>
          </p:cNvGraphicFramePr>
          <p:nvPr>
            <p:extLst>
              <p:ext uri="{D42A27DB-BD31-4B8C-83A1-F6EECF244321}">
                <p14:modId xmlns:p14="http://schemas.microsoft.com/office/powerpoint/2010/main" val="2904509966"/>
              </p:ext>
            </p:extLst>
          </p:nvPr>
        </p:nvGraphicFramePr>
        <p:xfrm>
          <a:off x="1136650" y="4940300"/>
          <a:ext cx="2606675" cy="482600"/>
        </p:xfrm>
        <a:graphic>
          <a:graphicData uri="http://schemas.openxmlformats.org/presentationml/2006/ole">
            <mc:AlternateContent xmlns:mc="http://schemas.openxmlformats.org/markup-compatibility/2006">
              <mc:Choice xmlns:v="urn:schemas-microsoft-com:vml" Requires="v">
                <p:oleObj spid="_x0000_s232565" name="Equation" r:id="rId3" imgW="1320800" imgH="228600" progId="Equation.3">
                  <p:embed/>
                </p:oleObj>
              </mc:Choice>
              <mc:Fallback>
                <p:oleObj name="Equation" r:id="rId3" imgW="13208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650" y="4940300"/>
                        <a:ext cx="2606675" cy="482600"/>
                      </a:xfrm>
                      <a:prstGeom prst="rect">
                        <a:avLst/>
                      </a:prstGeom>
                      <a:noFill/>
                      <a:ln>
                        <a:noFill/>
                      </a:ln>
                    </p:spPr>
                  </p:pic>
                </p:oleObj>
              </mc:Fallback>
            </mc:AlternateContent>
          </a:graphicData>
        </a:graphic>
      </p:graphicFrame>
      <p:graphicFrame>
        <p:nvGraphicFramePr>
          <p:cNvPr id="167943" name="Object 6"/>
          <p:cNvGraphicFramePr>
            <a:graphicFrameLocks noChangeAspect="1"/>
          </p:cNvGraphicFramePr>
          <p:nvPr>
            <p:extLst>
              <p:ext uri="{D42A27DB-BD31-4B8C-83A1-F6EECF244321}">
                <p14:modId xmlns:p14="http://schemas.microsoft.com/office/powerpoint/2010/main" val="2701661469"/>
              </p:ext>
            </p:extLst>
          </p:nvPr>
        </p:nvGraphicFramePr>
        <p:xfrm>
          <a:off x="1181101" y="5435600"/>
          <a:ext cx="2475755" cy="484188"/>
        </p:xfrm>
        <a:graphic>
          <a:graphicData uri="http://schemas.openxmlformats.org/presentationml/2006/ole">
            <mc:AlternateContent xmlns:mc="http://schemas.openxmlformats.org/markup-compatibility/2006">
              <mc:Choice xmlns:v="urn:schemas-microsoft-com:vml" Requires="v">
                <p:oleObj spid="_x0000_s232566" name="Equation" r:id="rId5" imgW="1358900" imgH="228600" progId="Equation.3">
                  <p:embed/>
                </p:oleObj>
              </mc:Choice>
              <mc:Fallback>
                <p:oleObj name="Equation" r:id="rId5" imgW="13589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1101" y="5435600"/>
                        <a:ext cx="2475755" cy="484188"/>
                      </a:xfrm>
                      <a:prstGeom prst="rect">
                        <a:avLst/>
                      </a:prstGeom>
                      <a:noFill/>
                      <a:ln>
                        <a:noFill/>
                      </a:ln>
                    </p:spPr>
                  </p:pic>
                </p:oleObj>
              </mc:Fallback>
            </mc:AlternateContent>
          </a:graphicData>
        </a:graphic>
      </p:graphicFrame>
      <p:grpSp>
        <p:nvGrpSpPr>
          <p:cNvPr id="172040" name="Group 7"/>
          <p:cNvGrpSpPr>
            <a:grpSpLocks/>
          </p:cNvGrpSpPr>
          <p:nvPr/>
        </p:nvGrpSpPr>
        <p:grpSpPr bwMode="auto">
          <a:xfrm>
            <a:off x="488950" y="1484313"/>
            <a:ext cx="7162800" cy="2743200"/>
            <a:chOff x="864" y="912"/>
            <a:chExt cx="4163" cy="1728"/>
          </a:xfrm>
        </p:grpSpPr>
        <p:graphicFrame>
          <p:nvGraphicFramePr>
            <p:cNvPr id="172046" name="Object 8"/>
            <p:cNvGraphicFramePr>
              <a:graphicFrameLocks noChangeAspect="1"/>
            </p:cNvGraphicFramePr>
            <p:nvPr/>
          </p:nvGraphicFramePr>
          <p:xfrm>
            <a:off x="864" y="912"/>
            <a:ext cx="3702" cy="1728"/>
          </p:xfrm>
          <a:graphic>
            <a:graphicData uri="http://schemas.openxmlformats.org/presentationml/2006/ole">
              <mc:AlternateContent xmlns:mc="http://schemas.openxmlformats.org/markup-compatibility/2006">
                <mc:Choice xmlns:v="urn:schemas-microsoft-com:vml" Requires="v">
                  <p:oleObj spid="_x0000_s232567" name="Equation" r:id="rId7" imgW="3289300" imgH="1422400" progId="Equation.3">
                    <p:embed/>
                  </p:oleObj>
                </mc:Choice>
                <mc:Fallback>
                  <p:oleObj name="Equation" r:id="rId7" imgW="3289300" imgH="1422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4" y="912"/>
                          <a:ext cx="3702"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2047" name="Text Box 9"/>
            <p:cNvSpPr txBox="1">
              <a:spLocks noChangeArrowheads="1"/>
            </p:cNvSpPr>
            <p:nvPr/>
          </p:nvSpPr>
          <p:spPr bwMode="auto">
            <a:xfrm>
              <a:off x="4655" y="1584"/>
              <a:ext cx="3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400" i="0">
                  <a:latin typeface="Times New Roman" pitchFamily="18" charset="0"/>
                  <a:ea typeface="楷体_GB2312" pitchFamily="49" charset="-122"/>
                </a:rPr>
                <a:t>      </a:t>
              </a:r>
            </a:p>
          </p:txBody>
        </p:sp>
      </p:grpSp>
      <p:sp>
        <p:nvSpPr>
          <p:cNvPr id="776202" name="Rectangle 10"/>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sp>
        <p:nvSpPr>
          <p:cNvPr id="167946" name="Text Box 11"/>
          <p:cNvSpPr txBox="1">
            <a:spLocks noChangeArrowheads="1"/>
          </p:cNvSpPr>
          <p:nvPr/>
        </p:nvSpPr>
        <p:spPr bwMode="auto">
          <a:xfrm>
            <a:off x="4881563" y="4149725"/>
            <a:ext cx="3578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800" i="0">
                <a:latin typeface="宋体" pitchFamily="2" charset="-122"/>
                <a:ea typeface="黑体" pitchFamily="49" charset="-122"/>
              </a:rPr>
              <a:t>对端点条件（</a:t>
            </a:r>
            <a:r>
              <a:rPr kumimoji="1" lang="en-US" altLang="zh-CN" sz="2800" i="0">
                <a:latin typeface="宋体" pitchFamily="2" charset="-122"/>
                <a:ea typeface="黑体" pitchFamily="49" charset="-122"/>
              </a:rPr>
              <a:t>2</a:t>
            </a:r>
            <a:r>
              <a:rPr kumimoji="1" lang="zh-CN" altLang="en-US" sz="2800" i="0">
                <a:latin typeface="宋体" pitchFamily="2" charset="-122"/>
                <a:ea typeface="黑体" pitchFamily="49" charset="-122"/>
              </a:rPr>
              <a:t>），有</a:t>
            </a:r>
          </a:p>
        </p:txBody>
      </p:sp>
      <p:graphicFrame>
        <p:nvGraphicFramePr>
          <p:cNvPr id="167947" name="Object 12"/>
          <p:cNvGraphicFramePr>
            <a:graphicFrameLocks noChangeAspect="1"/>
          </p:cNvGraphicFramePr>
          <p:nvPr/>
        </p:nvGraphicFramePr>
        <p:xfrm>
          <a:off x="4975225" y="4622800"/>
          <a:ext cx="4506913" cy="950913"/>
        </p:xfrm>
        <a:graphic>
          <a:graphicData uri="http://schemas.openxmlformats.org/presentationml/2006/ole">
            <mc:AlternateContent xmlns:mc="http://schemas.openxmlformats.org/markup-compatibility/2006">
              <mc:Choice xmlns:v="urn:schemas-microsoft-com:vml" Requires="v">
                <p:oleObj spid="_x0000_s232568" name="Equation" r:id="rId9" imgW="2120900" imgH="482600" progId="Equation.3">
                  <p:embed/>
                </p:oleObj>
              </mc:Choice>
              <mc:Fallback>
                <p:oleObj name="Equation" r:id="rId9" imgW="2120900" imgH="482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75225" y="4622800"/>
                        <a:ext cx="4506913"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7948" name="Object 13"/>
          <p:cNvGraphicFramePr>
            <a:graphicFrameLocks noChangeAspect="1"/>
          </p:cNvGraphicFramePr>
          <p:nvPr/>
        </p:nvGraphicFramePr>
        <p:xfrm>
          <a:off x="4984750" y="5516563"/>
          <a:ext cx="4511675" cy="976312"/>
        </p:xfrm>
        <a:graphic>
          <a:graphicData uri="http://schemas.openxmlformats.org/presentationml/2006/ole">
            <mc:AlternateContent xmlns:mc="http://schemas.openxmlformats.org/markup-compatibility/2006">
              <mc:Choice xmlns:v="urn:schemas-microsoft-com:vml" Requires="v">
                <p:oleObj spid="_x0000_s232569" name="公式" r:id="rId11" imgW="2070100" imgH="482600" progId="Equation.3">
                  <p:embed/>
                </p:oleObj>
              </mc:Choice>
              <mc:Fallback>
                <p:oleObj name="公式" r:id="rId11" imgW="2070100" imgH="482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84750" y="5516563"/>
                        <a:ext cx="4511675"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2045" name="Rectangle 14"/>
          <p:cNvSpPr>
            <a:spLocks noChangeArrowheads="1"/>
          </p:cNvSpPr>
          <p:nvPr/>
        </p:nvSpPr>
        <p:spPr bwMode="auto">
          <a:xfrm>
            <a:off x="6738938" y="1341438"/>
            <a:ext cx="3167062"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l"/>
            <a:r>
              <a:rPr lang="zh-CN" altLang="en-US" sz="2800" i="0">
                <a:ea typeface="黑体" pitchFamily="49" charset="-122"/>
              </a:rPr>
              <a:t>它们中每个方程只与三个相邻的</a:t>
            </a:r>
            <a:r>
              <a:rPr kumimoji="1" lang="en-US" altLang="zh-CN" sz="2800">
                <a:ea typeface="黑体" pitchFamily="49" charset="-122"/>
              </a:rPr>
              <a:t>M</a:t>
            </a:r>
            <a:r>
              <a:rPr kumimoji="1" lang="en-US" altLang="zh-CN" sz="2800" baseline="-25000">
                <a:ea typeface="黑体" pitchFamily="49" charset="-122"/>
              </a:rPr>
              <a:t>i</a:t>
            </a:r>
            <a:r>
              <a:rPr lang="zh-CN" altLang="en-US" sz="2800" i="0">
                <a:ea typeface="黑体" pitchFamily="49" charset="-122"/>
              </a:rPr>
              <a:t>相联系，而</a:t>
            </a:r>
            <a:r>
              <a:rPr kumimoji="1" lang="en-US" altLang="zh-CN" sz="2800">
                <a:ea typeface="黑体" pitchFamily="49" charset="-122"/>
              </a:rPr>
              <a:t>M</a:t>
            </a:r>
            <a:r>
              <a:rPr kumimoji="1" lang="en-US" altLang="zh-CN" sz="2800" baseline="-25000">
                <a:ea typeface="黑体" pitchFamily="49" charset="-122"/>
              </a:rPr>
              <a:t>i</a:t>
            </a:r>
            <a:r>
              <a:rPr lang="zh-CN" altLang="en-US" sz="2800" i="0">
                <a:ea typeface="黑体" pitchFamily="49" charset="-122"/>
              </a:rPr>
              <a:t>在力学上表示细梁在</a:t>
            </a:r>
            <a:r>
              <a:rPr kumimoji="1" lang="en-US" altLang="zh-CN" sz="2800">
                <a:ea typeface="黑体" pitchFamily="49" charset="-122"/>
              </a:rPr>
              <a:t>x</a:t>
            </a:r>
            <a:r>
              <a:rPr kumimoji="1" lang="en-US" altLang="zh-CN" sz="2800" baseline="-25000">
                <a:ea typeface="黑体" pitchFamily="49" charset="-122"/>
              </a:rPr>
              <a:t>i</a:t>
            </a:r>
            <a:r>
              <a:rPr lang="zh-CN" altLang="en-US" sz="2800" i="0">
                <a:ea typeface="黑体" pitchFamily="49" charset="-122"/>
              </a:rPr>
              <a:t>上的截面弯矩，故称为</a:t>
            </a:r>
            <a:r>
              <a:rPr lang="zh-CN" altLang="en-US" sz="2800" i="0">
                <a:solidFill>
                  <a:srgbClr val="0000CC"/>
                </a:solidFill>
                <a:ea typeface="黑体" pitchFamily="49" charset="-122"/>
              </a:rPr>
              <a:t>三弯矩方程</a:t>
            </a:r>
          </a:p>
        </p:txBody>
      </p:sp>
    </p:spTree>
    <p:extLst>
      <p:ext uri="{BB962C8B-B14F-4D97-AF65-F5344CB8AC3E}">
        <p14:creationId xmlns:p14="http://schemas.microsoft.com/office/powerpoint/2010/main" val="116326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7941"/>
                                        </p:tgtEl>
                                        <p:attrNameLst>
                                          <p:attrName>style.visibility</p:attrName>
                                        </p:attrNameLst>
                                      </p:cBhvr>
                                      <p:to>
                                        <p:strVal val="visible"/>
                                      </p:to>
                                    </p:set>
                                    <p:animEffect transition="in" filter="fade">
                                      <p:cBhvr>
                                        <p:cTn id="7" dur="1000"/>
                                        <p:tgtEl>
                                          <p:spTgt spid="167941"/>
                                        </p:tgtEl>
                                      </p:cBhvr>
                                    </p:animEffect>
                                    <p:anim calcmode="lin" valueType="num">
                                      <p:cBhvr>
                                        <p:cTn id="8" dur="1000" fill="hold"/>
                                        <p:tgtEl>
                                          <p:spTgt spid="167941"/>
                                        </p:tgtEl>
                                        <p:attrNameLst>
                                          <p:attrName>ppt_x</p:attrName>
                                        </p:attrNameLst>
                                      </p:cBhvr>
                                      <p:tavLst>
                                        <p:tav tm="0">
                                          <p:val>
                                            <p:strVal val="#ppt_x"/>
                                          </p:val>
                                        </p:tav>
                                        <p:tav tm="100000">
                                          <p:val>
                                            <p:strVal val="#ppt_x"/>
                                          </p:val>
                                        </p:tav>
                                      </p:tavLst>
                                    </p:anim>
                                    <p:anim calcmode="lin" valueType="num">
                                      <p:cBhvr>
                                        <p:cTn id="9" dur="1000" fill="hold"/>
                                        <p:tgtEl>
                                          <p:spTgt spid="16794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7942"/>
                                        </p:tgtEl>
                                        <p:attrNameLst>
                                          <p:attrName>style.visibility</p:attrName>
                                        </p:attrNameLst>
                                      </p:cBhvr>
                                      <p:to>
                                        <p:strVal val="visible"/>
                                      </p:to>
                                    </p:set>
                                    <p:animEffect transition="in" filter="fade">
                                      <p:cBhvr>
                                        <p:cTn id="12" dur="1000"/>
                                        <p:tgtEl>
                                          <p:spTgt spid="167942"/>
                                        </p:tgtEl>
                                      </p:cBhvr>
                                    </p:animEffect>
                                    <p:anim calcmode="lin" valueType="num">
                                      <p:cBhvr>
                                        <p:cTn id="13" dur="1000" fill="hold"/>
                                        <p:tgtEl>
                                          <p:spTgt spid="167942"/>
                                        </p:tgtEl>
                                        <p:attrNameLst>
                                          <p:attrName>ppt_x</p:attrName>
                                        </p:attrNameLst>
                                      </p:cBhvr>
                                      <p:tavLst>
                                        <p:tav tm="0">
                                          <p:val>
                                            <p:strVal val="#ppt_x"/>
                                          </p:val>
                                        </p:tav>
                                        <p:tav tm="100000">
                                          <p:val>
                                            <p:strVal val="#ppt_x"/>
                                          </p:val>
                                        </p:tav>
                                      </p:tavLst>
                                    </p:anim>
                                    <p:anim calcmode="lin" valueType="num">
                                      <p:cBhvr>
                                        <p:cTn id="14" dur="1000" fill="hold"/>
                                        <p:tgtEl>
                                          <p:spTgt spid="16794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7943"/>
                                        </p:tgtEl>
                                        <p:attrNameLst>
                                          <p:attrName>style.visibility</p:attrName>
                                        </p:attrNameLst>
                                      </p:cBhvr>
                                      <p:to>
                                        <p:strVal val="visible"/>
                                      </p:to>
                                    </p:set>
                                    <p:animEffect transition="in" filter="fade">
                                      <p:cBhvr>
                                        <p:cTn id="17" dur="1000"/>
                                        <p:tgtEl>
                                          <p:spTgt spid="167943"/>
                                        </p:tgtEl>
                                      </p:cBhvr>
                                    </p:animEffect>
                                    <p:anim calcmode="lin" valueType="num">
                                      <p:cBhvr>
                                        <p:cTn id="18" dur="1000" fill="hold"/>
                                        <p:tgtEl>
                                          <p:spTgt spid="167943"/>
                                        </p:tgtEl>
                                        <p:attrNameLst>
                                          <p:attrName>ppt_x</p:attrName>
                                        </p:attrNameLst>
                                      </p:cBhvr>
                                      <p:tavLst>
                                        <p:tav tm="0">
                                          <p:val>
                                            <p:strVal val="#ppt_x"/>
                                          </p:val>
                                        </p:tav>
                                        <p:tav tm="100000">
                                          <p:val>
                                            <p:strVal val="#ppt_x"/>
                                          </p:val>
                                        </p:tav>
                                      </p:tavLst>
                                    </p:anim>
                                    <p:anim calcmode="lin" valueType="num">
                                      <p:cBhvr>
                                        <p:cTn id="19" dur="1000" fill="hold"/>
                                        <p:tgtEl>
                                          <p:spTgt spid="167943"/>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67946"/>
                                        </p:tgtEl>
                                        <p:attrNameLst>
                                          <p:attrName>style.visibility</p:attrName>
                                        </p:attrNameLst>
                                      </p:cBhvr>
                                      <p:to>
                                        <p:strVal val="visible"/>
                                      </p:to>
                                    </p:set>
                                    <p:animEffect transition="in" filter="fade">
                                      <p:cBhvr>
                                        <p:cTn id="24" dur="1000"/>
                                        <p:tgtEl>
                                          <p:spTgt spid="167946"/>
                                        </p:tgtEl>
                                      </p:cBhvr>
                                    </p:animEffect>
                                    <p:anim calcmode="lin" valueType="num">
                                      <p:cBhvr>
                                        <p:cTn id="25" dur="1000" fill="hold"/>
                                        <p:tgtEl>
                                          <p:spTgt spid="167946"/>
                                        </p:tgtEl>
                                        <p:attrNameLst>
                                          <p:attrName>ppt_x</p:attrName>
                                        </p:attrNameLst>
                                      </p:cBhvr>
                                      <p:tavLst>
                                        <p:tav tm="0">
                                          <p:val>
                                            <p:strVal val="#ppt_x"/>
                                          </p:val>
                                        </p:tav>
                                        <p:tav tm="100000">
                                          <p:val>
                                            <p:strVal val="#ppt_x"/>
                                          </p:val>
                                        </p:tav>
                                      </p:tavLst>
                                    </p:anim>
                                    <p:anim calcmode="lin" valueType="num">
                                      <p:cBhvr>
                                        <p:cTn id="26" dur="1000" fill="hold"/>
                                        <p:tgtEl>
                                          <p:spTgt spid="16794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67947"/>
                                        </p:tgtEl>
                                        <p:attrNameLst>
                                          <p:attrName>style.visibility</p:attrName>
                                        </p:attrNameLst>
                                      </p:cBhvr>
                                      <p:to>
                                        <p:strVal val="visible"/>
                                      </p:to>
                                    </p:set>
                                    <p:animEffect transition="in" filter="fade">
                                      <p:cBhvr>
                                        <p:cTn id="29" dur="1000"/>
                                        <p:tgtEl>
                                          <p:spTgt spid="167947"/>
                                        </p:tgtEl>
                                      </p:cBhvr>
                                    </p:animEffect>
                                    <p:anim calcmode="lin" valueType="num">
                                      <p:cBhvr>
                                        <p:cTn id="30" dur="1000" fill="hold"/>
                                        <p:tgtEl>
                                          <p:spTgt spid="167947"/>
                                        </p:tgtEl>
                                        <p:attrNameLst>
                                          <p:attrName>ppt_x</p:attrName>
                                        </p:attrNameLst>
                                      </p:cBhvr>
                                      <p:tavLst>
                                        <p:tav tm="0">
                                          <p:val>
                                            <p:strVal val="#ppt_x"/>
                                          </p:val>
                                        </p:tav>
                                        <p:tav tm="100000">
                                          <p:val>
                                            <p:strVal val="#ppt_x"/>
                                          </p:val>
                                        </p:tav>
                                      </p:tavLst>
                                    </p:anim>
                                    <p:anim calcmode="lin" valueType="num">
                                      <p:cBhvr>
                                        <p:cTn id="31" dur="1000" fill="hold"/>
                                        <p:tgtEl>
                                          <p:spTgt spid="167947"/>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67948"/>
                                        </p:tgtEl>
                                        <p:attrNameLst>
                                          <p:attrName>style.visibility</p:attrName>
                                        </p:attrNameLst>
                                      </p:cBhvr>
                                      <p:to>
                                        <p:strVal val="visible"/>
                                      </p:to>
                                    </p:set>
                                    <p:animEffect transition="in" filter="fade">
                                      <p:cBhvr>
                                        <p:cTn id="34" dur="1000"/>
                                        <p:tgtEl>
                                          <p:spTgt spid="167948"/>
                                        </p:tgtEl>
                                      </p:cBhvr>
                                    </p:animEffect>
                                    <p:anim calcmode="lin" valueType="num">
                                      <p:cBhvr>
                                        <p:cTn id="35" dur="1000" fill="hold"/>
                                        <p:tgtEl>
                                          <p:spTgt spid="167948"/>
                                        </p:tgtEl>
                                        <p:attrNameLst>
                                          <p:attrName>ppt_x</p:attrName>
                                        </p:attrNameLst>
                                      </p:cBhvr>
                                      <p:tavLst>
                                        <p:tav tm="0">
                                          <p:val>
                                            <p:strVal val="#ppt_x"/>
                                          </p:val>
                                        </p:tav>
                                        <p:tav tm="100000">
                                          <p:val>
                                            <p:strVal val="#ppt_x"/>
                                          </p:val>
                                        </p:tav>
                                      </p:tavLst>
                                    </p:anim>
                                    <p:anim calcmode="lin" valueType="num">
                                      <p:cBhvr>
                                        <p:cTn id="36" dur="1000" fill="hold"/>
                                        <p:tgtEl>
                                          <p:spTgt spid="1679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1" grpId="0"/>
      <p:bldP spid="167946"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7DB03E9-6660-4384-BC12-663B375CB295}" type="slidenum">
              <a:rPr lang="zh-CN" altLang="en-US" b="0" i="0" smtClean="0"/>
              <a:pPr/>
              <a:t>150</a:t>
            </a:fld>
            <a:endParaRPr lang="en-US" altLang="zh-CN" b="0" i="0" smtClean="0"/>
          </a:p>
        </p:txBody>
      </p:sp>
      <p:sp>
        <p:nvSpPr>
          <p:cNvPr id="173059"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39C3460-5042-44BB-9B64-5F44875CE891}" type="datetime1">
              <a:rPr lang="zh-CN" altLang="en-US" sz="1800" i="0" smtClean="0"/>
              <a:pPr/>
              <a:t>2024/10/20</a:t>
            </a:fld>
            <a:endParaRPr lang="en-US" altLang="zh-CN" sz="1800" i="0" smtClean="0"/>
          </a:p>
        </p:txBody>
      </p:sp>
      <p:sp>
        <p:nvSpPr>
          <p:cNvPr id="173060" name="Text Box 5"/>
          <p:cNvSpPr txBox="1">
            <a:spLocks noChangeArrowheads="1"/>
          </p:cNvSpPr>
          <p:nvPr/>
        </p:nvSpPr>
        <p:spPr bwMode="auto">
          <a:xfrm>
            <a:off x="-231775" y="3940439"/>
            <a:ext cx="83566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150000"/>
              </a:lnSpc>
            </a:pPr>
            <a:r>
              <a:rPr kumimoji="1" lang="zh-CN" altLang="en-US" sz="2400" i="0" dirty="0">
                <a:latin typeface="黑体" pitchFamily="49" charset="-122"/>
                <a:ea typeface="黑体" pitchFamily="49" charset="-122"/>
              </a:rPr>
              <a:t>         </a:t>
            </a:r>
            <a:r>
              <a:rPr kumimoji="1" lang="zh-CN" altLang="en-US" sz="2800" i="0" dirty="0">
                <a:latin typeface="黑体" pitchFamily="49" charset="-122"/>
                <a:ea typeface="黑体" pitchFamily="49" charset="-122"/>
              </a:rPr>
              <a:t>这是一个三对角方程组，可用追赶法求解。</a:t>
            </a:r>
          </a:p>
        </p:txBody>
      </p:sp>
      <p:sp>
        <p:nvSpPr>
          <p:cNvPr id="173061" name="Text Box 6"/>
          <p:cNvSpPr txBox="1">
            <a:spLocks noChangeArrowheads="1"/>
          </p:cNvSpPr>
          <p:nvPr/>
        </p:nvSpPr>
        <p:spPr bwMode="auto">
          <a:xfrm>
            <a:off x="560388" y="4478602"/>
            <a:ext cx="7685087"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150000"/>
              </a:lnSpc>
            </a:pPr>
            <a:r>
              <a:rPr kumimoji="1" lang="zh-CN" altLang="en-US" sz="2800" i="0" dirty="0">
                <a:latin typeface="黑体" pitchFamily="49" charset="-122"/>
                <a:ea typeface="黑体" pitchFamily="49" charset="-122"/>
              </a:rPr>
              <a:t>此方程组系数严格对角占优！从而存在唯一解。</a:t>
            </a:r>
          </a:p>
        </p:txBody>
      </p:sp>
      <p:sp>
        <p:nvSpPr>
          <p:cNvPr id="173062" name="Text Box 7"/>
          <p:cNvSpPr txBox="1">
            <a:spLocks noChangeArrowheads="1"/>
          </p:cNvSpPr>
          <p:nvPr/>
        </p:nvSpPr>
        <p:spPr bwMode="auto">
          <a:xfrm>
            <a:off x="571183" y="5076548"/>
            <a:ext cx="9345612" cy="100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lnSpc>
                <a:spcPct val="110000"/>
              </a:lnSpc>
            </a:pPr>
            <a:endParaRPr kumimoji="1" lang="en-US" altLang="zh-CN" sz="2800" i="0" dirty="0" smtClean="0">
              <a:latin typeface="Times New Roman" pitchFamily="18" charset="0"/>
              <a:ea typeface="黑体" pitchFamily="49" charset="-122"/>
            </a:endParaRPr>
          </a:p>
          <a:p>
            <a:pPr algn="l" eaLnBrk="1" hangingPunct="1">
              <a:lnSpc>
                <a:spcPct val="110000"/>
              </a:lnSpc>
            </a:pPr>
            <a:r>
              <a:rPr kumimoji="1" lang="zh-CN" altLang="en-US" sz="2800" i="0" dirty="0" smtClean="0">
                <a:solidFill>
                  <a:srgbClr val="FF0000"/>
                </a:solidFill>
                <a:latin typeface="Times New Roman" pitchFamily="18" charset="0"/>
                <a:ea typeface="黑体" pitchFamily="49" charset="-122"/>
              </a:rPr>
              <a:t>求</a:t>
            </a:r>
            <a:r>
              <a:rPr kumimoji="1" lang="zh-CN" altLang="en-US" sz="2800" i="0" dirty="0">
                <a:solidFill>
                  <a:srgbClr val="FF0000"/>
                </a:solidFill>
                <a:latin typeface="Times New Roman" pitchFamily="18" charset="0"/>
                <a:ea typeface="黑体" pitchFamily="49" charset="-122"/>
              </a:rPr>
              <a:t>出了</a:t>
            </a:r>
            <a:r>
              <a:rPr kumimoji="1" lang="en-US" altLang="zh-CN" sz="2800" dirty="0" err="1">
                <a:solidFill>
                  <a:srgbClr val="FF0000"/>
                </a:solidFill>
                <a:latin typeface="Times New Roman" pitchFamily="18" charset="0"/>
                <a:ea typeface="黑体" pitchFamily="49" charset="-122"/>
              </a:rPr>
              <a:t>M</a:t>
            </a:r>
            <a:r>
              <a:rPr kumimoji="1" lang="en-US" altLang="zh-CN" sz="2800" baseline="-30000" dirty="0" err="1">
                <a:solidFill>
                  <a:srgbClr val="FF0000"/>
                </a:solidFill>
                <a:latin typeface="Times New Roman" pitchFamily="18" charset="0"/>
                <a:ea typeface="黑体" pitchFamily="49" charset="-122"/>
              </a:rPr>
              <a:t>i</a:t>
            </a:r>
            <a:r>
              <a:rPr kumimoji="1" lang="en-US" altLang="zh-CN" sz="2800" i="0" dirty="0">
                <a:solidFill>
                  <a:srgbClr val="FF0000"/>
                </a:solidFill>
                <a:latin typeface="Times New Roman" pitchFamily="18" charset="0"/>
                <a:ea typeface="黑体" pitchFamily="49" charset="-122"/>
              </a:rPr>
              <a:t> </a:t>
            </a:r>
            <a:r>
              <a:rPr kumimoji="1" lang="zh-CN" altLang="en-US" sz="2800" i="0" dirty="0">
                <a:solidFill>
                  <a:srgbClr val="FF0000"/>
                </a:solidFill>
                <a:latin typeface="Times New Roman" pitchFamily="18" charset="0"/>
                <a:ea typeface="黑体" pitchFamily="49" charset="-122"/>
              </a:rPr>
              <a:t>，也就求得了</a:t>
            </a:r>
            <a:r>
              <a:rPr kumimoji="1" lang="en-US" altLang="zh-CN" sz="2800" dirty="0">
                <a:solidFill>
                  <a:srgbClr val="FF0000"/>
                </a:solidFill>
                <a:latin typeface="Times New Roman" pitchFamily="18" charset="0"/>
                <a:ea typeface="黑体" pitchFamily="49" charset="-122"/>
              </a:rPr>
              <a:t>S</a:t>
            </a:r>
            <a:r>
              <a:rPr kumimoji="1" lang="en-US" altLang="zh-CN" sz="2800" i="0" dirty="0">
                <a:solidFill>
                  <a:srgbClr val="FF0000"/>
                </a:solidFill>
                <a:latin typeface="Times New Roman" pitchFamily="18" charset="0"/>
                <a:ea typeface="黑体" pitchFamily="49" charset="-122"/>
              </a:rPr>
              <a:t> (</a:t>
            </a:r>
            <a:r>
              <a:rPr kumimoji="1" lang="en-US" altLang="zh-CN" sz="2800" dirty="0">
                <a:solidFill>
                  <a:srgbClr val="FF0000"/>
                </a:solidFill>
                <a:latin typeface="Times New Roman" pitchFamily="18" charset="0"/>
                <a:ea typeface="黑体" pitchFamily="49" charset="-122"/>
              </a:rPr>
              <a:t>x</a:t>
            </a:r>
            <a:r>
              <a:rPr kumimoji="1" lang="en-US" altLang="zh-CN" sz="2800" i="0" dirty="0">
                <a:solidFill>
                  <a:srgbClr val="FF0000"/>
                </a:solidFill>
                <a:latin typeface="Times New Roman" pitchFamily="18" charset="0"/>
                <a:ea typeface="黑体" pitchFamily="49" charset="-122"/>
              </a:rPr>
              <a:t>)</a:t>
            </a:r>
            <a:r>
              <a:rPr kumimoji="1" lang="zh-CN" altLang="en-US" sz="2800" i="0" dirty="0">
                <a:solidFill>
                  <a:srgbClr val="FF0000"/>
                </a:solidFill>
                <a:latin typeface="Times New Roman" pitchFamily="18" charset="0"/>
                <a:ea typeface="黑体" pitchFamily="49" charset="-122"/>
              </a:rPr>
              <a:t>在各个小区间的表达式</a:t>
            </a:r>
            <a:r>
              <a:rPr kumimoji="1" lang="en-US" altLang="zh-CN" sz="2800" dirty="0">
                <a:solidFill>
                  <a:srgbClr val="FF0000"/>
                </a:solidFill>
                <a:latin typeface="Times New Roman" pitchFamily="18" charset="0"/>
                <a:ea typeface="黑体" pitchFamily="49" charset="-122"/>
              </a:rPr>
              <a:t>S</a:t>
            </a:r>
            <a:r>
              <a:rPr kumimoji="1" lang="en-US" altLang="zh-CN" sz="2800" baseline="-30000" dirty="0">
                <a:solidFill>
                  <a:srgbClr val="FF0000"/>
                </a:solidFill>
                <a:latin typeface="Times New Roman" pitchFamily="18" charset="0"/>
                <a:ea typeface="黑体" pitchFamily="49" charset="-122"/>
              </a:rPr>
              <a:t>i</a:t>
            </a:r>
            <a:r>
              <a:rPr kumimoji="1" lang="en-US" altLang="zh-CN" sz="2800" i="0" dirty="0">
                <a:solidFill>
                  <a:srgbClr val="FF0000"/>
                </a:solidFill>
                <a:latin typeface="Times New Roman" pitchFamily="18" charset="0"/>
                <a:ea typeface="黑体" pitchFamily="49" charset="-122"/>
              </a:rPr>
              <a:t> (</a:t>
            </a:r>
            <a:r>
              <a:rPr kumimoji="1" lang="en-US" altLang="zh-CN" sz="2800" dirty="0">
                <a:solidFill>
                  <a:srgbClr val="FF0000"/>
                </a:solidFill>
                <a:latin typeface="Times New Roman" pitchFamily="18" charset="0"/>
                <a:ea typeface="黑体" pitchFamily="49" charset="-122"/>
              </a:rPr>
              <a:t>x</a:t>
            </a:r>
            <a:r>
              <a:rPr kumimoji="1" lang="en-US" altLang="zh-CN" sz="2800" i="0" dirty="0" smtClean="0">
                <a:solidFill>
                  <a:srgbClr val="FF0000"/>
                </a:solidFill>
                <a:latin typeface="Times New Roman" pitchFamily="18" charset="0"/>
                <a:ea typeface="黑体" pitchFamily="49" charset="-122"/>
              </a:rPr>
              <a:t>)</a:t>
            </a:r>
            <a:endParaRPr kumimoji="1" lang="zh-CN" altLang="en-US" sz="2800" i="0" dirty="0">
              <a:solidFill>
                <a:srgbClr val="FF0000"/>
              </a:solidFill>
              <a:latin typeface="Times New Roman" pitchFamily="18" charset="0"/>
              <a:ea typeface="黑体" pitchFamily="49" charset="-122"/>
            </a:endParaRPr>
          </a:p>
        </p:txBody>
      </p:sp>
      <p:sp>
        <p:nvSpPr>
          <p:cNvPr id="777224" name="Rectangle 8"/>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grpSp>
        <p:nvGrpSpPr>
          <p:cNvPr id="173064" name="Group 9"/>
          <p:cNvGrpSpPr>
            <a:grpSpLocks/>
          </p:cNvGrpSpPr>
          <p:nvPr/>
        </p:nvGrpSpPr>
        <p:grpSpPr bwMode="auto">
          <a:xfrm>
            <a:off x="1281113" y="1052513"/>
            <a:ext cx="7162800" cy="2743200"/>
            <a:chOff x="864" y="912"/>
            <a:chExt cx="4163" cy="1728"/>
          </a:xfrm>
        </p:grpSpPr>
        <p:graphicFrame>
          <p:nvGraphicFramePr>
            <p:cNvPr id="173067" name="Object 10"/>
            <p:cNvGraphicFramePr>
              <a:graphicFrameLocks noChangeAspect="1"/>
            </p:cNvGraphicFramePr>
            <p:nvPr/>
          </p:nvGraphicFramePr>
          <p:xfrm>
            <a:off x="864" y="912"/>
            <a:ext cx="3702" cy="1728"/>
          </p:xfrm>
          <a:graphic>
            <a:graphicData uri="http://schemas.openxmlformats.org/presentationml/2006/ole">
              <mc:AlternateContent xmlns:mc="http://schemas.openxmlformats.org/markup-compatibility/2006">
                <mc:Choice xmlns:v="urn:schemas-microsoft-com:vml" Requires="v">
                  <p:oleObj spid="_x0000_s233497" name="Equation" r:id="rId3" imgW="3289300" imgH="1422400" progId="Equation.3">
                    <p:embed/>
                  </p:oleObj>
                </mc:Choice>
                <mc:Fallback>
                  <p:oleObj name="Equation" r:id="rId3" imgW="3289300" imgH="1422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912"/>
                          <a:ext cx="3702"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3068" name="Text Box 11"/>
            <p:cNvSpPr txBox="1">
              <a:spLocks noChangeArrowheads="1"/>
            </p:cNvSpPr>
            <p:nvPr/>
          </p:nvSpPr>
          <p:spPr bwMode="auto">
            <a:xfrm>
              <a:off x="4655" y="1584"/>
              <a:ext cx="3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2400" i="0">
                  <a:latin typeface="Times New Roman" pitchFamily="18" charset="0"/>
                  <a:ea typeface="楷体_GB2312" pitchFamily="49" charset="-122"/>
                </a:rPr>
                <a:t>      </a:t>
              </a:r>
            </a:p>
          </p:txBody>
        </p:sp>
      </p:grpSp>
    </p:spTree>
    <p:extLst>
      <p:ext uri="{BB962C8B-B14F-4D97-AF65-F5344CB8AC3E}">
        <p14:creationId xmlns:p14="http://schemas.microsoft.com/office/powerpoint/2010/main" val="338312770"/>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8C071DB-667F-456B-9562-A8D97E576F82}" type="slidenum">
              <a:rPr lang="zh-CN" altLang="en-US" b="0" i="0" smtClean="0"/>
              <a:pPr/>
              <a:t>151</a:t>
            </a:fld>
            <a:endParaRPr lang="en-US" altLang="zh-CN" b="0" i="0" smtClean="0"/>
          </a:p>
        </p:txBody>
      </p:sp>
      <p:sp>
        <p:nvSpPr>
          <p:cNvPr id="177155"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103D05A-4C73-4774-8E5A-F058013421ED}" type="datetime1">
              <a:rPr lang="zh-CN" altLang="en-US" sz="1800" i="0" smtClean="0"/>
              <a:pPr/>
              <a:t>2024/10/20</a:t>
            </a:fld>
            <a:endParaRPr lang="en-US" altLang="zh-CN" sz="1800" i="0" smtClean="0"/>
          </a:p>
        </p:txBody>
      </p:sp>
      <p:sp>
        <p:nvSpPr>
          <p:cNvPr id="177156" name="Text Box 2"/>
          <p:cNvSpPr txBox="1">
            <a:spLocks noChangeArrowheads="1"/>
          </p:cNvSpPr>
          <p:nvPr/>
        </p:nvSpPr>
        <p:spPr bwMode="auto">
          <a:xfrm>
            <a:off x="725488" y="165100"/>
            <a:ext cx="42735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4800" i="0">
                <a:solidFill>
                  <a:schemeClr val="accent2"/>
                </a:solidFill>
                <a:latin typeface="楷体_GB2312" pitchFamily="49" charset="-122"/>
                <a:ea typeface="楷体_GB2312" pitchFamily="49" charset="-122"/>
              </a:rPr>
              <a:t>算 法 描 述：</a:t>
            </a:r>
            <a:r>
              <a:rPr kumimoji="1" lang="zh-CN" altLang="en-US" sz="3200" i="0">
                <a:latin typeface="Times New Roman" pitchFamily="18" charset="0"/>
                <a:ea typeface="楷体_GB2312" pitchFamily="49" charset="-122"/>
              </a:rPr>
              <a:t> </a:t>
            </a:r>
          </a:p>
        </p:txBody>
      </p:sp>
      <p:sp>
        <p:nvSpPr>
          <p:cNvPr id="782339" name="Text Box 3"/>
          <p:cNvSpPr txBox="1">
            <a:spLocks noChangeArrowheads="1"/>
          </p:cNvSpPr>
          <p:nvPr/>
        </p:nvSpPr>
        <p:spPr bwMode="auto">
          <a:xfrm>
            <a:off x="577850" y="1120775"/>
            <a:ext cx="3500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200" i="0">
                <a:latin typeface="Times New Roman" pitchFamily="18" charset="0"/>
              </a:rPr>
              <a:t>（</a:t>
            </a:r>
            <a:r>
              <a:rPr kumimoji="1" lang="en-US" altLang="zh-CN" sz="3200" i="0">
                <a:latin typeface="Times New Roman" pitchFamily="18" charset="0"/>
              </a:rPr>
              <a:t>1</a:t>
            </a:r>
            <a:r>
              <a:rPr kumimoji="1" lang="zh-CN" altLang="en-US" sz="3200" i="0">
                <a:latin typeface="Times New Roman" pitchFamily="18" charset="0"/>
              </a:rPr>
              <a:t>）</a:t>
            </a:r>
            <a:r>
              <a:rPr kumimoji="1" lang="zh-CN" altLang="en-US" sz="3200">
                <a:latin typeface="Times New Roman" pitchFamily="18" charset="0"/>
              </a:rPr>
              <a:t> </a:t>
            </a:r>
            <a:r>
              <a:rPr kumimoji="1" lang="en-US" altLang="zh-CN" sz="3200">
                <a:latin typeface="Times New Roman" pitchFamily="18" charset="0"/>
              </a:rPr>
              <a:t>i</a:t>
            </a:r>
            <a:r>
              <a:rPr kumimoji="1" lang="en-US" altLang="zh-CN" sz="3200" i="0">
                <a:latin typeface="Times New Roman" pitchFamily="18" charset="0"/>
              </a:rPr>
              <a:t> = 1, 2, …, </a:t>
            </a:r>
            <a:r>
              <a:rPr kumimoji="1" lang="en-US" altLang="zh-CN" sz="3200">
                <a:latin typeface="Times New Roman" pitchFamily="18" charset="0"/>
              </a:rPr>
              <a:t>n</a:t>
            </a:r>
            <a:endParaRPr kumimoji="1" lang="en-US" altLang="zh-CN" sz="3200" baseline="-30000">
              <a:latin typeface="Times New Roman" pitchFamily="18" charset="0"/>
            </a:endParaRPr>
          </a:p>
        </p:txBody>
      </p:sp>
      <p:sp>
        <p:nvSpPr>
          <p:cNvPr id="782340" name="Text Box 4"/>
          <p:cNvSpPr txBox="1">
            <a:spLocks noChangeArrowheads="1"/>
          </p:cNvSpPr>
          <p:nvPr/>
        </p:nvSpPr>
        <p:spPr bwMode="auto">
          <a:xfrm>
            <a:off x="1784648" y="1700213"/>
            <a:ext cx="33956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en-US" altLang="zh-CN" sz="3200" dirty="0">
                <a:latin typeface="Times New Roman" pitchFamily="18" charset="0"/>
              </a:rPr>
              <a:t>h</a:t>
            </a:r>
            <a:r>
              <a:rPr kumimoji="1" lang="en-US" altLang="zh-CN" sz="3200" baseline="-30000" dirty="0">
                <a:latin typeface="Times New Roman" pitchFamily="18" charset="0"/>
              </a:rPr>
              <a:t>i </a:t>
            </a:r>
            <a:r>
              <a:rPr kumimoji="1" lang="en-US" altLang="zh-CN" sz="3200" dirty="0">
                <a:latin typeface="Times New Roman" pitchFamily="18" charset="0"/>
              </a:rPr>
              <a:t>= x</a:t>
            </a:r>
            <a:r>
              <a:rPr kumimoji="1" lang="en-US" altLang="zh-CN" sz="3200" baseline="-30000" dirty="0">
                <a:latin typeface="Times New Roman" pitchFamily="18" charset="0"/>
              </a:rPr>
              <a:t>i</a:t>
            </a:r>
            <a:r>
              <a:rPr kumimoji="1" lang="en-US" altLang="zh-CN" sz="3200" dirty="0">
                <a:latin typeface="Times New Roman" pitchFamily="18" charset="0"/>
              </a:rPr>
              <a:t> – x</a:t>
            </a:r>
            <a:r>
              <a:rPr kumimoji="1" lang="en-US" altLang="zh-CN" sz="3200" baseline="-30000" dirty="0">
                <a:latin typeface="Times New Roman" pitchFamily="18" charset="0"/>
              </a:rPr>
              <a:t>i-1 </a:t>
            </a:r>
            <a:endParaRPr kumimoji="1" lang="en-US" altLang="zh-CN" sz="3200" i="0" dirty="0">
              <a:latin typeface="Times New Roman" pitchFamily="18" charset="0"/>
              <a:ea typeface="楷体_GB2312" pitchFamily="49" charset="-122"/>
            </a:endParaRPr>
          </a:p>
        </p:txBody>
      </p:sp>
      <p:sp>
        <p:nvSpPr>
          <p:cNvPr id="782341" name="Text Box 5"/>
          <p:cNvSpPr txBox="1">
            <a:spLocks noChangeArrowheads="1"/>
          </p:cNvSpPr>
          <p:nvPr/>
        </p:nvSpPr>
        <p:spPr bwMode="auto">
          <a:xfrm>
            <a:off x="577850" y="2492375"/>
            <a:ext cx="3398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200" i="0">
                <a:latin typeface="Times New Roman" pitchFamily="18" charset="0"/>
              </a:rPr>
              <a:t>（</a:t>
            </a:r>
            <a:r>
              <a:rPr kumimoji="1" lang="en-US" altLang="zh-CN" sz="3200" i="0">
                <a:latin typeface="Times New Roman" pitchFamily="18" charset="0"/>
              </a:rPr>
              <a:t>2</a:t>
            </a:r>
            <a:r>
              <a:rPr kumimoji="1" lang="zh-CN" altLang="en-US" sz="3200" i="0">
                <a:latin typeface="Times New Roman" pitchFamily="18" charset="0"/>
              </a:rPr>
              <a:t>） </a:t>
            </a:r>
            <a:r>
              <a:rPr kumimoji="1" lang="en-US" altLang="zh-CN" sz="3200">
                <a:latin typeface="Times New Roman" pitchFamily="18" charset="0"/>
              </a:rPr>
              <a:t>i</a:t>
            </a:r>
            <a:r>
              <a:rPr kumimoji="1" lang="en-US" altLang="zh-CN" sz="3200" i="0">
                <a:latin typeface="Times New Roman" pitchFamily="18" charset="0"/>
              </a:rPr>
              <a:t> = 1, 2,…, </a:t>
            </a:r>
            <a:r>
              <a:rPr kumimoji="1" lang="en-US" altLang="zh-CN" sz="3200">
                <a:latin typeface="Times New Roman" pitchFamily="18" charset="0"/>
              </a:rPr>
              <a:t>n</a:t>
            </a:r>
            <a:endParaRPr kumimoji="1" lang="en-US" altLang="zh-CN" sz="3200" i="0">
              <a:latin typeface="Times New Roman" pitchFamily="18" charset="0"/>
              <a:ea typeface="楷体_GB2312" pitchFamily="49" charset="-122"/>
            </a:endParaRPr>
          </a:p>
        </p:txBody>
      </p:sp>
      <p:graphicFrame>
        <p:nvGraphicFramePr>
          <p:cNvPr id="782342" name="Object 6"/>
          <p:cNvGraphicFramePr>
            <a:graphicFrameLocks noChangeAspect="1"/>
          </p:cNvGraphicFramePr>
          <p:nvPr/>
        </p:nvGraphicFramePr>
        <p:xfrm>
          <a:off x="1497013" y="3068638"/>
          <a:ext cx="4824412" cy="2082800"/>
        </p:xfrm>
        <a:graphic>
          <a:graphicData uri="http://schemas.openxmlformats.org/presentationml/2006/ole">
            <mc:AlternateContent xmlns:mc="http://schemas.openxmlformats.org/markup-compatibility/2006">
              <mc:Choice xmlns:v="urn:schemas-microsoft-com:vml" Requires="v">
                <p:oleObj spid="_x0000_s234567" name="公式" r:id="rId3" imgW="1600200" imgH="749300" progId="Equation.3">
                  <p:embed/>
                </p:oleObj>
              </mc:Choice>
              <mc:Fallback>
                <p:oleObj name="公式" r:id="rId3" imgW="1600200" imgH="749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7013" y="3068638"/>
                        <a:ext cx="4824412"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2344" name="Object 8"/>
          <p:cNvGraphicFramePr>
            <a:graphicFrameLocks noChangeAspect="1"/>
          </p:cNvGraphicFramePr>
          <p:nvPr>
            <p:extLst>
              <p:ext uri="{D42A27DB-BD31-4B8C-83A1-F6EECF244321}">
                <p14:modId xmlns:p14="http://schemas.microsoft.com/office/powerpoint/2010/main" val="2908516771"/>
              </p:ext>
            </p:extLst>
          </p:nvPr>
        </p:nvGraphicFramePr>
        <p:xfrm>
          <a:off x="1471614" y="5093043"/>
          <a:ext cx="3481386" cy="607670"/>
        </p:xfrm>
        <a:graphic>
          <a:graphicData uri="http://schemas.openxmlformats.org/presentationml/2006/ole">
            <mc:AlternateContent xmlns:mc="http://schemas.openxmlformats.org/markup-compatibility/2006">
              <mc:Choice xmlns:v="urn:schemas-microsoft-com:vml" Requires="v">
                <p:oleObj spid="_x0000_s234568" name="Equation" r:id="rId5" imgW="1206500" imgH="228600" progId="Equation.3">
                  <p:embed/>
                </p:oleObj>
              </mc:Choice>
              <mc:Fallback>
                <p:oleObj name="Equation" r:id="rId5" imgW="12065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1614" y="5093043"/>
                        <a:ext cx="3481386" cy="607670"/>
                      </a:xfrm>
                      <a:prstGeom prst="rect">
                        <a:avLst/>
                      </a:prstGeom>
                      <a:noFill/>
                      <a:ln>
                        <a:noFill/>
                      </a:ln>
                      <a:extLst/>
                    </p:spPr>
                  </p:pic>
                </p:oleObj>
              </mc:Fallback>
            </mc:AlternateContent>
          </a:graphicData>
        </a:graphic>
      </p:graphicFrame>
      <p:graphicFrame>
        <p:nvGraphicFramePr>
          <p:cNvPr id="782345" name="Object 9"/>
          <p:cNvGraphicFramePr>
            <a:graphicFrameLocks noChangeAspect="1"/>
          </p:cNvGraphicFramePr>
          <p:nvPr>
            <p:extLst>
              <p:ext uri="{D42A27DB-BD31-4B8C-83A1-F6EECF244321}">
                <p14:modId xmlns:p14="http://schemas.microsoft.com/office/powerpoint/2010/main" val="2190762206"/>
              </p:ext>
            </p:extLst>
          </p:nvPr>
        </p:nvGraphicFramePr>
        <p:xfrm>
          <a:off x="1497013" y="5877272"/>
          <a:ext cx="1985466" cy="638317"/>
        </p:xfrm>
        <a:graphic>
          <a:graphicData uri="http://schemas.openxmlformats.org/presentationml/2006/ole">
            <mc:AlternateContent xmlns:mc="http://schemas.openxmlformats.org/markup-compatibility/2006">
              <mc:Choice xmlns:v="urn:schemas-microsoft-com:vml" Requires="v">
                <p:oleObj spid="_x0000_s234569" name="Equation" r:id="rId7" imgW="660400" imgH="228600" progId="Equation.3">
                  <p:embed/>
                </p:oleObj>
              </mc:Choice>
              <mc:Fallback>
                <p:oleObj name="Equation" r:id="rId7" imgW="6604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7013" y="5877272"/>
                        <a:ext cx="1985466" cy="638317"/>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219952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2339"/>
                                        </p:tgtEl>
                                        <p:attrNameLst>
                                          <p:attrName>style.visibility</p:attrName>
                                        </p:attrNameLst>
                                      </p:cBhvr>
                                      <p:to>
                                        <p:strVal val="visible"/>
                                      </p:to>
                                    </p:set>
                                    <p:animEffect transition="in" filter="wipe(left)">
                                      <p:cBhvr>
                                        <p:cTn id="7" dur="500"/>
                                        <p:tgtEl>
                                          <p:spTgt spid="782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82340"/>
                                        </p:tgtEl>
                                        <p:attrNameLst>
                                          <p:attrName>style.visibility</p:attrName>
                                        </p:attrNameLst>
                                      </p:cBhvr>
                                      <p:to>
                                        <p:strVal val="visible"/>
                                      </p:to>
                                    </p:set>
                                    <p:animEffect transition="in" filter="strips(downRight)">
                                      <p:cBhvr>
                                        <p:cTn id="12" dur="500"/>
                                        <p:tgtEl>
                                          <p:spTgt spid="7823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82341"/>
                                        </p:tgtEl>
                                        <p:attrNameLst>
                                          <p:attrName>style.visibility</p:attrName>
                                        </p:attrNameLst>
                                      </p:cBhvr>
                                      <p:to>
                                        <p:strVal val="visible"/>
                                      </p:to>
                                    </p:set>
                                    <p:animEffect transition="in" filter="wipe(left)">
                                      <p:cBhvr>
                                        <p:cTn id="17" dur="500"/>
                                        <p:tgtEl>
                                          <p:spTgt spid="7823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82342"/>
                                        </p:tgtEl>
                                        <p:attrNameLst>
                                          <p:attrName>style.visibility</p:attrName>
                                        </p:attrNameLst>
                                      </p:cBhvr>
                                      <p:to>
                                        <p:strVal val="visible"/>
                                      </p:to>
                                    </p:set>
                                    <p:animEffect transition="in" filter="dissolve">
                                      <p:cBhvr>
                                        <p:cTn id="22" dur="500"/>
                                        <p:tgtEl>
                                          <p:spTgt spid="7823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82344"/>
                                        </p:tgtEl>
                                        <p:attrNameLst>
                                          <p:attrName>style.visibility</p:attrName>
                                        </p:attrNameLst>
                                      </p:cBhvr>
                                      <p:to>
                                        <p:strVal val="visible"/>
                                      </p:to>
                                    </p:set>
                                    <p:animEffect transition="in" filter="wipe(left)">
                                      <p:cBhvr>
                                        <p:cTn id="27" dur="500"/>
                                        <p:tgtEl>
                                          <p:spTgt spid="7823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82345"/>
                                        </p:tgtEl>
                                        <p:attrNameLst>
                                          <p:attrName>style.visibility</p:attrName>
                                        </p:attrNameLst>
                                      </p:cBhvr>
                                      <p:to>
                                        <p:strVal val="visible"/>
                                      </p:to>
                                    </p:set>
                                    <p:animEffect transition="in" filter="wipe(left)">
                                      <p:cBhvr>
                                        <p:cTn id="32" dur="500"/>
                                        <p:tgtEl>
                                          <p:spTgt spid="782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39" grpId="0" autoUpdateAnimBg="0"/>
      <p:bldP spid="782340" grpId="0" autoUpdateAnimBg="0"/>
      <p:bldP spid="782341" grpId="0"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20C488D-BEE1-4B73-ADE5-5120BEA2444D}" type="slidenum">
              <a:rPr lang="zh-CN" altLang="en-US" b="0" i="0" smtClean="0"/>
              <a:pPr/>
              <a:t>152</a:t>
            </a:fld>
            <a:endParaRPr lang="en-US" altLang="zh-CN" b="0" i="0" smtClean="0"/>
          </a:p>
        </p:txBody>
      </p:sp>
      <p:sp>
        <p:nvSpPr>
          <p:cNvPr id="178179"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484CA18-D595-42A7-B8E4-B20D7FA6F74D}" type="datetime1">
              <a:rPr lang="zh-CN" altLang="en-US" sz="1800" i="0" smtClean="0"/>
              <a:pPr/>
              <a:t>2024/10/20</a:t>
            </a:fld>
            <a:endParaRPr lang="en-US" altLang="zh-CN" sz="1800" i="0" smtClean="0"/>
          </a:p>
        </p:txBody>
      </p:sp>
      <p:sp>
        <p:nvSpPr>
          <p:cNvPr id="783362" name="Text Box 2"/>
          <p:cNvSpPr txBox="1">
            <a:spLocks noChangeArrowheads="1"/>
          </p:cNvSpPr>
          <p:nvPr/>
        </p:nvSpPr>
        <p:spPr bwMode="auto">
          <a:xfrm>
            <a:off x="631825" y="976313"/>
            <a:ext cx="74898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600" i="0">
                <a:latin typeface="Times New Roman" pitchFamily="18" charset="0"/>
              </a:rPr>
              <a:t>（</a:t>
            </a:r>
            <a:r>
              <a:rPr kumimoji="1" lang="en-US" altLang="zh-CN" sz="3600" i="0">
                <a:latin typeface="Times New Roman" pitchFamily="18" charset="0"/>
              </a:rPr>
              <a:t>3</a:t>
            </a:r>
            <a:r>
              <a:rPr kumimoji="1" lang="zh-CN" altLang="en-US" sz="3600" i="0">
                <a:latin typeface="Times New Roman" pitchFamily="18" charset="0"/>
              </a:rPr>
              <a:t>）</a:t>
            </a:r>
            <a:r>
              <a:rPr kumimoji="1" lang="zh-CN" altLang="en-US" sz="3600" i="0">
                <a:latin typeface="Times New Roman" pitchFamily="18" charset="0"/>
                <a:ea typeface="楷体_GB2312" pitchFamily="49" charset="-122"/>
              </a:rPr>
              <a:t>解</a:t>
            </a:r>
            <a:r>
              <a:rPr kumimoji="1" lang="en-US" altLang="zh-CN" sz="3600">
                <a:latin typeface="Times New Roman" pitchFamily="18" charset="0"/>
              </a:rPr>
              <a:t>n – </a:t>
            </a:r>
            <a:r>
              <a:rPr kumimoji="1" lang="en-US" altLang="zh-CN" sz="3600" i="0">
                <a:latin typeface="Times New Roman" pitchFamily="18" charset="0"/>
              </a:rPr>
              <a:t>1</a:t>
            </a:r>
            <a:r>
              <a:rPr kumimoji="1" lang="zh-CN" altLang="en-US" sz="3600" i="0">
                <a:latin typeface="Times New Roman" pitchFamily="18" charset="0"/>
                <a:ea typeface="楷体_GB2312" pitchFamily="49" charset="-122"/>
              </a:rPr>
              <a:t>阶三对角方程组</a:t>
            </a:r>
            <a:r>
              <a:rPr kumimoji="1" lang="zh-CN" altLang="en-US" sz="3600" i="0">
                <a:latin typeface="Times New Roman" pitchFamily="18" charset="0"/>
              </a:rPr>
              <a:t>，</a:t>
            </a:r>
            <a:r>
              <a:rPr kumimoji="1" lang="zh-CN" altLang="en-US" sz="3600" i="0">
                <a:latin typeface="Times New Roman" pitchFamily="18" charset="0"/>
                <a:ea typeface="楷体_GB2312" pitchFamily="49" charset="-122"/>
              </a:rPr>
              <a:t>得</a:t>
            </a:r>
          </a:p>
        </p:txBody>
      </p:sp>
      <p:sp>
        <p:nvSpPr>
          <p:cNvPr id="783363" name="Text Box 3"/>
          <p:cNvSpPr txBox="1">
            <a:spLocks noChangeArrowheads="1"/>
          </p:cNvSpPr>
          <p:nvPr/>
        </p:nvSpPr>
        <p:spPr bwMode="auto">
          <a:xfrm>
            <a:off x="2216150" y="1700213"/>
            <a:ext cx="52784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en-US" altLang="zh-CN" sz="3600">
                <a:latin typeface="Times New Roman" pitchFamily="18" charset="0"/>
              </a:rPr>
              <a:t>M</a:t>
            </a:r>
            <a:r>
              <a:rPr kumimoji="1" lang="en-US" altLang="zh-CN" sz="3600" i="0" baseline="-30000">
                <a:latin typeface="Times New Roman" pitchFamily="18" charset="0"/>
              </a:rPr>
              <a:t>1 </a:t>
            </a:r>
            <a:r>
              <a:rPr kumimoji="1" lang="en-US" altLang="zh-CN" sz="3600" i="0">
                <a:latin typeface="Times New Roman" pitchFamily="18" charset="0"/>
              </a:rPr>
              <a:t>,  </a:t>
            </a:r>
            <a:r>
              <a:rPr kumimoji="1" lang="en-US" altLang="zh-CN" sz="3600">
                <a:latin typeface="Times New Roman" pitchFamily="18" charset="0"/>
              </a:rPr>
              <a:t>M</a:t>
            </a:r>
            <a:r>
              <a:rPr kumimoji="1" lang="en-US" altLang="zh-CN" sz="3600" i="0" baseline="-30000">
                <a:latin typeface="Times New Roman" pitchFamily="18" charset="0"/>
              </a:rPr>
              <a:t>2 </a:t>
            </a:r>
            <a:r>
              <a:rPr kumimoji="1" lang="en-US" altLang="zh-CN" sz="3600" i="0">
                <a:latin typeface="Times New Roman" pitchFamily="18" charset="0"/>
              </a:rPr>
              <a:t>,…, </a:t>
            </a:r>
            <a:r>
              <a:rPr kumimoji="1" lang="en-US" altLang="zh-CN" sz="3600">
                <a:latin typeface="Times New Roman" pitchFamily="18" charset="0"/>
              </a:rPr>
              <a:t>M</a:t>
            </a:r>
            <a:r>
              <a:rPr kumimoji="1" lang="en-US" altLang="zh-CN" sz="3600" baseline="-30000">
                <a:latin typeface="Times New Roman" pitchFamily="18" charset="0"/>
              </a:rPr>
              <a:t>n</a:t>
            </a:r>
            <a:r>
              <a:rPr kumimoji="1" lang="en-US" altLang="zh-CN" sz="3600" i="0" baseline="-30000">
                <a:latin typeface="Times New Roman" pitchFamily="18" charset="0"/>
              </a:rPr>
              <a:t>-1</a:t>
            </a:r>
            <a:r>
              <a:rPr kumimoji="1" lang="en-US" altLang="zh-CN" sz="3600" i="0">
                <a:latin typeface="Times New Roman" pitchFamily="18" charset="0"/>
              </a:rPr>
              <a:t> </a:t>
            </a:r>
            <a:endParaRPr kumimoji="1" lang="en-US" altLang="zh-CN" sz="3600" i="0">
              <a:latin typeface="Times New Roman" pitchFamily="18" charset="0"/>
              <a:ea typeface="楷体_GB2312" pitchFamily="49" charset="-122"/>
            </a:endParaRPr>
          </a:p>
        </p:txBody>
      </p:sp>
      <p:sp>
        <p:nvSpPr>
          <p:cNvPr id="783364" name="Text Box 4"/>
          <p:cNvSpPr txBox="1">
            <a:spLocks noChangeArrowheads="1"/>
          </p:cNvSpPr>
          <p:nvPr/>
        </p:nvSpPr>
        <p:spPr bwMode="auto">
          <a:xfrm>
            <a:off x="1423988" y="2420938"/>
            <a:ext cx="52943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600" i="0">
                <a:latin typeface="Times New Roman" pitchFamily="18" charset="0"/>
                <a:ea typeface="楷体_GB2312" pitchFamily="49" charset="-122"/>
              </a:rPr>
              <a:t>代入端点条件计算</a:t>
            </a:r>
            <a:r>
              <a:rPr kumimoji="1" lang="en-US" altLang="zh-CN" sz="3600">
                <a:latin typeface="Times New Roman" pitchFamily="18" charset="0"/>
              </a:rPr>
              <a:t>M</a:t>
            </a:r>
            <a:r>
              <a:rPr kumimoji="1" lang="en-US" altLang="zh-CN" sz="3600" i="0" baseline="-30000">
                <a:latin typeface="Times New Roman" pitchFamily="18" charset="0"/>
              </a:rPr>
              <a:t>0 </a:t>
            </a:r>
            <a:r>
              <a:rPr kumimoji="1" lang="en-US" altLang="zh-CN" sz="3600" i="0">
                <a:latin typeface="Times New Roman" pitchFamily="18" charset="0"/>
              </a:rPr>
              <a:t>, </a:t>
            </a:r>
            <a:r>
              <a:rPr kumimoji="1" lang="en-US" altLang="zh-CN" sz="3600">
                <a:latin typeface="Times New Roman" pitchFamily="18" charset="0"/>
              </a:rPr>
              <a:t>M</a:t>
            </a:r>
            <a:r>
              <a:rPr kumimoji="1" lang="en-US" altLang="zh-CN" sz="3600" baseline="-30000">
                <a:latin typeface="Times New Roman" pitchFamily="18" charset="0"/>
              </a:rPr>
              <a:t>n</a:t>
            </a:r>
            <a:endParaRPr kumimoji="1" lang="en-US" altLang="zh-CN" sz="3600" i="0">
              <a:latin typeface="Times New Roman" pitchFamily="18" charset="0"/>
              <a:ea typeface="楷体_GB2312" pitchFamily="49" charset="-122"/>
            </a:endParaRPr>
          </a:p>
        </p:txBody>
      </p:sp>
      <p:grpSp>
        <p:nvGrpSpPr>
          <p:cNvPr id="2" name="Group 5"/>
          <p:cNvGrpSpPr>
            <a:grpSpLocks/>
          </p:cNvGrpSpPr>
          <p:nvPr/>
        </p:nvGrpSpPr>
        <p:grpSpPr bwMode="auto">
          <a:xfrm>
            <a:off x="560388" y="3220982"/>
            <a:ext cx="7561262" cy="1074793"/>
            <a:chOff x="336" y="1584"/>
            <a:chExt cx="3532" cy="540"/>
          </a:xfrm>
        </p:grpSpPr>
        <p:sp>
          <p:nvSpPr>
            <p:cNvPr id="178185" name="Text Box 6"/>
            <p:cNvSpPr txBox="1">
              <a:spLocks noChangeArrowheads="1"/>
            </p:cNvSpPr>
            <p:nvPr/>
          </p:nvSpPr>
          <p:spPr bwMode="auto">
            <a:xfrm>
              <a:off x="336" y="1586"/>
              <a:ext cx="76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r>
                <a:rPr kumimoji="1" lang="zh-CN" altLang="en-US" sz="3600" i="0">
                  <a:latin typeface="宋体" pitchFamily="2" charset="-122"/>
                </a:rPr>
                <a:t>（</a:t>
              </a:r>
              <a:r>
                <a:rPr kumimoji="1" lang="en-US" altLang="zh-CN" sz="3600" i="0">
                  <a:latin typeface="Times New Roman" pitchFamily="18" charset="0"/>
                </a:rPr>
                <a:t>4</a:t>
              </a:r>
              <a:r>
                <a:rPr kumimoji="1" lang="zh-CN" altLang="en-US" sz="3600" i="0">
                  <a:latin typeface="宋体" pitchFamily="2" charset="-122"/>
                </a:rPr>
                <a:t>）</a:t>
              </a:r>
              <a:r>
                <a:rPr kumimoji="1" lang="zh-CN" altLang="en-US" sz="3600" i="0">
                  <a:latin typeface="Times New Roman" pitchFamily="18" charset="0"/>
                  <a:ea typeface="楷体_GB2312" pitchFamily="49" charset="-122"/>
                </a:rPr>
                <a:t> </a:t>
              </a:r>
            </a:p>
          </p:txBody>
        </p:sp>
        <p:graphicFrame>
          <p:nvGraphicFramePr>
            <p:cNvPr id="178186" name="Object 7"/>
            <p:cNvGraphicFramePr>
              <a:graphicFrameLocks noChangeAspect="1"/>
            </p:cNvGraphicFramePr>
            <p:nvPr/>
          </p:nvGraphicFramePr>
          <p:xfrm>
            <a:off x="960" y="1584"/>
            <a:ext cx="2908" cy="540"/>
          </p:xfrm>
          <a:graphic>
            <a:graphicData uri="http://schemas.openxmlformats.org/presentationml/2006/ole">
              <mc:AlternateContent xmlns:mc="http://schemas.openxmlformats.org/markup-compatibility/2006">
                <mc:Choice xmlns:v="urn:schemas-microsoft-com:vml" Requires="v">
                  <p:oleObj spid="_x0000_s235568" name="Equation" r:id="rId3" imgW="2463800" imgH="457200" progId="Equation.3">
                    <p:embed/>
                  </p:oleObj>
                </mc:Choice>
                <mc:Fallback>
                  <p:oleObj name="Equation" r:id="rId3" imgW="24638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 y="1584"/>
                          <a:ext cx="2908"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83368" name="Object 8"/>
          <p:cNvGraphicFramePr>
            <a:graphicFrameLocks noChangeAspect="1"/>
          </p:cNvGraphicFramePr>
          <p:nvPr/>
        </p:nvGraphicFramePr>
        <p:xfrm>
          <a:off x="704850" y="4508500"/>
          <a:ext cx="8928100" cy="1196975"/>
        </p:xfrm>
        <a:graphic>
          <a:graphicData uri="http://schemas.openxmlformats.org/presentationml/2006/ole">
            <mc:AlternateContent xmlns:mc="http://schemas.openxmlformats.org/markup-compatibility/2006">
              <mc:Choice xmlns:v="urn:schemas-microsoft-com:vml" Requires="v">
                <p:oleObj spid="_x0000_s235569" name="Equation" r:id="rId5" imgW="3060700" imgH="444500" progId="Equation.3">
                  <p:embed/>
                </p:oleObj>
              </mc:Choice>
              <mc:Fallback>
                <p:oleObj name="Equation" r:id="rId5" imgW="3060700" imgH="444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4850" y="4508500"/>
                        <a:ext cx="89281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2599576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3362"/>
                                        </p:tgtEl>
                                        <p:attrNameLst>
                                          <p:attrName>style.visibility</p:attrName>
                                        </p:attrNameLst>
                                      </p:cBhvr>
                                      <p:to>
                                        <p:strVal val="visible"/>
                                      </p:to>
                                    </p:set>
                                    <p:animEffect transition="in" filter="wipe(left)">
                                      <p:cBhvr>
                                        <p:cTn id="7" dur="500"/>
                                        <p:tgtEl>
                                          <p:spTgt spid="783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83363"/>
                                        </p:tgtEl>
                                        <p:attrNameLst>
                                          <p:attrName>style.visibility</p:attrName>
                                        </p:attrNameLst>
                                      </p:cBhvr>
                                      <p:to>
                                        <p:strVal val="visible"/>
                                      </p:to>
                                    </p:set>
                                    <p:animEffect transition="in" filter="checkerboard(across)">
                                      <p:cBhvr>
                                        <p:cTn id="12" dur="500"/>
                                        <p:tgtEl>
                                          <p:spTgt spid="7833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83364"/>
                                        </p:tgtEl>
                                        <p:attrNameLst>
                                          <p:attrName>style.visibility</p:attrName>
                                        </p:attrNameLst>
                                      </p:cBhvr>
                                      <p:to>
                                        <p:strVal val="visible"/>
                                      </p:to>
                                    </p:set>
                                    <p:animEffect transition="in" filter="wipe(left)">
                                      <p:cBhvr>
                                        <p:cTn id="17" dur="500"/>
                                        <p:tgtEl>
                                          <p:spTgt spid="7833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83368"/>
                                        </p:tgtEl>
                                        <p:attrNameLst>
                                          <p:attrName>style.visibility</p:attrName>
                                        </p:attrNameLst>
                                      </p:cBhvr>
                                      <p:to>
                                        <p:strVal val="visible"/>
                                      </p:to>
                                    </p:set>
                                    <p:animEffect transition="in" filter="dissolve">
                                      <p:cBhvr>
                                        <p:cTn id="27" dur="500"/>
                                        <p:tgtEl>
                                          <p:spTgt spid="783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362" grpId="0" autoUpdateAnimBg="0"/>
      <p:bldP spid="783363" grpId="0" autoUpdateAnimBg="0"/>
      <p:bldP spid="783364" grpId="0"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E465045-568A-4FD5-88C4-B79A7925E284}" type="slidenum">
              <a:rPr lang="zh-CN" altLang="en-US" b="0" i="0" smtClean="0"/>
              <a:pPr/>
              <a:t>153</a:t>
            </a:fld>
            <a:endParaRPr lang="en-US" altLang="zh-CN" b="0" i="0" smtClean="0"/>
          </a:p>
        </p:txBody>
      </p:sp>
      <p:sp>
        <p:nvSpPr>
          <p:cNvPr id="174083"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E85544C-3C4F-40BC-86E6-81A2AC792041}" type="datetime1">
              <a:rPr lang="zh-CN" altLang="en-US" sz="1800" i="0" smtClean="0"/>
              <a:pPr/>
              <a:t>2024/10/20</a:t>
            </a:fld>
            <a:endParaRPr lang="en-US" altLang="zh-CN" sz="1800" i="0" smtClean="0"/>
          </a:p>
        </p:txBody>
      </p:sp>
      <p:sp>
        <p:nvSpPr>
          <p:cNvPr id="174084" name="Text Box 2"/>
          <p:cNvSpPr txBox="1">
            <a:spLocks noChangeArrowheads="1"/>
          </p:cNvSpPr>
          <p:nvPr/>
        </p:nvSpPr>
        <p:spPr bwMode="auto">
          <a:xfrm>
            <a:off x="193675" y="3716338"/>
            <a:ext cx="944086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2400" b="0" i="0">
                <a:ea typeface="黑体" pitchFamily="49" charset="-122"/>
              </a:rPr>
              <a:t>       </a:t>
            </a:r>
            <a:r>
              <a:rPr lang="zh-CN" altLang="en-US" sz="2800" i="0">
                <a:ea typeface="黑体" pitchFamily="49" charset="-122"/>
              </a:rPr>
              <a:t>解：由                         得                                            从</a:t>
            </a:r>
          </a:p>
          <a:p>
            <a:pPr algn="l"/>
            <a:endParaRPr lang="zh-CN" altLang="en-US" sz="2400" i="0">
              <a:ea typeface="黑体" pitchFamily="49" charset="-122"/>
            </a:endParaRPr>
          </a:p>
          <a:p>
            <a:pPr algn="l"/>
            <a:r>
              <a:rPr lang="zh-CN" altLang="en-US" sz="2800" i="0">
                <a:ea typeface="黑体" pitchFamily="49" charset="-122"/>
              </a:rPr>
              <a:t>而由</a:t>
            </a:r>
            <a:r>
              <a:rPr lang="zh-CN" altLang="en-US" sz="2400" i="0">
                <a:ea typeface="黑体" pitchFamily="49" charset="-122"/>
              </a:rPr>
              <a:t>                                                          </a:t>
            </a:r>
            <a:r>
              <a:rPr lang="zh-CN" altLang="en-US" sz="2800" i="0">
                <a:ea typeface="黑体" pitchFamily="49" charset="-122"/>
              </a:rPr>
              <a:t>可求</a:t>
            </a:r>
          </a:p>
        </p:txBody>
      </p:sp>
      <p:sp>
        <p:nvSpPr>
          <p:cNvPr id="174085" name="Text Box 4"/>
          <p:cNvSpPr txBox="1">
            <a:spLocks noChangeArrowheads="1"/>
          </p:cNvSpPr>
          <p:nvPr/>
        </p:nvSpPr>
        <p:spPr bwMode="auto">
          <a:xfrm>
            <a:off x="428625" y="1025525"/>
            <a:ext cx="74850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3200" b="0" i="0" dirty="0">
                <a:ea typeface="黑体" pitchFamily="49" charset="-122"/>
              </a:rPr>
              <a:t>       </a:t>
            </a:r>
            <a:r>
              <a:rPr lang="zh-CN" altLang="en-US" sz="3200" i="0" dirty="0">
                <a:ea typeface="黑体" pitchFamily="49" charset="-122"/>
              </a:rPr>
              <a:t>例</a:t>
            </a:r>
            <a:r>
              <a:rPr lang="en-US" altLang="zh-CN" sz="3200" i="0" dirty="0">
                <a:ea typeface="黑体" pitchFamily="49" charset="-122"/>
              </a:rPr>
              <a:t>   </a:t>
            </a:r>
            <a:r>
              <a:rPr lang="zh-CN" altLang="en-US" sz="3200" i="0" dirty="0">
                <a:ea typeface="黑体" pitchFamily="49" charset="-122"/>
              </a:rPr>
              <a:t>已知函数               的数值如下</a:t>
            </a:r>
            <a:r>
              <a:rPr lang="zh-CN" altLang="en-US" sz="3200" b="0" i="0" dirty="0">
                <a:ea typeface="黑体" pitchFamily="49" charset="-122"/>
              </a:rPr>
              <a:t>：</a:t>
            </a:r>
          </a:p>
        </p:txBody>
      </p:sp>
      <p:graphicFrame>
        <p:nvGraphicFramePr>
          <p:cNvPr id="174086" name="Object 5"/>
          <p:cNvGraphicFramePr>
            <a:graphicFrameLocks noChangeAspect="1"/>
          </p:cNvGraphicFramePr>
          <p:nvPr>
            <p:extLst>
              <p:ext uri="{D42A27DB-BD31-4B8C-83A1-F6EECF244321}">
                <p14:modId xmlns:p14="http://schemas.microsoft.com/office/powerpoint/2010/main" val="1569037899"/>
              </p:ext>
            </p:extLst>
          </p:nvPr>
        </p:nvGraphicFramePr>
        <p:xfrm>
          <a:off x="3761915" y="1025525"/>
          <a:ext cx="1599531" cy="601663"/>
        </p:xfrm>
        <a:graphic>
          <a:graphicData uri="http://schemas.openxmlformats.org/presentationml/2006/ole">
            <mc:AlternateContent xmlns:mc="http://schemas.openxmlformats.org/markup-compatibility/2006">
              <mc:Choice xmlns:v="urn:schemas-microsoft-com:vml" Requires="v">
                <p:oleObj spid="_x0000_s236753" name="公式" r:id="rId3" imgW="563787" imgH="144708" progId="Equation.3">
                  <p:embed/>
                </p:oleObj>
              </mc:Choice>
              <mc:Fallback>
                <p:oleObj name="公式" r:id="rId3" imgW="563787" imgH="14470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1915" y="1025525"/>
                        <a:ext cx="1599531" cy="601663"/>
                      </a:xfrm>
                      <a:prstGeom prst="rect">
                        <a:avLst/>
                      </a:prstGeom>
                      <a:noFill/>
                      <a:ln>
                        <a:noFill/>
                      </a:ln>
                      <a:effectLst/>
                      <a:extLst/>
                    </p:spPr>
                  </p:pic>
                </p:oleObj>
              </mc:Fallback>
            </mc:AlternateContent>
          </a:graphicData>
        </a:graphic>
      </p:graphicFrame>
      <p:sp>
        <p:nvSpPr>
          <p:cNvPr id="174087" name="Line 6"/>
          <p:cNvSpPr>
            <a:spLocks noChangeShapeType="1"/>
          </p:cNvSpPr>
          <p:nvPr/>
        </p:nvSpPr>
        <p:spPr bwMode="auto">
          <a:xfrm>
            <a:off x="1911350" y="1773238"/>
            <a:ext cx="4914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74088" name="Line 7"/>
          <p:cNvSpPr>
            <a:spLocks noChangeShapeType="1"/>
          </p:cNvSpPr>
          <p:nvPr/>
        </p:nvSpPr>
        <p:spPr bwMode="auto">
          <a:xfrm>
            <a:off x="1911350" y="1773238"/>
            <a:ext cx="0" cy="10080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74089" name="Line 8"/>
          <p:cNvSpPr>
            <a:spLocks noChangeShapeType="1"/>
          </p:cNvSpPr>
          <p:nvPr/>
        </p:nvSpPr>
        <p:spPr bwMode="auto">
          <a:xfrm>
            <a:off x="1911350" y="2781300"/>
            <a:ext cx="4837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74090" name="Line 9"/>
          <p:cNvSpPr>
            <a:spLocks noChangeShapeType="1"/>
          </p:cNvSpPr>
          <p:nvPr/>
        </p:nvSpPr>
        <p:spPr bwMode="auto">
          <a:xfrm>
            <a:off x="1911350" y="2276475"/>
            <a:ext cx="4914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74091" name="Line 10"/>
          <p:cNvSpPr>
            <a:spLocks noChangeShapeType="1"/>
          </p:cNvSpPr>
          <p:nvPr/>
        </p:nvSpPr>
        <p:spPr bwMode="auto">
          <a:xfrm>
            <a:off x="6826250" y="1773238"/>
            <a:ext cx="0" cy="10080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74092" name="Line 11"/>
          <p:cNvSpPr>
            <a:spLocks noChangeShapeType="1"/>
          </p:cNvSpPr>
          <p:nvPr/>
        </p:nvSpPr>
        <p:spPr bwMode="auto">
          <a:xfrm>
            <a:off x="6748463" y="2781300"/>
            <a:ext cx="777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174093" name="Line 12"/>
          <p:cNvSpPr>
            <a:spLocks noChangeShapeType="1"/>
          </p:cNvSpPr>
          <p:nvPr/>
        </p:nvSpPr>
        <p:spPr bwMode="auto">
          <a:xfrm>
            <a:off x="2690813" y="1773238"/>
            <a:ext cx="0" cy="10080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graphicFrame>
        <p:nvGraphicFramePr>
          <p:cNvPr id="174094" name="Object 13"/>
          <p:cNvGraphicFramePr>
            <a:graphicFrameLocks noChangeAspect="1"/>
          </p:cNvGraphicFramePr>
          <p:nvPr>
            <p:extLst>
              <p:ext uri="{D42A27DB-BD31-4B8C-83A1-F6EECF244321}">
                <p14:modId xmlns:p14="http://schemas.microsoft.com/office/powerpoint/2010/main" val="2216734423"/>
              </p:ext>
            </p:extLst>
          </p:nvPr>
        </p:nvGraphicFramePr>
        <p:xfrm>
          <a:off x="2072680" y="1835944"/>
          <a:ext cx="353095" cy="441325"/>
        </p:xfrm>
        <a:graphic>
          <a:graphicData uri="http://schemas.openxmlformats.org/presentationml/2006/ole">
            <mc:AlternateContent xmlns:mc="http://schemas.openxmlformats.org/markup-compatibility/2006">
              <mc:Choice xmlns:v="urn:schemas-microsoft-com:vml" Requires="v">
                <p:oleObj spid="_x0000_s236754" name="公式" r:id="rId5" imgW="114392" imgH="167762" progId="Equation.3">
                  <p:embed/>
                </p:oleObj>
              </mc:Choice>
              <mc:Fallback>
                <p:oleObj name="公式" r:id="rId5" imgW="114392" imgH="16776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2680" y="1835944"/>
                        <a:ext cx="353095" cy="441325"/>
                      </a:xfrm>
                      <a:prstGeom prst="rect">
                        <a:avLst/>
                      </a:prstGeom>
                      <a:noFill/>
                      <a:ln>
                        <a:noFill/>
                      </a:ln>
                      <a:effectLst/>
                      <a:extLst/>
                    </p:spPr>
                  </p:pic>
                </p:oleObj>
              </mc:Fallback>
            </mc:AlternateContent>
          </a:graphicData>
        </a:graphic>
      </p:graphicFrame>
      <p:graphicFrame>
        <p:nvGraphicFramePr>
          <p:cNvPr id="174095" name="Object 14"/>
          <p:cNvGraphicFramePr>
            <a:graphicFrameLocks noChangeAspect="1"/>
          </p:cNvGraphicFramePr>
          <p:nvPr>
            <p:extLst>
              <p:ext uri="{D42A27DB-BD31-4B8C-83A1-F6EECF244321}">
                <p14:modId xmlns:p14="http://schemas.microsoft.com/office/powerpoint/2010/main" val="298438503"/>
              </p:ext>
            </p:extLst>
          </p:nvPr>
        </p:nvGraphicFramePr>
        <p:xfrm>
          <a:off x="2066925" y="2276475"/>
          <a:ext cx="365795" cy="506413"/>
        </p:xfrm>
        <a:graphic>
          <a:graphicData uri="http://schemas.openxmlformats.org/presentationml/2006/ole">
            <mc:AlternateContent xmlns:mc="http://schemas.openxmlformats.org/markup-compatibility/2006">
              <mc:Choice xmlns:v="urn:schemas-microsoft-com:vml" Requires="v">
                <p:oleObj spid="_x0000_s236755" name="公式" r:id="rId7" imgW="144943" imgH="228766" progId="Equation.3">
                  <p:embed/>
                </p:oleObj>
              </mc:Choice>
              <mc:Fallback>
                <p:oleObj name="公式" r:id="rId7" imgW="144943" imgH="22876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6925" y="2276475"/>
                        <a:ext cx="365795" cy="506413"/>
                      </a:xfrm>
                      <a:prstGeom prst="rect">
                        <a:avLst/>
                      </a:prstGeom>
                      <a:noFill/>
                      <a:ln>
                        <a:noFill/>
                      </a:ln>
                      <a:effectLst/>
                      <a:extLst/>
                    </p:spPr>
                  </p:pic>
                </p:oleObj>
              </mc:Fallback>
            </mc:AlternateContent>
          </a:graphicData>
        </a:graphic>
      </p:graphicFrame>
      <p:sp>
        <p:nvSpPr>
          <p:cNvPr id="174096" name="Text Box 15"/>
          <p:cNvSpPr txBox="1">
            <a:spLocks noChangeArrowheads="1"/>
          </p:cNvSpPr>
          <p:nvPr/>
        </p:nvSpPr>
        <p:spPr bwMode="auto">
          <a:xfrm>
            <a:off x="2749550" y="1739900"/>
            <a:ext cx="36750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2800" i="0"/>
              <a:t>    </a:t>
            </a:r>
            <a:r>
              <a:rPr lang="en-US" altLang="zh-CN" sz="2800" i="0"/>
              <a:t>-3    -1    0     3      4</a:t>
            </a:r>
          </a:p>
        </p:txBody>
      </p:sp>
      <p:sp>
        <p:nvSpPr>
          <p:cNvPr id="174097" name="Text Box 16"/>
          <p:cNvSpPr txBox="1">
            <a:spLocks noChangeArrowheads="1"/>
          </p:cNvSpPr>
          <p:nvPr/>
        </p:nvSpPr>
        <p:spPr bwMode="auto">
          <a:xfrm>
            <a:off x="2593975" y="2171700"/>
            <a:ext cx="3935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2800" i="0"/>
              <a:t>       </a:t>
            </a:r>
            <a:r>
              <a:rPr lang="en-US" altLang="zh-CN" sz="2800" i="0"/>
              <a:t>7    11   26   56   29</a:t>
            </a:r>
          </a:p>
        </p:txBody>
      </p:sp>
      <p:sp>
        <p:nvSpPr>
          <p:cNvPr id="174098" name="Text Box 17"/>
          <p:cNvSpPr txBox="1">
            <a:spLocks noChangeArrowheads="1"/>
          </p:cNvSpPr>
          <p:nvPr/>
        </p:nvSpPr>
        <p:spPr bwMode="auto">
          <a:xfrm>
            <a:off x="895350" y="2800350"/>
            <a:ext cx="58912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3200" i="0">
                <a:ea typeface="黑体" pitchFamily="49" charset="-122"/>
              </a:rPr>
              <a:t>求它的自然三次样条插值函数</a:t>
            </a:r>
            <a:r>
              <a:rPr lang="zh-CN" altLang="en-US" sz="3200" b="0" i="0">
                <a:ea typeface="黑体" pitchFamily="49" charset="-122"/>
              </a:rPr>
              <a:t>。</a:t>
            </a:r>
          </a:p>
        </p:txBody>
      </p:sp>
      <p:graphicFrame>
        <p:nvGraphicFramePr>
          <p:cNvPr id="174099" name="Object 18"/>
          <p:cNvGraphicFramePr>
            <a:graphicFrameLocks noChangeAspect="1"/>
          </p:cNvGraphicFramePr>
          <p:nvPr/>
        </p:nvGraphicFramePr>
        <p:xfrm>
          <a:off x="6681788" y="4508500"/>
          <a:ext cx="1079500" cy="479425"/>
        </p:xfrm>
        <a:graphic>
          <a:graphicData uri="http://schemas.openxmlformats.org/presentationml/2006/ole">
            <mc:AlternateContent xmlns:mc="http://schemas.openxmlformats.org/markup-compatibility/2006">
              <mc:Choice xmlns:v="urn:schemas-microsoft-com:vml" Requires="v">
                <p:oleObj spid="_x0000_s236756" name="公式" r:id="rId9" imgW="396107" imgH="205712" progId="Equation.3">
                  <p:embed/>
                </p:oleObj>
              </mc:Choice>
              <mc:Fallback>
                <p:oleObj name="公式" r:id="rId9" imgW="396107" imgH="20571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81788" y="4508500"/>
                        <a:ext cx="107950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00" name="Object 19"/>
          <p:cNvGraphicFramePr>
            <a:graphicFrameLocks noChangeAspect="1"/>
          </p:cNvGraphicFramePr>
          <p:nvPr/>
        </p:nvGraphicFramePr>
        <p:xfrm>
          <a:off x="2000250" y="3716338"/>
          <a:ext cx="2447925" cy="523875"/>
        </p:xfrm>
        <a:graphic>
          <a:graphicData uri="http://schemas.openxmlformats.org/presentationml/2006/ole">
            <mc:AlternateContent xmlns:mc="http://schemas.openxmlformats.org/markup-compatibility/2006">
              <mc:Choice xmlns:v="urn:schemas-microsoft-com:vml" Requires="v">
                <p:oleObj spid="_x0000_s236757" name="公式" r:id="rId11" imgW="990446" imgH="228766" progId="Equation.3">
                  <p:embed/>
                </p:oleObj>
              </mc:Choice>
              <mc:Fallback>
                <p:oleObj name="公式" r:id="rId11" imgW="990446" imgH="228766"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00250" y="3716338"/>
                        <a:ext cx="244792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01" name="Object 20"/>
          <p:cNvGraphicFramePr>
            <a:graphicFrameLocks noChangeAspect="1"/>
          </p:cNvGraphicFramePr>
          <p:nvPr/>
        </p:nvGraphicFramePr>
        <p:xfrm>
          <a:off x="4808538" y="3716338"/>
          <a:ext cx="4176712" cy="515937"/>
        </p:xfrm>
        <a:graphic>
          <a:graphicData uri="http://schemas.openxmlformats.org/presentationml/2006/ole">
            <mc:AlternateContent xmlns:mc="http://schemas.openxmlformats.org/markup-compatibility/2006">
              <mc:Choice xmlns:v="urn:schemas-microsoft-com:vml" Requires="v">
                <p:oleObj spid="_x0000_s236758" name="公式" r:id="rId13" imgW="2202215" imgH="228766" progId="Equation.3">
                  <p:embed/>
                </p:oleObj>
              </mc:Choice>
              <mc:Fallback>
                <p:oleObj name="公式" r:id="rId13" imgW="2202215" imgH="228766"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08538" y="3716338"/>
                        <a:ext cx="4176712" cy="515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9285" name="Rectangle 21"/>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graphicFrame>
        <p:nvGraphicFramePr>
          <p:cNvPr id="174103" name="Object 22"/>
          <p:cNvGraphicFramePr>
            <a:graphicFrameLocks noChangeAspect="1"/>
          </p:cNvGraphicFramePr>
          <p:nvPr/>
        </p:nvGraphicFramePr>
        <p:xfrm>
          <a:off x="1423988" y="5157788"/>
          <a:ext cx="6913562" cy="1303337"/>
        </p:xfrm>
        <a:graphic>
          <a:graphicData uri="http://schemas.openxmlformats.org/presentationml/2006/ole">
            <mc:AlternateContent xmlns:mc="http://schemas.openxmlformats.org/markup-compatibility/2006">
              <mc:Choice xmlns:v="urn:schemas-microsoft-com:vml" Requires="v">
                <p:oleObj spid="_x0000_s236759" name="公式" r:id="rId15" imgW="3231028" imgH="586635" progId="Equation.3">
                  <p:embed/>
                </p:oleObj>
              </mc:Choice>
              <mc:Fallback>
                <p:oleObj name="公式" r:id="rId15" imgW="3231028" imgH="586635"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23988" y="5157788"/>
                        <a:ext cx="6913562" cy="1303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04" name="Object 25"/>
          <p:cNvGraphicFramePr>
            <a:graphicFrameLocks noChangeAspect="1"/>
          </p:cNvGraphicFramePr>
          <p:nvPr/>
        </p:nvGraphicFramePr>
        <p:xfrm>
          <a:off x="1065213" y="4292600"/>
          <a:ext cx="3095625" cy="933450"/>
        </p:xfrm>
        <a:graphic>
          <a:graphicData uri="http://schemas.openxmlformats.org/presentationml/2006/ole">
            <mc:AlternateContent xmlns:mc="http://schemas.openxmlformats.org/markup-compatibility/2006">
              <mc:Choice xmlns:v="urn:schemas-microsoft-com:vml" Requires="v">
                <p:oleObj spid="_x0000_s236760" name="Equation" r:id="rId17" imgW="1104838" imgH="319918" progId="Equation.3">
                  <p:embed/>
                </p:oleObj>
              </mc:Choice>
              <mc:Fallback>
                <p:oleObj name="Equation" r:id="rId17" imgW="1104838" imgH="31991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65213" y="4292600"/>
                        <a:ext cx="309562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05" name="Object 26"/>
          <p:cNvGraphicFramePr>
            <a:graphicFrameLocks noChangeAspect="1"/>
          </p:cNvGraphicFramePr>
          <p:nvPr/>
        </p:nvGraphicFramePr>
        <p:xfrm>
          <a:off x="4089400" y="4437063"/>
          <a:ext cx="1727200" cy="546100"/>
        </p:xfrm>
        <a:graphic>
          <a:graphicData uri="http://schemas.openxmlformats.org/presentationml/2006/ole">
            <mc:AlternateContent xmlns:mc="http://schemas.openxmlformats.org/markup-compatibility/2006">
              <mc:Choice xmlns:v="urn:schemas-microsoft-com:vml" Requires="v">
                <p:oleObj spid="_x0000_s236761" name="Equation" r:id="rId19" imgW="602154" imgH="167762" progId="Equation.3">
                  <p:embed/>
                </p:oleObj>
              </mc:Choice>
              <mc:Fallback>
                <p:oleObj name="Equation" r:id="rId19" imgW="602154" imgH="167762"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89400" y="4437063"/>
                        <a:ext cx="17272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50309446"/>
      </p:ext>
    </p:extLst>
  </p:cSld>
  <p:clrMapOvr>
    <a:masterClrMapping/>
  </p:clrMapOvr>
  <p:transition spd="slow">
    <p:cover dir="lu"/>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797F0F7-ACD8-4D50-A6AF-D8B38858E2CA}" type="slidenum">
              <a:rPr lang="zh-CN" altLang="en-US" b="0" i="0" smtClean="0"/>
              <a:pPr/>
              <a:t>154</a:t>
            </a:fld>
            <a:endParaRPr lang="en-US" altLang="zh-CN" b="0" i="0" smtClean="0"/>
          </a:p>
        </p:txBody>
      </p:sp>
      <p:sp>
        <p:nvSpPr>
          <p:cNvPr id="175107"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B71C96A-DF8E-4160-BA85-4E1284CB1C04}" type="datetime1">
              <a:rPr lang="zh-CN" altLang="en-US" sz="1800" i="0" smtClean="0"/>
              <a:pPr/>
              <a:t>2024/10/20</a:t>
            </a:fld>
            <a:endParaRPr lang="en-US" altLang="zh-CN" sz="1800" i="0" smtClean="0"/>
          </a:p>
        </p:txBody>
      </p:sp>
      <p:sp>
        <p:nvSpPr>
          <p:cNvPr id="175108" name="Text Box 4"/>
          <p:cNvSpPr txBox="1">
            <a:spLocks noChangeArrowheads="1"/>
          </p:cNvSpPr>
          <p:nvPr/>
        </p:nvSpPr>
        <p:spPr bwMode="auto">
          <a:xfrm>
            <a:off x="142875" y="1165225"/>
            <a:ext cx="96869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2800" i="0">
                <a:ea typeface="黑体" pitchFamily="49" charset="-122"/>
              </a:rPr>
              <a:t>由                                得</a:t>
            </a:r>
          </a:p>
          <a:p>
            <a:pPr algn="l"/>
            <a:r>
              <a:rPr lang="zh-CN" altLang="en-US" sz="2800" i="0">
                <a:ea typeface="黑体" pitchFamily="49" charset="-122"/>
              </a:rPr>
              <a:t>因为三次自然样条函数                        ，故三弯矩方程组变为</a:t>
            </a:r>
          </a:p>
        </p:txBody>
      </p:sp>
      <p:graphicFrame>
        <p:nvGraphicFramePr>
          <p:cNvPr id="175109" name="Object 5"/>
          <p:cNvGraphicFramePr>
            <a:graphicFrameLocks noChangeAspect="1"/>
          </p:cNvGraphicFramePr>
          <p:nvPr/>
        </p:nvGraphicFramePr>
        <p:xfrm>
          <a:off x="631825" y="1162050"/>
          <a:ext cx="3097213" cy="506413"/>
        </p:xfrm>
        <a:graphic>
          <a:graphicData uri="http://schemas.openxmlformats.org/presentationml/2006/ole">
            <mc:AlternateContent xmlns:mc="http://schemas.openxmlformats.org/markup-compatibility/2006">
              <mc:Choice xmlns:v="urn:schemas-microsoft-com:vml" Requires="v">
                <p:oleObj spid="_x0000_s237662" name="公式" r:id="rId3" imgW="1142850" imgH="129457" progId="Equation.3">
                  <p:embed/>
                </p:oleObj>
              </mc:Choice>
              <mc:Fallback>
                <p:oleObj name="公式" r:id="rId3" imgW="1142850" imgH="12945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25" y="1162050"/>
                        <a:ext cx="3097213"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5110" name="Object 6"/>
          <p:cNvGraphicFramePr>
            <a:graphicFrameLocks noChangeAspect="1"/>
          </p:cNvGraphicFramePr>
          <p:nvPr/>
        </p:nvGraphicFramePr>
        <p:xfrm>
          <a:off x="4289425" y="1196975"/>
          <a:ext cx="5616575" cy="520700"/>
        </p:xfrm>
        <a:graphic>
          <a:graphicData uri="http://schemas.openxmlformats.org/presentationml/2006/ole">
            <mc:AlternateContent xmlns:mc="http://schemas.openxmlformats.org/markup-compatibility/2006">
              <mc:Choice xmlns:v="urn:schemas-microsoft-com:vml" Requires="v">
                <p:oleObj spid="_x0000_s237663" name="公式" r:id="rId5" imgW="3040257" imgH="228766" progId="Equation.3">
                  <p:embed/>
                </p:oleObj>
              </mc:Choice>
              <mc:Fallback>
                <p:oleObj name="公式" r:id="rId5" imgW="3040257" imgH="22876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9425" y="1196975"/>
                        <a:ext cx="5616575"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5111" name="Object 7"/>
          <p:cNvGraphicFramePr>
            <a:graphicFrameLocks noChangeAspect="1"/>
          </p:cNvGraphicFramePr>
          <p:nvPr/>
        </p:nvGraphicFramePr>
        <p:xfrm>
          <a:off x="3873500" y="1628775"/>
          <a:ext cx="2232025" cy="517525"/>
        </p:xfrm>
        <a:graphic>
          <a:graphicData uri="http://schemas.openxmlformats.org/presentationml/2006/ole">
            <mc:AlternateContent xmlns:mc="http://schemas.openxmlformats.org/markup-compatibility/2006">
              <mc:Choice xmlns:v="urn:schemas-microsoft-com:vml" Requires="v">
                <p:oleObj spid="_x0000_s237664" name="公式" r:id="rId7" imgW="1142850" imgH="228766" progId="Equation.3">
                  <p:embed/>
                </p:oleObj>
              </mc:Choice>
              <mc:Fallback>
                <p:oleObj name="公式" r:id="rId7" imgW="1142850" imgH="22876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3500" y="1628775"/>
                        <a:ext cx="223202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5112" name="Object 8"/>
          <p:cNvGraphicFramePr>
            <a:graphicFrameLocks noChangeAspect="1"/>
          </p:cNvGraphicFramePr>
          <p:nvPr/>
        </p:nvGraphicFramePr>
        <p:xfrm>
          <a:off x="3095625" y="2406650"/>
          <a:ext cx="3779838" cy="2765425"/>
        </p:xfrm>
        <a:graphic>
          <a:graphicData uri="http://schemas.openxmlformats.org/presentationml/2006/ole">
            <mc:AlternateContent xmlns:mc="http://schemas.openxmlformats.org/markup-compatibility/2006">
              <mc:Choice xmlns:v="urn:schemas-microsoft-com:vml" Requires="v">
                <p:oleObj spid="_x0000_s237665" name="公式" r:id="rId9" imgW="1714452" imgH="1158373" progId="Equation.3">
                  <p:embed/>
                </p:oleObj>
              </mc:Choice>
              <mc:Fallback>
                <p:oleObj name="公式" r:id="rId9" imgW="1714452" imgH="115837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95625" y="2406650"/>
                        <a:ext cx="3779838" cy="276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0299" name="Rectangle 11"/>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a:solidFill>
                  <a:schemeClr val="bg1"/>
                </a:solidFill>
                <a:effectLst>
                  <a:outerShdw blurRad="38100" dist="38100" dir="2700000" algn="tl">
                    <a:srgbClr val="C0C0C0"/>
                  </a:outerShdw>
                </a:effectLst>
              </a:rPr>
              <a:t>三次样条插值的存在唯一性和计算方法</a:t>
            </a:r>
            <a:endParaRPr lang="zh-CN" altLang="en-US" sz="4000" i="0">
              <a:solidFill>
                <a:schemeClr val="bg1"/>
              </a:solidFill>
              <a:effectLst>
                <a:outerShdw blurRad="38100" dist="38100" dir="2700000" algn="tl">
                  <a:srgbClr val="C0C0C0"/>
                </a:outerShdw>
              </a:effectLst>
            </a:endParaRPr>
          </a:p>
        </p:txBody>
      </p:sp>
      <p:sp>
        <p:nvSpPr>
          <p:cNvPr id="175114" name="左大括号 2"/>
          <p:cNvSpPr>
            <a:spLocks/>
          </p:cNvSpPr>
          <p:nvPr/>
        </p:nvSpPr>
        <p:spPr bwMode="auto">
          <a:xfrm>
            <a:off x="2432050" y="2636838"/>
            <a:ext cx="433388" cy="2305050"/>
          </a:xfrm>
          <a:prstGeom prst="leftBrace">
            <a:avLst>
              <a:gd name="adj1" fmla="val 36443"/>
              <a:gd name="adj2" fmla="val 44181"/>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5115" name="矩形 1"/>
          <p:cNvSpPr>
            <a:spLocks noChangeArrowheads="1"/>
          </p:cNvSpPr>
          <p:nvPr/>
        </p:nvSpPr>
        <p:spPr bwMode="auto">
          <a:xfrm>
            <a:off x="188913" y="5516563"/>
            <a:ext cx="9288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i="0"/>
              <a:t>解得：</a:t>
            </a:r>
            <a:r>
              <a:rPr lang="en-US" altLang="zh-CN" sz="2800" i="0"/>
              <a:t>M1 = -14.64600</a:t>
            </a:r>
            <a:r>
              <a:rPr lang="zh-CN" altLang="en-US" sz="2800" i="0"/>
              <a:t>，</a:t>
            </a:r>
            <a:r>
              <a:rPr lang="en-US" altLang="zh-CN" sz="2800" i="0"/>
              <a:t>M2 = 9.87578</a:t>
            </a:r>
            <a:r>
              <a:rPr lang="zh-CN" altLang="en-US" sz="2800" i="0"/>
              <a:t>，</a:t>
            </a:r>
            <a:r>
              <a:rPr lang="en-US" altLang="zh-CN" sz="2800" i="0"/>
              <a:t>M3 = -31.45334</a:t>
            </a:r>
            <a:endParaRPr lang="zh-CN" altLang="en-US" sz="2800" i="0"/>
          </a:p>
        </p:txBody>
      </p:sp>
    </p:spTree>
    <p:extLst>
      <p:ext uri="{BB962C8B-B14F-4D97-AF65-F5344CB8AC3E}">
        <p14:creationId xmlns:p14="http://schemas.microsoft.com/office/powerpoint/2010/main" val="1287668527"/>
      </p:ext>
    </p:extLst>
  </p:cSld>
  <p:clrMapOvr>
    <a:masterClrMapping/>
  </p:clrMapOvr>
  <p:transition spd="slow">
    <p:cover dir="lu"/>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灯片编号占位符 1"/>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E11A738-E111-4335-93F8-7170FE61DE43}" type="slidenum">
              <a:rPr lang="zh-CN" altLang="en-US" b="0" i="0" smtClean="0"/>
              <a:pPr/>
              <a:t>155</a:t>
            </a:fld>
            <a:endParaRPr lang="en-US" altLang="zh-CN" b="0" i="0" smtClean="0"/>
          </a:p>
        </p:txBody>
      </p:sp>
      <p:sp>
        <p:nvSpPr>
          <p:cNvPr id="176131" name="日期占位符 2"/>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0DDC128-5AFA-4E8C-9478-CFDE36006B1A}" type="datetime1">
              <a:rPr lang="zh-CN" altLang="en-US" sz="1800" i="0" smtClean="0"/>
              <a:pPr/>
              <a:t>2024/10/20</a:t>
            </a:fld>
            <a:endParaRPr lang="en-US" altLang="zh-CN" sz="1800" i="0" smtClean="0"/>
          </a:p>
        </p:txBody>
      </p:sp>
      <p:sp>
        <p:nvSpPr>
          <p:cNvPr id="780299" name="Rectangle 11"/>
          <p:cNvSpPr>
            <a:spLocks noChangeArrowheads="1"/>
          </p:cNvSpPr>
          <p:nvPr/>
        </p:nvSpPr>
        <p:spPr bwMode="auto">
          <a:xfrm>
            <a:off x="650875" y="365125"/>
            <a:ext cx="8820150" cy="549275"/>
          </a:xfrm>
          <a:prstGeom prst="rect">
            <a:avLst/>
          </a:prstGeom>
          <a:noFill/>
          <a:ln w="12700">
            <a:noFill/>
            <a:miter lim="800000"/>
            <a:headEnd/>
            <a:tailEnd/>
          </a:ln>
          <a:effectLst>
            <a:outerShdw dist="17961" dir="2700000" algn="ctr" rotWithShape="0">
              <a:schemeClr val="bg2"/>
            </a:outerShdw>
          </a:effectLst>
        </p:spPr>
        <p:txBody>
          <a:bodyPr lIns="0" tIns="0" rIns="0" bIns="0" anchor="b">
            <a:spAutoFit/>
          </a:bodyPr>
          <a:lstStyle/>
          <a:p>
            <a:pPr algn="l" defTabSz="814388">
              <a:lnSpc>
                <a:spcPct val="90000"/>
              </a:lnSpc>
              <a:defRPr/>
            </a:pPr>
            <a:r>
              <a:rPr lang="en-US" altLang="zh-CN" sz="4000" i="0" dirty="0" err="1">
                <a:solidFill>
                  <a:schemeClr val="bg1"/>
                </a:solidFill>
                <a:effectLst>
                  <a:outerShdw blurRad="38100" dist="38100" dir="2700000" algn="tl">
                    <a:srgbClr val="C0C0C0"/>
                  </a:outerShdw>
                </a:effectLst>
              </a:rPr>
              <a:t>三次样条插值的存在唯一性和计算方法</a:t>
            </a:r>
            <a:endParaRPr lang="zh-CN" altLang="en-US" sz="4000" i="0" dirty="0">
              <a:solidFill>
                <a:schemeClr val="bg1"/>
              </a:solidFill>
              <a:effectLst>
                <a:outerShdw blurRad="38100" dist="38100" dir="2700000" algn="tl">
                  <a:srgbClr val="C0C0C0"/>
                </a:outerShdw>
              </a:effectLst>
            </a:endParaRPr>
          </a:p>
        </p:txBody>
      </p:sp>
      <p:graphicFrame>
        <p:nvGraphicFramePr>
          <p:cNvPr id="780301" name="Object 13"/>
          <p:cNvGraphicFramePr>
            <a:graphicFrameLocks noChangeAspect="1"/>
          </p:cNvGraphicFramePr>
          <p:nvPr/>
        </p:nvGraphicFramePr>
        <p:xfrm>
          <a:off x="2611438" y="1989138"/>
          <a:ext cx="4899025" cy="955675"/>
        </p:xfrm>
        <a:graphic>
          <a:graphicData uri="http://schemas.openxmlformats.org/presentationml/2006/ole">
            <mc:AlternateContent xmlns:mc="http://schemas.openxmlformats.org/markup-compatibility/2006">
              <mc:Choice xmlns:v="urn:schemas-microsoft-com:vml" Requires="v">
                <p:oleObj spid="_x0000_s238690" name="公式" r:id="rId3" imgW="2415367" imgH="396173" progId="Equation.3">
                  <p:embed/>
                </p:oleObj>
              </mc:Choice>
              <mc:Fallback>
                <p:oleObj name="公式" r:id="rId3" imgW="2415367" imgH="39617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1438" y="1989138"/>
                        <a:ext cx="4899025"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0302" name="Object 14"/>
          <p:cNvGraphicFramePr>
            <a:graphicFrameLocks noChangeAspect="1"/>
          </p:cNvGraphicFramePr>
          <p:nvPr/>
        </p:nvGraphicFramePr>
        <p:xfrm>
          <a:off x="3567113" y="2852738"/>
          <a:ext cx="5903912" cy="925512"/>
        </p:xfrm>
        <a:graphic>
          <a:graphicData uri="http://schemas.openxmlformats.org/presentationml/2006/ole">
            <mc:AlternateContent xmlns:mc="http://schemas.openxmlformats.org/markup-compatibility/2006">
              <mc:Choice xmlns:v="urn:schemas-microsoft-com:vml" Requires="v">
                <p:oleObj spid="_x0000_s238691" name="公式" r:id="rId5" imgW="3024981" imgH="396173" progId="Equation.3">
                  <p:embed/>
                </p:oleObj>
              </mc:Choice>
              <mc:Fallback>
                <p:oleObj name="公式" r:id="rId5" imgW="3024981" imgH="39617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7113" y="2852738"/>
                        <a:ext cx="5903912" cy="92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0303" name="Object 15"/>
          <p:cNvGraphicFramePr>
            <a:graphicFrameLocks noChangeAspect="1"/>
          </p:cNvGraphicFramePr>
          <p:nvPr/>
        </p:nvGraphicFramePr>
        <p:xfrm>
          <a:off x="2000250" y="4149725"/>
          <a:ext cx="7200900" cy="2160588"/>
        </p:xfrm>
        <a:graphic>
          <a:graphicData uri="http://schemas.openxmlformats.org/presentationml/2006/ole">
            <mc:AlternateContent xmlns:mc="http://schemas.openxmlformats.org/markup-compatibility/2006">
              <mc:Choice xmlns:v="urn:schemas-microsoft-com:vml" Requires="v">
                <p:oleObj spid="_x0000_s238692" name="公式" r:id="rId7" imgW="4267302" imgH="1295278" progId="Equation.3">
                  <p:embed/>
                </p:oleObj>
              </mc:Choice>
              <mc:Fallback>
                <p:oleObj name="公式" r:id="rId7" imgW="4267302" imgH="1295278"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0250" y="4149725"/>
                        <a:ext cx="7200900" cy="216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6136" name="Text Box 9"/>
          <p:cNvSpPr txBox="1">
            <a:spLocks noChangeArrowheads="1"/>
          </p:cNvSpPr>
          <p:nvPr/>
        </p:nvSpPr>
        <p:spPr bwMode="auto">
          <a:xfrm>
            <a:off x="849313" y="1196975"/>
            <a:ext cx="61214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2800" i="0">
                <a:ea typeface="黑体" pitchFamily="49" charset="-122"/>
              </a:rPr>
              <a:t>    </a:t>
            </a:r>
          </a:p>
          <a:p>
            <a:pPr algn="l"/>
            <a:r>
              <a:rPr lang="zh-CN" altLang="en-US" sz="2800" i="0">
                <a:ea typeface="黑体" pitchFamily="49" charset="-122"/>
              </a:rPr>
              <a:t>代入        表达式得</a:t>
            </a:r>
          </a:p>
        </p:txBody>
      </p:sp>
      <p:graphicFrame>
        <p:nvGraphicFramePr>
          <p:cNvPr id="176137" name="Object 16"/>
          <p:cNvGraphicFramePr>
            <a:graphicFrameLocks noChangeAspect="1"/>
          </p:cNvGraphicFramePr>
          <p:nvPr/>
        </p:nvGraphicFramePr>
        <p:xfrm>
          <a:off x="1730375" y="1744663"/>
          <a:ext cx="723900" cy="406400"/>
        </p:xfrm>
        <a:graphic>
          <a:graphicData uri="http://schemas.openxmlformats.org/presentationml/2006/ole">
            <mc:AlternateContent xmlns:mc="http://schemas.openxmlformats.org/markup-compatibility/2006">
              <mc:Choice xmlns:v="urn:schemas-microsoft-com:vml" Requires="v">
                <p:oleObj spid="_x0000_s238693" name="公式" r:id="rId9" imgW="396107" imgH="205712" progId="Equation.3">
                  <p:embed/>
                </p:oleObj>
              </mc:Choice>
              <mc:Fallback>
                <p:oleObj name="公式" r:id="rId9" imgW="396107" imgH="20571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30375" y="1744663"/>
                        <a:ext cx="7239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19483950"/>
      </p:ext>
    </p:extLst>
  </p:cSld>
  <p:clrMapOvr>
    <a:masterClrMapping/>
  </p:clrMapOvr>
  <p:transition spd="slow">
    <p:cover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80301"/>
                                        </p:tgtEl>
                                        <p:attrNameLst>
                                          <p:attrName>style.visibility</p:attrName>
                                        </p:attrNameLst>
                                      </p:cBhvr>
                                      <p:to>
                                        <p:strVal val="visible"/>
                                      </p:to>
                                    </p:set>
                                    <p:animEffect transition="in" filter="blinds(horizontal)">
                                      <p:cBhvr>
                                        <p:cTn id="7" dur="500"/>
                                        <p:tgtEl>
                                          <p:spTgt spid="7803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780302"/>
                                        </p:tgtEl>
                                        <p:attrNameLst>
                                          <p:attrName>style.visibility</p:attrName>
                                        </p:attrNameLst>
                                      </p:cBhvr>
                                      <p:to>
                                        <p:strVal val="visible"/>
                                      </p:to>
                                    </p:set>
                                    <p:animEffect transition="in" filter="checkerboard(across)">
                                      <p:cBhvr>
                                        <p:cTn id="12" dur="500"/>
                                        <p:tgtEl>
                                          <p:spTgt spid="7803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80303"/>
                                        </p:tgtEl>
                                        <p:attrNameLst>
                                          <p:attrName>style.visibility</p:attrName>
                                        </p:attrNameLst>
                                      </p:cBhvr>
                                      <p:to>
                                        <p:strVal val="visible"/>
                                      </p:to>
                                    </p:set>
                                    <p:animEffect transition="in" filter="blinds(horizontal)">
                                      <p:cBhvr>
                                        <p:cTn id="17" dur="500"/>
                                        <p:tgtEl>
                                          <p:spTgt spid="780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Rectangle 3"/>
          <p:cNvSpPr>
            <a:spLocks noChangeArrowheads="1"/>
          </p:cNvSpPr>
          <p:nvPr/>
        </p:nvSpPr>
        <p:spPr bwMode="auto">
          <a:xfrm>
            <a:off x="1159393" y="452477"/>
            <a:ext cx="6681138" cy="553998"/>
          </a:xfrm>
          <a:prstGeom prst="rect">
            <a:avLst/>
          </a:prstGeom>
          <a:noFill/>
          <a:ln w="12700">
            <a:noFill/>
            <a:miter lim="800000"/>
            <a:headEnd/>
            <a:tailEnd/>
          </a:ln>
          <a:effectLst>
            <a:outerShdw dist="17961" dir="2700000" algn="ctr" rotWithShape="0">
              <a:schemeClr val="bg2"/>
            </a:outerShdw>
          </a:effectLst>
        </p:spPr>
        <p:txBody>
          <a:bodyPr wrap="square" lIns="0" tIns="0" rIns="0" bIns="0" anchor="b">
            <a:spAutoFit/>
          </a:bodyPr>
          <a:lstStyle/>
          <a:p>
            <a:pPr algn="l" defTabSz="814388">
              <a:lnSpc>
                <a:spcPct val="90000"/>
              </a:lnSpc>
            </a:pPr>
            <a:r>
              <a:rPr lang="zh-CN" altLang="en-US" sz="4000" i="0" dirty="0" smtClean="0">
                <a:solidFill>
                  <a:schemeClr val="bg1"/>
                </a:solidFill>
                <a:effectLst>
                  <a:outerShdw blurRad="38100" dist="38100" dir="2700000" algn="tl">
                    <a:srgbClr val="C0C0C0"/>
                  </a:outerShdw>
                </a:effectLst>
              </a:rPr>
              <a:t>问题：</a:t>
            </a:r>
            <a:r>
              <a:rPr lang="zh-CN" altLang="en-US" sz="4000" i="0" dirty="0">
                <a:solidFill>
                  <a:schemeClr val="bg1"/>
                </a:solidFill>
                <a:effectLst>
                  <a:outerShdw blurRad="38100" dist="38100" dir="2700000" algn="tl">
                    <a:srgbClr val="C0C0C0"/>
                  </a:outerShdw>
                </a:effectLst>
              </a:rPr>
              <a:t>汽车的刹车</a:t>
            </a:r>
            <a:r>
              <a:rPr lang="zh-CN" altLang="en-US" sz="4000" i="0" dirty="0" smtClean="0">
                <a:solidFill>
                  <a:schemeClr val="bg1"/>
                </a:solidFill>
                <a:effectLst>
                  <a:outerShdw blurRad="38100" dist="38100" dir="2700000" algn="tl">
                    <a:srgbClr val="C0C0C0"/>
                  </a:outerShdw>
                </a:effectLst>
              </a:rPr>
              <a:t>距离的求解</a:t>
            </a:r>
            <a:endParaRPr lang="zh-CN" altLang="en-US" sz="4000" i="0" dirty="0">
              <a:solidFill>
                <a:schemeClr val="bg1"/>
              </a:solidFill>
              <a:effectLst>
                <a:outerShdw blurRad="38100" dist="38100" dir="2700000" algn="tl">
                  <a:srgbClr val="C0C0C0"/>
                </a:outerShdw>
              </a:effectLst>
            </a:endParaRPr>
          </a:p>
        </p:txBody>
      </p:sp>
      <p:sp>
        <p:nvSpPr>
          <p:cNvPr id="192516" name="Rectangle 4"/>
          <p:cNvSpPr>
            <a:spLocks noChangeArrowheads="1"/>
          </p:cNvSpPr>
          <p:nvPr/>
        </p:nvSpPr>
        <p:spPr bwMode="auto">
          <a:xfrm>
            <a:off x="1286404" y="1337103"/>
            <a:ext cx="70993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indent="304800"/>
            <a:r>
              <a:rPr kumimoji="0" lang="zh-CN" altLang="en-US" sz="2400" b="0" i="0" dirty="0">
                <a:solidFill>
                  <a:schemeClr val="tx1"/>
                </a:solidFill>
                <a:latin typeface="楷体_GB2312" pitchFamily="49" charset="-122"/>
              </a:rPr>
              <a:t>  </a:t>
            </a:r>
            <a:r>
              <a:rPr kumimoji="0" lang="zh-CN" altLang="en-US" sz="2400" i="0" dirty="0">
                <a:solidFill>
                  <a:schemeClr val="tx1"/>
                </a:solidFill>
                <a:latin typeface="楷体_GB2312" pitchFamily="49" charset="-122"/>
              </a:rPr>
              <a:t>司机驾驶汽车时需要根据车速估计汽车的刹车距离以确保行车安全。</a:t>
            </a:r>
          </a:p>
        </p:txBody>
      </p:sp>
      <p:pic>
        <p:nvPicPr>
          <p:cNvPr id="192517" name="Picture 5" descr="20062279293969"/>
          <p:cNvPicPr>
            <a:picLocks noChangeAspect="1" noChangeArrowheads="1"/>
          </p:cNvPicPr>
          <p:nvPr/>
        </p:nvPicPr>
        <p:blipFill>
          <a:blip r:embed="rId2">
            <a:extLst>
              <a:ext uri="{28A0092B-C50C-407E-A947-70E740481C1C}">
                <a14:useLocalDpi xmlns:a14="http://schemas.microsoft.com/office/drawing/2010/main" val="0"/>
              </a:ext>
            </a:extLst>
          </a:blip>
          <a:srcRect l="4546" t="17255" r="10643" b="12312"/>
          <a:stretch>
            <a:fillRect/>
          </a:stretch>
        </p:blipFill>
        <p:spPr bwMode="auto">
          <a:xfrm>
            <a:off x="1754188" y="2349500"/>
            <a:ext cx="7489998" cy="296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18" name="Rectangle 6"/>
          <p:cNvSpPr>
            <a:spLocks noChangeArrowheads="1"/>
          </p:cNvSpPr>
          <p:nvPr/>
        </p:nvSpPr>
        <p:spPr bwMode="auto">
          <a:xfrm>
            <a:off x="2767503" y="5363816"/>
            <a:ext cx="49952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0" lang="zh-CN" altLang="en-US" sz="2400" dirty="0" smtClean="0">
                <a:solidFill>
                  <a:schemeClr val="tx1"/>
                </a:solidFill>
              </a:rPr>
              <a:t>图</a:t>
            </a:r>
            <a:r>
              <a:rPr kumimoji="0" lang="en-US" altLang="zh-CN" sz="2400" dirty="0" smtClean="0">
                <a:solidFill>
                  <a:schemeClr val="tx1"/>
                </a:solidFill>
              </a:rPr>
              <a:t> </a:t>
            </a:r>
            <a:r>
              <a:rPr kumimoji="0" lang="zh-CN" altLang="en-US" sz="2400" dirty="0" smtClean="0">
                <a:solidFill>
                  <a:schemeClr val="tx1"/>
                </a:solidFill>
              </a:rPr>
              <a:t>某</a:t>
            </a:r>
            <a:r>
              <a:rPr kumimoji="0" lang="zh-CN" altLang="en-US" sz="2400" dirty="0">
                <a:solidFill>
                  <a:schemeClr val="tx1"/>
                </a:solidFill>
              </a:rPr>
              <a:t>车型干燥路况刹车距离示意图 </a:t>
            </a:r>
          </a:p>
        </p:txBody>
      </p:sp>
      <p:grpSp>
        <p:nvGrpSpPr>
          <p:cNvPr id="192539" name="Group 27"/>
          <p:cNvGrpSpPr>
            <a:grpSpLocks/>
          </p:cNvGrpSpPr>
          <p:nvPr/>
        </p:nvGrpSpPr>
        <p:grpSpPr bwMode="auto">
          <a:xfrm>
            <a:off x="662120" y="5300663"/>
            <a:ext cx="1155700" cy="1219200"/>
            <a:chOff x="2051" y="1696"/>
            <a:chExt cx="1004" cy="1028"/>
          </a:xfrm>
        </p:grpSpPr>
        <p:sp>
          <p:nvSpPr>
            <p:cNvPr id="192540" name="Freeform 28"/>
            <p:cNvSpPr>
              <a:spLocks/>
            </p:cNvSpPr>
            <p:nvPr/>
          </p:nvSpPr>
          <p:spPr bwMode="auto">
            <a:xfrm rot="1123344">
              <a:off x="2261" y="1981"/>
              <a:ext cx="467" cy="582"/>
            </a:xfrm>
            <a:custGeom>
              <a:avLst/>
              <a:gdLst>
                <a:gd name="T0" fmla="*/ 38 w 648"/>
                <a:gd name="T1" fmla="*/ 148 h 858"/>
                <a:gd name="T2" fmla="*/ 89 w 648"/>
                <a:gd name="T3" fmla="*/ 103 h 858"/>
                <a:gd name="T4" fmla="*/ 292 w 648"/>
                <a:gd name="T5" fmla="*/ 40 h 858"/>
                <a:gd name="T6" fmla="*/ 418 w 648"/>
                <a:gd name="T7" fmla="*/ 7 h 858"/>
                <a:gd name="T8" fmla="*/ 463 w 648"/>
                <a:gd name="T9" fmla="*/ 0 h 858"/>
                <a:gd name="T10" fmla="*/ 526 w 648"/>
                <a:gd name="T11" fmla="*/ 97 h 858"/>
                <a:gd name="T12" fmla="*/ 559 w 648"/>
                <a:gd name="T13" fmla="*/ 206 h 858"/>
                <a:gd name="T14" fmla="*/ 577 w 648"/>
                <a:gd name="T15" fmla="*/ 309 h 858"/>
                <a:gd name="T16" fmla="*/ 577 w 648"/>
                <a:gd name="T17" fmla="*/ 495 h 858"/>
                <a:gd name="T18" fmla="*/ 648 w 648"/>
                <a:gd name="T19" fmla="*/ 678 h 858"/>
                <a:gd name="T20" fmla="*/ 640 w 648"/>
                <a:gd name="T21" fmla="*/ 763 h 858"/>
                <a:gd name="T22" fmla="*/ 545 w 648"/>
                <a:gd name="T23" fmla="*/ 813 h 858"/>
                <a:gd name="T24" fmla="*/ 299 w 648"/>
                <a:gd name="T25" fmla="*/ 858 h 858"/>
                <a:gd name="T26" fmla="*/ 210 w 648"/>
                <a:gd name="T27" fmla="*/ 807 h 858"/>
                <a:gd name="T28" fmla="*/ 153 w 648"/>
                <a:gd name="T29" fmla="*/ 660 h 858"/>
                <a:gd name="T30" fmla="*/ 108 w 648"/>
                <a:gd name="T31" fmla="*/ 499 h 858"/>
                <a:gd name="T32" fmla="*/ 25 w 648"/>
                <a:gd name="T33" fmla="*/ 416 h 858"/>
                <a:gd name="T34" fmla="*/ 6 w 648"/>
                <a:gd name="T35" fmla="*/ 328 h 858"/>
                <a:gd name="T36" fmla="*/ 0 w 648"/>
                <a:gd name="T37" fmla="*/ 219 h 858"/>
                <a:gd name="T38" fmla="*/ 38 w 648"/>
                <a:gd name="T39" fmla="*/ 148 h 8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48" h="858">
                  <a:moveTo>
                    <a:pt x="38" y="148"/>
                  </a:moveTo>
                  <a:lnTo>
                    <a:pt x="89" y="103"/>
                  </a:lnTo>
                  <a:lnTo>
                    <a:pt x="292" y="40"/>
                  </a:lnTo>
                  <a:lnTo>
                    <a:pt x="418" y="7"/>
                  </a:lnTo>
                  <a:lnTo>
                    <a:pt x="463" y="0"/>
                  </a:lnTo>
                  <a:lnTo>
                    <a:pt x="526" y="97"/>
                  </a:lnTo>
                  <a:lnTo>
                    <a:pt x="559" y="206"/>
                  </a:lnTo>
                  <a:lnTo>
                    <a:pt x="577" y="309"/>
                  </a:lnTo>
                  <a:lnTo>
                    <a:pt x="577" y="495"/>
                  </a:lnTo>
                  <a:lnTo>
                    <a:pt x="648" y="678"/>
                  </a:lnTo>
                  <a:lnTo>
                    <a:pt x="640" y="763"/>
                  </a:lnTo>
                  <a:lnTo>
                    <a:pt x="545" y="813"/>
                  </a:lnTo>
                  <a:lnTo>
                    <a:pt x="299" y="858"/>
                  </a:lnTo>
                  <a:lnTo>
                    <a:pt x="210" y="807"/>
                  </a:lnTo>
                  <a:lnTo>
                    <a:pt x="153" y="660"/>
                  </a:lnTo>
                  <a:lnTo>
                    <a:pt x="108" y="499"/>
                  </a:lnTo>
                  <a:lnTo>
                    <a:pt x="25" y="416"/>
                  </a:lnTo>
                  <a:lnTo>
                    <a:pt x="6" y="328"/>
                  </a:lnTo>
                  <a:lnTo>
                    <a:pt x="0" y="219"/>
                  </a:lnTo>
                  <a:lnTo>
                    <a:pt x="38" y="148"/>
                  </a:lnTo>
                  <a:close/>
                </a:path>
              </a:pathLst>
            </a:custGeom>
            <a:solidFill>
              <a:srgbClr val="FFFFFF"/>
            </a:solidFill>
            <a:ln w="12700">
              <a:solidFill>
                <a:srgbClr val="000000"/>
              </a:solidFill>
              <a:prstDash val="solid"/>
              <a:round/>
              <a:headEnd/>
              <a:tailEnd/>
            </a:ln>
          </p:spPr>
          <p:txBody>
            <a:bodyPr/>
            <a:lstStyle/>
            <a:p>
              <a:endParaRPr lang="zh-CN" altLang="en-US"/>
            </a:p>
          </p:txBody>
        </p:sp>
        <p:grpSp>
          <p:nvGrpSpPr>
            <p:cNvPr id="192541" name="Group 29"/>
            <p:cNvGrpSpPr>
              <a:grpSpLocks/>
            </p:cNvGrpSpPr>
            <p:nvPr/>
          </p:nvGrpSpPr>
          <p:grpSpPr bwMode="auto">
            <a:xfrm rot="1123344">
              <a:off x="2441" y="2029"/>
              <a:ext cx="511" cy="637"/>
              <a:chOff x="2308" y="1206"/>
              <a:chExt cx="710" cy="940"/>
            </a:xfrm>
          </p:grpSpPr>
          <p:sp>
            <p:nvSpPr>
              <p:cNvPr id="192542" name="Freeform 30"/>
              <p:cNvSpPr>
                <a:spLocks/>
              </p:cNvSpPr>
              <p:nvPr/>
            </p:nvSpPr>
            <p:spPr bwMode="auto">
              <a:xfrm>
                <a:off x="2308" y="1206"/>
                <a:ext cx="710" cy="940"/>
              </a:xfrm>
              <a:custGeom>
                <a:avLst/>
                <a:gdLst>
                  <a:gd name="T0" fmla="*/ 0 w 710"/>
                  <a:gd name="T1" fmla="*/ 58 h 940"/>
                  <a:gd name="T2" fmla="*/ 39 w 710"/>
                  <a:gd name="T3" fmla="*/ 113 h 940"/>
                  <a:gd name="T4" fmla="*/ 90 w 710"/>
                  <a:gd name="T5" fmla="*/ 197 h 940"/>
                  <a:gd name="T6" fmla="*/ 141 w 710"/>
                  <a:gd name="T7" fmla="*/ 307 h 940"/>
                  <a:gd name="T8" fmla="*/ 182 w 710"/>
                  <a:gd name="T9" fmla="*/ 415 h 940"/>
                  <a:gd name="T10" fmla="*/ 211 w 710"/>
                  <a:gd name="T11" fmla="*/ 503 h 940"/>
                  <a:gd name="T12" fmla="*/ 261 w 710"/>
                  <a:gd name="T13" fmla="*/ 685 h 940"/>
                  <a:gd name="T14" fmla="*/ 276 w 710"/>
                  <a:gd name="T15" fmla="*/ 741 h 940"/>
                  <a:gd name="T16" fmla="*/ 297 w 710"/>
                  <a:gd name="T17" fmla="*/ 777 h 940"/>
                  <a:gd name="T18" fmla="*/ 315 w 710"/>
                  <a:gd name="T19" fmla="*/ 807 h 940"/>
                  <a:gd name="T20" fmla="*/ 455 w 710"/>
                  <a:gd name="T21" fmla="*/ 901 h 940"/>
                  <a:gd name="T22" fmla="*/ 507 w 710"/>
                  <a:gd name="T23" fmla="*/ 940 h 940"/>
                  <a:gd name="T24" fmla="*/ 500 w 710"/>
                  <a:gd name="T25" fmla="*/ 844 h 940"/>
                  <a:gd name="T26" fmla="*/ 477 w 710"/>
                  <a:gd name="T27" fmla="*/ 766 h 940"/>
                  <a:gd name="T28" fmla="*/ 450 w 710"/>
                  <a:gd name="T29" fmla="*/ 684 h 940"/>
                  <a:gd name="T30" fmla="*/ 387 w 710"/>
                  <a:gd name="T31" fmla="*/ 583 h 940"/>
                  <a:gd name="T32" fmla="*/ 347 w 710"/>
                  <a:gd name="T33" fmla="*/ 472 h 940"/>
                  <a:gd name="T34" fmla="*/ 328 w 710"/>
                  <a:gd name="T35" fmla="*/ 307 h 940"/>
                  <a:gd name="T36" fmla="*/ 411 w 710"/>
                  <a:gd name="T37" fmla="*/ 371 h 940"/>
                  <a:gd name="T38" fmla="*/ 488 w 710"/>
                  <a:gd name="T39" fmla="*/ 423 h 940"/>
                  <a:gd name="T40" fmla="*/ 564 w 710"/>
                  <a:gd name="T41" fmla="*/ 448 h 940"/>
                  <a:gd name="T42" fmla="*/ 614 w 710"/>
                  <a:gd name="T43" fmla="*/ 460 h 940"/>
                  <a:gd name="T44" fmla="*/ 653 w 710"/>
                  <a:gd name="T45" fmla="*/ 454 h 940"/>
                  <a:gd name="T46" fmla="*/ 678 w 710"/>
                  <a:gd name="T47" fmla="*/ 423 h 940"/>
                  <a:gd name="T48" fmla="*/ 704 w 710"/>
                  <a:gd name="T49" fmla="*/ 335 h 940"/>
                  <a:gd name="T50" fmla="*/ 710 w 710"/>
                  <a:gd name="T51" fmla="*/ 271 h 940"/>
                  <a:gd name="T52" fmla="*/ 710 w 710"/>
                  <a:gd name="T53" fmla="*/ 163 h 940"/>
                  <a:gd name="T54" fmla="*/ 710 w 710"/>
                  <a:gd name="T55" fmla="*/ 73 h 940"/>
                  <a:gd name="T56" fmla="*/ 595 w 710"/>
                  <a:gd name="T57" fmla="*/ 76 h 940"/>
                  <a:gd name="T58" fmla="*/ 545 w 710"/>
                  <a:gd name="T59" fmla="*/ 64 h 940"/>
                  <a:gd name="T60" fmla="*/ 538 w 710"/>
                  <a:gd name="T61" fmla="*/ 166 h 940"/>
                  <a:gd name="T62" fmla="*/ 526 w 710"/>
                  <a:gd name="T63" fmla="*/ 198 h 940"/>
                  <a:gd name="T64" fmla="*/ 450 w 710"/>
                  <a:gd name="T65" fmla="*/ 160 h 940"/>
                  <a:gd name="T66" fmla="*/ 398 w 710"/>
                  <a:gd name="T67" fmla="*/ 116 h 940"/>
                  <a:gd name="T68" fmla="*/ 302 w 710"/>
                  <a:gd name="T69" fmla="*/ 64 h 940"/>
                  <a:gd name="T70" fmla="*/ 233 w 710"/>
                  <a:gd name="T71" fmla="*/ 19 h 940"/>
                  <a:gd name="T72" fmla="*/ 171 w 710"/>
                  <a:gd name="T73" fmla="*/ 0 h 940"/>
                  <a:gd name="T74" fmla="*/ 94 w 710"/>
                  <a:gd name="T75" fmla="*/ 31 h 940"/>
                  <a:gd name="T76" fmla="*/ 0 w 710"/>
                  <a:gd name="T77" fmla="*/ 58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10" h="940">
                    <a:moveTo>
                      <a:pt x="0" y="58"/>
                    </a:moveTo>
                    <a:lnTo>
                      <a:pt x="39" y="113"/>
                    </a:lnTo>
                    <a:lnTo>
                      <a:pt x="90" y="197"/>
                    </a:lnTo>
                    <a:lnTo>
                      <a:pt x="141" y="307"/>
                    </a:lnTo>
                    <a:lnTo>
                      <a:pt x="182" y="415"/>
                    </a:lnTo>
                    <a:lnTo>
                      <a:pt x="211" y="503"/>
                    </a:lnTo>
                    <a:lnTo>
                      <a:pt x="261" y="685"/>
                    </a:lnTo>
                    <a:lnTo>
                      <a:pt x="276" y="741"/>
                    </a:lnTo>
                    <a:lnTo>
                      <a:pt x="297" y="777"/>
                    </a:lnTo>
                    <a:lnTo>
                      <a:pt x="315" y="807"/>
                    </a:lnTo>
                    <a:lnTo>
                      <a:pt x="455" y="901"/>
                    </a:lnTo>
                    <a:lnTo>
                      <a:pt x="507" y="940"/>
                    </a:lnTo>
                    <a:lnTo>
                      <a:pt x="500" y="844"/>
                    </a:lnTo>
                    <a:lnTo>
                      <a:pt x="477" y="766"/>
                    </a:lnTo>
                    <a:lnTo>
                      <a:pt x="450" y="684"/>
                    </a:lnTo>
                    <a:lnTo>
                      <a:pt x="387" y="583"/>
                    </a:lnTo>
                    <a:lnTo>
                      <a:pt x="347" y="472"/>
                    </a:lnTo>
                    <a:lnTo>
                      <a:pt x="328" y="307"/>
                    </a:lnTo>
                    <a:lnTo>
                      <a:pt x="411" y="371"/>
                    </a:lnTo>
                    <a:lnTo>
                      <a:pt x="488" y="423"/>
                    </a:lnTo>
                    <a:lnTo>
                      <a:pt x="564" y="448"/>
                    </a:lnTo>
                    <a:lnTo>
                      <a:pt x="614" y="460"/>
                    </a:lnTo>
                    <a:lnTo>
                      <a:pt x="653" y="454"/>
                    </a:lnTo>
                    <a:lnTo>
                      <a:pt x="678" y="423"/>
                    </a:lnTo>
                    <a:lnTo>
                      <a:pt x="704" y="335"/>
                    </a:lnTo>
                    <a:lnTo>
                      <a:pt x="710" y="271"/>
                    </a:lnTo>
                    <a:lnTo>
                      <a:pt x="710" y="163"/>
                    </a:lnTo>
                    <a:lnTo>
                      <a:pt x="710" y="73"/>
                    </a:lnTo>
                    <a:lnTo>
                      <a:pt x="595" y="76"/>
                    </a:lnTo>
                    <a:lnTo>
                      <a:pt x="545" y="64"/>
                    </a:lnTo>
                    <a:lnTo>
                      <a:pt x="538" y="166"/>
                    </a:lnTo>
                    <a:lnTo>
                      <a:pt x="526" y="198"/>
                    </a:lnTo>
                    <a:lnTo>
                      <a:pt x="450" y="160"/>
                    </a:lnTo>
                    <a:lnTo>
                      <a:pt x="398" y="116"/>
                    </a:lnTo>
                    <a:lnTo>
                      <a:pt x="302" y="64"/>
                    </a:lnTo>
                    <a:lnTo>
                      <a:pt x="233" y="19"/>
                    </a:lnTo>
                    <a:lnTo>
                      <a:pt x="171" y="0"/>
                    </a:lnTo>
                    <a:lnTo>
                      <a:pt x="94" y="31"/>
                    </a:lnTo>
                    <a:lnTo>
                      <a:pt x="0" y="58"/>
                    </a:lnTo>
                    <a:close/>
                  </a:path>
                </a:pathLst>
              </a:custGeom>
              <a:solidFill>
                <a:srgbClr val="0000FF"/>
              </a:solidFill>
              <a:ln w="12700">
                <a:solidFill>
                  <a:srgbClr val="000000"/>
                </a:solidFill>
                <a:prstDash val="solid"/>
                <a:round/>
                <a:headEnd/>
                <a:tailEnd/>
              </a:ln>
            </p:spPr>
            <p:txBody>
              <a:bodyPr/>
              <a:lstStyle/>
              <a:p>
                <a:endParaRPr lang="zh-CN" altLang="en-US"/>
              </a:p>
            </p:txBody>
          </p:sp>
          <p:sp>
            <p:nvSpPr>
              <p:cNvPr id="192543" name="Freeform 31"/>
              <p:cNvSpPr>
                <a:spLocks/>
              </p:cNvSpPr>
              <p:nvPr/>
            </p:nvSpPr>
            <p:spPr bwMode="auto">
              <a:xfrm>
                <a:off x="2355" y="1252"/>
                <a:ext cx="199" cy="569"/>
              </a:xfrm>
              <a:custGeom>
                <a:avLst/>
                <a:gdLst>
                  <a:gd name="T0" fmla="*/ 0 w 199"/>
                  <a:gd name="T1" fmla="*/ 0 h 569"/>
                  <a:gd name="T2" fmla="*/ 87 w 199"/>
                  <a:gd name="T3" fmla="*/ 39 h 569"/>
                  <a:gd name="T4" fmla="*/ 79 w 199"/>
                  <a:gd name="T5" fmla="*/ 107 h 569"/>
                  <a:gd name="T6" fmla="*/ 134 w 199"/>
                  <a:gd name="T7" fmla="*/ 110 h 569"/>
                  <a:gd name="T8" fmla="*/ 169 w 199"/>
                  <a:gd name="T9" fmla="*/ 233 h 569"/>
                  <a:gd name="T10" fmla="*/ 189 w 199"/>
                  <a:gd name="T11" fmla="*/ 366 h 569"/>
                  <a:gd name="T12" fmla="*/ 197 w 199"/>
                  <a:gd name="T13" fmla="*/ 492 h 569"/>
                  <a:gd name="T14" fmla="*/ 199 w 199"/>
                  <a:gd name="T15" fmla="*/ 569 h 5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9" h="569">
                    <a:moveTo>
                      <a:pt x="0" y="0"/>
                    </a:moveTo>
                    <a:lnTo>
                      <a:pt x="87" y="39"/>
                    </a:lnTo>
                    <a:lnTo>
                      <a:pt x="79" y="107"/>
                    </a:lnTo>
                    <a:lnTo>
                      <a:pt x="134" y="110"/>
                    </a:lnTo>
                    <a:lnTo>
                      <a:pt x="169" y="233"/>
                    </a:lnTo>
                    <a:lnTo>
                      <a:pt x="189" y="366"/>
                    </a:lnTo>
                    <a:lnTo>
                      <a:pt x="197" y="492"/>
                    </a:lnTo>
                    <a:lnTo>
                      <a:pt x="199" y="569"/>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92544" name="Freeform 32"/>
            <p:cNvSpPr>
              <a:spLocks/>
            </p:cNvSpPr>
            <p:nvPr/>
          </p:nvSpPr>
          <p:spPr bwMode="auto">
            <a:xfrm rot="1123344">
              <a:off x="2406" y="1975"/>
              <a:ext cx="154" cy="119"/>
            </a:xfrm>
            <a:custGeom>
              <a:avLst/>
              <a:gdLst>
                <a:gd name="T0" fmla="*/ 19 w 213"/>
                <a:gd name="T1" fmla="*/ 56 h 176"/>
                <a:gd name="T2" fmla="*/ 0 w 213"/>
                <a:gd name="T3" fmla="*/ 85 h 176"/>
                <a:gd name="T4" fmla="*/ 92 w 213"/>
                <a:gd name="T5" fmla="*/ 176 h 176"/>
                <a:gd name="T6" fmla="*/ 122 w 213"/>
                <a:gd name="T7" fmla="*/ 69 h 176"/>
                <a:gd name="T8" fmla="*/ 213 w 213"/>
                <a:gd name="T9" fmla="*/ 122 h 176"/>
                <a:gd name="T10" fmla="*/ 209 w 213"/>
                <a:gd name="T11" fmla="*/ 30 h 176"/>
                <a:gd name="T12" fmla="*/ 153 w 213"/>
                <a:gd name="T13" fmla="*/ 0 h 176"/>
                <a:gd name="T14" fmla="*/ 19 w 213"/>
                <a:gd name="T15" fmla="*/ 56 h 1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176">
                  <a:moveTo>
                    <a:pt x="19" y="56"/>
                  </a:moveTo>
                  <a:lnTo>
                    <a:pt x="0" y="85"/>
                  </a:lnTo>
                  <a:lnTo>
                    <a:pt x="92" y="176"/>
                  </a:lnTo>
                  <a:lnTo>
                    <a:pt x="122" y="69"/>
                  </a:lnTo>
                  <a:lnTo>
                    <a:pt x="213" y="122"/>
                  </a:lnTo>
                  <a:lnTo>
                    <a:pt x="209" y="30"/>
                  </a:lnTo>
                  <a:lnTo>
                    <a:pt x="153" y="0"/>
                  </a:lnTo>
                  <a:lnTo>
                    <a:pt x="19" y="56"/>
                  </a:lnTo>
                  <a:close/>
                </a:path>
              </a:pathLst>
            </a:custGeom>
            <a:solidFill>
              <a:srgbClr val="FFFFFF"/>
            </a:solidFill>
            <a:ln w="12700">
              <a:solidFill>
                <a:srgbClr val="000000"/>
              </a:solidFill>
              <a:prstDash val="solid"/>
              <a:round/>
              <a:headEnd/>
              <a:tailEnd/>
            </a:ln>
          </p:spPr>
          <p:txBody>
            <a:bodyPr/>
            <a:lstStyle/>
            <a:p>
              <a:endParaRPr lang="zh-CN" altLang="en-US"/>
            </a:p>
          </p:txBody>
        </p:sp>
        <p:grpSp>
          <p:nvGrpSpPr>
            <p:cNvPr id="192545" name="Group 33"/>
            <p:cNvGrpSpPr>
              <a:grpSpLocks/>
            </p:cNvGrpSpPr>
            <p:nvPr/>
          </p:nvGrpSpPr>
          <p:grpSpPr bwMode="auto">
            <a:xfrm rot="1123344">
              <a:off x="2051" y="1977"/>
              <a:ext cx="454" cy="747"/>
              <a:chOff x="1799" y="1328"/>
              <a:chExt cx="630" cy="1101"/>
            </a:xfrm>
          </p:grpSpPr>
          <p:grpSp>
            <p:nvGrpSpPr>
              <p:cNvPr id="192546" name="Group 34"/>
              <p:cNvGrpSpPr>
                <a:grpSpLocks/>
              </p:cNvGrpSpPr>
              <p:nvPr/>
            </p:nvGrpSpPr>
            <p:grpSpPr bwMode="auto">
              <a:xfrm>
                <a:off x="1968" y="1328"/>
                <a:ext cx="461" cy="1101"/>
                <a:chOff x="1968" y="1328"/>
                <a:chExt cx="461" cy="1101"/>
              </a:xfrm>
            </p:grpSpPr>
            <p:sp>
              <p:nvSpPr>
                <p:cNvPr id="192547" name="Freeform 35"/>
                <p:cNvSpPr>
                  <a:spLocks/>
                </p:cNvSpPr>
                <p:nvPr/>
              </p:nvSpPr>
              <p:spPr bwMode="auto">
                <a:xfrm>
                  <a:off x="1968" y="1328"/>
                  <a:ext cx="461" cy="1101"/>
                </a:xfrm>
                <a:custGeom>
                  <a:avLst/>
                  <a:gdLst>
                    <a:gd name="T0" fmla="*/ 322 w 461"/>
                    <a:gd name="T1" fmla="*/ 1065 h 1101"/>
                    <a:gd name="T2" fmla="*/ 398 w 461"/>
                    <a:gd name="T3" fmla="*/ 1019 h 1101"/>
                    <a:gd name="T4" fmla="*/ 430 w 461"/>
                    <a:gd name="T5" fmla="*/ 916 h 1101"/>
                    <a:gd name="T6" fmla="*/ 454 w 461"/>
                    <a:gd name="T7" fmla="*/ 823 h 1101"/>
                    <a:gd name="T8" fmla="*/ 461 w 461"/>
                    <a:gd name="T9" fmla="*/ 720 h 1101"/>
                    <a:gd name="T10" fmla="*/ 434 w 461"/>
                    <a:gd name="T11" fmla="*/ 608 h 1101"/>
                    <a:gd name="T12" fmla="*/ 416 w 461"/>
                    <a:gd name="T13" fmla="*/ 516 h 1101"/>
                    <a:gd name="T14" fmla="*/ 392 w 461"/>
                    <a:gd name="T15" fmla="*/ 410 h 1101"/>
                    <a:gd name="T16" fmla="*/ 363 w 461"/>
                    <a:gd name="T17" fmla="*/ 331 h 1101"/>
                    <a:gd name="T18" fmla="*/ 315 w 461"/>
                    <a:gd name="T19" fmla="*/ 236 h 1101"/>
                    <a:gd name="T20" fmla="*/ 276 w 461"/>
                    <a:gd name="T21" fmla="*/ 149 h 1101"/>
                    <a:gd name="T22" fmla="*/ 207 w 461"/>
                    <a:gd name="T23" fmla="*/ 45 h 1101"/>
                    <a:gd name="T24" fmla="*/ 169 w 461"/>
                    <a:gd name="T25" fmla="*/ 0 h 1101"/>
                    <a:gd name="T26" fmla="*/ 124 w 461"/>
                    <a:gd name="T27" fmla="*/ 33 h 1101"/>
                    <a:gd name="T28" fmla="*/ 77 w 461"/>
                    <a:gd name="T29" fmla="*/ 76 h 1101"/>
                    <a:gd name="T30" fmla="*/ 13 w 461"/>
                    <a:gd name="T31" fmla="*/ 134 h 1101"/>
                    <a:gd name="T32" fmla="*/ 7 w 461"/>
                    <a:gd name="T33" fmla="*/ 153 h 1101"/>
                    <a:gd name="T34" fmla="*/ 0 w 461"/>
                    <a:gd name="T35" fmla="*/ 187 h 1101"/>
                    <a:gd name="T36" fmla="*/ 19 w 461"/>
                    <a:gd name="T37" fmla="*/ 247 h 1101"/>
                    <a:gd name="T38" fmla="*/ 45 w 461"/>
                    <a:gd name="T39" fmla="*/ 321 h 1101"/>
                    <a:gd name="T40" fmla="*/ 115 w 461"/>
                    <a:gd name="T41" fmla="*/ 457 h 1101"/>
                    <a:gd name="T42" fmla="*/ 141 w 461"/>
                    <a:gd name="T43" fmla="*/ 573 h 1101"/>
                    <a:gd name="T44" fmla="*/ 150 w 461"/>
                    <a:gd name="T45" fmla="*/ 661 h 1101"/>
                    <a:gd name="T46" fmla="*/ 153 w 461"/>
                    <a:gd name="T47" fmla="*/ 728 h 1101"/>
                    <a:gd name="T48" fmla="*/ 153 w 461"/>
                    <a:gd name="T49" fmla="*/ 843 h 1101"/>
                    <a:gd name="T50" fmla="*/ 141 w 461"/>
                    <a:gd name="T51" fmla="*/ 1024 h 1101"/>
                    <a:gd name="T52" fmla="*/ 141 w 461"/>
                    <a:gd name="T53" fmla="*/ 1086 h 1101"/>
                    <a:gd name="T54" fmla="*/ 162 w 461"/>
                    <a:gd name="T55" fmla="*/ 1095 h 1101"/>
                    <a:gd name="T56" fmla="*/ 224 w 461"/>
                    <a:gd name="T57" fmla="*/ 1101 h 1101"/>
                    <a:gd name="T58" fmla="*/ 269 w 461"/>
                    <a:gd name="T59" fmla="*/ 1088 h 1101"/>
                    <a:gd name="T60" fmla="*/ 322 w 461"/>
                    <a:gd name="T61" fmla="*/ 1065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1101">
                      <a:moveTo>
                        <a:pt x="322" y="1065"/>
                      </a:moveTo>
                      <a:lnTo>
                        <a:pt x="398" y="1019"/>
                      </a:lnTo>
                      <a:lnTo>
                        <a:pt x="430" y="916"/>
                      </a:lnTo>
                      <a:lnTo>
                        <a:pt x="454" y="823"/>
                      </a:lnTo>
                      <a:lnTo>
                        <a:pt x="461" y="720"/>
                      </a:lnTo>
                      <a:lnTo>
                        <a:pt x="434" y="608"/>
                      </a:lnTo>
                      <a:lnTo>
                        <a:pt x="416" y="516"/>
                      </a:lnTo>
                      <a:lnTo>
                        <a:pt x="392" y="410"/>
                      </a:lnTo>
                      <a:lnTo>
                        <a:pt x="363" y="331"/>
                      </a:lnTo>
                      <a:lnTo>
                        <a:pt x="315" y="236"/>
                      </a:lnTo>
                      <a:lnTo>
                        <a:pt x="276" y="149"/>
                      </a:lnTo>
                      <a:lnTo>
                        <a:pt x="207" y="45"/>
                      </a:lnTo>
                      <a:lnTo>
                        <a:pt x="169" y="0"/>
                      </a:lnTo>
                      <a:lnTo>
                        <a:pt x="124" y="33"/>
                      </a:lnTo>
                      <a:lnTo>
                        <a:pt x="77" y="76"/>
                      </a:lnTo>
                      <a:lnTo>
                        <a:pt x="13" y="134"/>
                      </a:lnTo>
                      <a:lnTo>
                        <a:pt x="7" y="153"/>
                      </a:lnTo>
                      <a:lnTo>
                        <a:pt x="0" y="187"/>
                      </a:lnTo>
                      <a:lnTo>
                        <a:pt x="19" y="247"/>
                      </a:lnTo>
                      <a:lnTo>
                        <a:pt x="45" y="321"/>
                      </a:lnTo>
                      <a:lnTo>
                        <a:pt x="115" y="457"/>
                      </a:lnTo>
                      <a:lnTo>
                        <a:pt x="141" y="573"/>
                      </a:lnTo>
                      <a:lnTo>
                        <a:pt x="150" y="661"/>
                      </a:lnTo>
                      <a:lnTo>
                        <a:pt x="153" y="728"/>
                      </a:lnTo>
                      <a:lnTo>
                        <a:pt x="153" y="843"/>
                      </a:lnTo>
                      <a:lnTo>
                        <a:pt x="141" y="1024"/>
                      </a:lnTo>
                      <a:lnTo>
                        <a:pt x="141" y="1086"/>
                      </a:lnTo>
                      <a:lnTo>
                        <a:pt x="162" y="1095"/>
                      </a:lnTo>
                      <a:lnTo>
                        <a:pt x="224" y="1101"/>
                      </a:lnTo>
                      <a:lnTo>
                        <a:pt x="269" y="1088"/>
                      </a:lnTo>
                      <a:lnTo>
                        <a:pt x="322" y="1065"/>
                      </a:lnTo>
                      <a:close/>
                    </a:path>
                  </a:pathLst>
                </a:custGeom>
                <a:solidFill>
                  <a:srgbClr val="0000FF"/>
                </a:solidFill>
                <a:ln w="12700">
                  <a:solidFill>
                    <a:srgbClr val="000000"/>
                  </a:solidFill>
                  <a:prstDash val="solid"/>
                  <a:round/>
                  <a:headEnd/>
                  <a:tailEnd/>
                </a:ln>
              </p:spPr>
              <p:txBody>
                <a:bodyPr/>
                <a:lstStyle/>
                <a:p>
                  <a:endParaRPr lang="zh-CN" altLang="en-US"/>
                </a:p>
              </p:txBody>
            </p:sp>
            <p:sp>
              <p:nvSpPr>
                <p:cNvPr id="192548" name="Freeform 36"/>
                <p:cNvSpPr>
                  <a:spLocks/>
                </p:cNvSpPr>
                <p:nvPr/>
              </p:nvSpPr>
              <p:spPr bwMode="auto">
                <a:xfrm>
                  <a:off x="2085" y="1371"/>
                  <a:ext cx="325" cy="620"/>
                </a:xfrm>
                <a:custGeom>
                  <a:avLst/>
                  <a:gdLst>
                    <a:gd name="T0" fmla="*/ 0 w 325"/>
                    <a:gd name="T1" fmla="*/ 0 h 620"/>
                    <a:gd name="T2" fmla="*/ 44 w 325"/>
                    <a:gd name="T3" fmla="*/ 144 h 620"/>
                    <a:gd name="T4" fmla="*/ 119 w 325"/>
                    <a:gd name="T5" fmla="*/ 125 h 620"/>
                    <a:gd name="T6" fmla="*/ 71 w 325"/>
                    <a:gd name="T7" fmla="*/ 200 h 620"/>
                    <a:gd name="T8" fmla="*/ 119 w 325"/>
                    <a:gd name="T9" fmla="*/ 255 h 620"/>
                    <a:gd name="T10" fmla="*/ 172 w 325"/>
                    <a:gd name="T11" fmla="*/ 341 h 620"/>
                    <a:gd name="T12" fmla="*/ 235 w 325"/>
                    <a:gd name="T13" fmla="*/ 440 h 620"/>
                    <a:gd name="T14" fmla="*/ 289 w 325"/>
                    <a:gd name="T15" fmla="*/ 535 h 620"/>
                    <a:gd name="T16" fmla="*/ 325 w 325"/>
                    <a:gd name="T17" fmla="*/ 620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620">
                      <a:moveTo>
                        <a:pt x="0" y="0"/>
                      </a:moveTo>
                      <a:lnTo>
                        <a:pt x="44" y="144"/>
                      </a:lnTo>
                      <a:lnTo>
                        <a:pt x="119" y="125"/>
                      </a:lnTo>
                      <a:lnTo>
                        <a:pt x="71" y="200"/>
                      </a:lnTo>
                      <a:lnTo>
                        <a:pt x="119" y="255"/>
                      </a:lnTo>
                      <a:lnTo>
                        <a:pt x="172" y="341"/>
                      </a:lnTo>
                      <a:lnTo>
                        <a:pt x="235" y="440"/>
                      </a:lnTo>
                      <a:lnTo>
                        <a:pt x="289" y="535"/>
                      </a:lnTo>
                      <a:lnTo>
                        <a:pt x="325" y="62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92549" name="Group 37"/>
              <p:cNvGrpSpPr>
                <a:grpSpLocks/>
              </p:cNvGrpSpPr>
              <p:nvPr/>
            </p:nvGrpSpPr>
            <p:grpSpPr bwMode="auto">
              <a:xfrm>
                <a:off x="1799" y="1444"/>
                <a:ext cx="549" cy="922"/>
                <a:chOff x="1799" y="1444"/>
                <a:chExt cx="549" cy="922"/>
              </a:xfrm>
            </p:grpSpPr>
            <p:sp>
              <p:nvSpPr>
                <p:cNvPr id="192550" name="Freeform 38"/>
                <p:cNvSpPr>
                  <a:spLocks/>
                </p:cNvSpPr>
                <p:nvPr/>
              </p:nvSpPr>
              <p:spPr bwMode="auto">
                <a:xfrm>
                  <a:off x="2144" y="2152"/>
                  <a:ext cx="204" cy="214"/>
                </a:xfrm>
                <a:custGeom>
                  <a:avLst/>
                  <a:gdLst>
                    <a:gd name="T0" fmla="*/ 63 w 204"/>
                    <a:gd name="T1" fmla="*/ 0 h 214"/>
                    <a:gd name="T2" fmla="*/ 102 w 204"/>
                    <a:gd name="T3" fmla="*/ 28 h 214"/>
                    <a:gd name="T4" fmla="*/ 142 w 204"/>
                    <a:gd name="T5" fmla="*/ 29 h 214"/>
                    <a:gd name="T6" fmla="*/ 176 w 204"/>
                    <a:gd name="T7" fmla="*/ 37 h 214"/>
                    <a:gd name="T8" fmla="*/ 192 w 204"/>
                    <a:gd name="T9" fmla="*/ 50 h 214"/>
                    <a:gd name="T10" fmla="*/ 196 w 204"/>
                    <a:gd name="T11" fmla="*/ 66 h 214"/>
                    <a:gd name="T12" fmla="*/ 189 w 204"/>
                    <a:gd name="T13" fmla="*/ 95 h 214"/>
                    <a:gd name="T14" fmla="*/ 204 w 204"/>
                    <a:gd name="T15" fmla="*/ 115 h 214"/>
                    <a:gd name="T16" fmla="*/ 203 w 204"/>
                    <a:gd name="T17" fmla="*/ 143 h 214"/>
                    <a:gd name="T18" fmla="*/ 187 w 204"/>
                    <a:gd name="T19" fmla="*/ 160 h 214"/>
                    <a:gd name="T20" fmla="*/ 175 w 204"/>
                    <a:gd name="T21" fmla="*/ 181 h 214"/>
                    <a:gd name="T22" fmla="*/ 147 w 204"/>
                    <a:gd name="T23" fmla="*/ 191 h 214"/>
                    <a:gd name="T24" fmla="*/ 129 w 204"/>
                    <a:gd name="T25" fmla="*/ 214 h 214"/>
                    <a:gd name="T26" fmla="*/ 95 w 204"/>
                    <a:gd name="T27" fmla="*/ 210 h 214"/>
                    <a:gd name="T28" fmla="*/ 75 w 204"/>
                    <a:gd name="T29" fmla="*/ 197 h 214"/>
                    <a:gd name="T30" fmla="*/ 56 w 204"/>
                    <a:gd name="T31" fmla="*/ 176 h 214"/>
                    <a:gd name="T32" fmla="*/ 44 w 204"/>
                    <a:gd name="T33" fmla="*/ 127 h 214"/>
                    <a:gd name="T34" fmla="*/ 0 w 204"/>
                    <a:gd name="T35" fmla="*/ 83 h 214"/>
                    <a:gd name="T36" fmla="*/ 63 w 204"/>
                    <a:gd name="T3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4" h="214">
                      <a:moveTo>
                        <a:pt x="63" y="0"/>
                      </a:moveTo>
                      <a:lnTo>
                        <a:pt x="102" y="28"/>
                      </a:lnTo>
                      <a:lnTo>
                        <a:pt x="142" y="29"/>
                      </a:lnTo>
                      <a:lnTo>
                        <a:pt x="176" y="37"/>
                      </a:lnTo>
                      <a:lnTo>
                        <a:pt x="192" y="50"/>
                      </a:lnTo>
                      <a:lnTo>
                        <a:pt x="196" y="66"/>
                      </a:lnTo>
                      <a:lnTo>
                        <a:pt x="189" y="95"/>
                      </a:lnTo>
                      <a:lnTo>
                        <a:pt x="204" y="115"/>
                      </a:lnTo>
                      <a:lnTo>
                        <a:pt x="203" y="143"/>
                      </a:lnTo>
                      <a:lnTo>
                        <a:pt x="187" y="160"/>
                      </a:lnTo>
                      <a:lnTo>
                        <a:pt x="175" y="181"/>
                      </a:lnTo>
                      <a:lnTo>
                        <a:pt x="147" y="191"/>
                      </a:lnTo>
                      <a:lnTo>
                        <a:pt x="129" y="214"/>
                      </a:lnTo>
                      <a:lnTo>
                        <a:pt x="95" y="210"/>
                      </a:lnTo>
                      <a:lnTo>
                        <a:pt x="75" y="197"/>
                      </a:lnTo>
                      <a:lnTo>
                        <a:pt x="56" y="176"/>
                      </a:lnTo>
                      <a:lnTo>
                        <a:pt x="44" y="127"/>
                      </a:lnTo>
                      <a:lnTo>
                        <a:pt x="0" y="83"/>
                      </a:lnTo>
                      <a:lnTo>
                        <a:pt x="63" y="0"/>
                      </a:lnTo>
                      <a:close/>
                    </a:path>
                  </a:pathLst>
                </a:custGeom>
                <a:solidFill>
                  <a:srgbClr val="FFE0C0"/>
                </a:solidFill>
                <a:ln w="12700">
                  <a:solidFill>
                    <a:srgbClr val="000000"/>
                  </a:solidFill>
                  <a:prstDash val="solid"/>
                  <a:round/>
                  <a:headEnd/>
                  <a:tailEnd/>
                </a:ln>
              </p:spPr>
              <p:txBody>
                <a:bodyPr/>
                <a:lstStyle/>
                <a:p>
                  <a:endParaRPr lang="zh-CN" altLang="en-US"/>
                </a:p>
              </p:txBody>
            </p:sp>
            <p:sp>
              <p:nvSpPr>
                <p:cNvPr id="192551" name="Freeform 39"/>
                <p:cNvSpPr>
                  <a:spLocks/>
                </p:cNvSpPr>
                <p:nvPr/>
              </p:nvSpPr>
              <p:spPr bwMode="auto">
                <a:xfrm>
                  <a:off x="2116" y="2142"/>
                  <a:ext cx="121" cy="137"/>
                </a:xfrm>
                <a:custGeom>
                  <a:avLst/>
                  <a:gdLst>
                    <a:gd name="T0" fmla="*/ 91 w 121"/>
                    <a:gd name="T1" fmla="*/ 0 h 137"/>
                    <a:gd name="T2" fmla="*/ 121 w 121"/>
                    <a:gd name="T3" fmla="*/ 20 h 137"/>
                    <a:gd name="T4" fmla="*/ 105 w 121"/>
                    <a:gd name="T5" fmla="*/ 52 h 137"/>
                    <a:gd name="T6" fmla="*/ 75 w 121"/>
                    <a:gd name="T7" fmla="*/ 92 h 137"/>
                    <a:gd name="T8" fmla="*/ 33 w 121"/>
                    <a:gd name="T9" fmla="*/ 137 h 137"/>
                    <a:gd name="T10" fmla="*/ 0 w 121"/>
                    <a:gd name="T11" fmla="*/ 97 h 137"/>
                    <a:gd name="T12" fmla="*/ 91 w 121"/>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21" h="137">
                      <a:moveTo>
                        <a:pt x="91" y="0"/>
                      </a:moveTo>
                      <a:lnTo>
                        <a:pt x="121" y="20"/>
                      </a:lnTo>
                      <a:lnTo>
                        <a:pt x="105" y="52"/>
                      </a:lnTo>
                      <a:lnTo>
                        <a:pt x="75" y="92"/>
                      </a:lnTo>
                      <a:lnTo>
                        <a:pt x="33" y="137"/>
                      </a:lnTo>
                      <a:lnTo>
                        <a:pt x="0" y="97"/>
                      </a:lnTo>
                      <a:lnTo>
                        <a:pt x="91" y="0"/>
                      </a:lnTo>
                      <a:close/>
                    </a:path>
                  </a:pathLst>
                </a:custGeom>
                <a:solidFill>
                  <a:srgbClr val="FFFFFF"/>
                </a:solidFill>
                <a:ln w="12700">
                  <a:solidFill>
                    <a:srgbClr val="000000"/>
                  </a:solidFill>
                  <a:prstDash val="solid"/>
                  <a:round/>
                  <a:headEnd/>
                  <a:tailEnd/>
                </a:ln>
              </p:spPr>
              <p:txBody>
                <a:bodyPr/>
                <a:lstStyle/>
                <a:p>
                  <a:endParaRPr lang="zh-CN" altLang="en-US"/>
                </a:p>
              </p:txBody>
            </p:sp>
            <p:sp>
              <p:nvSpPr>
                <p:cNvPr id="192552" name="Freeform 40"/>
                <p:cNvSpPr>
                  <a:spLocks/>
                </p:cNvSpPr>
                <p:nvPr/>
              </p:nvSpPr>
              <p:spPr bwMode="auto">
                <a:xfrm>
                  <a:off x="1799" y="1444"/>
                  <a:ext cx="444" cy="840"/>
                </a:xfrm>
                <a:custGeom>
                  <a:avLst/>
                  <a:gdLst>
                    <a:gd name="T0" fmla="*/ 133 w 444"/>
                    <a:gd name="T1" fmla="*/ 64 h 840"/>
                    <a:gd name="T2" fmla="*/ 107 w 444"/>
                    <a:gd name="T3" fmla="*/ 118 h 840"/>
                    <a:gd name="T4" fmla="*/ 61 w 444"/>
                    <a:gd name="T5" fmla="*/ 196 h 840"/>
                    <a:gd name="T6" fmla="*/ 46 w 444"/>
                    <a:gd name="T7" fmla="*/ 258 h 840"/>
                    <a:gd name="T8" fmla="*/ 22 w 444"/>
                    <a:gd name="T9" fmla="*/ 329 h 840"/>
                    <a:gd name="T10" fmla="*/ 5 w 444"/>
                    <a:gd name="T11" fmla="*/ 447 h 840"/>
                    <a:gd name="T12" fmla="*/ 0 w 444"/>
                    <a:gd name="T13" fmla="*/ 510 h 840"/>
                    <a:gd name="T14" fmla="*/ 14 w 444"/>
                    <a:gd name="T15" fmla="*/ 526 h 840"/>
                    <a:gd name="T16" fmla="*/ 56 w 444"/>
                    <a:gd name="T17" fmla="*/ 583 h 840"/>
                    <a:gd name="T18" fmla="*/ 106 w 444"/>
                    <a:gd name="T19" fmla="*/ 644 h 840"/>
                    <a:gd name="T20" fmla="*/ 163 w 444"/>
                    <a:gd name="T21" fmla="*/ 698 h 840"/>
                    <a:gd name="T22" fmla="*/ 318 w 444"/>
                    <a:gd name="T23" fmla="*/ 840 h 840"/>
                    <a:gd name="T24" fmla="*/ 389 w 444"/>
                    <a:gd name="T25" fmla="*/ 753 h 840"/>
                    <a:gd name="T26" fmla="*/ 444 w 444"/>
                    <a:gd name="T27" fmla="*/ 683 h 840"/>
                    <a:gd name="T28" fmla="*/ 297 w 444"/>
                    <a:gd name="T29" fmla="*/ 556 h 840"/>
                    <a:gd name="T30" fmla="*/ 248 w 444"/>
                    <a:gd name="T31" fmla="*/ 519 h 840"/>
                    <a:gd name="T32" fmla="*/ 218 w 444"/>
                    <a:gd name="T33" fmla="*/ 486 h 840"/>
                    <a:gd name="T34" fmla="*/ 193 w 444"/>
                    <a:gd name="T35" fmla="*/ 471 h 840"/>
                    <a:gd name="T36" fmla="*/ 232 w 444"/>
                    <a:gd name="T37" fmla="*/ 368 h 840"/>
                    <a:gd name="T38" fmla="*/ 255 w 444"/>
                    <a:gd name="T39" fmla="*/ 288 h 840"/>
                    <a:gd name="T40" fmla="*/ 267 w 444"/>
                    <a:gd name="T41" fmla="*/ 252 h 840"/>
                    <a:gd name="T42" fmla="*/ 280 w 444"/>
                    <a:gd name="T43" fmla="*/ 213 h 840"/>
                    <a:gd name="T44" fmla="*/ 286 w 444"/>
                    <a:gd name="T45" fmla="*/ 167 h 840"/>
                    <a:gd name="T46" fmla="*/ 286 w 444"/>
                    <a:gd name="T47" fmla="*/ 123 h 840"/>
                    <a:gd name="T48" fmla="*/ 286 w 444"/>
                    <a:gd name="T49" fmla="*/ 88 h 840"/>
                    <a:gd name="T50" fmla="*/ 280 w 444"/>
                    <a:gd name="T51" fmla="*/ 52 h 840"/>
                    <a:gd name="T52" fmla="*/ 258 w 444"/>
                    <a:gd name="T53" fmla="*/ 24 h 840"/>
                    <a:gd name="T54" fmla="*/ 229 w 444"/>
                    <a:gd name="T55" fmla="*/ 5 h 840"/>
                    <a:gd name="T56" fmla="*/ 208 w 444"/>
                    <a:gd name="T57" fmla="*/ 0 h 840"/>
                    <a:gd name="T58" fmla="*/ 169 w 444"/>
                    <a:gd name="T59" fmla="*/ 25 h 840"/>
                    <a:gd name="T60" fmla="*/ 133 w 444"/>
                    <a:gd name="T61" fmla="*/ 64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4" h="840">
                      <a:moveTo>
                        <a:pt x="133" y="64"/>
                      </a:moveTo>
                      <a:lnTo>
                        <a:pt x="107" y="118"/>
                      </a:lnTo>
                      <a:lnTo>
                        <a:pt x="61" y="196"/>
                      </a:lnTo>
                      <a:lnTo>
                        <a:pt x="46" y="258"/>
                      </a:lnTo>
                      <a:lnTo>
                        <a:pt x="22" y="329"/>
                      </a:lnTo>
                      <a:lnTo>
                        <a:pt x="5" y="447"/>
                      </a:lnTo>
                      <a:lnTo>
                        <a:pt x="0" y="510"/>
                      </a:lnTo>
                      <a:lnTo>
                        <a:pt x="14" y="526"/>
                      </a:lnTo>
                      <a:lnTo>
                        <a:pt x="56" y="583"/>
                      </a:lnTo>
                      <a:lnTo>
                        <a:pt x="106" y="644"/>
                      </a:lnTo>
                      <a:lnTo>
                        <a:pt x="163" y="698"/>
                      </a:lnTo>
                      <a:lnTo>
                        <a:pt x="318" y="840"/>
                      </a:lnTo>
                      <a:lnTo>
                        <a:pt x="389" y="753"/>
                      </a:lnTo>
                      <a:lnTo>
                        <a:pt x="444" y="683"/>
                      </a:lnTo>
                      <a:lnTo>
                        <a:pt x="297" y="556"/>
                      </a:lnTo>
                      <a:lnTo>
                        <a:pt x="248" y="519"/>
                      </a:lnTo>
                      <a:lnTo>
                        <a:pt x="218" y="486"/>
                      </a:lnTo>
                      <a:lnTo>
                        <a:pt x="193" y="471"/>
                      </a:lnTo>
                      <a:lnTo>
                        <a:pt x="232" y="368"/>
                      </a:lnTo>
                      <a:lnTo>
                        <a:pt x="255" y="288"/>
                      </a:lnTo>
                      <a:lnTo>
                        <a:pt x="267" y="252"/>
                      </a:lnTo>
                      <a:lnTo>
                        <a:pt x="280" y="213"/>
                      </a:lnTo>
                      <a:lnTo>
                        <a:pt x="286" y="167"/>
                      </a:lnTo>
                      <a:lnTo>
                        <a:pt x="286" y="123"/>
                      </a:lnTo>
                      <a:lnTo>
                        <a:pt x="286" y="88"/>
                      </a:lnTo>
                      <a:lnTo>
                        <a:pt x="280" y="52"/>
                      </a:lnTo>
                      <a:lnTo>
                        <a:pt x="258" y="24"/>
                      </a:lnTo>
                      <a:lnTo>
                        <a:pt x="229" y="5"/>
                      </a:lnTo>
                      <a:lnTo>
                        <a:pt x="208" y="0"/>
                      </a:lnTo>
                      <a:lnTo>
                        <a:pt x="169" y="25"/>
                      </a:lnTo>
                      <a:lnTo>
                        <a:pt x="133" y="64"/>
                      </a:lnTo>
                      <a:close/>
                    </a:path>
                  </a:pathLst>
                </a:custGeom>
                <a:solidFill>
                  <a:srgbClr val="0000FF"/>
                </a:solidFill>
                <a:ln w="12700">
                  <a:solidFill>
                    <a:srgbClr val="000000"/>
                  </a:solidFill>
                  <a:prstDash val="solid"/>
                  <a:round/>
                  <a:headEnd/>
                  <a:tailEnd/>
                </a:ln>
              </p:spPr>
              <p:txBody>
                <a:bodyPr/>
                <a:lstStyle/>
                <a:p>
                  <a:endParaRPr lang="zh-CN" altLang="en-US"/>
                </a:p>
              </p:txBody>
            </p:sp>
          </p:grpSp>
        </p:grpSp>
        <p:grpSp>
          <p:nvGrpSpPr>
            <p:cNvPr id="192553" name="Group 41"/>
            <p:cNvGrpSpPr>
              <a:grpSpLocks/>
            </p:cNvGrpSpPr>
            <p:nvPr/>
          </p:nvGrpSpPr>
          <p:grpSpPr bwMode="auto">
            <a:xfrm rot="1123344">
              <a:off x="2327" y="1696"/>
              <a:ext cx="255" cy="314"/>
              <a:chOff x="1947" y="869"/>
              <a:chExt cx="355" cy="463"/>
            </a:xfrm>
          </p:grpSpPr>
          <p:grpSp>
            <p:nvGrpSpPr>
              <p:cNvPr id="192554" name="Group 42"/>
              <p:cNvGrpSpPr>
                <a:grpSpLocks/>
              </p:cNvGrpSpPr>
              <p:nvPr/>
            </p:nvGrpSpPr>
            <p:grpSpPr bwMode="auto">
              <a:xfrm>
                <a:off x="1982" y="1005"/>
                <a:ext cx="305" cy="220"/>
                <a:chOff x="1982" y="1005"/>
                <a:chExt cx="305" cy="220"/>
              </a:xfrm>
            </p:grpSpPr>
            <p:sp>
              <p:nvSpPr>
                <p:cNvPr id="192555" name="Freeform 43"/>
                <p:cNvSpPr>
                  <a:spLocks/>
                </p:cNvSpPr>
                <p:nvPr/>
              </p:nvSpPr>
              <p:spPr bwMode="auto">
                <a:xfrm>
                  <a:off x="2244" y="1005"/>
                  <a:ext cx="43" cy="100"/>
                </a:xfrm>
                <a:custGeom>
                  <a:avLst/>
                  <a:gdLst>
                    <a:gd name="T0" fmla="*/ 0 w 43"/>
                    <a:gd name="T1" fmla="*/ 11 h 100"/>
                    <a:gd name="T2" fmla="*/ 7 w 43"/>
                    <a:gd name="T3" fmla="*/ 0 h 100"/>
                    <a:gd name="T4" fmla="*/ 21 w 43"/>
                    <a:gd name="T5" fmla="*/ 0 h 100"/>
                    <a:gd name="T6" fmla="*/ 27 w 43"/>
                    <a:gd name="T7" fmla="*/ 7 h 100"/>
                    <a:gd name="T8" fmla="*/ 33 w 43"/>
                    <a:gd name="T9" fmla="*/ 19 h 100"/>
                    <a:gd name="T10" fmla="*/ 38 w 43"/>
                    <a:gd name="T11" fmla="*/ 44 h 100"/>
                    <a:gd name="T12" fmla="*/ 43 w 43"/>
                    <a:gd name="T13" fmla="*/ 76 h 100"/>
                    <a:gd name="T14" fmla="*/ 43 w 43"/>
                    <a:gd name="T15" fmla="*/ 100 h 100"/>
                    <a:gd name="T16" fmla="*/ 32 w 43"/>
                    <a:gd name="T17" fmla="*/ 100 h 100"/>
                    <a:gd name="T18" fmla="*/ 0 w 43"/>
                    <a:gd name="T19" fmla="*/ 1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00">
                      <a:moveTo>
                        <a:pt x="0" y="11"/>
                      </a:moveTo>
                      <a:lnTo>
                        <a:pt x="7" y="0"/>
                      </a:lnTo>
                      <a:lnTo>
                        <a:pt x="21" y="0"/>
                      </a:lnTo>
                      <a:lnTo>
                        <a:pt x="27" y="7"/>
                      </a:lnTo>
                      <a:lnTo>
                        <a:pt x="33" y="19"/>
                      </a:lnTo>
                      <a:lnTo>
                        <a:pt x="38" y="44"/>
                      </a:lnTo>
                      <a:lnTo>
                        <a:pt x="43" y="76"/>
                      </a:lnTo>
                      <a:lnTo>
                        <a:pt x="43" y="100"/>
                      </a:lnTo>
                      <a:lnTo>
                        <a:pt x="32" y="100"/>
                      </a:lnTo>
                      <a:lnTo>
                        <a:pt x="0" y="11"/>
                      </a:lnTo>
                      <a:close/>
                    </a:path>
                  </a:pathLst>
                </a:custGeom>
                <a:solidFill>
                  <a:srgbClr val="FFE0C0"/>
                </a:solidFill>
                <a:ln w="12700">
                  <a:solidFill>
                    <a:srgbClr val="000000"/>
                  </a:solidFill>
                  <a:prstDash val="solid"/>
                  <a:round/>
                  <a:headEnd/>
                  <a:tailEnd/>
                </a:ln>
              </p:spPr>
              <p:txBody>
                <a:bodyPr/>
                <a:lstStyle/>
                <a:p>
                  <a:endParaRPr lang="zh-CN" altLang="en-US"/>
                </a:p>
              </p:txBody>
            </p:sp>
            <p:sp>
              <p:nvSpPr>
                <p:cNvPr id="192556" name="Freeform 44"/>
                <p:cNvSpPr>
                  <a:spLocks/>
                </p:cNvSpPr>
                <p:nvPr/>
              </p:nvSpPr>
              <p:spPr bwMode="auto">
                <a:xfrm>
                  <a:off x="1982" y="1143"/>
                  <a:ext cx="73" cy="82"/>
                </a:xfrm>
                <a:custGeom>
                  <a:avLst/>
                  <a:gdLst>
                    <a:gd name="T0" fmla="*/ 17 w 73"/>
                    <a:gd name="T1" fmla="*/ 0 h 82"/>
                    <a:gd name="T2" fmla="*/ 4 w 73"/>
                    <a:gd name="T3" fmla="*/ 7 h 82"/>
                    <a:gd name="T4" fmla="*/ 0 w 73"/>
                    <a:gd name="T5" fmla="*/ 16 h 82"/>
                    <a:gd name="T6" fmla="*/ 4 w 73"/>
                    <a:gd name="T7" fmla="*/ 29 h 82"/>
                    <a:gd name="T8" fmla="*/ 14 w 73"/>
                    <a:gd name="T9" fmla="*/ 43 h 82"/>
                    <a:gd name="T10" fmla="*/ 25 w 73"/>
                    <a:gd name="T11" fmla="*/ 56 h 82"/>
                    <a:gd name="T12" fmla="*/ 46 w 73"/>
                    <a:gd name="T13" fmla="*/ 77 h 82"/>
                    <a:gd name="T14" fmla="*/ 60 w 73"/>
                    <a:gd name="T15" fmla="*/ 82 h 82"/>
                    <a:gd name="T16" fmla="*/ 73 w 73"/>
                    <a:gd name="T17" fmla="*/ 72 h 82"/>
                    <a:gd name="T18" fmla="*/ 17 w 73"/>
                    <a:gd name="T19"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82">
                      <a:moveTo>
                        <a:pt x="17" y="0"/>
                      </a:moveTo>
                      <a:lnTo>
                        <a:pt x="4" y="7"/>
                      </a:lnTo>
                      <a:lnTo>
                        <a:pt x="0" y="16"/>
                      </a:lnTo>
                      <a:lnTo>
                        <a:pt x="4" y="29"/>
                      </a:lnTo>
                      <a:lnTo>
                        <a:pt x="14" y="43"/>
                      </a:lnTo>
                      <a:lnTo>
                        <a:pt x="25" y="56"/>
                      </a:lnTo>
                      <a:lnTo>
                        <a:pt x="46" y="77"/>
                      </a:lnTo>
                      <a:lnTo>
                        <a:pt x="60" y="82"/>
                      </a:lnTo>
                      <a:lnTo>
                        <a:pt x="73" y="72"/>
                      </a:lnTo>
                      <a:lnTo>
                        <a:pt x="17" y="0"/>
                      </a:lnTo>
                      <a:close/>
                    </a:path>
                  </a:pathLst>
                </a:custGeom>
                <a:solidFill>
                  <a:srgbClr val="FFE0C0"/>
                </a:solidFill>
                <a:ln w="12700">
                  <a:solidFill>
                    <a:srgbClr val="000000"/>
                  </a:solidFill>
                  <a:prstDash val="solid"/>
                  <a:round/>
                  <a:headEnd/>
                  <a:tailEnd/>
                </a:ln>
              </p:spPr>
              <p:txBody>
                <a:bodyPr/>
                <a:lstStyle/>
                <a:p>
                  <a:endParaRPr lang="zh-CN" altLang="en-US"/>
                </a:p>
              </p:txBody>
            </p:sp>
          </p:grpSp>
          <p:sp>
            <p:nvSpPr>
              <p:cNvPr id="192557" name="Freeform 45"/>
              <p:cNvSpPr>
                <a:spLocks/>
              </p:cNvSpPr>
              <p:nvPr/>
            </p:nvSpPr>
            <p:spPr bwMode="auto">
              <a:xfrm>
                <a:off x="1962" y="919"/>
                <a:ext cx="340" cy="413"/>
              </a:xfrm>
              <a:custGeom>
                <a:avLst/>
                <a:gdLst>
                  <a:gd name="T0" fmla="*/ 30 w 340"/>
                  <a:gd name="T1" fmla="*/ 59 h 413"/>
                  <a:gd name="T2" fmla="*/ 13 w 340"/>
                  <a:gd name="T3" fmla="*/ 82 h 413"/>
                  <a:gd name="T4" fmla="*/ 4 w 340"/>
                  <a:gd name="T5" fmla="*/ 111 h 413"/>
                  <a:gd name="T6" fmla="*/ 0 w 340"/>
                  <a:gd name="T7" fmla="*/ 145 h 413"/>
                  <a:gd name="T8" fmla="*/ 5 w 340"/>
                  <a:gd name="T9" fmla="*/ 173 h 413"/>
                  <a:gd name="T10" fmla="*/ 17 w 340"/>
                  <a:gd name="T11" fmla="*/ 199 h 413"/>
                  <a:gd name="T12" fmla="*/ 37 w 340"/>
                  <a:gd name="T13" fmla="*/ 222 h 413"/>
                  <a:gd name="T14" fmla="*/ 54 w 340"/>
                  <a:gd name="T15" fmla="*/ 247 h 413"/>
                  <a:gd name="T16" fmla="*/ 71 w 340"/>
                  <a:gd name="T17" fmla="*/ 282 h 413"/>
                  <a:gd name="T18" fmla="*/ 90 w 340"/>
                  <a:gd name="T19" fmla="*/ 323 h 413"/>
                  <a:gd name="T20" fmla="*/ 109 w 340"/>
                  <a:gd name="T21" fmla="*/ 356 h 413"/>
                  <a:gd name="T22" fmla="*/ 128 w 340"/>
                  <a:gd name="T23" fmla="*/ 375 h 413"/>
                  <a:gd name="T24" fmla="*/ 149 w 340"/>
                  <a:gd name="T25" fmla="*/ 387 h 413"/>
                  <a:gd name="T26" fmla="*/ 185 w 340"/>
                  <a:gd name="T27" fmla="*/ 403 h 413"/>
                  <a:gd name="T28" fmla="*/ 222 w 340"/>
                  <a:gd name="T29" fmla="*/ 413 h 413"/>
                  <a:gd name="T30" fmla="*/ 247 w 340"/>
                  <a:gd name="T31" fmla="*/ 410 h 413"/>
                  <a:gd name="T32" fmla="*/ 268 w 340"/>
                  <a:gd name="T33" fmla="*/ 406 h 413"/>
                  <a:gd name="T34" fmla="*/ 304 w 340"/>
                  <a:gd name="T35" fmla="*/ 393 h 413"/>
                  <a:gd name="T36" fmla="*/ 319 w 340"/>
                  <a:gd name="T37" fmla="*/ 379 h 413"/>
                  <a:gd name="T38" fmla="*/ 326 w 340"/>
                  <a:gd name="T39" fmla="*/ 360 h 413"/>
                  <a:gd name="T40" fmla="*/ 337 w 340"/>
                  <a:gd name="T41" fmla="*/ 319 h 413"/>
                  <a:gd name="T42" fmla="*/ 340 w 340"/>
                  <a:gd name="T43" fmla="*/ 288 h 413"/>
                  <a:gd name="T44" fmla="*/ 340 w 340"/>
                  <a:gd name="T45" fmla="*/ 251 h 413"/>
                  <a:gd name="T46" fmla="*/ 335 w 340"/>
                  <a:gd name="T47" fmla="*/ 224 h 413"/>
                  <a:gd name="T48" fmla="*/ 326 w 340"/>
                  <a:gd name="T49" fmla="*/ 194 h 413"/>
                  <a:gd name="T50" fmla="*/ 310 w 340"/>
                  <a:gd name="T51" fmla="*/ 152 h 413"/>
                  <a:gd name="T52" fmla="*/ 291 w 340"/>
                  <a:gd name="T53" fmla="*/ 121 h 413"/>
                  <a:gd name="T54" fmla="*/ 282 w 340"/>
                  <a:gd name="T55" fmla="*/ 86 h 413"/>
                  <a:gd name="T56" fmla="*/ 264 w 340"/>
                  <a:gd name="T57" fmla="*/ 46 h 413"/>
                  <a:gd name="T58" fmla="*/ 244 w 340"/>
                  <a:gd name="T59" fmla="*/ 25 h 413"/>
                  <a:gd name="T60" fmla="*/ 224 w 340"/>
                  <a:gd name="T61" fmla="*/ 13 h 413"/>
                  <a:gd name="T62" fmla="*/ 186 w 340"/>
                  <a:gd name="T63" fmla="*/ 1 h 413"/>
                  <a:gd name="T64" fmla="*/ 160 w 340"/>
                  <a:gd name="T65" fmla="*/ 0 h 413"/>
                  <a:gd name="T66" fmla="*/ 122 w 340"/>
                  <a:gd name="T67" fmla="*/ 7 h 413"/>
                  <a:gd name="T68" fmla="*/ 87 w 340"/>
                  <a:gd name="T69" fmla="*/ 19 h 413"/>
                  <a:gd name="T70" fmla="*/ 52 w 340"/>
                  <a:gd name="T71" fmla="*/ 41 h 413"/>
                  <a:gd name="T72" fmla="*/ 30 w 340"/>
                  <a:gd name="T73" fmla="*/ 59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0" h="413">
                    <a:moveTo>
                      <a:pt x="30" y="59"/>
                    </a:moveTo>
                    <a:lnTo>
                      <a:pt x="13" y="82"/>
                    </a:lnTo>
                    <a:lnTo>
                      <a:pt x="4" y="111"/>
                    </a:lnTo>
                    <a:lnTo>
                      <a:pt x="0" y="145"/>
                    </a:lnTo>
                    <a:lnTo>
                      <a:pt x="5" y="173"/>
                    </a:lnTo>
                    <a:lnTo>
                      <a:pt x="17" y="199"/>
                    </a:lnTo>
                    <a:lnTo>
                      <a:pt x="37" y="222"/>
                    </a:lnTo>
                    <a:lnTo>
                      <a:pt x="54" y="247"/>
                    </a:lnTo>
                    <a:lnTo>
                      <a:pt x="71" y="282"/>
                    </a:lnTo>
                    <a:lnTo>
                      <a:pt x="90" y="323"/>
                    </a:lnTo>
                    <a:lnTo>
                      <a:pt x="109" y="356"/>
                    </a:lnTo>
                    <a:lnTo>
                      <a:pt x="128" y="375"/>
                    </a:lnTo>
                    <a:lnTo>
                      <a:pt x="149" y="387"/>
                    </a:lnTo>
                    <a:lnTo>
                      <a:pt x="185" y="403"/>
                    </a:lnTo>
                    <a:lnTo>
                      <a:pt x="222" y="413"/>
                    </a:lnTo>
                    <a:lnTo>
                      <a:pt x="247" y="410"/>
                    </a:lnTo>
                    <a:lnTo>
                      <a:pt x="268" y="406"/>
                    </a:lnTo>
                    <a:lnTo>
                      <a:pt x="304" y="393"/>
                    </a:lnTo>
                    <a:lnTo>
                      <a:pt x="319" y="379"/>
                    </a:lnTo>
                    <a:lnTo>
                      <a:pt x="326" y="360"/>
                    </a:lnTo>
                    <a:lnTo>
                      <a:pt x="337" y="319"/>
                    </a:lnTo>
                    <a:lnTo>
                      <a:pt x="340" y="288"/>
                    </a:lnTo>
                    <a:lnTo>
                      <a:pt x="340" y="251"/>
                    </a:lnTo>
                    <a:lnTo>
                      <a:pt x="335" y="224"/>
                    </a:lnTo>
                    <a:lnTo>
                      <a:pt x="326" y="194"/>
                    </a:lnTo>
                    <a:lnTo>
                      <a:pt x="310" y="152"/>
                    </a:lnTo>
                    <a:lnTo>
                      <a:pt x="291" y="121"/>
                    </a:lnTo>
                    <a:lnTo>
                      <a:pt x="282" y="86"/>
                    </a:lnTo>
                    <a:lnTo>
                      <a:pt x="264" y="46"/>
                    </a:lnTo>
                    <a:lnTo>
                      <a:pt x="244" y="25"/>
                    </a:lnTo>
                    <a:lnTo>
                      <a:pt x="224" y="13"/>
                    </a:lnTo>
                    <a:lnTo>
                      <a:pt x="186" y="1"/>
                    </a:lnTo>
                    <a:lnTo>
                      <a:pt x="160" y="0"/>
                    </a:lnTo>
                    <a:lnTo>
                      <a:pt x="122" y="7"/>
                    </a:lnTo>
                    <a:lnTo>
                      <a:pt x="87" y="19"/>
                    </a:lnTo>
                    <a:lnTo>
                      <a:pt x="52" y="41"/>
                    </a:lnTo>
                    <a:lnTo>
                      <a:pt x="30" y="59"/>
                    </a:lnTo>
                    <a:close/>
                  </a:path>
                </a:pathLst>
              </a:custGeom>
              <a:solidFill>
                <a:srgbClr val="FFE0C0"/>
              </a:solidFill>
              <a:ln w="12700">
                <a:solidFill>
                  <a:srgbClr val="000000"/>
                </a:solidFill>
                <a:prstDash val="solid"/>
                <a:round/>
                <a:headEnd/>
                <a:tailEnd/>
              </a:ln>
            </p:spPr>
            <p:txBody>
              <a:bodyPr/>
              <a:lstStyle/>
              <a:p>
                <a:endParaRPr lang="zh-CN" altLang="en-US"/>
              </a:p>
            </p:txBody>
          </p:sp>
          <p:grpSp>
            <p:nvGrpSpPr>
              <p:cNvPr id="192558" name="Group 46"/>
              <p:cNvGrpSpPr>
                <a:grpSpLocks/>
              </p:cNvGrpSpPr>
              <p:nvPr/>
            </p:nvGrpSpPr>
            <p:grpSpPr bwMode="auto">
              <a:xfrm>
                <a:off x="1997" y="1009"/>
                <a:ext cx="257" cy="143"/>
                <a:chOff x="1997" y="1009"/>
                <a:chExt cx="257" cy="143"/>
              </a:xfrm>
            </p:grpSpPr>
            <p:sp>
              <p:nvSpPr>
                <p:cNvPr id="192559" name="Freeform 47"/>
                <p:cNvSpPr>
                  <a:spLocks/>
                </p:cNvSpPr>
                <p:nvPr/>
              </p:nvSpPr>
              <p:spPr bwMode="auto">
                <a:xfrm>
                  <a:off x="2122" y="1074"/>
                  <a:ext cx="19" cy="21"/>
                </a:xfrm>
                <a:custGeom>
                  <a:avLst/>
                  <a:gdLst>
                    <a:gd name="T0" fmla="*/ 0 w 19"/>
                    <a:gd name="T1" fmla="*/ 12 h 21"/>
                    <a:gd name="T2" fmla="*/ 6 w 19"/>
                    <a:gd name="T3" fmla="*/ 4 h 21"/>
                    <a:gd name="T4" fmla="*/ 17 w 19"/>
                    <a:gd name="T5" fmla="*/ 0 h 21"/>
                    <a:gd name="T6" fmla="*/ 19 w 19"/>
                    <a:gd name="T7" fmla="*/ 11 h 21"/>
                    <a:gd name="T8" fmla="*/ 10 w 19"/>
                    <a:gd name="T9" fmla="*/ 11 h 21"/>
                    <a:gd name="T10" fmla="*/ 3 w 19"/>
                    <a:gd name="T11" fmla="*/ 21 h 21"/>
                    <a:gd name="T12" fmla="*/ 0 w 19"/>
                    <a:gd name="T13" fmla="*/ 12 h 21"/>
                  </a:gdLst>
                  <a:ahLst/>
                  <a:cxnLst>
                    <a:cxn ang="0">
                      <a:pos x="T0" y="T1"/>
                    </a:cxn>
                    <a:cxn ang="0">
                      <a:pos x="T2" y="T3"/>
                    </a:cxn>
                    <a:cxn ang="0">
                      <a:pos x="T4" y="T5"/>
                    </a:cxn>
                    <a:cxn ang="0">
                      <a:pos x="T6" y="T7"/>
                    </a:cxn>
                    <a:cxn ang="0">
                      <a:pos x="T8" y="T9"/>
                    </a:cxn>
                    <a:cxn ang="0">
                      <a:pos x="T10" y="T11"/>
                    </a:cxn>
                    <a:cxn ang="0">
                      <a:pos x="T12" y="T13"/>
                    </a:cxn>
                  </a:cxnLst>
                  <a:rect l="0" t="0" r="r" b="b"/>
                  <a:pathLst>
                    <a:path w="19" h="21">
                      <a:moveTo>
                        <a:pt x="0" y="12"/>
                      </a:moveTo>
                      <a:lnTo>
                        <a:pt x="6" y="4"/>
                      </a:lnTo>
                      <a:lnTo>
                        <a:pt x="17" y="0"/>
                      </a:lnTo>
                      <a:lnTo>
                        <a:pt x="19" y="11"/>
                      </a:lnTo>
                      <a:lnTo>
                        <a:pt x="10" y="11"/>
                      </a:lnTo>
                      <a:lnTo>
                        <a:pt x="3" y="21"/>
                      </a:lnTo>
                      <a:lnTo>
                        <a:pt x="0" y="12"/>
                      </a:lnTo>
                      <a:close/>
                    </a:path>
                  </a:pathLst>
                </a:custGeom>
                <a:solidFill>
                  <a:srgbClr val="C0C0C0"/>
                </a:solidFill>
                <a:ln w="12700">
                  <a:solidFill>
                    <a:srgbClr val="000000"/>
                  </a:solidFill>
                  <a:prstDash val="solid"/>
                  <a:round/>
                  <a:headEnd/>
                  <a:tailEnd/>
                </a:ln>
              </p:spPr>
              <p:txBody>
                <a:bodyPr/>
                <a:lstStyle/>
                <a:p>
                  <a:endParaRPr lang="zh-CN" altLang="en-US"/>
                </a:p>
              </p:txBody>
            </p:sp>
            <p:sp>
              <p:nvSpPr>
                <p:cNvPr id="192560" name="Freeform 48"/>
                <p:cNvSpPr>
                  <a:spLocks/>
                </p:cNvSpPr>
                <p:nvPr/>
              </p:nvSpPr>
              <p:spPr bwMode="auto">
                <a:xfrm>
                  <a:off x="1997" y="1128"/>
                  <a:ext cx="37" cy="24"/>
                </a:xfrm>
                <a:custGeom>
                  <a:avLst/>
                  <a:gdLst>
                    <a:gd name="T0" fmla="*/ 31 w 37"/>
                    <a:gd name="T1" fmla="*/ 0 h 24"/>
                    <a:gd name="T2" fmla="*/ 37 w 37"/>
                    <a:gd name="T3" fmla="*/ 13 h 24"/>
                    <a:gd name="T4" fmla="*/ 6 w 37"/>
                    <a:gd name="T5" fmla="*/ 24 h 24"/>
                    <a:gd name="T6" fmla="*/ 0 w 37"/>
                    <a:gd name="T7" fmla="*/ 18 h 24"/>
                    <a:gd name="T8" fmla="*/ 31 w 37"/>
                    <a:gd name="T9" fmla="*/ 0 h 24"/>
                  </a:gdLst>
                  <a:ahLst/>
                  <a:cxnLst>
                    <a:cxn ang="0">
                      <a:pos x="T0" y="T1"/>
                    </a:cxn>
                    <a:cxn ang="0">
                      <a:pos x="T2" y="T3"/>
                    </a:cxn>
                    <a:cxn ang="0">
                      <a:pos x="T4" y="T5"/>
                    </a:cxn>
                    <a:cxn ang="0">
                      <a:pos x="T6" y="T7"/>
                    </a:cxn>
                    <a:cxn ang="0">
                      <a:pos x="T8" y="T9"/>
                    </a:cxn>
                  </a:cxnLst>
                  <a:rect l="0" t="0" r="r" b="b"/>
                  <a:pathLst>
                    <a:path w="37" h="24">
                      <a:moveTo>
                        <a:pt x="31" y="0"/>
                      </a:moveTo>
                      <a:lnTo>
                        <a:pt x="37" y="13"/>
                      </a:lnTo>
                      <a:lnTo>
                        <a:pt x="6" y="24"/>
                      </a:lnTo>
                      <a:lnTo>
                        <a:pt x="0" y="18"/>
                      </a:lnTo>
                      <a:lnTo>
                        <a:pt x="31" y="0"/>
                      </a:lnTo>
                      <a:close/>
                    </a:path>
                  </a:pathLst>
                </a:custGeom>
                <a:solidFill>
                  <a:srgbClr val="C0C0C0"/>
                </a:solidFill>
                <a:ln w="12700">
                  <a:solidFill>
                    <a:srgbClr val="000000"/>
                  </a:solidFill>
                  <a:prstDash val="solid"/>
                  <a:round/>
                  <a:headEnd/>
                  <a:tailEnd/>
                </a:ln>
              </p:spPr>
              <p:txBody>
                <a:bodyPr/>
                <a:lstStyle/>
                <a:p>
                  <a:endParaRPr lang="zh-CN" altLang="en-US"/>
                </a:p>
              </p:txBody>
            </p:sp>
            <p:sp>
              <p:nvSpPr>
                <p:cNvPr id="192561" name="Freeform 49"/>
                <p:cNvSpPr>
                  <a:spLocks/>
                </p:cNvSpPr>
                <p:nvPr/>
              </p:nvSpPr>
              <p:spPr bwMode="auto">
                <a:xfrm>
                  <a:off x="2221" y="1009"/>
                  <a:ext cx="33" cy="24"/>
                </a:xfrm>
                <a:custGeom>
                  <a:avLst/>
                  <a:gdLst>
                    <a:gd name="T0" fmla="*/ 0 w 33"/>
                    <a:gd name="T1" fmla="*/ 13 h 24"/>
                    <a:gd name="T2" fmla="*/ 7 w 33"/>
                    <a:gd name="T3" fmla="*/ 24 h 24"/>
                    <a:gd name="T4" fmla="*/ 33 w 33"/>
                    <a:gd name="T5" fmla="*/ 6 h 24"/>
                    <a:gd name="T6" fmla="*/ 30 w 33"/>
                    <a:gd name="T7" fmla="*/ 0 h 24"/>
                    <a:gd name="T8" fmla="*/ 0 w 33"/>
                    <a:gd name="T9" fmla="*/ 13 h 24"/>
                  </a:gdLst>
                  <a:ahLst/>
                  <a:cxnLst>
                    <a:cxn ang="0">
                      <a:pos x="T0" y="T1"/>
                    </a:cxn>
                    <a:cxn ang="0">
                      <a:pos x="T2" y="T3"/>
                    </a:cxn>
                    <a:cxn ang="0">
                      <a:pos x="T4" y="T5"/>
                    </a:cxn>
                    <a:cxn ang="0">
                      <a:pos x="T6" y="T7"/>
                    </a:cxn>
                    <a:cxn ang="0">
                      <a:pos x="T8" y="T9"/>
                    </a:cxn>
                  </a:cxnLst>
                  <a:rect l="0" t="0" r="r" b="b"/>
                  <a:pathLst>
                    <a:path w="33" h="24">
                      <a:moveTo>
                        <a:pt x="0" y="13"/>
                      </a:moveTo>
                      <a:lnTo>
                        <a:pt x="7" y="24"/>
                      </a:lnTo>
                      <a:lnTo>
                        <a:pt x="33" y="6"/>
                      </a:lnTo>
                      <a:lnTo>
                        <a:pt x="30" y="0"/>
                      </a:lnTo>
                      <a:lnTo>
                        <a:pt x="0" y="13"/>
                      </a:lnTo>
                      <a:close/>
                    </a:path>
                  </a:pathLst>
                </a:custGeom>
                <a:solidFill>
                  <a:srgbClr val="C0C0C0"/>
                </a:solidFill>
                <a:ln w="12700">
                  <a:solidFill>
                    <a:srgbClr val="000000"/>
                  </a:solidFill>
                  <a:prstDash val="solid"/>
                  <a:round/>
                  <a:headEnd/>
                  <a:tailEnd/>
                </a:ln>
              </p:spPr>
              <p:txBody>
                <a:bodyPr/>
                <a:lstStyle/>
                <a:p>
                  <a:endParaRPr lang="zh-CN" altLang="en-US"/>
                </a:p>
              </p:txBody>
            </p:sp>
          </p:grpSp>
          <p:grpSp>
            <p:nvGrpSpPr>
              <p:cNvPr id="192562" name="Group 50"/>
              <p:cNvGrpSpPr>
                <a:grpSpLocks/>
              </p:cNvGrpSpPr>
              <p:nvPr/>
            </p:nvGrpSpPr>
            <p:grpSpPr bwMode="auto">
              <a:xfrm>
                <a:off x="2027" y="1019"/>
                <a:ext cx="218" cy="158"/>
                <a:chOff x="2027" y="1019"/>
                <a:chExt cx="218" cy="158"/>
              </a:xfrm>
            </p:grpSpPr>
            <p:sp>
              <p:nvSpPr>
                <p:cNvPr id="192563" name="Freeform 51"/>
                <p:cNvSpPr>
                  <a:spLocks/>
                </p:cNvSpPr>
                <p:nvPr/>
              </p:nvSpPr>
              <p:spPr bwMode="auto">
                <a:xfrm>
                  <a:off x="2027" y="1077"/>
                  <a:ext cx="110" cy="100"/>
                </a:xfrm>
                <a:custGeom>
                  <a:avLst/>
                  <a:gdLst>
                    <a:gd name="T0" fmla="*/ 0 w 110"/>
                    <a:gd name="T1" fmla="*/ 51 h 100"/>
                    <a:gd name="T2" fmla="*/ 90 w 110"/>
                    <a:gd name="T3" fmla="*/ 0 h 100"/>
                    <a:gd name="T4" fmla="*/ 105 w 110"/>
                    <a:gd name="T5" fmla="*/ 26 h 100"/>
                    <a:gd name="T6" fmla="*/ 110 w 110"/>
                    <a:gd name="T7" fmla="*/ 44 h 100"/>
                    <a:gd name="T8" fmla="*/ 109 w 110"/>
                    <a:gd name="T9" fmla="*/ 63 h 100"/>
                    <a:gd name="T10" fmla="*/ 101 w 110"/>
                    <a:gd name="T11" fmla="*/ 75 h 100"/>
                    <a:gd name="T12" fmla="*/ 89 w 110"/>
                    <a:gd name="T13" fmla="*/ 85 h 100"/>
                    <a:gd name="T14" fmla="*/ 71 w 110"/>
                    <a:gd name="T15" fmla="*/ 92 h 100"/>
                    <a:gd name="T16" fmla="*/ 60 w 110"/>
                    <a:gd name="T17" fmla="*/ 99 h 100"/>
                    <a:gd name="T18" fmla="*/ 49 w 110"/>
                    <a:gd name="T19" fmla="*/ 100 h 100"/>
                    <a:gd name="T20" fmla="*/ 35 w 110"/>
                    <a:gd name="T21" fmla="*/ 98 h 100"/>
                    <a:gd name="T22" fmla="*/ 25 w 110"/>
                    <a:gd name="T23" fmla="*/ 91 h 100"/>
                    <a:gd name="T24" fmla="*/ 18 w 110"/>
                    <a:gd name="T25" fmla="*/ 83 h 100"/>
                    <a:gd name="T26" fmla="*/ 14 w 110"/>
                    <a:gd name="T27" fmla="*/ 75 h 100"/>
                    <a:gd name="T28" fmla="*/ 6 w 110"/>
                    <a:gd name="T29" fmla="*/ 60 h 100"/>
                    <a:gd name="T30" fmla="*/ 0 w 110"/>
                    <a:gd name="T31" fmla="*/ 5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0" h="100">
                      <a:moveTo>
                        <a:pt x="0" y="51"/>
                      </a:moveTo>
                      <a:lnTo>
                        <a:pt x="90" y="0"/>
                      </a:lnTo>
                      <a:lnTo>
                        <a:pt x="105" y="26"/>
                      </a:lnTo>
                      <a:lnTo>
                        <a:pt x="110" y="44"/>
                      </a:lnTo>
                      <a:lnTo>
                        <a:pt x="109" y="63"/>
                      </a:lnTo>
                      <a:lnTo>
                        <a:pt x="101" y="75"/>
                      </a:lnTo>
                      <a:lnTo>
                        <a:pt x="89" y="85"/>
                      </a:lnTo>
                      <a:lnTo>
                        <a:pt x="71" y="92"/>
                      </a:lnTo>
                      <a:lnTo>
                        <a:pt x="60" y="99"/>
                      </a:lnTo>
                      <a:lnTo>
                        <a:pt x="49" y="100"/>
                      </a:lnTo>
                      <a:lnTo>
                        <a:pt x="35" y="98"/>
                      </a:lnTo>
                      <a:lnTo>
                        <a:pt x="25" y="91"/>
                      </a:lnTo>
                      <a:lnTo>
                        <a:pt x="18" y="83"/>
                      </a:lnTo>
                      <a:lnTo>
                        <a:pt x="14" y="75"/>
                      </a:lnTo>
                      <a:lnTo>
                        <a:pt x="6" y="60"/>
                      </a:lnTo>
                      <a:lnTo>
                        <a:pt x="0" y="51"/>
                      </a:lnTo>
                      <a:close/>
                    </a:path>
                  </a:pathLst>
                </a:custGeom>
                <a:solidFill>
                  <a:srgbClr val="80FFFF"/>
                </a:solidFill>
                <a:ln w="12700">
                  <a:solidFill>
                    <a:srgbClr val="000000"/>
                  </a:solidFill>
                  <a:prstDash val="solid"/>
                  <a:round/>
                  <a:headEnd/>
                  <a:tailEnd/>
                </a:ln>
              </p:spPr>
              <p:txBody>
                <a:bodyPr/>
                <a:lstStyle/>
                <a:p>
                  <a:endParaRPr lang="zh-CN" altLang="en-US"/>
                </a:p>
              </p:txBody>
            </p:sp>
            <p:sp>
              <p:nvSpPr>
                <p:cNvPr id="192564" name="Oval 52"/>
                <p:cNvSpPr>
                  <a:spLocks noChangeArrowheads="1"/>
                </p:cNvSpPr>
                <p:nvPr/>
              </p:nvSpPr>
              <p:spPr bwMode="auto">
                <a:xfrm>
                  <a:off x="2077" y="1122"/>
                  <a:ext cx="19" cy="18"/>
                </a:xfrm>
                <a:prstGeom prst="ellipse">
                  <a:avLst/>
                </a:prstGeom>
                <a:solidFill>
                  <a:srgbClr val="00A000"/>
                </a:solidFill>
                <a:ln w="12700">
                  <a:solidFill>
                    <a:srgbClr val="000000"/>
                  </a:solidFill>
                  <a:round/>
                  <a:headEnd/>
                  <a:tailEnd/>
                </a:ln>
              </p:spPr>
              <p:txBody>
                <a:bodyPr/>
                <a:lstStyle/>
                <a:p>
                  <a:endParaRPr lang="zh-CN" altLang="en-US"/>
                </a:p>
              </p:txBody>
            </p:sp>
            <p:sp>
              <p:nvSpPr>
                <p:cNvPr id="192565" name="Freeform 53"/>
                <p:cNvSpPr>
                  <a:spLocks/>
                </p:cNvSpPr>
                <p:nvPr/>
              </p:nvSpPr>
              <p:spPr bwMode="auto">
                <a:xfrm>
                  <a:off x="2134" y="1019"/>
                  <a:ext cx="111" cy="99"/>
                </a:xfrm>
                <a:custGeom>
                  <a:avLst/>
                  <a:gdLst>
                    <a:gd name="T0" fmla="*/ 0 w 111"/>
                    <a:gd name="T1" fmla="*/ 50 h 99"/>
                    <a:gd name="T2" fmla="*/ 92 w 111"/>
                    <a:gd name="T3" fmla="*/ 0 h 99"/>
                    <a:gd name="T4" fmla="*/ 105 w 111"/>
                    <a:gd name="T5" fmla="*/ 28 h 99"/>
                    <a:gd name="T6" fmla="*/ 111 w 111"/>
                    <a:gd name="T7" fmla="*/ 45 h 99"/>
                    <a:gd name="T8" fmla="*/ 108 w 111"/>
                    <a:gd name="T9" fmla="*/ 62 h 99"/>
                    <a:gd name="T10" fmla="*/ 101 w 111"/>
                    <a:gd name="T11" fmla="*/ 73 h 99"/>
                    <a:gd name="T12" fmla="*/ 88 w 111"/>
                    <a:gd name="T13" fmla="*/ 84 h 99"/>
                    <a:gd name="T14" fmla="*/ 73 w 111"/>
                    <a:gd name="T15" fmla="*/ 92 h 99"/>
                    <a:gd name="T16" fmla="*/ 61 w 111"/>
                    <a:gd name="T17" fmla="*/ 97 h 99"/>
                    <a:gd name="T18" fmla="*/ 48 w 111"/>
                    <a:gd name="T19" fmla="*/ 99 h 99"/>
                    <a:gd name="T20" fmla="*/ 36 w 111"/>
                    <a:gd name="T21" fmla="*/ 97 h 99"/>
                    <a:gd name="T22" fmla="*/ 25 w 111"/>
                    <a:gd name="T23" fmla="*/ 90 h 99"/>
                    <a:gd name="T24" fmla="*/ 19 w 111"/>
                    <a:gd name="T25" fmla="*/ 84 h 99"/>
                    <a:gd name="T26" fmla="*/ 14 w 111"/>
                    <a:gd name="T27" fmla="*/ 74 h 99"/>
                    <a:gd name="T28" fmla="*/ 6 w 111"/>
                    <a:gd name="T29" fmla="*/ 60 h 99"/>
                    <a:gd name="T30" fmla="*/ 0 w 111"/>
                    <a:gd name="T31" fmla="*/ 5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1" h="99">
                      <a:moveTo>
                        <a:pt x="0" y="50"/>
                      </a:moveTo>
                      <a:lnTo>
                        <a:pt x="92" y="0"/>
                      </a:lnTo>
                      <a:lnTo>
                        <a:pt x="105" y="28"/>
                      </a:lnTo>
                      <a:lnTo>
                        <a:pt x="111" y="45"/>
                      </a:lnTo>
                      <a:lnTo>
                        <a:pt x="108" y="62"/>
                      </a:lnTo>
                      <a:lnTo>
                        <a:pt x="101" y="73"/>
                      </a:lnTo>
                      <a:lnTo>
                        <a:pt x="88" y="84"/>
                      </a:lnTo>
                      <a:lnTo>
                        <a:pt x="73" y="92"/>
                      </a:lnTo>
                      <a:lnTo>
                        <a:pt x="61" y="97"/>
                      </a:lnTo>
                      <a:lnTo>
                        <a:pt x="48" y="99"/>
                      </a:lnTo>
                      <a:lnTo>
                        <a:pt x="36" y="97"/>
                      </a:lnTo>
                      <a:lnTo>
                        <a:pt x="25" y="90"/>
                      </a:lnTo>
                      <a:lnTo>
                        <a:pt x="19" y="84"/>
                      </a:lnTo>
                      <a:lnTo>
                        <a:pt x="14" y="74"/>
                      </a:lnTo>
                      <a:lnTo>
                        <a:pt x="6" y="60"/>
                      </a:lnTo>
                      <a:lnTo>
                        <a:pt x="0" y="50"/>
                      </a:lnTo>
                      <a:close/>
                    </a:path>
                  </a:pathLst>
                </a:custGeom>
                <a:solidFill>
                  <a:srgbClr val="80FFFF"/>
                </a:solidFill>
                <a:ln w="12700">
                  <a:solidFill>
                    <a:srgbClr val="000000"/>
                  </a:solidFill>
                  <a:prstDash val="solid"/>
                  <a:round/>
                  <a:headEnd/>
                  <a:tailEnd/>
                </a:ln>
              </p:spPr>
              <p:txBody>
                <a:bodyPr/>
                <a:lstStyle/>
                <a:p>
                  <a:endParaRPr lang="zh-CN" altLang="en-US"/>
                </a:p>
              </p:txBody>
            </p:sp>
            <p:sp>
              <p:nvSpPr>
                <p:cNvPr id="192566" name="Oval 54"/>
                <p:cNvSpPr>
                  <a:spLocks noChangeArrowheads="1"/>
                </p:cNvSpPr>
                <p:nvPr/>
              </p:nvSpPr>
              <p:spPr bwMode="auto">
                <a:xfrm>
                  <a:off x="2184" y="1064"/>
                  <a:ext cx="19" cy="18"/>
                </a:xfrm>
                <a:prstGeom prst="ellipse">
                  <a:avLst/>
                </a:prstGeom>
                <a:solidFill>
                  <a:srgbClr val="00A000"/>
                </a:solidFill>
                <a:ln w="12700">
                  <a:solidFill>
                    <a:srgbClr val="000000"/>
                  </a:solidFill>
                  <a:round/>
                  <a:headEnd/>
                  <a:tailEnd/>
                </a:ln>
              </p:spPr>
              <p:txBody>
                <a:bodyPr/>
                <a:lstStyle/>
                <a:p>
                  <a:endParaRPr lang="zh-CN" altLang="en-US"/>
                </a:p>
              </p:txBody>
            </p:sp>
          </p:grpSp>
          <p:sp>
            <p:nvSpPr>
              <p:cNvPr id="192567" name="Freeform 55"/>
              <p:cNvSpPr>
                <a:spLocks/>
              </p:cNvSpPr>
              <p:nvPr/>
            </p:nvSpPr>
            <p:spPr bwMode="auto">
              <a:xfrm>
                <a:off x="2141" y="1182"/>
                <a:ext cx="110" cy="89"/>
              </a:xfrm>
              <a:custGeom>
                <a:avLst/>
                <a:gdLst>
                  <a:gd name="T0" fmla="*/ 0 w 110"/>
                  <a:gd name="T1" fmla="*/ 46 h 89"/>
                  <a:gd name="T2" fmla="*/ 17 w 110"/>
                  <a:gd name="T3" fmla="*/ 46 h 89"/>
                  <a:gd name="T4" fmla="*/ 32 w 110"/>
                  <a:gd name="T5" fmla="*/ 43 h 89"/>
                  <a:gd name="T6" fmla="*/ 50 w 110"/>
                  <a:gd name="T7" fmla="*/ 38 h 89"/>
                  <a:gd name="T8" fmla="*/ 66 w 110"/>
                  <a:gd name="T9" fmla="*/ 33 h 89"/>
                  <a:gd name="T10" fmla="*/ 83 w 110"/>
                  <a:gd name="T11" fmla="*/ 21 h 89"/>
                  <a:gd name="T12" fmla="*/ 93 w 110"/>
                  <a:gd name="T13" fmla="*/ 12 h 89"/>
                  <a:gd name="T14" fmla="*/ 103 w 110"/>
                  <a:gd name="T15" fmla="*/ 0 h 89"/>
                  <a:gd name="T16" fmla="*/ 109 w 110"/>
                  <a:gd name="T17" fmla="*/ 24 h 89"/>
                  <a:gd name="T18" fmla="*/ 110 w 110"/>
                  <a:gd name="T19" fmla="*/ 33 h 89"/>
                  <a:gd name="T20" fmla="*/ 110 w 110"/>
                  <a:gd name="T21" fmla="*/ 51 h 89"/>
                  <a:gd name="T22" fmla="*/ 106 w 110"/>
                  <a:gd name="T23" fmla="*/ 63 h 89"/>
                  <a:gd name="T24" fmla="*/ 98 w 110"/>
                  <a:gd name="T25" fmla="*/ 76 h 89"/>
                  <a:gd name="T26" fmla="*/ 88 w 110"/>
                  <a:gd name="T27" fmla="*/ 84 h 89"/>
                  <a:gd name="T28" fmla="*/ 76 w 110"/>
                  <a:gd name="T29" fmla="*/ 88 h 89"/>
                  <a:gd name="T30" fmla="*/ 62 w 110"/>
                  <a:gd name="T31" fmla="*/ 89 h 89"/>
                  <a:gd name="T32" fmla="*/ 49 w 110"/>
                  <a:gd name="T33" fmla="*/ 88 h 89"/>
                  <a:gd name="T34" fmla="*/ 37 w 110"/>
                  <a:gd name="T35" fmla="*/ 82 h 89"/>
                  <a:gd name="T36" fmla="*/ 31 w 110"/>
                  <a:gd name="T37" fmla="*/ 80 h 89"/>
                  <a:gd name="T38" fmla="*/ 19 w 110"/>
                  <a:gd name="T39" fmla="*/ 72 h 89"/>
                  <a:gd name="T40" fmla="*/ 11 w 110"/>
                  <a:gd name="T41" fmla="*/ 57 h 89"/>
                  <a:gd name="T42" fmla="*/ 0 w 110"/>
                  <a:gd name="T43" fmla="*/ 46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0" h="89">
                    <a:moveTo>
                      <a:pt x="0" y="46"/>
                    </a:moveTo>
                    <a:lnTo>
                      <a:pt x="17" y="46"/>
                    </a:lnTo>
                    <a:lnTo>
                      <a:pt x="32" y="43"/>
                    </a:lnTo>
                    <a:lnTo>
                      <a:pt x="50" y="38"/>
                    </a:lnTo>
                    <a:lnTo>
                      <a:pt x="66" y="33"/>
                    </a:lnTo>
                    <a:lnTo>
                      <a:pt x="83" y="21"/>
                    </a:lnTo>
                    <a:lnTo>
                      <a:pt x="93" y="12"/>
                    </a:lnTo>
                    <a:lnTo>
                      <a:pt x="103" y="0"/>
                    </a:lnTo>
                    <a:lnTo>
                      <a:pt x="109" y="24"/>
                    </a:lnTo>
                    <a:lnTo>
                      <a:pt x="110" y="33"/>
                    </a:lnTo>
                    <a:lnTo>
                      <a:pt x="110" y="51"/>
                    </a:lnTo>
                    <a:lnTo>
                      <a:pt x="106" y="63"/>
                    </a:lnTo>
                    <a:lnTo>
                      <a:pt x="98" y="76"/>
                    </a:lnTo>
                    <a:lnTo>
                      <a:pt x="88" y="84"/>
                    </a:lnTo>
                    <a:lnTo>
                      <a:pt x="76" y="88"/>
                    </a:lnTo>
                    <a:lnTo>
                      <a:pt x="62" y="89"/>
                    </a:lnTo>
                    <a:lnTo>
                      <a:pt x="49" y="88"/>
                    </a:lnTo>
                    <a:lnTo>
                      <a:pt x="37" y="82"/>
                    </a:lnTo>
                    <a:lnTo>
                      <a:pt x="31" y="80"/>
                    </a:lnTo>
                    <a:lnTo>
                      <a:pt x="19" y="72"/>
                    </a:lnTo>
                    <a:lnTo>
                      <a:pt x="11" y="57"/>
                    </a:lnTo>
                    <a:lnTo>
                      <a:pt x="0" y="46"/>
                    </a:lnTo>
                    <a:close/>
                  </a:path>
                </a:pathLst>
              </a:custGeom>
              <a:solidFill>
                <a:srgbClr val="FFFFFF"/>
              </a:solidFill>
              <a:ln w="12700">
                <a:solidFill>
                  <a:srgbClr val="000000"/>
                </a:solidFill>
                <a:prstDash val="solid"/>
                <a:round/>
                <a:headEnd/>
                <a:tailEnd/>
              </a:ln>
            </p:spPr>
            <p:txBody>
              <a:bodyPr/>
              <a:lstStyle/>
              <a:p>
                <a:endParaRPr lang="zh-CN" altLang="en-US"/>
              </a:p>
            </p:txBody>
          </p:sp>
          <p:sp>
            <p:nvSpPr>
              <p:cNvPr id="192568" name="Freeform 56"/>
              <p:cNvSpPr>
                <a:spLocks/>
              </p:cNvSpPr>
              <p:nvPr/>
            </p:nvSpPr>
            <p:spPr bwMode="auto">
              <a:xfrm>
                <a:off x="2149" y="1152"/>
                <a:ext cx="57" cy="32"/>
              </a:xfrm>
              <a:custGeom>
                <a:avLst/>
                <a:gdLst>
                  <a:gd name="T0" fmla="*/ 0 w 57"/>
                  <a:gd name="T1" fmla="*/ 32 h 32"/>
                  <a:gd name="T2" fmla="*/ 17 w 57"/>
                  <a:gd name="T3" fmla="*/ 31 h 32"/>
                  <a:gd name="T4" fmla="*/ 24 w 57"/>
                  <a:gd name="T5" fmla="*/ 28 h 32"/>
                  <a:gd name="T6" fmla="*/ 33 w 57"/>
                  <a:gd name="T7" fmla="*/ 25 h 32"/>
                  <a:gd name="T8" fmla="*/ 43 w 57"/>
                  <a:gd name="T9" fmla="*/ 19 h 32"/>
                  <a:gd name="T10" fmla="*/ 49 w 57"/>
                  <a:gd name="T11" fmla="*/ 10 h 32"/>
                  <a:gd name="T12" fmla="*/ 57 w 57"/>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57" h="32">
                    <a:moveTo>
                      <a:pt x="0" y="32"/>
                    </a:moveTo>
                    <a:lnTo>
                      <a:pt x="17" y="31"/>
                    </a:lnTo>
                    <a:lnTo>
                      <a:pt x="24" y="28"/>
                    </a:lnTo>
                    <a:lnTo>
                      <a:pt x="33" y="25"/>
                    </a:lnTo>
                    <a:lnTo>
                      <a:pt x="43" y="19"/>
                    </a:lnTo>
                    <a:lnTo>
                      <a:pt x="49" y="10"/>
                    </a:lnTo>
                    <a:lnTo>
                      <a:pt x="57"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2569" name="Freeform 57"/>
              <p:cNvSpPr>
                <a:spLocks/>
              </p:cNvSpPr>
              <p:nvPr/>
            </p:nvSpPr>
            <p:spPr bwMode="auto">
              <a:xfrm>
                <a:off x="1947" y="869"/>
                <a:ext cx="307" cy="282"/>
              </a:xfrm>
              <a:custGeom>
                <a:avLst/>
                <a:gdLst>
                  <a:gd name="T0" fmla="*/ 52 w 307"/>
                  <a:gd name="T1" fmla="*/ 282 h 282"/>
                  <a:gd name="T2" fmla="*/ 65 w 307"/>
                  <a:gd name="T3" fmla="*/ 276 h 282"/>
                  <a:gd name="T4" fmla="*/ 68 w 307"/>
                  <a:gd name="T5" fmla="*/ 258 h 282"/>
                  <a:gd name="T6" fmla="*/ 70 w 307"/>
                  <a:gd name="T7" fmla="*/ 233 h 282"/>
                  <a:gd name="T8" fmla="*/ 58 w 307"/>
                  <a:gd name="T9" fmla="*/ 183 h 282"/>
                  <a:gd name="T10" fmla="*/ 51 w 307"/>
                  <a:gd name="T11" fmla="*/ 154 h 282"/>
                  <a:gd name="T12" fmla="*/ 89 w 307"/>
                  <a:gd name="T13" fmla="*/ 155 h 282"/>
                  <a:gd name="T14" fmla="*/ 139 w 307"/>
                  <a:gd name="T15" fmla="*/ 153 h 282"/>
                  <a:gd name="T16" fmla="*/ 155 w 307"/>
                  <a:gd name="T17" fmla="*/ 137 h 282"/>
                  <a:gd name="T18" fmla="*/ 181 w 307"/>
                  <a:gd name="T19" fmla="*/ 118 h 282"/>
                  <a:gd name="T20" fmla="*/ 221 w 307"/>
                  <a:gd name="T21" fmla="*/ 122 h 282"/>
                  <a:gd name="T22" fmla="*/ 260 w 307"/>
                  <a:gd name="T23" fmla="*/ 101 h 282"/>
                  <a:gd name="T24" fmla="*/ 265 w 307"/>
                  <a:gd name="T25" fmla="*/ 123 h 282"/>
                  <a:gd name="T26" fmla="*/ 281 w 307"/>
                  <a:gd name="T27" fmla="*/ 132 h 282"/>
                  <a:gd name="T28" fmla="*/ 298 w 307"/>
                  <a:gd name="T29" fmla="*/ 160 h 282"/>
                  <a:gd name="T30" fmla="*/ 307 w 307"/>
                  <a:gd name="T31" fmla="*/ 154 h 282"/>
                  <a:gd name="T32" fmla="*/ 307 w 307"/>
                  <a:gd name="T33" fmla="*/ 135 h 282"/>
                  <a:gd name="T34" fmla="*/ 303 w 307"/>
                  <a:gd name="T35" fmla="*/ 106 h 282"/>
                  <a:gd name="T36" fmla="*/ 295 w 307"/>
                  <a:gd name="T37" fmla="*/ 82 h 282"/>
                  <a:gd name="T38" fmla="*/ 280 w 307"/>
                  <a:gd name="T39" fmla="*/ 64 h 282"/>
                  <a:gd name="T40" fmla="*/ 282 w 307"/>
                  <a:gd name="T41" fmla="*/ 33 h 282"/>
                  <a:gd name="T42" fmla="*/ 282 w 307"/>
                  <a:gd name="T43" fmla="*/ 16 h 282"/>
                  <a:gd name="T44" fmla="*/ 261 w 307"/>
                  <a:gd name="T45" fmla="*/ 19 h 282"/>
                  <a:gd name="T46" fmla="*/ 238 w 307"/>
                  <a:gd name="T47" fmla="*/ 19 h 282"/>
                  <a:gd name="T48" fmla="*/ 225 w 307"/>
                  <a:gd name="T49" fmla="*/ 14 h 282"/>
                  <a:gd name="T50" fmla="*/ 209 w 307"/>
                  <a:gd name="T51" fmla="*/ 0 h 282"/>
                  <a:gd name="T52" fmla="*/ 195 w 307"/>
                  <a:gd name="T53" fmla="*/ 13 h 282"/>
                  <a:gd name="T54" fmla="*/ 182 w 307"/>
                  <a:gd name="T55" fmla="*/ 19 h 282"/>
                  <a:gd name="T56" fmla="*/ 156 w 307"/>
                  <a:gd name="T57" fmla="*/ 21 h 282"/>
                  <a:gd name="T58" fmla="*/ 132 w 307"/>
                  <a:gd name="T59" fmla="*/ 26 h 282"/>
                  <a:gd name="T60" fmla="*/ 106 w 307"/>
                  <a:gd name="T61" fmla="*/ 35 h 282"/>
                  <a:gd name="T62" fmla="*/ 84 w 307"/>
                  <a:gd name="T63" fmla="*/ 49 h 282"/>
                  <a:gd name="T64" fmla="*/ 58 w 307"/>
                  <a:gd name="T65" fmla="*/ 73 h 282"/>
                  <a:gd name="T66" fmla="*/ 42 w 307"/>
                  <a:gd name="T67" fmla="*/ 78 h 282"/>
                  <a:gd name="T68" fmla="*/ 28 w 307"/>
                  <a:gd name="T69" fmla="*/ 91 h 282"/>
                  <a:gd name="T70" fmla="*/ 16 w 307"/>
                  <a:gd name="T71" fmla="*/ 103 h 282"/>
                  <a:gd name="T72" fmla="*/ 10 w 307"/>
                  <a:gd name="T73" fmla="*/ 122 h 282"/>
                  <a:gd name="T74" fmla="*/ 2 w 307"/>
                  <a:gd name="T75" fmla="*/ 143 h 282"/>
                  <a:gd name="T76" fmla="*/ 0 w 307"/>
                  <a:gd name="T77" fmla="*/ 161 h 282"/>
                  <a:gd name="T78" fmla="*/ 0 w 307"/>
                  <a:gd name="T79" fmla="*/ 200 h 282"/>
                  <a:gd name="T80" fmla="*/ 10 w 307"/>
                  <a:gd name="T81" fmla="*/ 241 h 282"/>
                  <a:gd name="T82" fmla="*/ 52 w 307"/>
                  <a:gd name="T83"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7" h="282">
                    <a:moveTo>
                      <a:pt x="52" y="282"/>
                    </a:moveTo>
                    <a:lnTo>
                      <a:pt x="65" y="276"/>
                    </a:lnTo>
                    <a:lnTo>
                      <a:pt x="68" y="258"/>
                    </a:lnTo>
                    <a:lnTo>
                      <a:pt x="70" y="233"/>
                    </a:lnTo>
                    <a:lnTo>
                      <a:pt x="58" y="183"/>
                    </a:lnTo>
                    <a:lnTo>
                      <a:pt x="51" y="154"/>
                    </a:lnTo>
                    <a:lnTo>
                      <a:pt x="89" y="155"/>
                    </a:lnTo>
                    <a:lnTo>
                      <a:pt x="139" y="153"/>
                    </a:lnTo>
                    <a:lnTo>
                      <a:pt x="155" y="137"/>
                    </a:lnTo>
                    <a:lnTo>
                      <a:pt x="181" y="118"/>
                    </a:lnTo>
                    <a:lnTo>
                      <a:pt x="221" y="122"/>
                    </a:lnTo>
                    <a:lnTo>
                      <a:pt x="260" y="101"/>
                    </a:lnTo>
                    <a:lnTo>
                      <a:pt x="265" y="123"/>
                    </a:lnTo>
                    <a:lnTo>
                      <a:pt x="281" y="132"/>
                    </a:lnTo>
                    <a:lnTo>
                      <a:pt x="298" y="160"/>
                    </a:lnTo>
                    <a:lnTo>
                      <a:pt x="307" y="154"/>
                    </a:lnTo>
                    <a:lnTo>
                      <a:pt x="307" y="135"/>
                    </a:lnTo>
                    <a:lnTo>
                      <a:pt x="303" y="106"/>
                    </a:lnTo>
                    <a:lnTo>
                      <a:pt x="295" y="82"/>
                    </a:lnTo>
                    <a:lnTo>
                      <a:pt x="280" y="64"/>
                    </a:lnTo>
                    <a:lnTo>
                      <a:pt x="282" y="33"/>
                    </a:lnTo>
                    <a:lnTo>
                      <a:pt x="282" y="16"/>
                    </a:lnTo>
                    <a:lnTo>
                      <a:pt x="261" y="19"/>
                    </a:lnTo>
                    <a:lnTo>
                      <a:pt x="238" y="19"/>
                    </a:lnTo>
                    <a:lnTo>
                      <a:pt x="225" y="14"/>
                    </a:lnTo>
                    <a:lnTo>
                      <a:pt x="209" y="0"/>
                    </a:lnTo>
                    <a:lnTo>
                      <a:pt x="195" y="13"/>
                    </a:lnTo>
                    <a:lnTo>
                      <a:pt x="182" y="19"/>
                    </a:lnTo>
                    <a:lnTo>
                      <a:pt x="156" y="21"/>
                    </a:lnTo>
                    <a:lnTo>
                      <a:pt x="132" y="26"/>
                    </a:lnTo>
                    <a:lnTo>
                      <a:pt x="106" y="35"/>
                    </a:lnTo>
                    <a:lnTo>
                      <a:pt x="84" y="49"/>
                    </a:lnTo>
                    <a:lnTo>
                      <a:pt x="58" y="73"/>
                    </a:lnTo>
                    <a:lnTo>
                      <a:pt x="42" y="78"/>
                    </a:lnTo>
                    <a:lnTo>
                      <a:pt x="28" y="91"/>
                    </a:lnTo>
                    <a:lnTo>
                      <a:pt x="16" y="103"/>
                    </a:lnTo>
                    <a:lnTo>
                      <a:pt x="10" y="122"/>
                    </a:lnTo>
                    <a:lnTo>
                      <a:pt x="2" y="143"/>
                    </a:lnTo>
                    <a:lnTo>
                      <a:pt x="0" y="161"/>
                    </a:lnTo>
                    <a:lnTo>
                      <a:pt x="0" y="200"/>
                    </a:lnTo>
                    <a:lnTo>
                      <a:pt x="10" y="241"/>
                    </a:lnTo>
                    <a:lnTo>
                      <a:pt x="52" y="282"/>
                    </a:lnTo>
                    <a:close/>
                  </a:path>
                </a:pathLst>
              </a:custGeom>
              <a:solidFill>
                <a:srgbClr val="C06000"/>
              </a:solidFill>
              <a:ln w="12700">
                <a:solidFill>
                  <a:srgbClr val="000000"/>
                </a:solidFill>
                <a:prstDash val="solid"/>
                <a:round/>
                <a:headEnd/>
                <a:tailEnd/>
              </a:ln>
            </p:spPr>
            <p:txBody>
              <a:bodyPr/>
              <a:lstStyle/>
              <a:p>
                <a:endParaRPr lang="zh-CN" altLang="en-US"/>
              </a:p>
            </p:txBody>
          </p:sp>
        </p:grpSp>
        <p:sp>
          <p:nvSpPr>
            <p:cNvPr id="192570" name="Freeform 58"/>
            <p:cNvSpPr>
              <a:spLocks/>
            </p:cNvSpPr>
            <p:nvPr/>
          </p:nvSpPr>
          <p:spPr bwMode="auto">
            <a:xfrm rot="1123344">
              <a:off x="2393" y="2047"/>
              <a:ext cx="219" cy="518"/>
            </a:xfrm>
            <a:custGeom>
              <a:avLst/>
              <a:gdLst>
                <a:gd name="T0" fmla="*/ 15 w 304"/>
                <a:gd name="T1" fmla="*/ 6 h 764"/>
                <a:gd name="T2" fmla="*/ 34 w 304"/>
                <a:gd name="T3" fmla="*/ 0 h 764"/>
                <a:gd name="T4" fmla="*/ 75 w 304"/>
                <a:gd name="T5" fmla="*/ 26 h 764"/>
                <a:gd name="T6" fmla="*/ 75 w 304"/>
                <a:gd name="T7" fmla="*/ 71 h 764"/>
                <a:gd name="T8" fmla="*/ 110 w 304"/>
                <a:gd name="T9" fmla="*/ 114 h 764"/>
                <a:gd name="T10" fmla="*/ 144 w 304"/>
                <a:gd name="T11" fmla="*/ 160 h 764"/>
                <a:gd name="T12" fmla="*/ 180 w 304"/>
                <a:gd name="T13" fmla="*/ 220 h 764"/>
                <a:gd name="T14" fmla="*/ 208 w 304"/>
                <a:gd name="T15" fmla="*/ 276 h 764"/>
                <a:gd name="T16" fmla="*/ 237 w 304"/>
                <a:gd name="T17" fmla="*/ 357 h 764"/>
                <a:gd name="T18" fmla="*/ 261 w 304"/>
                <a:gd name="T19" fmla="*/ 428 h 764"/>
                <a:gd name="T20" fmla="*/ 291 w 304"/>
                <a:gd name="T21" fmla="*/ 570 h 764"/>
                <a:gd name="T22" fmla="*/ 304 w 304"/>
                <a:gd name="T23" fmla="*/ 658 h 764"/>
                <a:gd name="T24" fmla="*/ 265 w 304"/>
                <a:gd name="T25" fmla="*/ 764 h 764"/>
                <a:gd name="T26" fmla="*/ 189 w 304"/>
                <a:gd name="T27" fmla="*/ 679 h 764"/>
                <a:gd name="T28" fmla="*/ 168 w 304"/>
                <a:gd name="T29" fmla="*/ 536 h 764"/>
                <a:gd name="T30" fmla="*/ 152 w 304"/>
                <a:gd name="T31" fmla="*/ 449 h 764"/>
                <a:gd name="T32" fmla="*/ 129 w 304"/>
                <a:gd name="T33" fmla="*/ 366 h 764"/>
                <a:gd name="T34" fmla="*/ 103 w 304"/>
                <a:gd name="T35" fmla="*/ 306 h 764"/>
                <a:gd name="T36" fmla="*/ 69 w 304"/>
                <a:gd name="T37" fmla="*/ 219 h 764"/>
                <a:gd name="T38" fmla="*/ 49 w 304"/>
                <a:gd name="T39" fmla="*/ 156 h 764"/>
                <a:gd name="T40" fmla="*/ 30 w 304"/>
                <a:gd name="T41" fmla="*/ 84 h 764"/>
                <a:gd name="T42" fmla="*/ 0 w 304"/>
                <a:gd name="T43" fmla="*/ 66 h 764"/>
                <a:gd name="T44" fmla="*/ 15 w 304"/>
                <a:gd name="T45" fmla="*/ 6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4" h="764">
                  <a:moveTo>
                    <a:pt x="15" y="6"/>
                  </a:moveTo>
                  <a:lnTo>
                    <a:pt x="34" y="0"/>
                  </a:lnTo>
                  <a:lnTo>
                    <a:pt x="75" y="26"/>
                  </a:lnTo>
                  <a:lnTo>
                    <a:pt x="75" y="71"/>
                  </a:lnTo>
                  <a:lnTo>
                    <a:pt x="110" y="114"/>
                  </a:lnTo>
                  <a:lnTo>
                    <a:pt x="144" y="160"/>
                  </a:lnTo>
                  <a:lnTo>
                    <a:pt x="180" y="220"/>
                  </a:lnTo>
                  <a:lnTo>
                    <a:pt x="208" y="276"/>
                  </a:lnTo>
                  <a:lnTo>
                    <a:pt x="237" y="357"/>
                  </a:lnTo>
                  <a:lnTo>
                    <a:pt x="261" y="428"/>
                  </a:lnTo>
                  <a:lnTo>
                    <a:pt x="291" y="570"/>
                  </a:lnTo>
                  <a:lnTo>
                    <a:pt x="304" y="658"/>
                  </a:lnTo>
                  <a:lnTo>
                    <a:pt x="265" y="764"/>
                  </a:lnTo>
                  <a:lnTo>
                    <a:pt x="189" y="679"/>
                  </a:lnTo>
                  <a:lnTo>
                    <a:pt x="168" y="536"/>
                  </a:lnTo>
                  <a:lnTo>
                    <a:pt x="152" y="449"/>
                  </a:lnTo>
                  <a:lnTo>
                    <a:pt x="129" y="366"/>
                  </a:lnTo>
                  <a:lnTo>
                    <a:pt x="103" y="306"/>
                  </a:lnTo>
                  <a:lnTo>
                    <a:pt x="69" y="219"/>
                  </a:lnTo>
                  <a:lnTo>
                    <a:pt x="49" y="156"/>
                  </a:lnTo>
                  <a:lnTo>
                    <a:pt x="30" y="84"/>
                  </a:lnTo>
                  <a:lnTo>
                    <a:pt x="0" y="66"/>
                  </a:lnTo>
                  <a:lnTo>
                    <a:pt x="15" y="6"/>
                  </a:lnTo>
                  <a:close/>
                </a:path>
              </a:pathLst>
            </a:custGeom>
            <a:solidFill>
              <a:srgbClr val="FF0000"/>
            </a:solidFill>
            <a:ln w="12700">
              <a:solidFill>
                <a:srgbClr val="000000"/>
              </a:solidFill>
              <a:prstDash val="solid"/>
              <a:round/>
              <a:headEnd/>
              <a:tailEnd/>
            </a:ln>
          </p:spPr>
          <p:txBody>
            <a:bodyPr/>
            <a:lstStyle/>
            <a:p>
              <a:endParaRPr lang="zh-CN" altLang="en-US"/>
            </a:p>
          </p:txBody>
        </p:sp>
        <p:grpSp>
          <p:nvGrpSpPr>
            <p:cNvPr id="192571" name="Group 59"/>
            <p:cNvGrpSpPr>
              <a:grpSpLocks/>
            </p:cNvGrpSpPr>
            <p:nvPr/>
          </p:nvGrpSpPr>
          <p:grpSpPr bwMode="auto">
            <a:xfrm rot="1123344">
              <a:off x="2928" y="1942"/>
              <a:ext cx="127" cy="227"/>
              <a:chOff x="2833" y="962"/>
              <a:chExt cx="176" cy="334"/>
            </a:xfrm>
          </p:grpSpPr>
          <p:sp>
            <p:nvSpPr>
              <p:cNvPr id="192572" name="Freeform 60"/>
              <p:cNvSpPr>
                <a:spLocks/>
              </p:cNvSpPr>
              <p:nvPr/>
            </p:nvSpPr>
            <p:spPr bwMode="auto">
              <a:xfrm>
                <a:off x="2834" y="1086"/>
                <a:ext cx="175" cy="210"/>
              </a:xfrm>
              <a:custGeom>
                <a:avLst/>
                <a:gdLst>
                  <a:gd name="T0" fmla="*/ 957 w 1229"/>
                  <a:gd name="T1" fmla="*/ 1468 h 1468"/>
                  <a:gd name="T2" fmla="*/ 981 w 1229"/>
                  <a:gd name="T3" fmla="*/ 1270 h 1468"/>
                  <a:gd name="T4" fmla="*/ 1049 w 1229"/>
                  <a:gd name="T5" fmla="*/ 1164 h 1468"/>
                  <a:gd name="T6" fmla="*/ 1118 w 1229"/>
                  <a:gd name="T7" fmla="*/ 1071 h 1468"/>
                  <a:gd name="T8" fmla="*/ 1182 w 1229"/>
                  <a:gd name="T9" fmla="*/ 953 h 1468"/>
                  <a:gd name="T10" fmla="*/ 1216 w 1229"/>
                  <a:gd name="T11" fmla="*/ 854 h 1468"/>
                  <a:gd name="T12" fmla="*/ 1229 w 1229"/>
                  <a:gd name="T13" fmla="*/ 734 h 1468"/>
                  <a:gd name="T14" fmla="*/ 1202 w 1229"/>
                  <a:gd name="T15" fmla="*/ 604 h 1468"/>
                  <a:gd name="T16" fmla="*/ 1159 w 1229"/>
                  <a:gd name="T17" fmla="*/ 500 h 1468"/>
                  <a:gd name="T18" fmla="*/ 1166 w 1229"/>
                  <a:gd name="T19" fmla="*/ 405 h 1468"/>
                  <a:gd name="T20" fmla="*/ 1149 w 1229"/>
                  <a:gd name="T21" fmla="*/ 320 h 1468"/>
                  <a:gd name="T22" fmla="*/ 1125 w 1229"/>
                  <a:gd name="T23" fmla="*/ 272 h 1468"/>
                  <a:gd name="T24" fmla="*/ 1091 w 1229"/>
                  <a:gd name="T25" fmla="*/ 231 h 1468"/>
                  <a:gd name="T26" fmla="*/ 1079 w 1229"/>
                  <a:gd name="T27" fmla="*/ 204 h 1468"/>
                  <a:gd name="T28" fmla="*/ 1032 w 1229"/>
                  <a:gd name="T29" fmla="*/ 176 h 1468"/>
                  <a:gd name="T30" fmla="*/ 992 w 1229"/>
                  <a:gd name="T31" fmla="*/ 170 h 1468"/>
                  <a:gd name="T32" fmla="*/ 963 w 1229"/>
                  <a:gd name="T33" fmla="*/ 185 h 1468"/>
                  <a:gd name="T34" fmla="*/ 927 w 1229"/>
                  <a:gd name="T35" fmla="*/ 279 h 1468"/>
                  <a:gd name="T36" fmla="*/ 861 w 1229"/>
                  <a:gd name="T37" fmla="*/ 414 h 1468"/>
                  <a:gd name="T38" fmla="*/ 958 w 1229"/>
                  <a:gd name="T39" fmla="*/ 181 h 1468"/>
                  <a:gd name="T40" fmla="*/ 975 w 1229"/>
                  <a:gd name="T41" fmla="*/ 152 h 1468"/>
                  <a:gd name="T42" fmla="*/ 953 w 1229"/>
                  <a:gd name="T43" fmla="*/ 100 h 1468"/>
                  <a:gd name="T44" fmla="*/ 918 w 1229"/>
                  <a:gd name="T45" fmla="*/ 82 h 1468"/>
                  <a:gd name="T46" fmla="*/ 871 w 1229"/>
                  <a:gd name="T47" fmla="*/ 62 h 1468"/>
                  <a:gd name="T48" fmla="*/ 806 w 1229"/>
                  <a:gd name="T49" fmla="*/ 39 h 1468"/>
                  <a:gd name="T50" fmla="*/ 790 w 1229"/>
                  <a:gd name="T51" fmla="*/ 25 h 1468"/>
                  <a:gd name="T52" fmla="*/ 760 w 1229"/>
                  <a:gd name="T53" fmla="*/ 0 h 1468"/>
                  <a:gd name="T54" fmla="*/ 582 w 1229"/>
                  <a:gd name="T55" fmla="*/ 39 h 1468"/>
                  <a:gd name="T56" fmla="*/ 346 w 1229"/>
                  <a:gd name="T57" fmla="*/ 169 h 1468"/>
                  <a:gd name="T58" fmla="*/ 329 w 1229"/>
                  <a:gd name="T59" fmla="*/ 204 h 1468"/>
                  <a:gd name="T60" fmla="*/ 274 w 1229"/>
                  <a:gd name="T61" fmla="*/ 259 h 1468"/>
                  <a:gd name="T62" fmla="*/ 210 w 1229"/>
                  <a:gd name="T63" fmla="*/ 303 h 1468"/>
                  <a:gd name="T64" fmla="*/ 154 w 1229"/>
                  <a:gd name="T65" fmla="*/ 326 h 1468"/>
                  <a:gd name="T66" fmla="*/ 102 w 1229"/>
                  <a:gd name="T67" fmla="*/ 378 h 1468"/>
                  <a:gd name="T68" fmla="*/ 67 w 1229"/>
                  <a:gd name="T69" fmla="*/ 466 h 1468"/>
                  <a:gd name="T70" fmla="*/ 20 w 1229"/>
                  <a:gd name="T71" fmla="*/ 584 h 1468"/>
                  <a:gd name="T72" fmla="*/ 0 w 1229"/>
                  <a:gd name="T73" fmla="*/ 649 h 1468"/>
                  <a:gd name="T74" fmla="*/ 20 w 1229"/>
                  <a:gd name="T75" fmla="*/ 753 h 1468"/>
                  <a:gd name="T76" fmla="*/ 55 w 1229"/>
                  <a:gd name="T77" fmla="*/ 861 h 1468"/>
                  <a:gd name="T78" fmla="*/ 110 w 1229"/>
                  <a:gd name="T79" fmla="*/ 998 h 1468"/>
                  <a:gd name="T80" fmla="*/ 141 w 1229"/>
                  <a:gd name="T81" fmla="*/ 1111 h 1468"/>
                  <a:gd name="T82" fmla="*/ 218 w 1229"/>
                  <a:gd name="T83" fmla="*/ 1215 h 1468"/>
                  <a:gd name="T84" fmla="*/ 257 w 1229"/>
                  <a:gd name="T85" fmla="*/ 1233 h 1468"/>
                  <a:gd name="T86" fmla="*/ 279 w 1229"/>
                  <a:gd name="T87" fmla="*/ 1290 h 1468"/>
                  <a:gd name="T88" fmla="*/ 283 w 1229"/>
                  <a:gd name="T89" fmla="*/ 1465 h 1468"/>
                  <a:gd name="T90" fmla="*/ 957 w 1229"/>
                  <a:gd name="T91" fmla="*/ 1468 h 1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29" h="1468">
                    <a:moveTo>
                      <a:pt x="957" y="1468"/>
                    </a:moveTo>
                    <a:lnTo>
                      <a:pt x="981" y="1270"/>
                    </a:lnTo>
                    <a:lnTo>
                      <a:pt x="1049" y="1164"/>
                    </a:lnTo>
                    <a:lnTo>
                      <a:pt x="1118" y="1071"/>
                    </a:lnTo>
                    <a:lnTo>
                      <a:pt x="1182" y="953"/>
                    </a:lnTo>
                    <a:lnTo>
                      <a:pt x="1216" y="854"/>
                    </a:lnTo>
                    <a:lnTo>
                      <a:pt x="1229" y="734"/>
                    </a:lnTo>
                    <a:lnTo>
                      <a:pt x="1202" y="604"/>
                    </a:lnTo>
                    <a:lnTo>
                      <a:pt x="1159" y="500"/>
                    </a:lnTo>
                    <a:lnTo>
                      <a:pt x="1166" y="405"/>
                    </a:lnTo>
                    <a:lnTo>
                      <a:pt x="1149" y="320"/>
                    </a:lnTo>
                    <a:lnTo>
                      <a:pt x="1125" y="272"/>
                    </a:lnTo>
                    <a:lnTo>
                      <a:pt x="1091" y="231"/>
                    </a:lnTo>
                    <a:lnTo>
                      <a:pt x="1079" y="204"/>
                    </a:lnTo>
                    <a:lnTo>
                      <a:pt x="1032" y="176"/>
                    </a:lnTo>
                    <a:lnTo>
                      <a:pt x="992" y="170"/>
                    </a:lnTo>
                    <a:lnTo>
                      <a:pt x="963" y="185"/>
                    </a:lnTo>
                    <a:lnTo>
                      <a:pt x="927" y="279"/>
                    </a:lnTo>
                    <a:lnTo>
                      <a:pt x="861" y="414"/>
                    </a:lnTo>
                    <a:lnTo>
                      <a:pt x="958" y="181"/>
                    </a:lnTo>
                    <a:lnTo>
                      <a:pt x="975" y="152"/>
                    </a:lnTo>
                    <a:lnTo>
                      <a:pt x="953" y="100"/>
                    </a:lnTo>
                    <a:lnTo>
                      <a:pt x="918" y="82"/>
                    </a:lnTo>
                    <a:lnTo>
                      <a:pt x="871" y="62"/>
                    </a:lnTo>
                    <a:lnTo>
                      <a:pt x="806" y="39"/>
                    </a:lnTo>
                    <a:lnTo>
                      <a:pt x="790" y="25"/>
                    </a:lnTo>
                    <a:lnTo>
                      <a:pt x="760" y="0"/>
                    </a:lnTo>
                    <a:lnTo>
                      <a:pt x="582" y="39"/>
                    </a:lnTo>
                    <a:lnTo>
                      <a:pt x="346" y="169"/>
                    </a:lnTo>
                    <a:lnTo>
                      <a:pt x="329" y="204"/>
                    </a:lnTo>
                    <a:lnTo>
                      <a:pt x="274" y="259"/>
                    </a:lnTo>
                    <a:lnTo>
                      <a:pt x="210" y="303"/>
                    </a:lnTo>
                    <a:lnTo>
                      <a:pt x="154" y="326"/>
                    </a:lnTo>
                    <a:lnTo>
                      <a:pt x="102" y="378"/>
                    </a:lnTo>
                    <a:lnTo>
                      <a:pt x="67" y="466"/>
                    </a:lnTo>
                    <a:lnTo>
                      <a:pt x="20" y="584"/>
                    </a:lnTo>
                    <a:lnTo>
                      <a:pt x="0" y="649"/>
                    </a:lnTo>
                    <a:lnTo>
                      <a:pt x="20" y="753"/>
                    </a:lnTo>
                    <a:lnTo>
                      <a:pt x="55" y="861"/>
                    </a:lnTo>
                    <a:lnTo>
                      <a:pt x="110" y="998"/>
                    </a:lnTo>
                    <a:lnTo>
                      <a:pt x="141" y="1111"/>
                    </a:lnTo>
                    <a:lnTo>
                      <a:pt x="218" y="1215"/>
                    </a:lnTo>
                    <a:lnTo>
                      <a:pt x="257" y="1233"/>
                    </a:lnTo>
                    <a:lnTo>
                      <a:pt x="279" y="1290"/>
                    </a:lnTo>
                    <a:lnTo>
                      <a:pt x="283" y="1465"/>
                    </a:lnTo>
                    <a:lnTo>
                      <a:pt x="957" y="1468"/>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192573" name="Freeform 61"/>
              <p:cNvSpPr>
                <a:spLocks/>
              </p:cNvSpPr>
              <p:nvPr/>
            </p:nvSpPr>
            <p:spPr bwMode="auto">
              <a:xfrm>
                <a:off x="2932" y="1151"/>
                <a:ext cx="77" cy="40"/>
              </a:xfrm>
              <a:custGeom>
                <a:avLst/>
                <a:gdLst>
                  <a:gd name="T0" fmla="*/ 0 w 538"/>
                  <a:gd name="T1" fmla="*/ 0 h 275"/>
                  <a:gd name="T2" fmla="*/ 234 w 538"/>
                  <a:gd name="T3" fmla="*/ 164 h 275"/>
                  <a:gd name="T4" fmla="*/ 445 w 538"/>
                  <a:gd name="T5" fmla="*/ 246 h 275"/>
                  <a:gd name="T6" fmla="*/ 538 w 538"/>
                  <a:gd name="T7" fmla="*/ 275 h 275"/>
                </a:gdLst>
                <a:ahLst/>
                <a:cxnLst>
                  <a:cxn ang="0">
                    <a:pos x="T0" y="T1"/>
                  </a:cxn>
                  <a:cxn ang="0">
                    <a:pos x="T2" y="T3"/>
                  </a:cxn>
                  <a:cxn ang="0">
                    <a:pos x="T4" y="T5"/>
                  </a:cxn>
                  <a:cxn ang="0">
                    <a:pos x="T6" y="T7"/>
                  </a:cxn>
                </a:cxnLst>
                <a:rect l="0" t="0" r="r" b="b"/>
                <a:pathLst>
                  <a:path w="538" h="275">
                    <a:moveTo>
                      <a:pt x="0" y="0"/>
                    </a:moveTo>
                    <a:lnTo>
                      <a:pt x="234" y="164"/>
                    </a:lnTo>
                    <a:lnTo>
                      <a:pt x="445" y="246"/>
                    </a:lnTo>
                    <a:lnTo>
                      <a:pt x="538" y="275"/>
                    </a:lnTo>
                  </a:path>
                </a:pathLst>
              </a:custGeom>
              <a:solidFill>
                <a:srgbClr val="FFD7AF"/>
              </a:solidFill>
              <a:ln w="1588">
                <a:solidFill>
                  <a:srgbClr val="000000"/>
                </a:solidFill>
                <a:prstDash val="solid"/>
                <a:round/>
                <a:headEnd/>
                <a:tailEnd/>
              </a:ln>
            </p:spPr>
            <p:txBody>
              <a:bodyPr/>
              <a:lstStyle/>
              <a:p>
                <a:endParaRPr lang="zh-CN" altLang="en-US"/>
              </a:p>
            </p:txBody>
          </p:sp>
          <p:sp>
            <p:nvSpPr>
              <p:cNvPr id="192574" name="Freeform 62"/>
              <p:cNvSpPr>
                <a:spLocks/>
              </p:cNvSpPr>
              <p:nvPr/>
            </p:nvSpPr>
            <p:spPr bwMode="auto">
              <a:xfrm>
                <a:off x="2885" y="1141"/>
                <a:ext cx="86" cy="91"/>
              </a:xfrm>
              <a:custGeom>
                <a:avLst/>
                <a:gdLst>
                  <a:gd name="T0" fmla="*/ 0 w 601"/>
                  <a:gd name="T1" fmla="*/ 0 h 643"/>
                  <a:gd name="T2" fmla="*/ 337 w 601"/>
                  <a:gd name="T3" fmla="*/ 180 h 643"/>
                  <a:gd name="T4" fmla="*/ 413 w 601"/>
                  <a:gd name="T5" fmla="*/ 245 h 643"/>
                  <a:gd name="T6" fmla="*/ 510 w 601"/>
                  <a:gd name="T7" fmla="*/ 360 h 643"/>
                  <a:gd name="T8" fmla="*/ 551 w 601"/>
                  <a:gd name="T9" fmla="*/ 454 h 643"/>
                  <a:gd name="T10" fmla="*/ 573 w 601"/>
                  <a:gd name="T11" fmla="*/ 534 h 643"/>
                  <a:gd name="T12" fmla="*/ 601 w 601"/>
                  <a:gd name="T13" fmla="*/ 643 h 643"/>
                </a:gdLst>
                <a:ahLst/>
                <a:cxnLst>
                  <a:cxn ang="0">
                    <a:pos x="T0" y="T1"/>
                  </a:cxn>
                  <a:cxn ang="0">
                    <a:pos x="T2" y="T3"/>
                  </a:cxn>
                  <a:cxn ang="0">
                    <a:pos x="T4" y="T5"/>
                  </a:cxn>
                  <a:cxn ang="0">
                    <a:pos x="T6" y="T7"/>
                  </a:cxn>
                  <a:cxn ang="0">
                    <a:pos x="T8" y="T9"/>
                  </a:cxn>
                  <a:cxn ang="0">
                    <a:pos x="T10" y="T11"/>
                  </a:cxn>
                  <a:cxn ang="0">
                    <a:pos x="T12" y="T13"/>
                  </a:cxn>
                </a:cxnLst>
                <a:rect l="0" t="0" r="r" b="b"/>
                <a:pathLst>
                  <a:path w="601" h="643">
                    <a:moveTo>
                      <a:pt x="0" y="0"/>
                    </a:moveTo>
                    <a:lnTo>
                      <a:pt x="337" y="180"/>
                    </a:lnTo>
                    <a:lnTo>
                      <a:pt x="413" y="245"/>
                    </a:lnTo>
                    <a:lnTo>
                      <a:pt x="510" y="360"/>
                    </a:lnTo>
                    <a:lnTo>
                      <a:pt x="551" y="454"/>
                    </a:lnTo>
                    <a:lnTo>
                      <a:pt x="573" y="534"/>
                    </a:lnTo>
                    <a:lnTo>
                      <a:pt x="601" y="643"/>
                    </a:lnTo>
                  </a:path>
                </a:pathLst>
              </a:custGeom>
              <a:solidFill>
                <a:srgbClr val="FFD7AF"/>
              </a:solidFill>
              <a:ln w="1588">
                <a:solidFill>
                  <a:srgbClr val="000000"/>
                </a:solidFill>
                <a:prstDash val="solid"/>
                <a:round/>
                <a:headEnd/>
                <a:tailEnd/>
              </a:ln>
            </p:spPr>
            <p:txBody>
              <a:bodyPr/>
              <a:lstStyle/>
              <a:p>
                <a:endParaRPr lang="zh-CN" altLang="en-US"/>
              </a:p>
            </p:txBody>
          </p:sp>
          <p:sp>
            <p:nvSpPr>
              <p:cNvPr id="192575" name="Freeform 63"/>
              <p:cNvSpPr>
                <a:spLocks/>
              </p:cNvSpPr>
              <p:nvPr/>
            </p:nvSpPr>
            <p:spPr bwMode="auto">
              <a:xfrm>
                <a:off x="2919" y="1090"/>
                <a:ext cx="57" cy="89"/>
              </a:xfrm>
              <a:custGeom>
                <a:avLst/>
                <a:gdLst>
                  <a:gd name="T0" fmla="*/ 391 w 395"/>
                  <a:gd name="T1" fmla="*/ 139 h 623"/>
                  <a:gd name="T2" fmla="*/ 395 w 395"/>
                  <a:gd name="T3" fmla="*/ 98 h 623"/>
                  <a:gd name="T4" fmla="*/ 368 w 395"/>
                  <a:gd name="T5" fmla="*/ 42 h 623"/>
                  <a:gd name="T6" fmla="*/ 328 w 395"/>
                  <a:gd name="T7" fmla="*/ 15 h 623"/>
                  <a:gd name="T8" fmla="*/ 290 w 395"/>
                  <a:gd name="T9" fmla="*/ 0 h 623"/>
                  <a:gd name="T10" fmla="*/ 248 w 395"/>
                  <a:gd name="T11" fmla="*/ 1 h 623"/>
                  <a:gd name="T12" fmla="*/ 211 w 395"/>
                  <a:gd name="T13" fmla="*/ 10 h 623"/>
                  <a:gd name="T14" fmla="*/ 181 w 395"/>
                  <a:gd name="T15" fmla="*/ 28 h 623"/>
                  <a:gd name="T16" fmla="*/ 123 w 395"/>
                  <a:gd name="T17" fmla="*/ 167 h 623"/>
                  <a:gd name="T18" fmla="*/ 83 w 395"/>
                  <a:gd name="T19" fmla="*/ 298 h 623"/>
                  <a:gd name="T20" fmla="*/ 45 w 395"/>
                  <a:gd name="T21" fmla="*/ 401 h 623"/>
                  <a:gd name="T22" fmla="*/ 0 w 395"/>
                  <a:gd name="T23" fmla="*/ 512 h 623"/>
                  <a:gd name="T24" fmla="*/ 16 w 395"/>
                  <a:gd name="T25" fmla="*/ 581 h 623"/>
                  <a:gd name="T26" fmla="*/ 38 w 395"/>
                  <a:gd name="T27" fmla="*/ 604 h 623"/>
                  <a:gd name="T28" fmla="*/ 72 w 395"/>
                  <a:gd name="T29" fmla="*/ 623 h 623"/>
                  <a:gd name="T30" fmla="*/ 110 w 395"/>
                  <a:gd name="T31" fmla="*/ 618 h 623"/>
                  <a:gd name="T32" fmla="*/ 148 w 395"/>
                  <a:gd name="T33" fmla="*/ 602 h 623"/>
                  <a:gd name="T34" fmla="*/ 186 w 395"/>
                  <a:gd name="T35" fmla="*/ 540 h 623"/>
                  <a:gd name="T36" fmla="*/ 201 w 395"/>
                  <a:gd name="T37" fmla="*/ 453 h 623"/>
                  <a:gd name="T38" fmla="*/ 235 w 395"/>
                  <a:gd name="T39" fmla="*/ 398 h 623"/>
                  <a:gd name="T40" fmla="*/ 265 w 395"/>
                  <a:gd name="T41" fmla="*/ 332 h 623"/>
                  <a:gd name="T42" fmla="*/ 315 w 395"/>
                  <a:gd name="T43" fmla="*/ 267 h 623"/>
                  <a:gd name="T44" fmla="*/ 364 w 395"/>
                  <a:gd name="T45" fmla="*/ 183 h 623"/>
                  <a:gd name="T46" fmla="*/ 391 w 395"/>
                  <a:gd name="T47" fmla="*/ 139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5" h="623">
                    <a:moveTo>
                      <a:pt x="391" y="139"/>
                    </a:moveTo>
                    <a:lnTo>
                      <a:pt x="395" y="98"/>
                    </a:lnTo>
                    <a:lnTo>
                      <a:pt x="368" y="42"/>
                    </a:lnTo>
                    <a:lnTo>
                      <a:pt x="328" y="15"/>
                    </a:lnTo>
                    <a:lnTo>
                      <a:pt x="290" y="0"/>
                    </a:lnTo>
                    <a:lnTo>
                      <a:pt x="248" y="1"/>
                    </a:lnTo>
                    <a:lnTo>
                      <a:pt x="211" y="10"/>
                    </a:lnTo>
                    <a:lnTo>
                      <a:pt x="181" y="28"/>
                    </a:lnTo>
                    <a:lnTo>
                      <a:pt x="123" y="167"/>
                    </a:lnTo>
                    <a:lnTo>
                      <a:pt x="83" y="298"/>
                    </a:lnTo>
                    <a:lnTo>
                      <a:pt x="45" y="401"/>
                    </a:lnTo>
                    <a:lnTo>
                      <a:pt x="0" y="512"/>
                    </a:lnTo>
                    <a:lnTo>
                      <a:pt x="16" y="581"/>
                    </a:lnTo>
                    <a:lnTo>
                      <a:pt x="38" y="604"/>
                    </a:lnTo>
                    <a:lnTo>
                      <a:pt x="72" y="623"/>
                    </a:lnTo>
                    <a:lnTo>
                      <a:pt x="110" y="618"/>
                    </a:lnTo>
                    <a:lnTo>
                      <a:pt x="148" y="602"/>
                    </a:lnTo>
                    <a:lnTo>
                      <a:pt x="186" y="540"/>
                    </a:lnTo>
                    <a:lnTo>
                      <a:pt x="201" y="453"/>
                    </a:lnTo>
                    <a:lnTo>
                      <a:pt x="235" y="398"/>
                    </a:lnTo>
                    <a:lnTo>
                      <a:pt x="265" y="332"/>
                    </a:lnTo>
                    <a:lnTo>
                      <a:pt x="315" y="267"/>
                    </a:lnTo>
                    <a:lnTo>
                      <a:pt x="364" y="183"/>
                    </a:lnTo>
                    <a:lnTo>
                      <a:pt x="391" y="139"/>
                    </a:lnTo>
                    <a:close/>
                  </a:path>
                </a:pathLst>
              </a:custGeom>
              <a:solidFill>
                <a:srgbClr val="FFD7AF"/>
              </a:solidFill>
              <a:ln w="1588">
                <a:solidFill>
                  <a:srgbClr val="000000"/>
                </a:solidFill>
                <a:prstDash val="solid"/>
                <a:round/>
                <a:headEnd/>
                <a:tailEnd/>
              </a:ln>
            </p:spPr>
            <p:txBody>
              <a:bodyPr/>
              <a:lstStyle/>
              <a:p>
                <a:endParaRPr lang="zh-CN" altLang="en-US"/>
              </a:p>
            </p:txBody>
          </p:sp>
          <p:sp>
            <p:nvSpPr>
              <p:cNvPr id="192576" name="Freeform 64"/>
              <p:cNvSpPr>
                <a:spLocks/>
              </p:cNvSpPr>
              <p:nvPr/>
            </p:nvSpPr>
            <p:spPr bwMode="auto">
              <a:xfrm>
                <a:off x="2925" y="1154"/>
                <a:ext cx="16" cy="21"/>
              </a:xfrm>
              <a:custGeom>
                <a:avLst/>
                <a:gdLst>
                  <a:gd name="T0" fmla="*/ 16 w 114"/>
                  <a:gd name="T1" fmla="*/ 18 h 148"/>
                  <a:gd name="T2" fmla="*/ 38 w 114"/>
                  <a:gd name="T3" fmla="*/ 0 h 148"/>
                  <a:gd name="T4" fmla="*/ 77 w 114"/>
                  <a:gd name="T5" fmla="*/ 4 h 148"/>
                  <a:gd name="T6" fmla="*/ 114 w 114"/>
                  <a:gd name="T7" fmla="*/ 22 h 148"/>
                  <a:gd name="T8" fmla="*/ 114 w 114"/>
                  <a:gd name="T9" fmla="*/ 77 h 148"/>
                  <a:gd name="T10" fmla="*/ 108 w 114"/>
                  <a:gd name="T11" fmla="*/ 107 h 148"/>
                  <a:gd name="T12" fmla="*/ 92 w 114"/>
                  <a:gd name="T13" fmla="*/ 139 h 148"/>
                  <a:gd name="T14" fmla="*/ 54 w 114"/>
                  <a:gd name="T15" fmla="*/ 148 h 148"/>
                  <a:gd name="T16" fmla="*/ 35 w 114"/>
                  <a:gd name="T17" fmla="*/ 146 h 148"/>
                  <a:gd name="T18" fmla="*/ 13 w 114"/>
                  <a:gd name="T19" fmla="*/ 124 h 148"/>
                  <a:gd name="T20" fmla="*/ 0 w 114"/>
                  <a:gd name="T21" fmla="*/ 98 h 148"/>
                  <a:gd name="T22" fmla="*/ 16 w 114"/>
                  <a:gd name="T23" fmla="*/ 1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 h="148">
                    <a:moveTo>
                      <a:pt x="16" y="18"/>
                    </a:moveTo>
                    <a:lnTo>
                      <a:pt x="38" y="0"/>
                    </a:lnTo>
                    <a:lnTo>
                      <a:pt x="77" y="4"/>
                    </a:lnTo>
                    <a:lnTo>
                      <a:pt x="114" y="22"/>
                    </a:lnTo>
                    <a:lnTo>
                      <a:pt x="114" y="77"/>
                    </a:lnTo>
                    <a:lnTo>
                      <a:pt x="108" y="107"/>
                    </a:lnTo>
                    <a:lnTo>
                      <a:pt x="92" y="139"/>
                    </a:lnTo>
                    <a:lnTo>
                      <a:pt x="54" y="148"/>
                    </a:lnTo>
                    <a:lnTo>
                      <a:pt x="35" y="146"/>
                    </a:lnTo>
                    <a:lnTo>
                      <a:pt x="13" y="124"/>
                    </a:lnTo>
                    <a:lnTo>
                      <a:pt x="0" y="98"/>
                    </a:lnTo>
                    <a:lnTo>
                      <a:pt x="16" y="18"/>
                    </a:lnTo>
                    <a:close/>
                  </a:path>
                </a:pathLst>
              </a:custGeom>
              <a:solidFill>
                <a:srgbClr val="FFD7AF"/>
              </a:solidFill>
              <a:ln w="1588">
                <a:solidFill>
                  <a:srgbClr val="000000"/>
                </a:solidFill>
                <a:prstDash val="solid"/>
                <a:round/>
                <a:headEnd/>
                <a:tailEnd/>
              </a:ln>
            </p:spPr>
            <p:txBody>
              <a:bodyPr/>
              <a:lstStyle/>
              <a:p>
                <a:endParaRPr lang="zh-CN" altLang="en-US"/>
              </a:p>
            </p:txBody>
          </p:sp>
          <p:sp>
            <p:nvSpPr>
              <p:cNvPr id="192577" name="Freeform 65"/>
              <p:cNvSpPr>
                <a:spLocks/>
              </p:cNvSpPr>
              <p:nvPr/>
            </p:nvSpPr>
            <p:spPr bwMode="auto">
              <a:xfrm>
                <a:off x="2870" y="962"/>
                <a:ext cx="42" cy="155"/>
              </a:xfrm>
              <a:custGeom>
                <a:avLst/>
                <a:gdLst>
                  <a:gd name="T0" fmla="*/ 284 w 290"/>
                  <a:gd name="T1" fmla="*/ 1005 h 1090"/>
                  <a:gd name="T2" fmla="*/ 289 w 290"/>
                  <a:gd name="T3" fmla="*/ 947 h 1090"/>
                  <a:gd name="T4" fmla="*/ 290 w 290"/>
                  <a:gd name="T5" fmla="*/ 818 h 1090"/>
                  <a:gd name="T6" fmla="*/ 281 w 290"/>
                  <a:gd name="T7" fmla="*/ 691 h 1090"/>
                  <a:gd name="T8" fmla="*/ 275 w 290"/>
                  <a:gd name="T9" fmla="*/ 635 h 1090"/>
                  <a:gd name="T10" fmla="*/ 271 w 290"/>
                  <a:gd name="T11" fmla="*/ 594 h 1090"/>
                  <a:gd name="T12" fmla="*/ 271 w 290"/>
                  <a:gd name="T13" fmla="*/ 505 h 1090"/>
                  <a:gd name="T14" fmla="*/ 276 w 290"/>
                  <a:gd name="T15" fmla="*/ 406 h 1090"/>
                  <a:gd name="T16" fmla="*/ 275 w 290"/>
                  <a:gd name="T17" fmla="*/ 332 h 1090"/>
                  <a:gd name="T18" fmla="*/ 273 w 290"/>
                  <a:gd name="T19" fmla="*/ 276 h 1090"/>
                  <a:gd name="T20" fmla="*/ 262 w 290"/>
                  <a:gd name="T21" fmla="*/ 166 h 1090"/>
                  <a:gd name="T22" fmla="*/ 253 w 290"/>
                  <a:gd name="T23" fmla="*/ 88 h 1090"/>
                  <a:gd name="T24" fmla="*/ 236 w 290"/>
                  <a:gd name="T25" fmla="*/ 24 h 1090"/>
                  <a:gd name="T26" fmla="*/ 214 w 290"/>
                  <a:gd name="T27" fmla="*/ 3 h 1090"/>
                  <a:gd name="T28" fmla="*/ 186 w 290"/>
                  <a:gd name="T29" fmla="*/ 1 h 1090"/>
                  <a:gd name="T30" fmla="*/ 156 w 290"/>
                  <a:gd name="T31" fmla="*/ 0 h 1090"/>
                  <a:gd name="T32" fmla="*/ 121 w 290"/>
                  <a:gd name="T33" fmla="*/ 14 h 1090"/>
                  <a:gd name="T34" fmla="*/ 92 w 290"/>
                  <a:gd name="T35" fmla="*/ 70 h 1090"/>
                  <a:gd name="T36" fmla="*/ 85 w 290"/>
                  <a:gd name="T37" fmla="*/ 160 h 1090"/>
                  <a:gd name="T38" fmla="*/ 82 w 290"/>
                  <a:gd name="T39" fmla="*/ 264 h 1090"/>
                  <a:gd name="T40" fmla="*/ 76 w 290"/>
                  <a:gd name="T41" fmla="*/ 332 h 1090"/>
                  <a:gd name="T42" fmla="*/ 67 w 290"/>
                  <a:gd name="T43" fmla="*/ 402 h 1090"/>
                  <a:gd name="T44" fmla="*/ 68 w 290"/>
                  <a:gd name="T45" fmla="*/ 485 h 1090"/>
                  <a:gd name="T46" fmla="*/ 64 w 290"/>
                  <a:gd name="T47" fmla="*/ 580 h 1090"/>
                  <a:gd name="T48" fmla="*/ 51 w 290"/>
                  <a:gd name="T49" fmla="*/ 651 h 1090"/>
                  <a:gd name="T50" fmla="*/ 37 w 290"/>
                  <a:gd name="T51" fmla="*/ 765 h 1090"/>
                  <a:gd name="T52" fmla="*/ 19 w 290"/>
                  <a:gd name="T53" fmla="*/ 885 h 1090"/>
                  <a:gd name="T54" fmla="*/ 3 w 290"/>
                  <a:gd name="T55" fmla="*/ 986 h 1090"/>
                  <a:gd name="T56" fmla="*/ 0 w 290"/>
                  <a:gd name="T57" fmla="*/ 1090 h 1090"/>
                  <a:gd name="T58" fmla="*/ 266 w 290"/>
                  <a:gd name="T59" fmla="*/ 1085 h 1090"/>
                  <a:gd name="T60" fmla="*/ 284 w 290"/>
                  <a:gd name="T61" fmla="*/ 1005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0" h="1090">
                    <a:moveTo>
                      <a:pt x="284" y="1005"/>
                    </a:moveTo>
                    <a:lnTo>
                      <a:pt x="289" y="947"/>
                    </a:lnTo>
                    <a:lnTo>
                      <a:pt x="290" y="818"/>
                    </a:lnTo>
                    <a:lnTo>
                      <a:pt x="281" y="691"/>
                    </a:lnTo>
                    <a:lnTo>
                      <a:pt x="275" y="635"/>
                    </a:lnTo>
                    <a:lnTo>
                      <a:pt x="271" y="594"/>
                    </a:lnTo>
                    <a:lnTo>
                      <a:pt x="271" y="505"/>
                    </a:lnTo>
                    <a:lnTo>
                      <a:pt x="276" y="406"/>
                    </a:lnTo>
                    <a:lnTo>
                      <a:pt x="275" y="332"/>
                    </a:lnTo>
                    <a:lnTo>
                      <a:pt x="273" y="276"/>
                    </a:lnTo>
                    <a:lnTo>
                      <a:pt x="262" y="166"/>
                    </a:lnTo>
                    <a:lnTo>
                      <a:pt x="253" y="88"/>
                    </a:lnTo>
                    <a:lnTo>
                      <a:pt x="236" y="24"/>
                    </a:lnTo>
                    <a:lnTo>
                      <a:pt x="214" y="3"/>
                    </a:lnTo>
                    <a:lnTo>
                      <a:pt x="186" y="1"/>
                    </a:lnTo>
                    <a:lnTo>
                      <a:pt x="156" y="0"/>
                    </a:lnTo>
                    <a:lnTo>
                      <a:pt x="121" y="14"/>
                    </a:lnTo>
                    <a:lnTo>
                      <a:pt x="92" y="70"/>
                    </a:lnTo>
                    <a:lnTo>
                      <a:pt x="85" y="160"/>
                    </a:lnTo>
                    <a:lnTo>
                      <a:pt x="82" y="264"/>
                    </a:lnTo>
                    <a:lnTo>
                      <a:pt x="76" y="332"/>
                    </a:lnTo>
                    <a:lnTo>
                      <a:pt x="67" y="402"/>
                    </a:lnTo>
                    <a:lnTo>
                      <a:pt x="68" y="485"/>
                    </a:lnTo>
                    <a:lnTo>
                      <a:pt x="64" y="580"/>
                    </a:lnTo>
                    <a:lnTo>
                      <a:pt x="51" y="651"/>
                    </a:lnTo>
                    <a:lnTo>
                      <a:pt x="37" y="765"/>
                    </a:lnTo>
                    <a:lnTo>
                      <a:pt x="19" y="885"/>
                    </a:lnTo>
                    <a:lnTo>
                      <a:pt x="3" y="986"/>
                    </a:lnTo>
                    <a:lnTo>
                      <a:pt x="0" y="1090"/>
                    </a:lnTo>
                    <a:lnTo>
                      <a:pt x="266" y="1085"/>
                    </a:lnTo>
                    <a:lnTo>
                      <a:pt x="284" y="1005"/>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192578" name="Freeform 66"/>
              <p:cNvSpPr>
                <a:spLocks/>
              </p:cNvSpPr>
              <p:nvPr/>
            </p:nvSpPr>
            <p:spPr bwMode="auto">
              <a:xfrm>
                <a:off x="2968" y="1156"/>
                <a:ext cx="31" cy="4"/>
              </a:xfrm>
              <a:custGeom>
                <a:avLst/>
                <a:gdLst>
                  <a:gd name="T0" fmla="*/ 221 w 221"/>
                  <a:gd name="T1" fmla="*/ 14 h 28"/>
                  <a:gd name="T2" fmla="*/ 156 w 221"/>
                  <a:gd name="T3" fmla="*/ 24 h 28"/>
                  <a:gd name="T4" fmla="*/ 104 w 221"/>
                  <a:gd name="T5" fmla="*/ 28 h 28"/>
                  <a:gd name="T6" fmla="*/ 35 w 221"/>
                  <a:gd name="T7" fmla="*/ 14 h 28"/>
                  <a:gd name="T8" fmla="*/ 0 w 221"/>
                  <a:gd name="T9" fmla="*/ 0 h 28"/>
                </a:gdLst>
                <a:ahLst/>
                <a:cxnLst>
                  <a:cxn ang="0">
                    <a:pos x="T0" y="T1"/>
                  </a:cxn>
                  <a:cxn ang="0">
                    <a:pos x="T2" y="T3"/>
                  </a:cxn>
                  <a:cxn ang="0">
                    <a:pos x="T4" y="T5"/>
                  </a:cxn>
                  <a:cxn ang="0">
                    <a:pos x="T6" y="T7"/>
                  </a:cxn>
                  <a:cxn ang="0">
                    <a:pos x="T8" y="T9"/>
                  </a:cxn>
                </a:cxnLst>
                <a:rect l="0" t="0" r="r" b="b"/>
                <a:pathLst>
                  <a:path w="221" h="28">
                    <a:moveTo>
                      <a:pt x="221" y="14"/>
                    </a:moveTo>
                    <a:lnTo>
                      <a:pt x="156" y="24"/>
                    </a:lnTo>
                    <a:lnTo>
                      <a:pt x="104" y="28"/>
                    </a:lnTo>
                    <a:lnTo>
                      <a:pt x="35" y="14"/>
                    </a:lnTo>
                    <a:lnTo>
                      <a:pt x="0" y="0"/>
                    </a:lnTo>
                  </a:path>
                </a:pathLst>
              </a:custGeom>
              <a:solidFill>
                <a:srgbClr val="FFD7AF"/>
              </a:solidFill>
              <a:ln w="1588">
                <a:solidFill>
                  <a:srgbClr val="000000"/>
                </a:solidFill>
                <a:prstDash val="solid"/>
                <a:round/>
                <a:headEnd/>
                <a:tailEnd/>
              </a:ln>
            </p:spPr>
            <p:txBody>
              <a:bodyPr/>
              <a:lstStyle/>
              <a:p>
                <a:endParaRPr lang="zh-CN" altLang="en-US"/>
              </a:p>
            </p:txBody>
          </p:sp>
          <p:sp>
            <p:nvSpPr>
              <p:cNvPr id="192579" name="Freeform 67"/>
              <p:cNvSpPr>
                <a:spLocks/>
              </p:cNvSpPr>
              <p:nvPr/>
            </p:nvSpPr>
            <p:spPr bwMode="auto">
              <a:xfrm>
                <a:off x="2872" y="1264"/>
                <a:ext cx="26" cy="2"/>
              </a:xfrm>
              <a:custGeom>
                <a:avLst/>
                <a:gdLst>
                  <a:gd name="T0" fmla="*/ 0 w 181"/>
                  <a:gd name="T1" fmla="*/ 0 h 14"/>
                  <a:gd name="T2" fmla="*/ 70 w 181"/>
                  <a:gd name="T3" fmla="*/ 14 h 14"/>
                  <a:gd name="T4" fmla="*/ 146 w 181"/>
                  <a:gd name="T5" fmla="*/ 14 h 14"/>
                  <a:gd name="T6" fmla="*/ 181 w 181"/>
                  <a:gd name="T7" fmla="*/ 7 h 14"/>
                </a:gdLst>
                <a:ahLst/>
                <a:cxnLst>
                  <a:cxn ang="0">
                    <a:pos x="T0" y="T1"/>
                  </a:cxn>
                  <a:cxn ang="0">
                    <a:pos x="T2" y="T3"/>
                  </a:cxn>
                  <a:cxn ang="0">
                    <a:pos x="T4" y="T5"/>
                  </a:cxn>
                  <a:cxn ang="0">
                    <a:pos x="T6" y="T7"/>
                  </a:cxn>
                </a:cxnLst>
                <a:rect l="0" t="0" r="r" b="b"/>
                <a:pathLst>
                  <a:path w="181" h="14">
                    <a:moveTo>
                      <a:pt x="0" y="0"/>
                    </a:moveTo>
                    <a:lnTo>
                      <a:pt x="70" y="14"/>
                    </a:lnTo>
                    <a:lnTo>
                      <a:pt x="146" y="14"/>
                    </a:lnTo>
                    <a:lnTo>
                      <a:pt x="181" y="7"/>
                    </a:lnTo>
                  </a:path>
                </a:pathLst>
              </a:custGeom>
              <a:solidFill>
                <a:srgbClr val="FFD7AF"/>
              </a:solidFill>
              <a:ln w="1588">
                <a:solidFill>
                  <a:srgbClr val="000000"/>
                </a:solidFill>
                <a:prstDash val="solid"/>
                <a:round/>
                <a:headEnd/>
                <a:tailEnd/>
              </a:ln>
            </p:spPr>
            <p:txBody>
              <a:bodyPr/>
              <a:lstStyle/>
              <a:p>
                <a:endParaRPr lang="zh-CN" altLang="en-US"/>
              </a:p>
            </p:txBody>
          </p:sp>
          <p:sp>
            <p:nvSpPr>
              <p:cNvPr id="192580" name="Freeform 68"/>
              <p:cNvSpPr>
                <a:spLocks/>
              </p:cNvSpPr>
              <p:nvPr/>
            </p:nvSpPr>
            <p:spPr bwMode="auto">
              <a:xfrm>
                <a:off x="2928" y="1104"/>
                <a:ext cx="53" cy="72"/>
              </a:xfrm>
              <a:custGeom>
                <a:avLst/>
                <a:gdLst>
                  <a:gd name="T0" fmla="*/ 370 w 370"/>
                  <a:gd name="T1" fmla="*/ 97 h 501"/>
                  <a:gd name="T2" fmla="*/ 362 w 370"/>
                  <a:gd name="T3" fmla="*/ 159 h 501"/>
                  <a:gd name="T4" fmla="*/ 331 w 370"/>
                  <a:gd name="T5" fmla="*/ 214 h 501"/>
                  <a:gd name="T6" fmla="*/ 276 w 370"/>
                  <a:gd name="T7" fmla="*/ 266 h 501"/>
                  <a:gd name="T8" fmla="*/ 239 w 370"/>
                  <a:gd name="T9" fmla="*/ 279 h 501"/>
                  <a:gd name="T10" fmla="*/ 209 w 370"/>
                  <a:gd name="T11" fmla="*/ 294 h 501"/>
                  <a:gd name="T12" fmla="*/ 191 w 370"/>
                  <a:gd name="T13" fmla="*/ 344 h 501"/>
                  <a:gd name="T14" fmla="*/ 163 w 370"/>
                  <a:gd name="T15" fmla="*/ 414 h 501"/>
                  <a:gd name="T16" fmla="*/ 132 w 370"/>
                  <a:gd name="T17" fmla="*/ 480 h 501"/>
                  <a:gd name="T18" fmla="*/ 97 w 370"/>
                  <a:gd name="T19" fmla="*/ 501 h 501"/>
                  <a:gd name="T20" fmla="*/ 46 w 370"/>
                  <a:gd name="T21" fmla="*/ 501 h 501"/>
                  <a:gd name="T22" fmla="*/ 14 w 370"/>
                  <a:gd name="T23" fmla="*/ 486 h 501"/>
                  <a:gd name="T24" fmla="*/ 0 w 370"/>
                  <a:gd name="T25" fmla="*/ 446 h 501"/>
                  <a:gd name="T26" fmla="*/ 3 w 370"/>
                  <a:gd name="T27" fmla="*/ 401 h 501"/>
                  <a:gd name="T28" fmla="*/ 19 w 370"/>
                  <a:gd name="T29" fmla="*/ 318 h 501"/>
                  <a:gd name="T30" fmla="*/ 52 w 370"/>
                  <a:gd name="T31" fmla="*/ 251 h 501"/>
                  <a:gd name="T32" fmla="*/ 90 w 370"/>
                  <a:gd name="T33" fmla="*/ 193 h 501"/>
                  <a:gd name="T34" fmla="*/ 160 w 370"/>
                  <a:gd name="T35" fmla="*/ 69 h 501"/>
                  <a:gd name="T36" fmla="*/ 207 w 370"/>
                  <a:gd name="T37" fmla="*/ 14 h 501"/>
                  <a:gd name="T38" fmla="*/ 269 w 370"/>
                  <a:gd name="T39" fmla="*/ 0 h 501"/>
                  <a:gd name="T40" fmla="*/ 305 w 370"/>
                  <a:gd name="T41" fmla="*/ 9 h 501"/>
                  <a:gd name="T42" fmla="*/ 331 w 370"/>
                  <a:gd name="T43" fmla="*/ 28 h 501"/>
                  <a:gd name="T44" fmla="*/ 357 w 370"/>
                  <a:gd name="T45" fmla="*/ 61 h 501"/>
                  <a:gd name="T46" fmla="*/ 370 w 370"/>
                  <a:gd name="T47" fmla="*/ 97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0" h="501">
                    <a:moveTo>
                      <a:pt x="370" y="97"/>
                    </a:moveTo>
                    <a:lnTo>
                      <a:pt x="362" y="159"/>
                    </a:lnTo>
                    <a:lnTo>
                      <a:pt x="331" y="214"/>
                    </a:lnTo>
                    <a:lnTo>
                      <a:pt x="276" y="266"/>
                    </a:lnTo>
                    <a:lnTo>
                      <a:pt x="239" y="279"/>
                    </a:lnTo>
                    <a:lnTo>
                      <a:pt x="209" y="294"/>
                    </a:lnTo>
                    <a:lnTo>
                      <a:pt x="191" y="344"/>
                    </a:lnTo>
                    <a:lnTo>
                      <a:pt x="163" y="414"/>
                    </a:lnTo>
                    <a:lnTo>
                      <a:pt x="132" y="480"/>
                    </a:lnTo>
                    <a:lnTo>
                      <a:pt x="97" y="501"/>
                    </a:lnTo>
                    <a:lnTo>
                      <a:pt x="46" y="501"/>
                    </a:lnTo>
                    <a:lnTo>
                      <a:pt x="14" y="486"/>
                    </a:lnTo>
                    <a:lnTo>
                      <a:pt x="0" y="446"/>
                    </a:lnTo>
                    <a:lnTo>
                      <a:pt x="3" y="401"/>
                    </a:lnTo>
                    <a:lnTo>
                      <a:pt x="19" y="318"/>
                    </a:lnTo>
                    <a:lnTo>
                      <a:pt x="52" y="251"/>
                    </a:lnTo>
                    <a:lnTo>
                      <a:pt x="90" y="193"/>
                    </a:lnTo>
                    <a:lnTo>
                      <a:pt x="160" y="69"/>
                    </a:lnTo>
                    <a:lnTo>
                      <a:pt x="207" y="14"/>
                    </a:lnTo>
                    <a:lnTo>
                      <a:pt x="269" y="0"/>
                    </a:lnTo>
                    <a:lnTo>
                      <a:pt x="305" y="9"/>
                    </a:lnTo>
                    <a:lnTo>
                      <a:pt x="331" y="28"/>
                    </a:lnTo>
                    <a:lnTo>
                      <a:pt x="357" y="61"/>
                    </a:lnTo>
                    <a:lnTo>
                      <a:pt x="370" y="97"/>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192581" name="Freeform 69"/>
              <p:cNvSpPr>
                <a:spLocks/>
              </p:cNvSpPr>
              <p:nvPr/>
            </p:nvSpPr>
            <p:spPr bwMode="auto">
              <a:xfrm>
                <a:off x="2948" y="1163"/>
                <a:ext cx="14" cy="17"/>
              </a:xfrm>
              <a:custGeom>
                <a:avLst/>
                <a:gdLst>
                  <a:gd name="T0" fmla="*/ 17 w 98"/>
                  <a:gd name="T1" fmla="*/ 0 h 114"/>
                  <a:gd name="T2" fmla="*/ 57 w 98"/>
                  <a:gd name="T3" fmla="*/ 0 h 114"/>
                  <a:gd name="T4" fmla="*/ 96 w 98"/>
                  <a:gd name="T5" fmla="*/ 14 h 114"/>
                  <a:gd name="T6" fmla="*/ 98 w 98"/>
                  <a:gd name="T7" fmla="*/ 59 h 114"/>
                  <a:gd name="T8" fmla="*/ 86 w 98"/>
                  <a:gd name="T9" fmla="*/ 92 h 114"/>
                  <a:gd name="T10" fmla="*/ 48 w 98"/>
                  <a:gd name="T11" fmla="*/ 114 h 114"/>
                  <a:gd name="T12" fmla="*/ 21 w 98"/>
                  <a:gd name="T13" fmla="*/ 102 h 114"/>
                  <a:gd name="T14" fmla="*/ 11 w 98"/>
                  <a:gd name="T15" fmla="*/ 83 h 114"/>
                  <a:gd name="T16" fmla="*/ 0 w 98"/>
                  <a:gd name="T17" fmla="*/ 54 h 114"/>
                  <a:gd name="T18" fmla="*/ 4 w 98"/>
                  <a:gd name="T19" fmla="*/ 16 h 114"/>
                  <a:gd name="T20" fmla="*/ 17 w 98"/>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8" h="114">
                    <a:moveTo>
                      <a:pt x="17" y="0"/>
                    </a:moveTo>
                    <a:lnTo>
                      <a:pt x="57" y="0"/>
                    </a:lnTo>
                    <a:lnTo>
                      <a:pt x="96" y="14"/>
                    </a:lnTo>
                    <a:lnTo>
                      <a:pt x="98" y="59"/>
                    </a:lnTo>
                    <a:lnTo>
                      <a:pt x="86" y="92"/>
                    </a:lnTo>
                    <a:lnTo>
                      <a:pt x="48" y="114"/>
                    </a:lnTo>
                    <a:lnTo>
                      <a:pt x="21" y="102"/>
                    </a:lnTo>
                    <a:lnTo>
                      <a:pt x="11" y="83"/>
                    </a:lnTo>
                    <a:lnTo>
                      <a:pt x="0" y="54"/>
                    </a:lnTo>
                    <a:lnTo>
                      <a:pt x="4" y="16"/>
                    </a:lnTo>
                    <a:lnTo>
                      <a:pt x="17" y="0"/>
                    </a:lnTo>
                    <a:close/>
                  </a:path>
                </a:pathLst>
              </a:custGeom>
              <a:solidFill>
                <a:srgbClr val="FFD7AF"/>
              </a:solidFill>
              <a:ln w="1588">
                <a:solidFill>
                  <a:srgbClr val="000000"/>
                </a:solidFill>
                <a:prstDash val="solid"/>
                <a:round/>
                <a:headEnd/>
                <a:tailEnd/>
              </a:ln>
            </p:spPr>
            <p:txBody>
              <a:bodyPr/>
              <a:lstStyle/>
              <a:p>
                <a:endParaRPr lang="zh-CN" altLang="en-US"/>
              </a:p>
            </p:txBody>
          </p:sp>
          <p:sp>
            <p:nvSpPr>
              <p:cNvPr id="192582" name="Freeform 70"/>
              <p:cNvSpPr>
                <a:spLocks/>
              </p:cNvSpPr>
              <p:nvPr/>
            </p:nvSpPr>
            <p:spPr bwMode="auto">
              <a:xfrm>
                <a:off x="2902" y="1083"/>
                <a:ext cx="45" cy="90"/>
              </a:xfrm>
              <a:custGeom>
                <a:avLst/>
                <a:gdLst>
                  <a:gd name="T0" fmla="*/ 317 w 317"/>
                  <a:gd name="T1" fmla="*/ 90 h 626"/>
                  <a:gd name="T2" fmla="*/ 303 w 317"/>
                  <a:gd name="T3" fmla="*/ 48 h 626"/>
                  <a:gd name="T4" fmla="*/ 280 w 317"/>
                  <a:gd name="T5" fmla="*/ 18 h 626"/>
                  <a:gd name="T6" fmla="*/ 245 w 317"/>
                  <a:gd name="T7" fmla="*/ 7 h 626"/>
                  <a:gd name="T8" fmla="*/ 200 w 317"/>
                  <a:gd name="T9" fmla="*/ 0 h 626"/>
                  <a:gd name="T10" fmla="*/ 138 w 317"/>
                  <a:gd name="T11" fmla="*/ 21 h 626"/>
                  <a:gd name="T12" fmla="*/ 92 w 317"/>
                  <a:gd name="T13" fmla="*/ 49 h 626"/>
                  <a:gd name="T14" fmla="*/ 53 w 317"/>
                  <a:gd name="T15" fmla="*/ 118 h 626"/>
                  <a:gd name="T16" fmla="*/ 30 w 317"/>
                  <a:gd name="T17" fmla="*/ 277 h 626"/>
                  <a:gd name="T18" fmla="*/ 3 w 317"/>
                  <a:gd name="T19" fmla="*/ 394 h 626"/>
                  <a:gd name="T20" fmla="*/ 0 w 317"/>
                  <a:gd name="T21" fmla="*/ 512 h 626"/>
                  <a:gd name="T22" fmla="*/ 8 w 317"/>
                  <a:gd name="T23" fmla="*/ 567 h 626"/>
                  <a:gd name="T24" fmla="*/ 33 w 317"/>
                  <a:gd name="T25" fmla="*/ 608 h 626"/>
                  <a:gd name="T26" fmla="*/ 91 w 317"/>
                  <a:gd name="T27" fmla="*/ 626 h 626"/>
                  <a:gd name="T28" fmla="*/ 145 w 317"/>
                  <a:gd name="T29" fmla="*/ 601 h 626"/>
                  <a:gd name="T30" fmla="*/ 173 w 317"/>
                  <a:gd name="T31" fmla="*/ 539 h 626"/>
                  <a:gd name="T32" fmla="*/ 193 w 317"/>
                  <a:gd name="T33" fmla="*/ 436 h 626"/>
                  <a:gd name="T34" fmla="*/ 221 w 317"/>
                  <a:gd name="T35" fmla="*/ 341 h 626"/>
                  <a:gd name="T36" fmla="*/ 267 w 317"/>
                  <a:gd name="T37" fmla="*/ 253 h 626"/>
                  <a:gd name="T38" fmla="*/ 300 w 317"/>
                  <a:gd name="T39" fmla="*/ 155 h 626"/>
                  <a:gd name="T40" fmla="*/ 317 w 317"/>
                  <a:gd name="T41" fmla="*/ 9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7" h="626">
                    <a:moveTo>
                      <a:pt x="317" y="90"/>
                    </a:moveTo>
                    <a:lnTo>
                      <a:pt x="303" y="48"/>
                    </a:lnTo>
                    <a:lnTo>
                      <a:pt x="280" y="18"/>
                    </a:lnTo>
                    <a:lnTo>
                      <a:pt x="245" y="7"/>
                    </a:lnTo>
                    <a:lnTo>
                      <a:pt x="200" y="0"/>
                    </a:lnTo>
                    <a:lnTo>
                      <a:pt x="138" y="21"/>
                    </a:lnTo>
                    <a:lnTo>
                      <a:pt x="92" y="49"/>
                    </a:lnTo>
                    <a:lnTo>
                      <a:pt x="53" y="118"/>
                    </a:lnTo>
                    <a:lnTo>
                      <a:pt x="30" y="277"/>
                    </a:lnTo>
                    <a:lnTo>
                      <a:pt x="3" y="394"/>
                    </a:lnTo>
                    <a:lnTo>
                      <a:pt x="0" y="512"/>
                    </a:lnTo>
                    <a:lnTo>
                      <a:pt x="8" y="567"/>
                    </a:lnTo>
                    <a:lnTo>
                      <a:pt x="33" y="608"/>
                    </a:lnTo>
                    <a:lnTo>
                      <a:pt x="91" y="626"/>
                    </a:lnTo>
                    <a:lnTo>
                      <a:pt x="145" y="601"/>
                    </a:lnTo>
                    <a:lnTo>
                      <a:pt x="173" y="539"/>
                    </a:lnTo>
                    <a:lnTo>
                      <a:pt x="193" y="436"/>
                    </a:lnTo>
                    <a:lnTo>
                      <a:pt x="221" y="341"/>
                    </a:lnTo>
                    <a:lnTo>
                      <a:pt x="267" y="253"/>
                    </a:lnTo>
                    <a:lnTo>
                      <a:pt x="300" y="155"/>
                    </a:lnTo>
                    <a:lnTo>
                      <a:pt x="317" y="90"/>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192583" name="Freeform 71"/>
              <p:cNvSpPr>
                <a:spLocks/>
              </p:cNvSpPr>
              <p:nvPr/>
            </p:nvSpPr>
            <p:spPr bwMode="auto">
              <a:xfrm>
                <a:off x="2904" y="1147"/>
                <a:ext cx="19" cy="21"/>
              </a:xfrm>
              <a:custGeom>
                <a:avLst/>
                <a:gdLst>
                  <a:gd name="T0" fmla="*/ 131 w 132"/>
                  <a:gd name="T1" fmla="*/ 24 h 152"/>
                  <a:gd name="T2" fmla="*/ 132 w 132"/>
                  <a:gd name="T3" fmla="*/ 80 h 152"/>
                  <a:gd name="T4" fmla="*/ 113 w 132"/>
                  <a:gd name="T5" fmla="*/ 137 h 152"/>
                  <a:gd name="T6" fmla="*/ 78 w 132"/>
                  <a:gd name="T7" fmla="*/ 152 h 152"/>
                  <a:gd name="T8" fmla="*/ 26 w 132"/>
                  <a:gd name="T9" fmla="*/ 137 h 152"/>
                  <a:gd name="T10" fmla="*/ 10 w 132"/>
                  <a:gd name="T11" fmla="*/ 111 h 152"/>
                  <a:gd name="T12" fmla="*/ 2 w 132"/>
                  <a:gd name="T13" fmla="*/ 81 h 152"/>
                  <a:gd name="T14" fmla="*/ 0 w 132"/>
                  <a:gd name="T15" fmla="*/ 39 h 152"/>
                  <a:gd name="T16" fmla="*/ 22 w 132"/>
                  <a:gd name="T17" fmla="*/ 10 h 152"/>
                  <a:gd name="T18" fmla="*/ 92 w 132"/>
                  <a:gd name="T19" fmla="*/ 0 h 152"/>
                  <a:gd name="T20" fmla="*/ 131 w 132"/>
                  <a:gd name="T21" fmla="*/ 2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152">
                    <a:moveTo>
                      <a:pt x="131" y="24"/>
                    </a:moveTo>
                    <a:lnTo>
                      <a:pt x="132" y="80"/>
                    </a:lnTo>
                    <a:lnTo>
                      <a:pt x="113" y="137"/>
                    </a:lnTo>
                    <a:lnTo>
                      <a:pt x="78" y="152"/>
                    </a:lnTo>
                    <a:lnTo>
                      <a:pt x="26" y="137"/>
                    </a:lnTo>
                    <a:lnTo>
                      <a:pt x="10" y="111"/>
                    </a:lnTo>
                    <a:lnTo>
                      <a:pt x="2" y="81"/>
                    </a:lnTo>
                    <a:lnTo>
                      <a:pt x="0" y="39"/>
                    </a:lnTo>
                    <a:lnTo>
                      <a:pt x="22" y="10"/>
                    </a:lnTo>
                    <a:lnTo>
                      <a:pt x="92" y="0"/>
                    </a:lnTo>
                    <a:lnTo>
                      <a:pt x="131" y="24"/>
                    </a:lnTo>
                    <a:close/>
                  </a:path>
                </a:pathLst>
              </a:custGeom>
              <a:solidFill>
                <a:srgbClr val="FFD7AF"/>
              </a:solidFill>
              <a:ln w="1588">
                <a:solidFill>
                  <a:srgbClr val="000000"/>
                </a:solidFill>
                <a:prstDash val="solid"/>
                <a:round/>
                <a:headEnd/>
                <a:tailEnd/>
              </a:ln>
            </p:spPr>
            <p:txBody>
              <a:bodyPr/>
              <a:lstStyle/>
              <a:p>
                <a:endParaRPr lang="zh-CN" altLang="en-US"/>
              </a:p>
            </p:txBody>
          </p:sp>
          <p:sp>
            <p:nvSpPr>
              <p:cNvPr id="192584" name="Freeform 72"/>
              <p:cNvSpPr>
                <a:spLocks/>
              </p:cNvSpPr>
              <p:nvPr/>
            </p:nvSpPr>
            <p:spPr bwMode="auto">
              <a:xfrm>
                <a:off x="2833" y="1089"/>
                <a:ext cx="83" cy="135"/>
              </a:xfrm>
              <a:custGeom>
                <a:avLst/>
                <a:gdLst>
                  <a:gd name="T0" fmla="*/ 242 w 578"/>
                  <a:gd name="T1" fmla="*/ 117 h 941"/>
                  <a:gd name="T2" fmla="*/ 326 w 578"/>
                  <a:gd name="T3" fmla="*/ 97 h 941"/>
                  <a:gd name="T4" fmla="*/ 381 w 578"/>
                  <a:gd name="T5" fmla="*/ 62 h 941"/>
                  <a:gd name="T6" fmla="*/ 450 w 578"/>
                  <a:gd name="T7" fmla="*/ 21 h 941"/>
                  <a:gd name="T8" fmla="*/ 526 w 578"/>
                  <a:gd name="T9" fmla="*/ 0 h 941"/>
                  <a:gd name="T10" fmla="*/ 554 w 578"/>
                  <a:gd name="T11" fmla="*/ 10 h 941"/>
                  <a:gd name="T12" fmla="*/ 574 w 578"/>
                  <a:gd name="T13" fmla="*/ 33 h 941"/>
                  <a:gd name="T14" fmla="*/ 578 w 578"/>
                  <a:gd name="T15" fmla="*/ 71 h 941"/>
                  <a:gd name="T16" fmla="*/ 567 w 578"/>
                  <a:gd name="T17" fmla="*/ 117 h 941"/>
                  <a:gd name="T18" fmla="*/ 557 w 578"/>
                  <a:gd name="T19" fmla="*/ 158 h 941"/>
                  <a:gd name="T20" fmla="*/ 526 w 578"/>
                  <a:gd name="T21" fmla="*/ 207 h 941"/>
                  <a:gd name="T22" fmla="*/ 454 w 578"/>
                  <a:gd name="T23" fmla="*/ 276 h 941"/>
                  <a:gd name="T24" fmla="*/ 402 w 578"/>
                  <a:gd name="T25" fmla="*/ 311 h 941"/>
                  <a:gd name="T26" fmla="*/ 360 w 578"/>
                  <a:gd name="T27" fmla="*/ 331 h 941"/>
                  <a:gd name="T28" fmla="*/ 367 w 578"/>
                  <a:gd name="T29" fmla="*/ 407 h 941"/>
                  <a:gd name="T30" fmla="*/ 374 w 578"/>
                  <a:gd name="T31" fmla="*/ 477 h 941"/>
                  <a:gd name="T32" fmla="*/ 367 w 578"/>
                  <a:gd name="T33" fmla="*/ 580 h 941"/>
                  <a:gd name="T34" fmla="*/ 353 w 578"/>
                  <a:gd name="T35" fmla="*/ 642 h 941"/>
                  <a:gd name="T36" fmla="*/ 347 w 578"/>
                  <a:gd name="T37" fmla="*/ 705 h 941"/>
                  <a:gd name="T38" fmla="*/ 315 w 578"/>
                  <a:gd name="T39" fmla="*/ 769 h 941"/>
                  <a:gd name="T40" fmla="*/ 287 w 578"/>
                  <a:gd name="T41" fmla="*/ 815 h 941"/>
                  <a:gd name="T42" fmla="*/ 235 w 578"/>
                  <a:gd name="T43" fmla="*/ 859 h 941"/>
                  <a:gd name="T44" fmla="*/ 187 w 578"/>
                  <a:gd name="T45" fmla="*/ 899 h 941"/>
                  <a:gd name="T46" fmla="*/ 135 w 578"/>
                  <a:gd name="T47" fmla="*/ 926 h 941"/>
                  <a:gd name="T48" fmla="*/ 97 w 578"/>
                  <a:gd name="T49" fmla="*/ 941 h 941"/>
                  <a:gd name="T50" fmla="*/ 62 w 578"/>
                  <a:gd name="T51" fmla="*/ 865 h 941"/>
                  <a:gd name="T52" fmla="*/ 42 w 578"/>
                  <a:gd name="T53" fmla="*/ 787 h 941"/>
                  <a:gd name="T54" fmla="*/ 7 w 578"/>
                  <a:gd name="T55" fmla="*/ 670 h 941"/>
                  <a:gd name="T56" fmla="*/ 0 w 578"/>
                  <a:gd name="T57" fmla="*/ 615 h 941"/>
                  <a:gd name="T58" fmla="*/ 28 w 578"/>
                  <a:gd name="T59" fmla="*/ 525 h 941"/>
                  <a:gd name="T60" fmla="*/ 55 w 578"/>
                  <a:gd name="T61" fmla="*/ 401 h 941"/>
                  <a:gd name="T62" fmla="*/ 90 w 578"/>
                  <a:gd name="T63" fmla="*/ 242 h 941"/>
                  <a:gd name="T64" fmla="*/ 124 w 578"/>
                  <a:gd name="T65" fmla="*/ 166 h 941"/>
                  <a:gd name="T66" fmla="*/ 187 w 578"/>
                  <a:gd name="T67" fmla="*/ 131 h 941"/>
                  <a:gd name="T68" fmla="*/ 242 w 578"/>
                  <a:gd name="T69" fmla="*/ 117 h 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78" h="941">
                    <a:moveTo>
                      <a:pt x="242" y="117"/>
                    </a:moveTo>
                    <a:lnTo>
                      <a:pt x="326" y="97"/>
                    </a:lnTo>
                    <a:lnTo>
                      <a:pt x="381" y="62"/>
                    </a:lnTo>
                    <a:lnTo>
                      <a:pt x="450" y="21"/>
                    </a:lnTo>
                    <a:lnTo>
                      <a:pt x="526" y="0"/>
                    </a:lnTo>
                    <a:lnTo>
                      <a:pt x="554" y="10"/>
                    </a:lnTo>
                    <a:lnTo>
                      <a:pt x="574" y="33"/>
                    </a:lnTo>
                    <a:lnTo>
                      <a:pt x="578" y="71"/>
                    </a:lnTo>
                    <a:lnTo>
                      <a:pt x="567" y="117"/>
                    </a:lnTo>
                    <a:lnTo>
                      <a:pt x="557" y="158"/>
                    </a:lnTo>
                    <a:lnTo>
                      <a:pt x="526" y="207"/>
                    </a:lnTo>
                    <a:lnTo>
                      <a:pt x="454" y="276"/>
                    </a:lnTo>
                    <a:lnTo>
                      <a:pt x="402" y="311"/>
                    </a:lnTo>
                    <a:lnTo>
                      <a:pt x="360" y="331"/>
                    </a:lnTo>
                    <a:lnTo>
                      <a:pt x="367" y="407"/>
                    </a:lnTo>
                    <a:lnTo>
                      <a:pt x="374" y="477"/>
                    </a:lnTo>
                    <a:lnTo>
                      <a:pt x="367" y="580"/>
                    </a:lnTo>
                    <a:lnTo>
                      <a:pt x="353" y="642"/>
                    </a:lnTo>
                    <a:lnTo>
                      <a:pt x="347" y="705"/>
                    </a:lnTo>
                    <a:lnTo>
                      <a:pt x="315" y="769"/>
                    </a:lnTo>
                    <a:lnTo>
                      <a:pt x="287" y="815"/>
                    </a:lnTo>
                    <a:lnTo>
                      <a:pt x="235" y="859"/>
                    </a:lnTo>
                    <a:lnTo>
                      <a:pt x="187" y="899"/>
                    </a:lnTo>
                    <a:lnTo>
                      <a:pt x="135" y="926"/>
                    </a:lnTo>
                    <a:lnTo>
                      <a:pt x="97" y="941"/>
                    </a:lnTo>
                    <a:lnTo>
                      <a:pt x="62" y="865"/>
                    </a:lnTo>
                    <a:lnTo>
                      <a:pt x="42" y="787"/>
                    </a:lnTo>
                    <a:lnTo>
                      <a:pt x="7" y="670"/>
                    </a:lnTo>
                    <a:lnTo>
                      <a:pt x="0" y="615"/>
                    </a:lnTo>
                    <a:lnTo>
                      <a:pt x="28" y="525"/>
                    </a:lnTo>
                    <a:lnTo>
                      <a:pt x="55" y="401"/>
                    </a:lnTo>
                    <a:lnTo>
                      <a:pt x="90" y="242"/>
                    </a:lnTo>
                    <a:lnTo>
                      <a:pt x="124" y="166"/>
                    </a:lnTo>
                    <a:lnTo>
                      <a:pt x="187" y="131"/>
                    </a:lnTo>
                    <a:lnTo>
                      <a:pt x="242" y="117"/>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192585" name="Freeform 73"/>
              <p:cNvSpPr>
                <a:spLocks/>
              </p:cNvSpPr>
              <p:nvPr/>
            </p:nvSpPr>
            <p:spPr bwMode="auto">
              <a:xfrm>
                <a:off x="2883" y="1090"/>
                <a:ext cx="30" cy="21"/>
              </a:xfrm>
              <a:custGeom>
                <a:avLst/>
                <a:gdLst>
                  <a:gd name="T0" fmla="*/ 0 w 210"/>
                  <a:gd name="T1" fmla="*/ 83 h 149"/>
                  <a:gd name="T2" fmla="*/ 27 w 210"/>
                  <a:gd name="T3" fmla="*/ 135 h 149"/>
                  <a:gd name="T4" fmla="*/ 55 w 210"/>
                  <a:gd name="T5" fmla="*/ 149 h 149"/>
                  <a:gd name="T6" fmla="*/ 120 w 210"/>
                  <a:gd name="T7" fmla="*/ 132 h 149"/>
                  <a:gd name="T8" fmla="*/ 182 w 210"/>
                  <a:gd name="T9" fmla="*/ 104 h 149"/>
                  <a:gd name="T10" fmla="*/ 207 w 210"/>
                  <a:gd name="T11" fmla="*/ 83 h 149"/>
                  <a:gd name="T12" fmla="*/ 210 w 210"/>
                  <a:gd name="T13" fmla="*/ 31 h 149"/>
                  <a:gd name="T14" fmla="*/ 189 w 210"/>
                  <a:gd name="T15" fmla="*/ 0 h 149"/>
                  <a:gd name="T16" fmla="*/ 141 w 210"/>
                  <a:gd name="T17" fmla="*/ 4 h 149"/>
                  <a:gd name="T18" fmla="*/ 103 w 210"/>
                  <a:gd name="T19" fmla="*/ 20 h 149"/>
                  <a:gd name="T20" fmla="*/ 62 w 210"/>
                  <a:gd name="T21" fmla="*/ 41 h 149"/>
                  <a:gd name="T22" fmla="*/ 0 w 210"/>
                  <a:gd name="T23" fmla="*/ 8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149">
                    <a:moveTo>
                      <a:pt x="0" y="83"/>
                    </a:moveTo>
                    <a:lnTo>
                      <a:pt x="27" y="135"/>
                    </a:lnTo>
                    <a:lnTo>
                      <a:pt x="55" y="149"/>
                    </a:lnTo>
                    <a:lnTo>
                      <a:pt x="120" y="132"/>
                    </a:lnTo>
                    <a:lnTo>
                      <a:pt x="182" y="104"/>
                    </a:lnTo>
                    <a:lnTo>
                      <a:pt x="207" y="83"/>
                    </a:lnTo>
                    <a:lnTo>
                      <a:pt x="210" y="31"/>
                    </a:lnTo>
                    <a:lnTo>
                      <a:pt x="189" y="0"/>
                    </a:lnTo>
                    <a:lnTo>
                      <a:pt x="141" y="4"/>
                    </a:lnTo>
                    <a:lnTo>
                      <a:pt x="103" y="20"/>
                    </a:lnTo>
                    <a:lnTo>
                      <a:pt x="62" y="41"/>
                    </a:lnTo>
                    <a:lnTo>
                      <a:pt x="0" y="83"/>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192586" name="Freeform 74"/>
              <p:cNvSpPr>
                <a:spLocks/>
              </p:cNvSpPr>
              <p:nvPr/>
            </p:nvSpPr>
            <p:spPr bwMode="auto">
              <a:xfrm>
                <a:off x="2974" y="1146"/>
                <a:ext cx="1" cy="6"/>
              </a:xfrm>
              <a:custGeom>
                <a:avLst/>
                <a:gdLst>
                  <a:gd name="T0" fmla="*/ 7 w 7"/>
                  <a:gd name="T1" fmla="*/ 42 h 42"/>
                  <a:gd name="T2" fmla="*/ 7 w 7"/>
                  <a:gd name="T3" fmla="*/ 18 h 42"/>
                  <a:gd name="T4" fmla="*/ 0 w 7"/>
                  <a:gd name="T5" fmla="*/ 0 h 42"/>
                </a:gdLst>
                <a:ahLst/>
                <a:cxnLst>
                  <a:cxn ang="0">
                    <a:pos x="T0" y="T1"/>
                  </a:cxn>
                  <a:cxn ang="0">
                    <a:pos x="T2" y="T3"/>
                  </a:cxn>
                  <a:cxn ang="0">
                    <a:pos x="T4" y="T5"/>
                  </a:cxn>
                </a:cxnLst>
                <a:rect l="0" t="0" r="r" b="b"/>
                <a:pathLst>
                  <a:path w="7" h="42">
                    <a:moveTo>
                      <a:pt x="7" y="42"/>
                    </a:moveTo>
                    <a:lnTo>
                      <a:pt x="7" y="18"/>
                    </a:lnTo>
                    <a:lnTo>
                      <a:pt x="0" y="0"/>
                    </a:lnTo>
                  </a:path>
                </a:pathLst>
              </a:custGeom>
              <a:solidFill>
                <a:srgbClr val="FFD7AF"/>
              </a:solidFill>
              <a:ln w="1588">
                <a:solidFill>
                  <a:srgbClr val="000000"/>
                </a:solidFill>
                <a:prstDash val="solid"/>
                <a:round/>
                <a:headEnd/>
                <a:tailEnd/>
              </a:ln>
            </p:spPr>
            <p:txBody>
              <a:bodyPr/>
              <a:lstStyle/>
              <a:p>
                <a:endParaRPr lang="zh-CN" altLang="en-US"/>
              </a:p>
            </p:txBody>
          </p:sp>
        </p:grpSp>
      </p:grpSp>
    </p:spTree>
    <p:extLst>
      <p:ext uri="{BB962C8B-B14F-4D97-AF65-F5344CB8AC3E}">
        <p14:creationId xmlns:p14="http://schemas.microsoft.com/office/powerpoint/2010/main" val="20796402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nodeType="withEffect">
                                  <p:stCondLst>
                                    <p:cond delay="0"/>
                                  </p:stCondLst>
                                  <p:childTnLst>
                                    <p:set>
                                      <p:cBhvr>
                                        <p:cTn id="6" dur="1" fill="hold">
                                          <p:stCondLst>
                                            <p:cond delay="0"/>
                                          </p:stCondLst>
                                        </p:cTn>
                                        <p:tgtEl>
                                          <p:spTgt spid="192539"/>
                                        </p:tgtEl>
                                        <p:attrNameLst>
                                          <p:attrName>style.visibility</p:attrName>
                                        </p:attrNameLst>
                                      </p:cBhvr>
                                      <p:to>
                                        <p:strVal val="visible"/>
                                      </p:to>
                                    </p:set>
                                    <p:anim calcmode="lin" valueType="num">
                                      <p:cBhvr>
                                        <p:cTn id="7" dur="1000" fill="hold"/>
                                        <p:tgtEl>
                                          <p:spTgt spid="192539"/>
                                        </p:tgtEl>
                                        <p:attrNameLst>
                                          <p:attrName>ppt_w</p:attrName>
                                        </p:attrNameLst>
                                      </p:cBhvr>
                                      <p:tavLst>
                                        <p:tav tm="0">
                                          <p:val>
                                            <p:strVal val="#ppt_w*0.70"/>
                                          </p:val>
                                        </p:tav>
                                        <p:tav tm="100000">
                                          <p:val>
                                            <p:strVal val="#ppt_w"/>
                                          </p:val>
                                        </p:tav>
                                      </p:tavLst>
                                    </p:anim>
                                    <p:anim calcmode="lin" valueType="num">
                                      <p:cBhvr>
                                        <p:cTn id="8" dur="1000" fill="hold"/>
                                        <p:tgtEl>
                                          <p:spTgt spid="192539"/>
                                        </p:tgtEl>
                                        <p:attrNameLst>
                                          <p:attrName>ppt_h</p:attrName>
                                        </p:attrNameLst>
                                      </p:cBhvr>
                                      <p:tavLst>
                                        <p:tav tm="0">
                                          <p:val>
                                            <p:strVal val="#ppt_h"/>
                                          </p:val>
                                        </p:tav>
                                        <p:tav tm="100000">
                                          <p:val>
                                            <p:strVal val="#ppt_h"/>
                                          </p:val>
                                        </p:tav>
                                      </p:tavLst>
                                    </p:anim>
                                    <p:animEffect transition="in" filter="fade">
                                      <p:cBhvr>
                                        <p:cTn id="9" dur="1000"/>
                                        <p:tgtEl>
                                          <p:spTgt spid="19253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3" fill="hold" grpId="0" nodeType="clickEffect">
                                  <p:stCondLst>
                                    <p:cond delay="0"/>
                                  </p:stCondLst>
                                  <p:childTnLst>
                                    <p:set>
                                      <p:cBhvr>
                                        <p:cTn id="13" dur="1" fill="hold">
                                          <p:stCondLst>
                                            <p:cond delay="0"/>
                                          </p:stCondLst>
                                        </p:cTn>
                                        <p:tgtEl>
                                          <p:spTgt spid="192515"/>
                                        </p:tgtEl>
                                        <p:attrNameLst>
                                          <p:attrName>style.visibility</p:attrName>
                                        </p:attrNameLst>
                                      </p:cBhvr>
                                      <p:to>
                                        <p:strVal val="visible"/>
                                      </p:to>
                                    </p:set>
                                    <p:anim calcmode="lin" valueType="num">
                                      <p:cBhvr additive="base">
                                        <p:cTn id="14" dur="500" fill="hold"/>
                                        <p:tgtEl>
                                          <p:spTgt spid="192515"/>
                                        </p:tgtEl>
                                        <p:attrNameLst>
                                          <p:attrName>ppt_x</p:attrName>
                                        </p:attrNameLst>
                                      </p:cBhvr>
                                      <p:tavLst>
                                        <p:tav tm="0">
                                          <p:val>
                                            <p:strVal val="1+#ppt_w/2"/>
                                          </p:val>
                                        </p:tav>
                                        <p:tav tm="100000">
                                          <p:val>
                                            <p:strVal val="#ppt_x"/>
                                          </p:val>
                                        </p:tav>
                                      </p:tavLst>
                                    </p:anim>
                                    <p:anim calcmode="lin" valueType="num">
                                      <p:cBhvr additive="base">
                                        <p:cTn id="15" dur="500" fill="hold"/>
                                        <p:tgtEl>
                                          <p:spTgt spid="192515"/>
                                        </p:tgtEl>
                                        <p:attrNameLst>
                                          <p:attrName>ppt_y</p:attrName>
                                        </p:attrNameLst>
                                      </p:cBhvr>
                                      <p:tavLst>
                                        <p:tav tm="0">
                                          <p:val>
                                            <p:strVal val="0-#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192516"/>
                                        </p:tgtEl>
                                        <p:attrNameLst>
                                          <p:attrName>style.visibility</p:attrName>
                                        </p:attrNameLst>
                                      </p:cBhvr>
                                      <p:to>
                                        <p:strVal val="visible"/>
                                      </p:to>
                                    </p:set>
                                    <p:anim calcmode="lin" valueType="num">
                                      <p:cBhvr additive="base">
                                        <p:cTn id="20" dur="500" fill="hold"/>
                                        <p:tgtEl>
                                          <p:spTgt spid="192516"/>
                                        </p:tgtEl>
                                        <p:attrNameLst>
                                          <p:attrName>ppt_x</p:attrName>
                                        </p:attrNameLst>
                                      </p:cBhvr>
                                      <p:tavLst>
                                        <p:tav tm="0">
                                          <p:val>
                                            <p:strVal val="1+#ppt_w/2"/>
                                          </p:val>
                                        </p:tav>
                                        <p:tav tm="100000">
                                          <p:val>
                                            <p:strVal val="#ppt_x"/>
                                          </p:val>
                                        </p:tav>
                                      </p:tavLst>
                                    </p:anim>
                                    <p:anim calcmode="lin" valueType="num">
                                      <p:cBhvr additive="base">
                                        <p:cTn id="21" dur="500" fill="hold"/>
                                        <p:tgtEl>
                                          <p:spTgt spid="192516"/>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2" fill="hold" nodeType="clickEffect">
                                  <p:stCondLst>
                                    <p:cond delay="0"/>
                                  </p:stCondLst>
                                  <p:childTnLst>
                                    <p:set>
                                      <p:cBhvr>
                                        <p:cTn id="25" dur="1" fill="hold">
                                          <p:stCondLst>
                                            <p:cond delay="0"/>
                                          </p:stCondLst>
                                        </p:cTn>
                                        <p:tgtEl>
                                          <p:spTgt spid="192517"/>
                                        </p:tgtEl>
                                        <p:attrNameLst>
                                          <p:attrName>style.visibility</p:attrName>
                                        </p:attrNameLst>
                                      </p:cBhvr>
                                      <p:to>
                                        <p:strVal val="visible"/>
                                      </p:to>
                                    </p:set>
                                    <p:anim calcmode="lin" valueType="num">
                                      <p:cBhvr additive="base">
                                        <p:cTn id="26" dur="500" fill="hold"/>
                                        <p:tgtEl>
                                          <p:spTgt spid="192517"/>
                                        </p:tgtEl>
                                        <p:attrNameLst>
                                          <p:attrName>ppt_x</p:attrName>
                                        </p:attrNameLst>
                                      </p:cBhvr>
                                      <p:tavLst>
                                        <p:tav tm="0">
                                          <p:val>
                                            <p:strVal val="1+#ppt_w/2"/>
                                          </p:val>
                                        </p:tav>
                                        <p:tav tm="100000">
                                          <p:val>
                                            <p:strVal val="#ppt_x"/>
                                          </p:val>
                                        </p:tav>
                                      </p:tavLst>
                                    </p:anim>
                                    <p:anim calcmode="lin" valueType="num">
                                      <p:cBhvr additive="base">
                                        <p:cTn id="27" dur="500" fill="hold"/>
                                        <p:tgtEl>
                                          <p:spTgt spid="192517"/>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500"/>
                            </p:stCondLst>
                            <p:childTnLst>
                              <p:par>
                                <p:cTn id="29" presetID="3" presetClass="entr" presetSubtype="10" fill="hold" grpId="0" nodeType="afterEffect">
                                  <p:stCondLst>
                                    <p:cond delay="0"/>
                                  </p:stCondLst>
                                  <p:childTnLst>
                                    <p:set>
                                      <p:cBhvr>
                                        <p:cTn id="30" dur="1" fill="hold">
                                          <p:stCondLst>
                                            <p:cond delay="0"/>
                                          </p:stCondLst>
                                        </p:cTn>
                                        <p:tgtEl>
                                          <p:spTgt spid="192518"/>
                                        </p:tgtEl>
                                        <p:attrNameLst>
                                          <p:attrName>style.visibility</p:attrName>
                                        </p:attrNameLst>
                                      </p:cBhvr>
                                      <p:to>
                                        <p:strVal val="visible"/>
                                      </p:to>
                                    </p:set>
                                    <p:animEffect transition="in" filter="blinds(horizontal)">
                                      <p:cBhvr>
                                        <p:cTn id="31" dur="500"/>
                                        <p:tgtEl>
                                          <p:spTgt spid="192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p:bldP spid="192516" grpId="0"/>
      <p:bldP spid="192518"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ChangeArrowheads="1"/>
          </p:cNvSpPr>
          <p:nvPr/>
        </p:nvSpPr>
        <p:spPr bwMode="auto">
          <a:xfrm>
            <a:off x="364845" y="1054810"/>
            <a:ext cx="9361040" cy="4967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304800" algn="l">
              <a:lnSpc>
                <a:spcPct val="120000"/>
              </a:lnSpc>
            </a:pPr>
            <a:r>
              <a:rPr kumimoji="0" lang="zh-CN" altLang="en-US" sz="2400" b="0" i="0" dirty="0">
                <a:solidFill>
                  <a:schemeClr val="tx1"/>
                </a:solidFill>
                <a:latin typeface="楷体_GB2312" pitchFamily="49" charset="-122"/>
              </a:rPr>
              <a:t>  </a:t>
            </a:r>
            <a:r>
              <a:rPr kumimoji="0" lang="zh-CN" altLang="en-US" sz="2400" i="0" dirty="0">
                <a:solidFill>
                  <a:schemeClr val="tx1"/>
                </a:solidFill>
                <a:latin typeface="楷体_GB2312" pitchFamily="49" charset="-122"/>
              </a:rPr>
              <a:t>美国的某司机培训课程的有如下驾驶规则：正常的驾驶条件下对车与车之间的距离的要求是每小时</a:t>
            </a:r>
            <a:r>
              <a:rPr kumimoji="0" lang="en-US" altLang="zh-CN" sz="2400" i="0" dirty="0">
                <a:solidFill>
                  <a:schemeClr val="tx1"/>
                </a:solidFill>
                <a:latin typeface="楷体_GB2312" pitchFamily="49" charset="-122"/>
              </a:rPr>
              <a:t>10</a:t>
            </a:r>
            <a:r>
              <a:rPr kumimoji="0" lang="zh-CN" altLang="en-US" sz="2400" i="0" dirty="0">
                <a:solidFill>
                  <a:schemeClr val="tx1"/>
                </a:solidFill>
                <a:latin typeface="楷体_GB2312" pitchFamily="49" charset="-122"/>
              </a:rPr>
              <a:t>英里的速率可以允许一辆车的跟随距离</a:t>
            </a:r>
            <a:r>
              <a:rPr kumimoji="0" lang="zh-CN" altLang="en-US" sz="2400" i="0" dirty="0" smtClean="0">
                <a:solidFill>
                  <a:schemeClr val="tx1"/>
                </a:solidFill>
                <a:latin typeface="楷体_GB2312" pitchFamily="49" charset="-122"/>
              </a:rPr>
              <a:t>。</a:t>
            </a:r>
            <a:endParaRPr kumimoji="0" lang="en-US" altLang="zh-CN" sz="2400" i="0" dirty="0" smtClean="0">
              <a:solidFill>
                <a:schemeClr val="tx1"/>
              </a:solidFill>
              <a:latin typeface="楷体_GB2312" pitchFamily="49" charset="-122"/>
            </a:endParaRPr>
          </a:p>
          <a:p>
            <a:pPr indent="304800" algn="l">
              <a:lnSpc>
                <a:spcPct val="120000"/>
              </a:lnSpc>
            </a:pPr>
            <a:r>
              <a:rPr kumimoji="0" lang="zh-CN" altLang="en-US" sz="2400" i="0" dirty="0" smtClean="0">
                <a:solidFill>
                  <a:schemeClr val="tx1"/>
                </a:solidFill>
                <a:latin typeface="楷体_GB2312" pitchFamily="49" charset="-122"/>
              </a:rPr>
              <a:t>实现</a:t>
            </a:r>
            <a:r>
              <a:rPr kumimoji="0" lang="zh-CN" altLang="en-US" sz="2400" i="0" dirty="0">
                <a:solidFill>
                  <a:schemeClr val="tx1"/>
                </a:solidFill>
                <a:latin typeface="楷体_GB2312" pitchFamily="49" charset="-122"/>
              </a:rPr>
              <a:t>这一规则的简便方法就是 </a:t>
            </a:r>
            <a:r>
              <a:rPr kumimoji="0" lang="zh-CN" altLang="en-US" sz="2400" i="0" dirty="0">
                <a:solidFill>
                  <a:schemeClr val="tx1"/>
                </a:solidFill>
                <a:latin typeface="Arial"/>
              </a:rPr>
              <a:t>“</a:t>
            </a:r>
            <a:r>
              <a:rPr kumimoji="0" lang="en-US" altLang="zh-CN" sz="2400" i="0" dirty="0">
                <a:solidFill>
                  <a:schemeClr val="tx1"/>
                </a:solidFill>
                <a:latin typeface="楷体_GB2312" pitchFamily="49" charset="-122"/>
              </a:rPr>
              <a:t>2</a:t>
            </a:r>
            <a:r>
              <a:rPr kumimoji="0" lang="zh-CN" altLang="en-US" sz="2400" i="0" dirty="0">
                <a:solidFill>
                  <a:schemeClr val="tx1"/>
                </a:solidFill>
                <a:latin typeface="楷体_GB2312" pitchFamily="49" charset="-122"/>
              </a:rPr>
              <a:t>秒法则</a:t>
            </a:r>
            <a:r>
              <a:rPr kumimoji="0" lang="zh-CN" altLang="en-US" sz="2400" i="0" dirty="0">
                <a:solidFill>
                  <a:schemeClr val="tx1"/>
                </a:solidFill>
                <a:latin typeface="Arial"/>
              </a:rPr>
              <a:t>”</a:t>
            </a:r>
            <a:r>
              <a:rPr lang="zh-CN" altLang="en-US" sz="2400" i="0" dirty="0">
                <a:latin typeface="楷体_GB2312" pitchFamily="49" charset="-122"/>
              </a:rPr>
              <a:t>：“</a:t>
            </a:r>
            <a:r>
              <a:rPr lang="en-US" altLang="zh-CN" sz="2400" i="0" dirty="0">
                <a:latin typeface="楷体_GB2312" pitchFamily="49" charset="-122"/>
              </a:rPr>
              <a:t>2</a:t>
            </a:r>
            <a:r>
              <a:rPr lang="zh-CN" altLang="en-US" sz="2400" i="0" dirty="0">
                <a:latin typeface="楷体_GB2312" pitchFamily="49" charset="-122"/>
              </a:rPr>
              <a:t>秒法则”最初是从北美流行开来，它是根据人的反应速度（时间）</a:t>
            </a:r>
            <a:r>
              <a:rPr lang="en-US" altLang="zh-CN" sz="2400" i="0" dirty="0">
                <a:latin typeface="楷体_GB2312" pitchFamily="49" charset="-122"/>
              </a:rPr>
              <a:t>+</a:t>
            </a:r>
            <a:r>
              <a:rPr lang="zh-CN" altLang="en-US" sz="2400" i="0" dirty="0">
                <a:latin typeface="楷体_GB2312" pitchFamily="49" charset="-122"/>
              </a:rPr>
              <a:t>踩制动踏板开始到制动起作用的时间</a:t>
            </a:r>
            <a:r>
              <a:rPr lang="en-US" altLang="zh-CN" sz="2400" i="0" dirty="0">
                <a:latin typeface="楷体_GB2312" pitchFamily="49" charset="-122"/>
              </a:rPr>
              <a:t>+</a:t>
            </a:r>
            <a:r>
              <a:rPr lang="zh-CN" altLang="en-US" sz="2400" i="0" dirty="0">
                <a:latin typeface="楷体_GB2312" pitchFamily="49" charset="-122"/>
              </a:rPr>
              <a:t>车辆制动开始到停止的时间，得出的安全间隔距离。</a:t>
            </a:r>
            <a:endParaRPr kumimoji="0" lang="en-US" altLang="zh-CN" sz="2400" i="0" dirty="0" smtClean="0">
              <a:solidFill>
                <a:schemeClr val="tx1"/>
              </a:solidFill>
              <a:latin typeface="楷体_GB2312" pitchFamily="49" charset="-122"/>
            </a:endParaRPr>
          </a:p>
          <a:p>
            <a:pPr indent="304800" algn="l">
              <a:lnSpc>
                <a:spcPct val="120000"/>
              </a:lnSpc>
            </a:pPr>
            <a:r>
              <a:rPr lang="zh-CN" altLang="en-US" sz="2400" i="0" dirty="0" smtClean="0">
                <a:latin typeface="楷体_GB2312" pitchFamily="49" charset="-122"/>
              </a:rPr>
              <a:t>也就是说</a:t>
            </a:r>
            <a:r>
              <a:rPr lang="zh-CN" altLang="en-US" sz="2400" i="0" dirty="0">
                <a:latin typeface="楷体_GB2312" pitchFamily="49" charset="-122"/>
              </a:rPr>
              <a:t>，驾驶员从看到前车刹车灯亮起，到判断怎么处理，再到踩下刹车平均需要</a:t>
            </a:r>
            <a:r>
              <a:rPr lang="en-US" altLang="zh-CN" sz="2400" i="0" dirty="0">
                <a:latin typeface="楷体_GB2312" pitchFamily="49" charset="-122"/>
              </a:rPr>
              <a:t>2</a:t>
            </a:r>
            <a:r>
              <a:rPr lang="zh-CN" altLang="en-US" sz="2400" i="0" dirty="0">
                <a:latin typeface="楷体_GB2312" pitchFamily="49" charset="-122"/>
              </a:rPr>
              <a:t>秒</a:t>
            </a:r>
            <a:r>
              <a:rPr lang="zh-CN" altLang="en-US" sz="2400" i="0" dirty="0" smtClean="0">
                <a:latin typeface="楷体_GB2312" pitchFamily="49" charset="-122"/>
              </a:rPr>
              <a:t>。</a:t>
            </a:r>
            <a:endParaRPr lang="en-US" altLang="zh-CN" sz="2400" i="0" dirty="0" smtClean="0">
              <a:latin typeface="楷体_GB2312" pitchFamily="49" charset="-122"/>
            </a:endParaRPr>
          </a:p>
          <a:p>
            <a:pPr indent="304800" algn="l">
              <a:lnSpc>
                <a:spcPct val="120000"/>
              </a:lnSpc>
            </a:pPr>
            <a:r>
              <a:rPr lang="zh-CN" altLang="en-US" sz="2400" i="0" dirty="0" smtClean="0">
                <a:latin typeface="楷体_GB2312" pitchFamily="49" charset="-122"/>
              </a:rPr>
              <a:t>而</a:t>
            </a:r>
            <a:r>
              <a:rPr lang="en-US" altLang="zh-CN" sz="2400" i="0" dirty="0">
                <a:latin typeface="楷体_GB2312" pitchFamily="49" charset="-122"/>
              </a:rPr>
              <a:t>2</a:t>
            </a:r>
            <a:r>
              <a:rPr lang="zh-CN" altLang="en-US" sz="2400" i="0" dirty="0">
                <a:latin typeface="楷体_GB2312" pitchFamily="49" charset="-122"/>
              </a:rPr>
              <a:t>秒的时间里面，你的车辆还没到达前车开始刹车的位置，只要前后两辆车的刹车性能正常，基本上就能够避免发生追尾</a:t>
            </a:r>
            <a:r>
              <a:rPr lang="zh-CN" altLang="en-US" sz="2400" i="0" dirty="0" smtClean="0">
                <a:latin typeface="楷体_GB2312" pitchFamily="49" charset="-122"/>
              </a:rPr>
              <a:t>。</a:t>
            </a:r>
            <a:endParaRPr lang="en-US" altLang="zh-CN" sz="2400" i="0" dirty="0" smtClean="0">
              <a:latin typeface="楷体_GB2312" pitchFamily="49" charset="-122"/>
            </a:endParaRPr>
          </a:p>
        </p:txBody>
      </p:sp>
      <p:sp>
        <p:nvSpPr>
          <p:cNvPr id="193540" name="Rectangle 4"/>
          <p:cNvSpPr>
            <a:spLocks noChangeArrowheads="1"/>
          </p:cNvSpPr>
          <p:nvPr/>
        </p:nvSpPr>
        <p:spPr bwMode="auto">
          <a:xfrm>
            <a:off x="4860634" y="3138458"/>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 name="Rectangle 3"/>
          <p:cNvSpPr>
            <a:spLocks noChangeArrowheads="1"/>
          </p:cNvSpPr>
          <p:nvPr/>
        </p:nvSpPr>
        <p:spPr bwMode="auto">
          <a:xfrm>
            <a:off x="1159392" y="452477"/>
            <a:ext cx="7610031" cy="553998"/>
          </a:xfrm>
          <a:prstGeom prst="rect">
            <a:avLst/>
          </a:prstGeom>
          <a:noFill/>
          <a:ln w="12700">
            <a:noFill/>
            <a:miter lim="800000"/>
            <a:headEnd/>
            <a:tailEnd/>
          </a:ln>
          <a:effectLst>
            <a:outerShdw dist="17961" dir="2700000" algn="ctr" rotWithShape="0">
              <a:schemeClr val="bg2"/>
            </a:outerShdw>
          </a:effectLst>
        </p:spPr>
        <p:txBody>
          <a:bodyPr wrap="square" lIns="0" tIns="0" rIns="0" bIns="0" anchor="b">
            <a:spAutoFit/>
          </a:bodyPr>
          <a:lstStyle/>
          <a:p>
            <a:pPr algn="l" defTabSz="814388">
              <a:lnSpc>
                <a:spcPct val="90000"/>
              </a:lnSpc>
            </a:pPr>
            <a:r>
              <a:rPr lang="zh-CN" altLang="en-US" sz="4000" i="0" dirty="0" smtClean="0">
                <a:solidFill>
                  <a:schemeClr val="bg1"/>
                </a:solidFill>
                <a:effectLst>
                  <a:outerShdw blurRad="38100" dist="38100" dir="2700000" algn="tl">
                    <a:srgbClr val="C0C0C0"/>
                  </a:outerShdw>
                </a:effectLst>
              </a:rPr>
              <a:t>问题：</a:t>
            </a:r>
            <a:r>
              <a:rPr lang="zh-CN" altLang="en-US" sz="4000" i="0" dirty="0">
                <a:solidFill>
                  <a:schemeClr val="bg1"/>
                </a:solidFill>
                <a:effectLst>
                  <a:outerShdw blurRad="38100" dist="38100" dir="2700000" algn="tl">
                    <a:srgbClr val="C0C0C0"/>
                  </a:outerShdw>
                </a:effectLst>
              </a:rPr>
              <a:t>汽车的刹车</a:t>
            </a:r>
            <a:r>
              <a:rPr lang="zh-CN" altLang="en-US" sz="4000" i="0" dirty="0" smtClean="0">
                <a:solidFill>
                  <a:schemeClr val="bg1"/>
                </a:solidFill>
                <a:effectLst>
                  <a:outerShdw blurRad="38100" dist="38100" dir="2700000" algn="tl">
                    <a:srgbClr val="C0C0C0"/>
                  </a:outerShdw>
                </a:effectLst>
              </a:rPr>
              <a:t>距离</a:t>
            </a:r>
            <a:r>
              <a:rPr lang="zh-CN" altLang="en-US" sz="4000" i="0" dirty="0">
                <a:solidFill>
                  <a:schemeClr val="bg1"/>
                </a:solidFill>
                <a:effectLst>
                  <a:outerShdw blurRad="38100" dist="38100" dir="2700000" algn="tl">
                    <a:srgbClr val="C0C0C0"/>
                  </a:outerShdw>
                </a:effectLst>
              </a:rPr>
              <a:t>的</a:t>
            </a:r>
            <a:r>
              <a:rPr lang="zh-CN" altLang="en-US" sz="4000" i="0" dirty="0" smtClean="0">
                <a:solidFill>
                  <a:schemeClr val="bg1"/>
                </a:solidFill>
                <a:effectLst>
                  <a:outerShdw blurRad="38100" dist="38100" dir="2700000" algn="tl">
                    <a:srgbClr val="C0C0C0"/>
                  </a:outerShdw>
                </a:effectLst>
              </a:rPr>
              <a:t>求解</a:t>
            </a:r>
            <a:endParaRPr lang="zh-CN" altLang="en-US" sz="4000" i="0" dirty="0">
              <a:solidFill>
                <a:schemeClr val="bg1"/>
              </a:solidFill>
              <a:effectLst>
                <a:outerShdw blurRad="38100" dist="38100" dir="2700000" algn="tl">
                  <a:srgbClr val="C0C0C0"/>
                </a:outerShdw>
              </a:effectLst>
            </a:endParaRPr>
          </a:p>
        </p:txBody>
      </p:sp>
    </p:spTree>
    <p:extLst>
      <p:ext uri="{BB962C8B-B14F-4D97-AF65-F5344CB8AC3E}">
        <p14:creationId xmlns:p14="http://schemas.microsoft.com/office/powerpoint/2010/main" val="38410514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3538">
                                            <p:txEl>
                                              <p:pRg st="0" end="0"/>
                                            </p:txEl>
                                          </p:spTgt>
                                        </p:tgtEl>
                                        <p:attrNameLst>
                                          <p:attrName>style.visibility</p:attrName>
                                        </p:attrNameLst>
                                      </p:cBhvr>
                                      <p:to>
                                        <p:strVal val="visible"/>
                                      </p:to>
                                    </p:set>
                                    <p:animEffect transition="in" filter="checkerboard(across)">
                                      <p:cBhvr>
                                        <p:cTn id="7" dur="500"/>
                                        <p:tgtEl>
                                          <p:spTgt spid="1935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93538">
                                            <p:txEl>
                                              <p:pRg st="1" end="1"/>
                                            </p:txEl>
                                          </p:spTgt>
                                        </p:tgtEl>
                                        <p:attrNameLst>
                                          <p:attrName>style.visibility</p:attrName>
                                        </p:attrNameLst>
                                      </p:cBhvr>
                                      <p:to>
                                        <p:strVal val="visible"/>
                                      </p:to>
                                    </p:set>
                                    <p:animEffect transition="in" filter="checkerboard(across)">
                                      <p:cBhvr>
                                        <p:cTn id="12" dur="500"/>
                                        <p:tgtEl>
                                          <p:spTgt spid="1935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93538">
                                            <p:txEl>
                                              <p:pRg st="2" end="2"/>
                                            </p:txEl>
                                          </p:spTgt>
                                        </p:tgtEl>
                                        <p:attrNameLst>
                                          <p:attrName>style.visibility</p:attrName>
                                        </p:attrNameLst>
                                      </p:cBhvr>
                                      <p:to>
                                        <p:strVal val="visible"/>
                                      </p:to>
                                    </p:set>
                                    <p:animEffect transition="in" filter="checkerboard(across)">
                                      <p:cBhvr>
                                        <p:cTn id="17" dur="500"/>
                                        <p:tgtEl>
                                          <p:spTgt spid="1935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93538">
                                            <p:txEl>
                                              <p:pRg st="3" end="3"/>
                                            </p:txEl>
                                          </p:spTgt>
                                        </p:tgtEl>
                                        <p:attrNameLst>
                                          <p:attrName>style.visibility</p:attrName>
                                        </p:attrNameLst>
                                      </p:cBhvr>
                                      <p:to>
                                        <p:strVal val="visible"/>
                                      </p:to>
                                    </p:set>
                                    <p:animEffect transition="in" filter="checkerboard(across)">
                                      <p:cBhvr>
                                        <p:cTn id="22" dur="500"/>
                                        <p:tgtEl>
                                          <p:spTgt spid="1935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3" fill="hold" grpId="0" nodeType="clickEffect">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cBhvr additive="base">
                                        <p:cTn id="27" dur="500" fill="hold"/>
                                        <p:tgtEl>
                                          <p:spTgt spid="56"/>
                                        </p:tgtEl>
                                        <p:attrNameLst>
                                          <p:attrName>ppt_x</p:attrName>
                                        </p:attrNameLst>
                                      </p:cBhvr>
                                      <p:tavLst>
                                        <p:tav tm="0">
                                          <p:val>
                                            <p:strVal val="1+#ppt_w/2"/>
                                          </p:val>
                                        </p:tav>
                                        <p:tav tm="100000">
                                          <p:val>
                                            <p:strVal val="#ppt_x"/>
                                          </p:val>
                                        </p:tav>
                                      </p:tavLst>
                                    </p:anim>
                                    <p:anim calcmode="lin" valueType="num">
                                      <p:cBhvr additive="base">
                                        <p:cTn id="28" dur="500" fill="hold"/>
                                        <p:tgtEl>
                                          <p:spTgt spid="5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ChangeArrowheads="1"/>
          </p:cNvSpPr>
          <p:nvPr/>
        </p:nvSpPr>
        <p:spPr bwMode="auto">
          <a:xfrm>
            <a:off x="364845" y="1196752"/>
            <a:ext cx="9361040" cy="180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304800" algn="l">
              <a:lnSpc>
                <a:spcPct val="120000"/>
              </a:lnSpc>
            </a:pPr>
            <a:r>
              <a:rPr kumimoji="0" lang="zh-CN" altLang="en-US" sz="2400" i="0" dirty="0" smtClean="0">
                <a:solidFill>
                  <a:schemeClr val="tx1"/>
                </a:solidFill>
                <a:latin typeface="楷体_GB2312" pitchFamily="49" charset="-122"/>
              </a:rPr>
              <a:t>这种</a:t>
            </a:r>
            <a:r>
              <a:rPr kumimoji="0" lang="zh-CN" altLang="en-US" sz="2400" i="0" dirty="0">
                <a:solidFill>
                  <a:schemeClr val="tx1"/>
                </a:solidFill>
                <a:latin typeface="楷体_GB2312" pitchFamily="49" charset="-122"/>
              </a:rPr>
              <a:t>方法不管车速为多少，后车司机从前车经过某一标志开始默数</a:t>
            </a:r>
            <a:r>
              <a:rPr kumimoji="0" lang="zh-CN" altLang="en-US" sz="2400" i="0" dirty="0">
                <a:solidFill>
                  <a:schemeClr val="tx1"/>
                </a:solidFill>
                <a:latin typeface="Arial"/>
              </a:rPr>
              <a:t>“</a:t>
            </a:r>
            <a:r>
              <a:rPr kumimoji="0" lang="zh-CN" altLang="en-US" sz="2400" i="0" dirty="0">
                <a:solidFill>
                  <a:schemeClr val="tx1"/>
                </a:solidFill>
                <a:latin typeface="楷体_GB2312" pitchFamily="49" charset="-122"/>
              </a:rPr>
              <a:t>一千零一，一千零二</a:t>
            </a:r>
            <a:r>
              <a:rPr kumimoji="0" lang="zh-CN" altLang="en-US" sz="2400" i="0" dirty="0">
                <a:solidFill>
                  <a:schemeClr val="tx1"/>
                </a:solidFill>
                <a:latin typeface="Arial"/>
              </a:rPr>
              <a:t>”</a:t>
            </a:r>
            <a:r>
              <a:rPr kumimoji="0" lang="zh-CN" altLang="en-US" sz="2400" i="0" dirty="0">
                <a:solidFill>
                  <a:schemeClr val="tx1"/>
                </a:solidFill>
                <a:latin typeface="楷体_GB2312" pitchFamily="49" charset="-122"/>
              </a:rPr>
              <a:t>，这样用英文读完就是两秒</a:t>
            </a:r>
            <a:r>
              <a:rPr kumimoji="0" lang="zh-CN" altLang="en-US" sz="2400" i="0" dirty="0" smtClean="0">
                <a:solidFill>
                  <a:schemeClr val="tx1"/>
                </a:solidFill>
                <a:latin typeface="楷体_GB2312" pitchFamily="49" charset="-122"/>
              </a:rPr>
              <a:t>。</a:t>
            </a:r>
            <a:endParaRPr kumimoji="0" lang="en-US" altLang="zh-CN" sz="2400" i="0" dirty="0" smtClean="0">
              <a:solidFill>
                <a:schemeClr val="tx1"/>
              </a:solidFill>
              <a:latin typeface="楷体_GB2312" pitchFamily="49" charset="-122"/>
            </a:endParaRPr>
          </a:p>
          <a:p>
            <a:pPr indent="304800" algn="l">
              <a:lnSpc>
                <a:spcPct val="120000"/>
              </a:lnSpc>
            </a:pPr>
            <a:r>
              <a:rPr kumimoji="0" lang="zh-CN" altLang="en-US" sz="2400" i="0" dirty="0" smtClean="0">
                <a:solidFill>
                  <a:schemeClr val="tx1"/>
                </a:solidFill>
                <a:latin typeface="楷体_GB2312" pitchFamily="49" charset="-122"/>
              </a:rPr>
              <a:t>如果</a:t>
            </a:r>
            <a:r>
              <a:rPr kumimoji="0" lang="zh-CN" altLang="en-US" sz="2400" i="0" dirty="0">
                <a:solidFill>
                  <a:schemeClr val="tx1"/>
                </a:solidFill>
                <a:latin typeface="楷体_GB2312" pitchFamily="49" charset="-122"/>
              </a:rPr>
              <a:t>你在默数完这句话前就到了同一标志处，那么你的车和前面的车靠得太近了。</a:t>
            </a:r>
          </a:p>
        </p:txBody>
      </p:sp>
      <p:sp>
        <p:nvSpPr>
          <p:cNvPr id="193540" name="Rectangle 4"/>
          <p:cNvSpPr>
            <a:spLocks noChangeArrowheads="1"/>
          </p:cNvSpPr>
          <p:nvPr/>
        </p:nvSpPr>
        <p:spPr bwMode="auto">
          <a:xfrm>
            <a:off x="4860634" y="3138458"/>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pic>
        <p:nvPicPr>
          <p:cNvPr id="249858" name="Picture 2" descr="https://ss0.baidu.com/6ONWsjip0QIZ8tyhnq/it/u=978472890,242790290&amp;fm=173&amp;app=25&amp;f=JPEG?w=409&amp;h=322&amp;s=152AD2136A7A3C09421055C80300C0F2"/>
          <p:cNvPicPr>
            <a:picLocks noChangeAspect="1" noChangeArrowheads="1"/>
          </p:cNvPicPr>
          <p:nvPr/>
        </p:nvPicPr>
        <p:blipFill rotWithShape="1">
          <a:blip r:embed="rId2">
            <a:extLst>
              <a:ext uri="{28A0092B-C50C-407E-A947-70E740481C1C}">
                <a14:useLocalDpi xmlns:a14="http://schemas.microsoft.com/office/drawing/2010/main" val="0"/>
              </a:ext>
            </a:extLst>
          </a:blip>
          <a:srcRect b="14979"/>
          <a:stretch/>
        </p:blipFill>
        <p:spPr bwMode="auto">
          <a:xfrm>
            <a:off x="488504" y="3027170"/>
            <a:ext cx="3960440" cy="2650959"/>
          </a:xfrm>
          <a:prstGeom prst="rect">
            <a:avLst/>
          </a:prstGeom>
          <a:noFill/>
          <a:extLst>
            <a:ext uri="{909E8E84-426E-40DD-AFC4-6F175D3DCCD1}">
              <a14:hiddenFill xmlns:a14="http://schemas.microsoft.com/office/drawing/2010/main">
                <a:solidFill>
                  <a:srgbClr val="FFFFFF"/>
                </a:solidFill>
              </a14:hiddenFill>
            </a:ext>
          </a:extLst>
        </p:spPr>
      </p:pic>
      <p:pic>
        <p:nvPicPr>
          <p:cNvPr id="249860" name="Picture 4" descr="https://ss1.baidu.com/6ONXsjip0QIZ8tyhnq/it/u=3443742052,2206839226&amp;fm=173&amp;app=25&amp;f=JPEG?w=637&amp;h=311&amp;s=8C901ED24E99084B119DB051030040F5"/>
          <p:cNvPicPr>
            <a:picLocks noChangeAspect="1" noChangeArrowheads="1"/>
          </p:cNvPicPr>
          <p:nvPr/>
        </p:nvPicPr>
        <p:blipFill rotWithShape="1">
          <a:blip r:embed="rId3">
            <a:extLst>
              <a:ext uri="{28A0092B-C50C-407E-A947-70E740481C1C}">
                <a14:useLocalDpi xmlns:a14="http://schemas.microsoft.com/office/drawing/2010/main" val="0"/>
              </a:ext>
            </a:extLst>
          </a:blip>
          <a:srcRect b="10818"/>
          <a:stretch/>
        </p:blipFill>
        <p:spPr bwMode="auto">
          <a:xfrm>
            <a:off x="4479490" y="4388264"/>
            <a:ext cx="5097015" cy="221929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1159393" y="452477"/>
            <a:ext cx="6681138" cy="553998"/>
          </a:xfrm>
          <a:prstGeom prst="rect">
            <a:avLst/>
          </a:prstGeom>
          <a:noFill/>
          <a:ln w="12700">
            <a:noFill/>
            <a:miter lim="800000"/>
            <a:headEnd/>
            <a:tailEnd/>
          </a:ln>
          <a:effectLst>
            <a:outerShdw dist="17961" dir="2700000" algn="ctr" rotWithShape="0">
              <a:schemeClr val="bg2"/>
            </a:outerShdw>
          </a:effectLst>
        </p:spPr>
        <p:txBody>
          <a:bodyPr wrap="square" lIns="0" tIns="0" rIns="0" bIns="0" anchor="b">
            <a:spAutoFit/>
          </a:bodyPr>
          <a:lstStyle/>
          <a:p>
            <a:pPr algn="l" defTabSz="814388">
              <a:lnSpc>
                <a:spcPct val="90000"/>
              </a:lnSpc>
            </a:pPr>
            <a:r>
              <a:rPr lang="zh-CN" altLang="en-US" sz="4000" i="0" dirty="0" smtClean="0">
                <a:solidFill>
                  <a:schemeClr val="bg1"/>
                </a:solidFill>
                <a:effectLst>
                  <a:outerShdw blurRad="38100" dist="38100" dir="2700000" algn="tl">
                    <a:srgbClr val="C0C0C0"/>
                  </a:outerShdw>
                </a:effectLst>
              </a:rPr>
              <a:t>问题：</a:t>
            </a:r>
            <a:r>
              <a:rPr lang="zh-CN" altLang="en-US" sz="4000" i="0" dirty="0">
                <a:solidFill>
                  <a:schemeClr val="bg1"/>
                </a:solidFill>
                <a:effectLst>
                  <a:outerShdw blurRad="38100" dist="38100" dir="2700000" algn="tl">
                    <a:srgbClr val="C0C0C0"/>
                  </a:outerShdw>
                </a:effectLst>
              </a:rPr>
              <a:t>汽车的刹车</a:t>
            </a:r>
            <a:r>
              <a:rPr lang="zh-CN" altLang="en-US" sz="4000" i="0" dirty="0" smtClean="0">
                <a:solidFill>
                  <a:schemeClr val="bg1"/>
                </a:solidFill>
                <a:effectLst>
                  <a:outerShdw blurRad="38100" dist="38100" dir="2700000" algn="tl">
                    <a:srgbClr val="C0C0C0"/>
                  </a:outerShdw>
                </a:effectLst>
              </a:rPr>
              <a:t>距离</a:t>
            </a:r>
            <a:r>
              <a:rPr lang="zh-CN" altLang="en-US" sz="4000" i="0" dirty="0">
                <a:solidFill>
                  <a:schemeClr val="bg1"/>
                </a:solidFill>
                <a:effectLst>
                  <a:outerShdw blurRad="38100" dist="38100" dir="2700000" algn="tl">
                    <a:srgbClr val="C0C0C0"/>
                  </a:outerShdw>
                </a:effectLst>
              </a:rPr>
              <a:t>的求解</a:t>
            </a:r>
          </a:p>
        </p:txBody>
      </p:sp>
    </p:spTree>
    <p:extLst>
      <p:ext uri="{BB962C8B-B14F-4D97-AF65-F5344CB8AC3E}">
        <p14:creationId xmlns:p14="http://schemas.microsoft.com/office/powerpoint/2010/main" val="217757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93538">
                                            <p:txEl>
                                              <p:pRg st="0" end="0"/>
                                            </p:txEl>
                                          </p:spTgt>
                                        </p:tgtEl>
                                        <p:attrNameLst>
                                          <p:attrName>style.visibility</p:attrName>
                                        </p:attrNameLst>
                                      </p:cBhvr>
                                      <p:to>
                                        <p:strVal val="visible"/>
                                      </p:to>
                                    </p:set>
                                    <p:animEffect transition="in" filter="checkerboard(across)">
                                      <p:cBhvr>
                                        <p:cTn id="7" dur="500"/>
                                        <p:tgtEl>
                                          <p:spTgt spid="1935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93538">
                                            <p:txEl>
                                              <p:pRg st="1" end="1"/>
                                            </p:txEl>
                                          </p:spTgt>
                                        </p:tgtEl>
                                        <p:attrNameLst>
                                          <p:attrName>style.visibility</p:attrName>
                                        </p:attrNameLst>
                                      </p:cBhvr>
                                      <p:to>
                                        <p:strVal val="visible"/>
                                      </p:to>
                                    </p:set>
                                    <p:animEffect transition="in" filter="checkerboard(across)">
                                      <p:cBhvr>
                                        <p:cTn id="12" dur="500"/>
                                        <p:tgtEl>
                                          <p:spTgt spid="1935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2" name="Picture 2"/>
          <p:cNvPicPr>
            <a:picLocks noChangeAspect="1" noChangeArrowheads="1"/>
          </p:cNvPicPr>
          <p:nvPr/>
        </p:nvPicPr>
        <p:blipFill>
          <a:blip r:embed="rId3">
            <a:extLst>
              <a:ext uri="{28A0092B-C50C-407E-A947-70E740481C1C}">
                <a14:useLocalDpi xmlns:a14="http://schemas.microsoft.com/office/drawing/2010/main" val="0"/>
              </a:ext>
            </a:extLst>
          </a:blip>
          <a:srcRect l="25110" t="15102" r="25156" b="32753"/>
          <a:stretch>
            <a:fillRect/>
          </a:stretch>
        </p:blipFill>
        <p:spPr bwMode="auto">
          <a:xfrm>
            <a:off x="348553" y="2034567"/>
            <a:ext cx="6007233"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3" name="Rectangle 3"/>
          <p:cNvSpPr>
            <a:spLocks noChangeArrowheads="1"/>
          </p:cNvSpPr>
          <p:nvPr/>
        </p:nvSpPr>
        <p:spPr bwMode="auto">
          <a:xfrm>
            <a:off x="1352600" y="6350559"/>
            <a:ext cx="34644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0" lang="en-US" altLang="zh-CN" sz="2400" dirty="0" smtClean="0">
                <a:solidFill>
                  <a:schemeClr val="tx1"/>
                </a:solidFill>
              </a:rPr>
              <a:t>  </a:t>
            </a:r>
            <a:r>
              <a:rPr kumimoji="0" lang="en-US" altLang="zh-CN" sz="2400" dirty="0">
                <a:solidFill>
                  <a:schemeClr val="tx1"/>
                </a:solidFill>
              </a:rPr>
              <a:t>“2</a:t>
            </a:r>
            <a:r>
              <a:rPr kumimoji="0" lang="zh-CN" altLang="en-US" sz="2400" dirty="0">
                <a:solidFill>
                  <a:schemeClr val="tx1"/>
                </a:solidFill>
              </a:rPr>
              <a:t>秒法则”的几何解释</a:t>
            </a:r>
          </a:p>
        </p:txBody>
      </p:sp>
      <p:sp>
        <p:nvSpPr>
          <p:cNvPr id="52" name="Rectangle 3"/>
          <p:cNvSpPr>
            <a:spLocks noChangeArrowheads="1"/>
          </p:cNvSpPr>
          <p:nvPr/>
        </p:nvSpPr>
        <p:spPr bwMode="auto">
          <a:xfrm>
            <a:off x="378804" y="1094041"/>
            <a:ext cx="9326724" cy="94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304800" algn="l">
              <a:lnSpc>
                <a:spcPct val="115000"/>
              </a:lnSpc>
            </a:pPr>
            <a:r>
              <a:rPr kumimoji="0" lang="zh-CN" altLang="en-US" sz="2400" b="0" i="0" dirty="0">
                <a:solidFill>
                  <a:schemeClr val="tx1"/>
                </a:solidFill>
                <a:latin typeface="楷体_GB2312" pitchFamily="49" charset="-122"/>
              </a:rPr>
              <a:t> </a:t>
            </a:r>
            <a:r>
              <a:rPr kumimoji="0" lang="zh-CN" altLang="en-US" sz="2400" i="0" dirty="0" smtClean="0">
                <a:solidFill>
                  <a:schemeClr val="tx1"/>
                </a:solidFill>
              </a:rPr>
              <a:t>假设</a:t>
            </a:r>
            <a:r>
              <a:rPr kumimoji="0" lang="zh-CN" altLang="en-US" sz="2400" i="0" dirty="0">
                <a:solidFill>
                  <a:schemeClr val="tx1"/>
                </a:solidFill>
              </a:rPr>
              <a:t>车长为</a:t>
            </a:r>
            <a:r>
              <a:rPr kumimoji="0" lang="en-US" altLang="zh-CN" sz="2400" i="0" dirty="0">
                <a:solidFill>
                  <a:schemeClr val="tx1"/>
                </a:solidFill>
              </a:rPr>
              <a:t>15</a:t>
            </a:r>
            <a:r>
              <a:rPr kumimoji="0" lang="zh-CN" altLang="en-US" sz="2400" i="0" dirty="0">
                <a:solidFill>
                  <a:schemeClr val="tx1"/>
                </a:solidFill>
              </a:rPr>
              <a:t>英尺，根据这条法则可以得到</a:t>
            </a:r>
            <a:r>
              <a:rPr kumimoji="0" lang="zh-CN" altLang="en-US" sz="2400" i="0" dirty="0" smtClean="0">
                <a:solidFill>
                  <a:schemeClr val="tx1"/>
                </a:solidFill>
              </a:rPr>
              <a:t>如下图所</a:t>
            </a:r>
            <a:r>
              <a:rPr kumimoji="0" lang="zh-CN" altLang="en-US" sz="2400" i="0" dirty="0">
                <a:solidFill>
                  <a:schemeClr val="tx1"/>
                </a:solidFill>
              </a:rPr>
              <a:t>示的图形，</a:t>
            </a:r>
            <a:r>
              <a:rPr kumimoji="0" lang="zh-CN" altLang="en-US" sz="2400" i="0" dirty="0">
                <a:solidFill>
                  <a:srgbClr val="FF0000"/>
                </a:solidFill>
              </a:rPr>
              <a:t>它表明该法则允许的距离间隔和速率成比例</a:t>
            </a:r>
            <a:r>
              <a:rPr kumimoji="0" lang="zh-CN" altLang="en-US" sz="2400" i="0" dirty="0">
                <a:solidFill>
                  <a:schemeClr val="tx1"/>
                </a:solidFill>
              </a:rPr>
              <a:t>，即 </a:t>
            </a:r>
          </a:p>
        </p:txBody>
      </p:sp>
      <p:graphicFrame>
        <p:nvGraphicFramePr>
          <p:cNvPr id="53" name="Object 5"/>
          <p:cNvGraphicFramePr>
            <a:graphicFrameLocks noChangeAspect="1"/>
          </p:cNvGraphicFramePr>
          <p:nvPr>
            <p:extLst>
              <p:ext uri="{D42A27DB-BD31-4B8C-83A1-F6EECF244321}">
                <p14:modId xmlns:p14="http://schemas.microsoft.com/office/powerpoint/2010/main" val="1536396462"/>
              </p:ext>
            </p:extLst>
          </p:nvPr>
        </p:nvGraphicFramePr>
        <p:xfrm>
          <a:off x="7041232" y="1680555"/>
          <a:ext cx="908050" cy="354012"/>
        </p:xfrm>
        <a:graphic>
          <a:graphicData uri="http://schemas.openxmlformats.org/presentationml/2006/ole">
            <mc:AlternateContent xmlns:mc="http://schemas.openxmlformats.org/markup-compatibility/2006">
              <mc:Choice xmlns:v="urn:schemas-microsoft-com:vml" Requires="v">
                <p:oleObj spid="_x0000_s244768" name="Equation" r:id="rId4" imgW="431425" imgH="177646" progId="Equation.DSMT4">
                  <p:embed/>
                </p:oleObj>
              </mc:Choice>
              <mc:Fallback>
                <p:oleObj name="Equation" r:id="rId4" imgW="431425" imgH="177646"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1232" y="1680555"/>
                        <a:ext cx="908050" cy="354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 name="Rectangle 6"/>
          <p:cNvSpPr>
            <a:spLocks noChangeArrowheads="1"/>
          </p:cNvSpPr>
          <p:nvPr/>
        </p:nvSpPr>
        <p:spPr bwMode="auto">
          <a:xfrm>
            <a:off x="6609184" y="2359062"/>
            <a:ext cx="28803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304800"/>
            <a:r>
              <a:rPr kumimoji="0" lang="zh-CN" altLang="en-US" sz="2400" i="0" dirty="0" smtClean="0">
                <a:solidFill>
                  <a:schemeClr val="tx1"/>
                </a:solidFill>
              </a:rPr>
              <a:t>其中</a:t>
            </a:r>
            <a:r>
              <a:rPr kumimoji="0" lang="en-US" altLang="zh-CN" sz="2400" i="0" dirty="0" smtClean="0">
                <a:solidFill>
                  <a:schemeClr val="tx1"/>
                </a:solidFill>
              </a:rPr>
              <a:t>k</a:t>
            </a:r>
            <a:r>
              <a:rPr kumimoji="0" lang="zh-CN" altLang="en-US" sz="2400" i="0" dirty="0" smtClean="0">
                <a:solidFill>
                  <a:schemeClr val="tx1"/>
                </a:solidFill>
              </a:rPr>
              <a:t>为</a:t>
            </a:r>
            <a:r>
              <a:rPr kumimoji="0" lang="zh-CN" altLang="en-US" sz="2400" i="0" dirty="0">
                <a:solidFill>
                  <a:schemeClr val="tx1"/>
                </a:solidFill>
              </a:rPr>
              <a:t>比例常数 </a:t>
            </a:r>
          </a:p>
        </p:txBody>
      </p:sp>
      <p:graphicFrame>
        <p:nvGraphicFramePr>
          <p:cNvPr id="55" name="Object 7"/>
          <p:cNvGraphicFramePr>
            <a:graphicFrameLocks noChangeAspect="1"/>
          </p:cNvGraphicFramePr>
          <p:nvPr>
            <p:extLst>
              <p:ext uri="{D42A27DB-BD31-4B8C-83A1-F6EECF244321}">
                <p14:modId xmlns:p14="http://schemas.microsoft.com/office/powerpoint/2010/main" val="3020959974"/>
              </p:ext>
            </p:extLst>
          </p:nvPr>
        </p:nvGraphicFramePr>
        <p:xfrm>
          <a:off x="6893644" y="3068960"/>
          <a:ext cx="2311400" cy="862013"/>
        </p:xfrm>
        <a:graphic>
          <a:graphicData uri="http://schemas.openxmlformats.org/presentationml/2006/ole">
            <mc:AlternateContent xmlns:mc="http://schemas.openxmlformats.org/markup-compatibility/2006">
              <mc:Choice xmlns:v="urn:schemas-microsoft-com:vml" Requires="v">
                <p:oleObj spid="_x0000_s244769" name="Equation" r:id="rId6" imgW="1040948" imgH="418918" progId="Equation.DSMT4">
                  <p:embed/>
                </p:oleObj>
              </mc:Choice>
              <mc:Fallback>
                <p:oleObj name="Equation" r:id="rId6" imgW="1040948" imgH="418918"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93644" y="3068960"/>
                        <a:ext cx="2311400"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 name="Rectangle 3"/>
          <p:cNvSpPr>
            <a:spLocks noChangeArrowheads="1"/>
          </p:cNvSpPr>
          <p:nvPr/>
        </p:nvSpPr>
        <p:spPr bwMode="auto">
          <a:xfrm>
            <a:off x="1159393" y="452477"/>
            <a:ext cx="6681138" cy="553998"/>
          </a:xfrm>
          <a:prstGeom prst="rect">
            <a:avLst/>
          </a:prstGeom>
          <a:noFill/>
          <a:ln w="12700">
            <a:noFill/>
            <a:miter lim="800000"/>
            <a:headEnd/>
            <a:tailEnd/>
          </a:ln>
          <a:effectLst>
            <a:outerShdw dist="17961" dir="2700000" algn="ctr" rotWithShape="0">
              <a:schemeClr val="bg2"/>
            </a:outerShdw>
          </a:effectLst>
        </p:spPr>
        <p:txBody>
          <a:bodyPr wrap="square" lIns="0" tIns="0" rIns="0" bIns="0" anchor="b">
            <a:spAutoFit/>
          </a:bodyPr>
          <a:lstStyle/>
          <a:p>
            <a:pPr algn="l" defTabSz="814388">
              <a:lnSpc>
                <a:spcPct val="90000"/>
              </a:lnSpc>
            </a:pPr>
            <a:r>
              <a:rPr lang="zh-CN" altLang="en-US" sz="4000" i="0" dirty="0" smtClean="0">
                <a:solidFill>
                  <a:schemeClr val="bg1"/>
                </a:solidFill>
                <a:effectLst>
                  <a:outerShdw blurRad="38100" dist="38100" dir="2700000" algn="tl">
                    <a:srgbClr val="C0C0C0"/>
                  </a:outerShdw>
                </a:effectLst>
              </a:rPr>
              <a:t>问题：</a:t>
            </a:r>
            <a:r>
              <a:rPr lang="zh-CN" altLang="en-US" sz="4000" i="0" dirty="0">
                <a:solidFill>
                  <a:schemeClr val="bg1"/>
                </a:solidFill>
                <a:effectLst>
                  <a:outerShdw blurRad="38100" dist="38100" dir="2700000" algn="tl">
                    <a:srgbClr val="C0C0C0"/>
                  </a:outerShdw>
                </a:effectLst>
              </a:rPr>
              <a:t>汽车的刹车</a:t>
            </a:r>
            <a:r>
              <a:rPr lang="zh-CN" altLang="en-US" sz="4000" i="0" dirty="0" smtClean="0">
                <a:solidFill>
                  <a:schemeClr val="bg1"/>
                </a:solidFill>
                <a:effectLst>
                  <a:outerShdw blurRad="38100" dist="38100" dir="2700000" algn="tl">
                    <a:srgbClr val="C0C0C0"/>
                  </a:outerShdw>
                </a:effectLst>
              </a:rPr>
              <a:t>距离</a:t>
            </a:r>
            <a:r>
              <a:rPr lang="zh-CN" altLang="en-US" sz="4000" i="0" dirty="0">
                <a:solidFill>
                  <a:schemeClr val="bg1"/>
                </a:solidFill>
                <a:effectLst>
                  <a:outerShdw blurRad="38100" dist="38100" dir="2700000" algn="tl">
                    <a:srgbClr val="C0C0C0"/>
                  </a:outerShdw>
                </a:effectLst>
              </a:rPr>
              <a:t>的求解</a:t>
            </a:r>
          </a:p>
        </p:txBody>
      </p:sp>
    </p:spTree>
    <p:extLst>
      <p:ext uri="{BB962C8B-B14F-4D97-AF65-F5344CB8AC3E}">
        <p14:creationId xmlns:p14="http://schemas.microsoft.com/office/powerpoint/2010/main" val="15590926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4562"/>
                                        </p:tgtEl>
                                        <p:attrNameLst>
                                          <p:attrName>style.visibility</p:attrName>
                                        </p:attrNameLst>
                                      </p:cBhvr>
                                      <p:to>
                                        <p:strVal val="visible"/>
                                      </p:to>
                                    </p:set>
                                    <p:anim calcmode="lin" valueType="num">
                                      <p:cBhvr additive="base">
                                        <p:cTn id="7" dur="500" fill="hold"/>
                                        <p:tgtEl>
                                          <p:spTgt spid="194562"/>
                                        </p:tgtEl>
                                        <p:attrNameLst>
                                          <p:attrName>ppt_x</p:attrName>
                                        </p:attrNameLst>
                                      </p:cBhvr>
                                      <p:tavLst>
                                        <p:tav tm="0">
                                          <p:val>
                                            <p:strVal val="0-#ppt_w/2"/>
                                          </p:val>
                                        </p:tav>
                                        <p:tav tm="100000">
                                          <p:val>
                                            <p:strVal val="#ppt_x"/>
                                          </p:val>
                                        </p:tav>
                                      </p:tavLst>
                                    </p:anim>
                                    <p:anim calcmode="lin" valueType="num">
                                      <p:cBhvr additive="base">
                                        <p:cTn id="8" dur="500" fill="hold"/>
                                        <p:tgtEl>
                                          <p:spTgt spid="1945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94563"/>
                                        </p:tgtEl>
                                        <p:attrNameLst>
                                          <p:attrName>style.visibility</p:attrName>
                                        </p:attrNameLst>
                                      </p:cBhvr>
                                      <p:to>
                                        <p:strVal val="visible"/>
                                      </p:to>
                                    </p:set>
                                    <p:animEffect transition="in" filter="checkerboard(across)">
                                      <p:cBhvr>
                                        <p:cTn id="13" dur="500"/>
                                        <p:tgtEl>
                                          <p:spTgt spid="194563"/>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checkerboard(across)">
                                      <p:cBhvr>
                                        <p:cTn id="18" dur="500"/>
                                        <p:tgtEl>
                                          <p:spTgt spid="5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blinds(horizontal)">
                                      <p:cBhvr>
                                        <p:cTn id="23" dur="500"/>
                                        <p:tgtEl>
                                          <p:spTgt spid="53"/>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checkerboard(across)">
                                      <p:cBhvr>
                                        <p:cTn id="28" dur="500"/>
                                        <p:tgtEl>
                                          <p:spTgt spid="54"/>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6" fill="hold" nodeType="clickEffect">
                                  <p:stCondLst>
                                    <p:cond delay="0"/>
                                  </p:stCondLst>
                                  <p:childTnLst>
                                    <p:set>
                                      <p:cBhvr>
                                        <p:cTn id="32" dur="1" fill="hold">
                                          <p:stCondLst>
                                            <p:cond delay="0"/>
                                          </p:stCondLst>
                                        </p:cTn>
                                        <p:tgtEl>
                                          <p:spTgt spid="55"/>
                                        </p:tgtEl>
                                        <p:attrNameLst>
                                          <p:attrName>style.visibility</p:attrName>
                                        </p:attrNameLst>
                                      </p:cBhvr>
                                      <p:to>
                                        <p:strVal val="visible"/>
                                      </p:to>
                                    </p:set>
                                    <p:anim calcmode="lin" valueType="num">
                                      <p:cBhvr additive="base">
                                        <p:cTn id="33" dur="500" fill="hold"/>
                                        <p:tgtEl>
                                          <p:spTgt spid="55"/>
                                        </p:tgtEl>
                                        <p:attrNameLst>
                                          <p:attrName>ppt_x</p:attrName>
                                        </p:attrNameLst>
                                      </p:cBhvr>
                                      <p:tavLst>
                                        <p:tav tm="0">
                                          <p:val>
                                            <p:strVal val="1+#ppt_w/2"/>
                                          </p:val>
                                        </p:tav>
                                        <p:tav tm="100000">
                                          <p:val>
                                            <p:strVal val="#ppt_x"/>
                                          </p:val>
                                        </p:tav>
                                      </p:tavLst>
                                    </p:anim>
                                    <p:anim calcmode="lin" valueType="num">
                                      <p:cBhvr additive="base">
                                        <p:cTn id="34"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3" fill="hold" grpId="0" nodeType="clickEffect">
                                  <p:stCondLst>
                                    <p:cond delay="0"/>
                                  </p:stCondLst>
                                  <p:childTnLst>
                                    <p:set>
                                      <p:cBhvr>
                                        <p:cTn id="38" dur="1" fill="hold">
                                          <p:stCondLst>
                                            <p:cond delay="0"/>
                                          </p:stCondLst>
                                        </p:cTn>
                                        <p:tgtEl>
                                          <p:spTgt spid="104"/>
                                        </p:tgtEl>
                                        <p:attrNameLst>
                                          <p:attrName>style.visibility</p:attrName>
                                        </p:attrNameLst>
                                      </p:cBhvr>
                                      <p:to>
                                        <p:strVal val="visible"/>
                                      </p:to>
                                    </p:set>
                                    <p:anim calcmode="lin" valueType="num">
                                      <p:cBhvr additive="base">
                                        <p:cTn id="39" dur="500" fill="hold"/>
                                        <p:tgtEl>
                                          <p:spTgt spid="104"/>
                                        </p:tgtEl>
                                        <p:attrNameLst>
                                          <p:attrName>ppt_x</p:attrName>
                                        </p:attrNameLst>
                                      </p:cBhvr>
                                      <p:tavLst>
                                        <p:tav tm="0">
                                          <p:val>
                                            <p:strVal val="1+#ppt_w/2"/>
                                          </p:val>
                                        </p:tav>
                                        <p:tav tm="100000">
                                          <p:val>
                                            <p:strVal val="#ppt_x"/>
                                          </p:val>
                                        </p:tav>
                                      </p:tavLst>
                                    </p:anim>
                                    <p:anim calcmode="lin" valueType="num">
                                      <p:cBhvr additive="base">
                                        <p:cTn id="40" dur="500" fill="hold"/>
                                        <p:tgtEl>
                                          <p:spTgt spid="10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p:bldP spid="52" grpId="0"/>
      <p:bldP spid="54" grpId="0"/>
      <p:bldP spid="104"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ChangeArrowheads="1"/>
          </p:cNvSpPr>
          <p:nvPr/>
        </p:nvSpPr>
        <p:spPr bwMode="auto">
          <a:xfrm>
            <a:off x="344488" y="1045180"/>
            <a:ext cx="928903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304800" algn="l"/>
            <a:r>
              <a:rPr kumimoji="0" lang="zh-CN" altLang="en-US" sz="2400" b="0" i="0" dirty="0">
                <a:solidFill>
                  <a:schemeClr val="tx1"/>
                </a:solidFill>
                <a:cs typeface="Times New Roman" pitchFamily="18" charset="0"/>
              </a:rPr>
              <a:t>    </a:t>
            </a:r>
            <a:r>
              <a:rPr kumimoji="0" lang="zh-CN" altLang="en-US" sz="2400" i="0" dirty="0">
                <a:solidFill>
                  <a:schemeClr val="tx1"/>
                </a:solidFill>
                <a:cs typeface="Times New Roman" pitchFamily="18" charset="0"/>
              </a:rPr>
              <a:t>下面给出一组经测试得到关于刹车距离与速度的的较为理想的实验数据，</a:t>
            </a:r>
            <a:r>
              <a:rPr kumimoji="0" lang="zh-CN" altLang="en-US" sz="2400" i="0" dirty="0" smtClean="0">
                <a:solidFill>
                  <a:schemeClr val="tx1"/>
                </a:solidFill>
                <a:cs typeface="Times New Roman" pitchFamily="18" charset="0"/>
              </a:rPr>
              <a:t>如下表所</a:t>
            </a:r>
            <a:r>
              <a:rPr kumimoji="0" lang="zh-CN" altLang="en-US" sz="2400" i="0" dirty="0">
                <a:solidFill>
                  <a:schemeClr val="tx1"/>
                </a:solidFill>
                <a:cs typeface="Times New Roman" pitchFamily="18" charset="0"/>
              </a:rPr>
              <a:t>示</a:t>
            </a:r>
            <a:r>
              <a:rPr kumimoji="0" lang="zh-CN" altLang="en-US" sz="2400" i="0" dirty="0" smtClean="0">
                <a:solidFill>
                  <a:schemeClr val="tx1"/>
                </a:solidFill>
                <a:cs typeface="Times New Roman" pitchFamily="18" charset="0"/>
              </a:rPr>
              <a:t>。</a:t>
            </a:r>
            <a:endParaRPr kumimoji="0" lang="en-US" altLang="zh-CN" sz="2400" i="0" dirty="0" smtClean="0">
              <a:solidFill>
                <a:schemeClr val="tx1"/>
              </a:solidFill>
              <a:cs typeface="Times New Roman" pitchFamily="18" charset="0"/>
            </a:endParaRPr>
          </a:p>
          <a:p>
            <a:pPr indent="304800" algn="l"/>
            <a:endParaRPr kumimoji="0" lang="en-US" altLang="zh-CN" sz="2400" i="0" dirty="0" smtClean="0">
              <a:solidFill>
                <a:schemeClr val="tx1"/>
              </a:solidFill>
              <a:cs typeface="Times New Roman" pitchFamily="18" charset="0"/>
            </a:endParaRPr>
          </a:p>
          <a:p>
            <a:pPr indent="304800" algn="l"/>
            <a:endParaRPr lang="en-US" altLang="zh-CN" sz="2400" i="0" dirty="0">
              <a:cs typeface="Times New Roman" pitchFamily="18" charset="0"/>
            </a:endParaRPr>
          </a:p>
          <a:p>
            <a:pPr indent="304800" algn="l"/>
            <a:endParaRPr kumimoji="0" lang="en-US" altLang="zh-CN" sz="2400" i="0" dirty="0" smtClean="0">
              <a:solidFill>
                <a:schemeClr val="tx1"/>
              </a:solidFill>
              <a:cs typeface="Times New Roman" pitchFamily="18" charset="0"/>
            </a:endParaRPr>
          </a:p>
          <a:p>
            <a:pPr indent="304800" algn="l"/>
            <a:endParaRPr lang="en-US" altLang="zh-CN" sz="2400" i="0" dirty="0">
              <a:cs typeface="Times New Roman" pitchFamily="18" charset="0"/>
            </a:endParaRPr>
          </a:p>
          <a:p>
            <a:pPr indent="304800" algn="l"/>
            <a:endParaRPr kumimoji="0" lang="en-US" altLang="zh-CN" sz="2400" i="0" dirty="0" smtClean="0">
              <a:solidFill>
                <a:schemeClr val="tx1"/>
              </a:solidFill>
              <a:cs typeface="Times New Roman" pitchFamily="18" charset="0"/>
            </a:endParaRPr>
          </a:p>
          <a:p>
            <a:pPr indent="304800" algn="l"/>
            <a:endParaRPr lang="en-US" altLang="zh-CN" sz="2400" i="0" dirty="0" smtClean="0">
              <a:cs typeface="Times New Roman" pitchFamily="18" charset="0"/>
            </a:endParaRPr>
          </a:p>
          <a:p>
            <a:pPr indent="304800" algn="l"/>
            <a:r>
              <a:rPr kumimoji="0" lang="zh-CN" altLang="en-US" sz="3200" i="0" dirty="0" smtClean="0">
                <a:solidFill>
                  <a:srgbClr val="FF0000"/>
                </a:solidFill>
                <a:cs typeface="Times New Roman" pitchFamily="18" charset="0"/>
              </a:rPr>
              <a:t>题目：</a:t>
            </a:r>
            <a:r>
              <a:rPr kumimoji="0" lang="zh-CN" altLang="en-US" sz="2800" i="0" dirty="0" smtClean="0">
                <a:solidFill>
                  <a:schemeClr val="tx1"/>
                </a:solidFill>
                <a:cs typeface="Times New Roman" pitchFamily="18" charset="0"/>
              </a:rPr>
              <a:t>为更好的了解</a:t>
            </a:r>
            <a:r>
              <a:rPr kumimoji="0" lang="zh-CN" altLang="en-US" sz="2800" i="0" dirty="0">
                <a:solidFill>
                  <a:schemeClr val="tx1"/>
                </a:solidFill>
                <a:cs typeface="Times New Roman" pitchFamily="18" charset="0"/>
              </a:rPr>
              <a:t>刹车的距离与车速的关系，</a:t>
            </a:r>
            <a:r>
              <a:rPr lang="zh-CN" altLang="en-US" sz="2800" i="0" dirty="0">
                <a:cs typeface="Times New Roman" pitchFamily="18" charset="0"/>
              </a:rPr>
              <a:t>试</a:t>
            </a:r>
            <a:r>
              <a:rPr lang="zh-CN" altLang="en-US" sz="2800" i="0" dirty="0">
                <a:solidFill>
                  <a:srgbClr val="0000CC"/>
                </a:solidFill>
                <a:cs typeface="Times New Roman" pitchFamily="18" charset="0"/>
              </a:rPr>
              <a:t>使用三次样条插值来预测车辆的停止距离</a:t>
            </a:r>
            <a:r>
              <a:rPr lang="zh-CN" altLang="en-US" sz="2800" i="0" dirty="0">
                <a:cs typeface="Times New Roman" pitchFamily="18" charset="0"/>
              </a:rPr>
              <a:t>，</a:t>
            </a:r>
            <a:r>
              <a:rPr kumimoji="0" lang="zh-CN" altLang="en-US" sz="2800" i="0" dirty="0">
                <a:solidFill>
                  <a:schemeClr val="tx1"/>
                </a:solidFill>
                <a:cs typeface="Times New Roman" pitchFamily="18" charset="0"/>
              </a:rPr>
              <a:t>预测车辆的总停止距离</a:t>
            </a:r>
            <a:r>
              <a:rPr kumimoji="0" lang="en-US" altLang="zh-CN" sz="2800" i="0" dirty="0">
                <a:solidFill>
                  <a:schemeClr val="tx1"/>
                </a:solidFill>
                <a:cs typeface="Times New Roman" pitchFamily="18" charset="0"/>
              </a:rPr>
              <a:t>d</a:t>
            </a:r>
            <a:r>
              <a:rPr kumimoji="0" lang="zh-CN" altLang="en-US" sz="2800" i="0" dirty="0">
                <a:solidFill>
                  <a:schemeClr val="tx1"/>
                </a:solidFill>
                <a:cs typeface="Times New Roman" pitchFamily="18" charset="0"/>
              </a:rPr>
              <a:t>（英尺）关于速度</a:t>
            </a:r>
            <a:r>
              <a:rPr kumimoji="0" lang="en-US" altLang="zh-CN" sz="2800" i="0" dirty="0">
                <a:solidFill>
                  <a:schemeClr val="tx1"/>
                </a:solidFill>
                <a:cs typeface="Times New Roman" pitchFamily="18" charset="0"/>
              </a:rPr>
              <a:t>v</a:t>
            </a:r>
            <a:r>
              <a:rPr kumimoji="0" lang="zh-CN" altLang="en-US" sz="2800" i="0" dirty="0">
                <a:solidFill>
                  <a:schemeClr val="tx1"/>
                </a:solidFill>
                <a:cs typeface="Times New Roman" pitchFamily="18" charset="0"/>
              </a:rPr>
              <a:t>（英里</a:t>
            </a:r>
            <a:r>
              <a:rPr kumimoji="0" lang="en-US" altLang="zh-CN" sz="2800" i="0" dirty="0">
                <a:solidFill>
                  <a:schemeClr val="tx1"/>
                </a:solidFill>
                <a:cs typeface="Times New Roman" pitchFamily="18" charset="0"/>
              </a:rPr>
              <a:t>/</a:t>
            </a:r>
            <a:r>
              <a:rPr kumimoji="0" lang="zh-CN" altLang="en-US" sz="2800" i="0" dirty="0">
                <a:solidFill>
                  <a:schemeClr val="tx1"/>
                </a:solidFill>
                <a:cs typeface="Times New Roman" pitchFamily="18" charset="0"/>
              </a:rPr>
              <a:t>小时）的函数，检验</a:t>
            </a:r>
            <a:r>
              <a:rPr kumimoji="0" lang="en-US" altLang="zh-CN" sz="2800" i="0" dirty="0">
                <a:solidFill>
                  <a:schemeClr val="tx1"/>
                </a:solidFill>
                <a:cs typeface="Times New Roman" pitchFamily="18" charset="0"/>
              </a:rPr>
              <a:t>2</a:t>
            </a:r>
            <a:r>
              <a:rPr kumimoji="0" lang="zh-CN" altLang="en-US" sz="2800" i="0" dirty="0">
                <a:solidFill>
                  <a:schemeClr val="tx1"/>
                </a:solidFill>
                <a:cs typeface="Times New Roman" pitchFamily="18" charset="0"/>
              </a:rPr>
              <a:t>秒法则与驾驶规则是否一致，并尝试寻找更好的驾驶规则。</a:t>
            </a:r>
            <a:endParaRPr kumimoji="0" lang="zh-CN" altLang="en-US" sz="2400" i="0" dirty="0">
              <a:solidFill>
                <a:schemeClr val="tx1"/>
              </a:solidFill>
              <a:cs typeface="Times New Roman" pitchFamily="18" charset="0"/>
            </a:endParaRPr>
          </a:p>
        </p:txBody>
      </p:sp>
      <p:graphicFrame>
        <p:nvGraphicFramePr>
          <p:cNvPr id="195706" name="Group 122"/>
          <p:cNvGraphicFramePr>
            <a:graphicFrameLocks noGrp="1"/>
          </p:cNvGraphicFramePr>
          <p:nvPr>
            <p:extLst>
              <p:ext uri="{D42A27DB-BD31-4B8C-83A1-F6EECF244321}">
                <p14:modId xmlns:p14="http://schemas.microsoft.com/office/powerpoint/2010/main" val="2517587870"/>
              </p:ext>
            </p:extLst>
          </p:nvPr>
        </p:nvGraphicFramePr>
        <p:xfrm>
          <a:off x="1208584" y="1916832"/>
          <a:ext cx="7488832" cy="2003426"/>
        </p:xfrm>
        <a:graphic>
          <a:graphicData uri="http://schemas.openxmlformats.org/drawingml/2006/table">
            <a:tbl>
              <a:tblPr/>
              <a:tblGrid>
                <a:gridCol w="912799"/>
                <a:gridCol w="974946"/>
                <a:gridCol w="912799"/>
                <a:gridCol w="974946"/>
                <a:gridCol w="910856"/>
                <a:gridCol w="912799"/>
                <a:gridCol w="974946"/>
                <a:gridCol w="914741"/>
              </a:tblGrid>
              <a:tr h="504825">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v</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20</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25</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30</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35</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45</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50</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500063">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d</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42</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56</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73.5</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91.5</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116</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142.5</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173</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98475">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v</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55</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60</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65</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70</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75</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80</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500063">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1"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d</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209.5</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248</a:t>
                      </a:r>
                      <a:endPar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292.5</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343</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401</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hlink"/>
                        </a:buClr>
                        <a:buSzPct val="7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464</a:t>
                      </a: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itchFamily="2" charset="2"/>
                        <a:buNone/>
                        <a:tabLst/>
                      </a:pPr>
                      <a:endParaRPr kumimoji="0" lang="zh-CN" altLang="en-US" sz="2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99060" marR="990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3" name="Rectangle 3"/>
          <p:cNvSpPr>
            <a:spLocks noChangeArrowheads="1"/>
          </p:cNvSpPr>
          <p:nvPr/>
        </p:nvSpPr>
        <p:spPr bwMode="auto">
          <a:xfrm>
            <a:off x="1159393" y="452477"/>
            <a:ext cx="6681138" cy="553998"/>
          </a:xfrm>
          <a:prstGeom prst="rect">
            <a:avLst/>
          </a:prstGeom>
          <a:noFill/>
          <a:ln w="12700">
            <a:noFill/>
            <a:miter lim="800000"/>
            <a:headEnd/>
            <a:tailEnd/>
          </a:ln>
          <a:effectLst>
            <a:outerShdw dist="17961" dir="2700000" algn="ctr" rotWithShape="0">
              <a:schemeClr val="bg2"/>
            </a:outerShdw>
          </a:effectLst>
        </p:spPr>
        <p:txBody>
          <a:bodyPr wrap="square" lIns="0" tIns="0" rIns="0" bIns="0" anchor="b">
            <a:spAutoFit/>
          </a:bodyPr>
          <a:lstStyle/>
          <a:p>
            <a:pPr algn="l" defTabSz="814388">
              <a:lnSpc>
                <a:spcPct val="90000"/>
              </a:lnSpc>
            </a:pPr>
            <a:r>
              <a:rPr lang="zh-CN" altLang="en-US" sz="4000" i="0" dirty="0" smtClean="0">
                <a:solidFill>
                  <a:schemeClr val="bg1"/>
                </a:solidFill>
                <a:effectLst>
                  <a:outerShdw blurRad="38100" dist="38100" dir="2700000" algn="tl">
                    <a:srgbClr val="C0C0C0"/>
                  </a:outerShdw>
                </a:effectLst>
              </a:rPr>
              <a:t>问题：</a:t>
            </a:r>
            <a:r>
              <a:rPr lang="zh-CN" altLang="en-US" sz="4000" i="0" dirty="0">
                <a:solidFill>
                  <a:schemeClr val="bg1"/>
                </a:solidFill>
                <a:effectLst>
                  <a:outerShdw blurRad="38100" dist="38100" dir="2700000" algn="tl">
                    <a:srgbClr val="C0C0C0"/>
                  </a:outerShdw>
                </a:effectLst>
              </a:rPr>
              <a:t>汽车的刹车</a:t>
            </a:r>
            <a:r>
              <a:rPr lang="zh-CN" altLang="en-US" sz="4000" i="0" dirty="0" smtClean="0">
                <a:solidFill>
                  <a:schemeClr val="bg1"/>
                </a:solidFill>
                <a:effectLst>
                  <a:outerShdw blurRad="38100" dist="38100" dir="2700000" algn="tl">
                    <a:srgbClr val="C0C0C0"/>
                  </a:outerShdw>
                </a:effectLst>
              </a:rPr>
              <a:t>距离</a:t>
            </a:r>
            <a:r>
              <a:rPr lang="zh-CN" altLang="en-US" sz="4000" i="0" dirty="0">
                <a:solidFill>
                  <a:schemeClr val="bg1"/>
                </a:solidFill>
                <a:effectLst>
                  <a:outerShdw blurRad="38100" dist="38100" dir="2700000" algn="tl">
                    <a:srgbClr val="C0C0C0"/>
                  </a:outerShdw>
                </a:effectLst>
              </a:rPr>
              <a:t>的求解</a:t>
            </a:r>
          </a:p>
        </p:txBody>
      </p:sp>
    </p:spTree>
    <p:extLst>
      <p:ext uri="{BB962C8B-B14F-4D97-AF65-F5344CB8AC3E}">
        <p14:creationId xmlns:p14="http://schemas.microsoft.com/office/powerpoint/2010/main" val="8660481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5586"/>
                                        </p:tgtEl>
                                        <p:attrNameLst>
                                          <p:attrName>style.visibility</p:attrName>
                                        </p:attrNameLst>
                                      </p:cBhvr>
                                      <p:to>
                                        <p:strVal val="visible"/>
                                      </p:to>
                                    </p:set>
                                    <p:anim calcmode="lin" valueType="num">
                                      <p:cBhvr additive="base">
                                        <p:cTn id="7" dur="500" fill="hold"/>
                                        <p:tgtEl>
                                          <p:spTgt spid="195586"/>
                                        </p:tgtEl>
                                        <p:attrNameLst>
                                          <p:attrName>ppt_x</p:attrName>
                                        </p:attrNameLst>
                                      </p:cBhvr>
                                      <p:tavLst>
                                        <p:tav tm="0">
                                          <p:val>
                                            <p:strVal val="0-#ppt_w/2"/>
                                          </p:val>
                                        </p:tav>
                                        <p:tav tm="100000">
                                          <p:val>
                                            <p:strVal val="#ppt_x"/>
                                          </p:val>
                                        </p:tav>
                                      </p:tavLst>
                                    </p:anim>
                                    <p:anim calcmode="lin" valueType="num">
                                      <p:cBhvr additive="base">
                                        <p:cTn id="8" dur="500" fill="hold"/>
                                        <p:tgtEl>
                                          <p:spTgt spid="19558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5706"/>
                                        </p:tgtEl>
                                        <p:attrNameLst>
                                          <p:attrName>style.visibility</p:attrName>
                                        </p:attrNameLst>
                                      </p:cBhvr>
                                      <p:to>
                                        <p:strVal val="visible"/>
                                      </p:to>
                                    </p:set>
                                    <p:anim calcmode="lin" valueType="num">
                                      <p:cBhvr additive="base">
                                        <p:cTn id="13" dur="500" fill="hold"/>
                                        <p:tgtEl>
                                          <p:spTgt spid="195706"/>
                                        </p:tgtEl>
                                        <p:attrNameLst>
                                          <p:attrName>ppt_x</p:attrName>
                                        </p:attrNameLst>
                                      </p:cBhvr>
                                      <p:tavLst>
                                        <p:tav tm="0">
                                          <p:val>
                                            <p:strVal val="1+#ppt_w/2"/>
                                          </p:val>
                                        </p:tav>
                                        <p:tav tm="100000">
                                          <p:val>
                                            <p:strVal val="#ppt_x"/>
                                          </p:val>
                                        </p:tav>
                                      </p:tavLst>
                                    </p:anim>
                                    <p:anim calcmode="lin" valueType="num">
                                      <p:cBhvr additive="base">
                                        <p:cTn id="14" dur="500" fill="hold"/>
                                        <p:tgtEl>
                                          <p:spTgt spid="19570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fill="hold"/>
                                        <p:tgtEl>
                                          <p:spTgt spid="53"/>
                                        </p:tgtEl>
                                        <p:attrNameLst>
                                          <p:attrName>ppt_x</p:attrName>
                                        </p:attrNameLst>
                                      </p:cBhvr>
                                      <p:tavLst>
                                        <p:tav tm="0">
                                          <p:val>
                                            <p:strVal val="1+#ppt_w/2"/>
                                          </p:val>
                                        </p:tav>
                                        <p:tav tm="100000">
                                          <p:val>
                                            <p:strVal val="#ppt_x"/>
                                          </p:val>
                                        </p:tav>
                                      </p:tavLst>
                                    </p:anim>
                                    <p:anim calcmode="lin" valueType="num">
                                      <p:cBhvr additive="base">
                                        <p:cTn id="20" dur="500" fill="hold"/>
                                        <p:tgtEl>
                                          <p:spTgt spid="5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p:bldP spid="53"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915" name="Object 3"/>
          <p:cNvGraphicFramePr>
            <a:graphicFrameLocks noChangeAspect="1"/>
          </p:cNvGraphicFramePr>
          <p:nvPr>
            <p:extLst>
              <p:ext uri="{D42A27DB-BD31-4B8C-83A1-F6EECF244321}">
                <p14:modId xmlns:p14="http://schemas.microsoft.com/office/powerpoint/2010/main" val="1638158472"/>
              </p:ext>
            </p:extLst>
          </p:nvPr>
        </p:nvGraphicFramePr>
        <p:xfrm>
          <a:off x="1695126" y="1533110"/>
          <a:ext cx="2331346" cy="888622"/>
        </p:xfrm>
        <a:graphic>
          <a:graphicData uri="http://schemas.openxmlformats.org/presentationml/2006/ole">
            <mc:AlternateContent xmlns:mc="http://schemas.openxmlformats.org/markup-compatibility/2006">
              <mc:Choice xmlns:v="urn:schemas-microsoft-com:vml" Requires="v">
                <p:oleObj spid="_x0000_s245834" r:id="rId3" imgW="1040948" imgH="431613" progId="Equation.DSMT4">
                  <p:embed/>
                </p:oleObj>
              </mc:Choice>
              <mc:Fallback>
                <p:oleObj r:id="rId3" imgW="1040948" imgH="431613"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126" y="1533110"/>
                        <a:ext cx="2331346" cy="888622"/>
                      </a:xfrm>
                      <a:prstGeom prst="rect">
                        <a:avLst/>
                      </a:prstGeom>
                      <a:noFill/>
                    </p:spPr>
                  </p:pic>
                </p:oleObj>
              </mc:Fallback>
            </mc:AlternateContent>
          </a:graphicData>
        </a:graphic>
      </p:graphicFrame>
      <p:graphicFrame>
        <p:nvGraphicFramePr>
          <p:cNvPr id="166916" name="Object 4"/>
          <p:cNvGraphicFramePr>
            <a:graphicFrameLocks noChangeAspect="1"/>
          </p:cNvGraphicFramePr>
          <p:nvPr>
            <p:extLst>
              <p:ext uri="{D42A27DB-BD31-4B8C-83A1-F6EECF244321}">
                <p14:modId xmlns:p14="http://schemas.microsoft.com/office/powerpoint/2010/main" val="1123888886"/>
              </p:ext>
            </p:extLst>
          </p:nvPr>
        </p:nvGraphicFramePr>
        <p:xfrm>
          <a:off x="4652614" y="1573183"/>
          <a:ext cx="4149327" cy="848549"/>
        </p:xfrm>
        <a:graphic>
          <a:graphicData uri="http://schemas.openxmlformats.org/presentationml/2006/ole">
            <mc:AlternateContent xmlns:mc="http://schemas.openxmlformats.org/markup-compatibility/2006">
              <mc:Choice xmlns:v="urn:schemas-microsoft-com:vml" Requires="v">
                <p:oleObj spid="_x0000_s245835" r:id="rId5" imgW="1765300" imgH="393700" progId="Equation.DSMT4">
                  <p:embed/>
                </p:oleObj>
              </mc:Choice>
              <mc:Fallback>
                <p:oleObj r:id="rId5" imgW="1765300" imgH="3937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2614" y="1573183"/>
                        <a:ext cx="4149327" cy="848549"/>
                      </a:xfrm>
                      <a:prstGeom prst="rect">
                        <a:avLst/>
                      </a:prstGeom>
                      <a:noFill/>
                    </p:spPr>
                  </p:pic>
                </p:oleObj>
              </mc:Fallback>
            </mc:AlternateContent>
          </a:graphicData>
        </a:graphic>
      </p:graphicFrame>
      <p:sp>
        <p:nvSpPr>
          <p:cNvPr id="166917" name="Rectangle 5"/>
          <p:cNvSpPr>
            <a:spLocks noChangeArrowheads="1"/>
          </p:cNvSpPr>
          <p:nvPr/>
        </p:nvSpPr>
        <p:spPr bwMode="auto">
          <a:xfrm>
            <a:off x="371474" y="1085116"/>
            <a:ext cx="91630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kumimoji="0" lang="zh-CN" altLang="en-US" sz="2400" b="0" i="0" dirty="0">
                <a:solidFill>
                  <a:schemeClr val="tx1"/>
                </a:solidFill>
                <a:cs typeface="Times New Roman" pitchFamily="18" charset="0"/>
              </a:rPr>
              <a:t>    </a:t>
            </a:r>
            <a:r>
              <a:rPr kumimoji="0" lang="zh-CN" altLang="en-US" sz="2400" i="0" dirty="0">
                <a:solidFill>
                  <a:schemeClr val="tx1"/>
                </a:solidFill>
                <a:cs typeface="Times New Roman" pitchFamily="18" charset="0"/>
              </a:rPr>
              <a:t>使用三次样条插值来预测车辆的停止距离</a:t>
            </a:r>
            <a:r>
              <a:rPr kumimoji="0" lang="zh-CN" altLang="en-US" sz="2400" i="0" dirty="0" smtClean="0">
                <a:solidFill>
                  <a:schemeClr val="tx1"/>
                </a:solidFill>
                <a:cs typeface="Times New Roman" pitchFamily="18" charset="0"/>
              </a:rPr>
              <a:t>，给定自然边界条件，</a:t>
            </a:r>
            <a:r>
              <a:rPr kumimoji="0" lang="zh-CN" altLang="en-US" sz="2400" i="0" dirty="0">
                <a:solidFill>
                  <a:schemeClr val="tx1"/>
                </a:solidFill>
                <a:cs typeface="Times New Roman" pitchFamily="18" charset="0"/>
              </a:rPr>
              <a:t>则有</a:t>
            </a:r>
          </a:p>
        </p:txBody>
      </p:sp>
      <p:sp>
        <p:nvSpPr>
          <p:cNvPr id="166918" name="Rectangle 6"/>
          <p:cNvSpPr>
            <a:spLocks noChangeArrowheads="1"/>
          </p:cNvSpPr>
          <p:nvPr/>
        </p:nvSpPr>
        <p:spPr bwMode="auto">
          <a:xfrm>
            <a:off x="1477518" y="4074483"/>
            <a:ext cx="22313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0" lang="zh-CN" altLang="en-US" sz="1100" b="0">
                <a:solidFill>
                  <a:schemeClr val="tx1"/>
                </a:solidFill>
                <a:latin typeface="Arial" pitchFamily="34" charset="0"/>
                <a:ea typeface="宋体" pitchFamily="2" charset="-122"/>
              </a:rPr>
              <a:t> </a:t>
            </a:r>
            <a:endParaRPr kumimoji="0" lang="zh-CN" altLang="en-US" sz="1800" b="0">
              <a:solidFill>
                <a:schemeClr val="tx1"/>
              </a:solidFill>
              <a:latin typeface="Arial" pitchFamily="34" charset="0"/>
              <a:ea typeface="宋体" pitchFamily="2" charset="-122"/>
            </a:endParaRPr>
          </a:p>
        </p:txBody>
      </p:sp>
      <p:sp>
        <p:nvSpPr>
          <p:cNvPr id="166919" name="Text Box 7"/>
          <p:cNvSpPr txBox="1">
            <a:spLocks noChangeArrowheads="1"/>
          </p:cNvSpPr>
          <p:nvPr/>
        </p:nvSpPr>
        <p:spPr bwMode="auto">
          <a:xfrm>
            <a:off x="4033257" y="1916113"/>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800" b="0">
                <a:solidFill>
                  <a:schemeClr val="tx1"/>
                </a:solidFill>
                <a:latin typeface="Arial" pitchFamily="34" charset="0"/>
                <a:ea typeface="宋体" pitchFamily="2" charset="-122"/>
              </a:rPr>
              <a:t>，</a:t>
            </a:r>
          </a:p>
        </p:txBody>
      </p:sp>
      <p:sp>
        <p:nvSpPr>
          <p:cNvPr id="166920" name="Rectangle 8"/>
          <p:cNvSpPr>
            <a:spLocks noChangeArrowheads="1"/>
          </p:cNvSpPr>
          <p:nvPr/>
        </p:nvSpPr>
        <p:spPr bwMode="auto">
          <a:xfrm>
            <a:off x="-25944" y="2537946"/>
            <a:ext cx="237626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kumimoji="0" lang="zh-CN" altLang="en-US" sz="2400" i="0" dirty="0">
                <a:solidFill>
                  <a:schemeClr val="tx1"/>
                </a:solidFill>
                <a:cs typeface="Times New Roman" pitchFamily="18" charset="0"/>
              </a:rPr>
              <a:t>由公式</a:t>
            </a:r>
          </a:p>
        </p:txBody>
      </p:sp>
      <p:sp>
        <p:nvSpPr>
          <p:cNvPr id="166922" name="Rectangle 10"/>
          <p:cNvSpPr>
            <a:spLocks noChangeArrowheads="1"/>
          </p:cNvSpPr>
          <p:nvPr/>
        </p:nvSpPr>
        <p:spPr bwMode="auto">
          <a:xfrm>
            <a:off x="253382" y="3302560"/>
            <a:ext cx="244827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kumimoji="0" lang="zh-CN" altLang="en-US" sz="2400" i="0" dirty="0" smtClean="0">
                <a:solidFill>
                  <a:schemeClr val="tx1"/>
                </a:solidFill>
                <a:cs typeface="Times New Roman" pitchFamily="18" charset="0"/>
              </a:rPr>
              <a:t>计算</a:t>
            </a:r>
            <a:r>
              <a:rPr lang="zh-CN" altLang="en-US" sz="2400" i="0" dirty="0" smtClean="0">
                <a:cs typeface="Times New Roman" pitchFamily="18" charset="0"/>
              </a:rPr>
              <a:t>得到三弯矩方程组</a:t>
            </a:r>
            <a:endParaRPr kumimoji="0" lang="zh-CN" altLang="en-US" sz="2400" i="0" dirty="0">
              <a:solidFill>
                <a:schemeClr val="tx1"/>
              </a:solidFill>
              <a:cs typeface="Times New Roman" pitchFamily="18" charset="0"/>
            </a:endParaRPr>
          </a:p>
        </p:txBody>
      </p:sp>
      <p:sp>
        <p:nvSpPr>
          <p:cNvPr id="166923" name="Rectangle 11"/>
          <p:cNvSpPr>
            <a:spLocks noChangeArrowheads="1"/>
          </p:cNvSpPr>
          <p:nvPr/>
        </p:nvSpPr>
        <p:spPr bwMode="auto">
          <a:xfrm>
            <a:off x="4860634" y="3100358"/>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endParaRPr lang="zh-CN" altLang="en-US"/>
          </a:p>
        </p:txBody>
      </p:sp>
      <p:sp>
        <p:nvSpPr>
          <p:cNvPr id="166926" name="Rectangle 14"/>
          <p:cNvSpPr>
            <a:spLocks noChangeArrowheads="1"/>
          </p:cNvSpPr>
          <p:nvPr/>
        </p:nvSpPr>
        <p:spPr bwMode="auto">
          <a:xfrm>
            <a:off x="4664579" y="2221677"/>
            <a:ext cx="1847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endParaRPr lang="zh-CN" altLang="en-US"/>
          </a:p>
        </p:txBody>
      </p:sp>
      <p:graphicFrame>
        <p:nvGraphicFramePr>
          <p:cNvPr id="166927" name="Object 15"/>
          <p:cNvGraphicFramePr>
            <a:graphicFrameLocks noChangeAspect="1"/>
          </p:cNvGraphicFramePr>
          <p:nvPr>
            <p:extLst>
              <p:ext uri="{D42A27DB-BD31-4B8C-83A1-F6EECF244321}">
                <p14:modId xmlns:p14="http://schemas.microsoft.com/office/powerpoint/2010/main" val="1030068337"/>
              </p:ext>
            </p:extLst>
          </p:nvPr>
        </p:nvGraphicFramePr>
        <p:xfrm>
          <a:off x="2648744" y="3302560"/>
          <a:ext cx="6488226" cy="3555440"/>
        </p:xfrm>
        <a:graphic>
          <a:graphicData uri="http://schemas.openxmlformats.org/presentationml/2006/ole">
            <mc:AlternateContent xmlns:mc="http://schemas.openxmlformats.org/markup-compatibility/2006">
              <mc:Choice xmlns:v="urn:schemas-microsoft-com:vml" Requires="v">
                <p:oleObj spid="_x0000_s245836" name="Equation" r:id="rId7" imgW="2997000" imgH="1777680" progId="Equation.DSMT4">
                  <p:embed/>
                </p:oleObj>
              </mc:Choice>
              <mc:Fallback>
                <p:oleObj name="Equation" r:id="rId7" imgW="2997000" imgH="17776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8744" y="3302560"/>
                        <a:ext cx="6488226" cy="3555440"/>
                      </a:xfrm>
                      <a:prstGeom prst="rect">
                        <a:avLst/>
                      </a:prstGeom>
                      <a:noFill/>
                    </p:spPr>
                  </p:pic>
                </p:oleObj>
              </mc:Fallback>
            </mc:AlternateContent>
          </a:graphicData>
        </a:graphic>
      </p:graphicFrame>
      <p:sp>
        <p:nvSpPr>
          <p:cNvPr id="16" name="Rectangle 3"/>
          <p:cNvSpPr>
            <a:spLocks noChangeArrowheads="1"/>
          </p:cNvSpPr>
          <p:nvPr/>
        </p:nvSpPr>
        <p:spPr bwMode="auto">
          <a:xfrm>
            <a:off x="1159393" y="452477"/>
            <a:ext cx="6681138" cy="553998"/>
          </a:xfrm>
          <a:prstGeom prst="rect">
            <a:avLst/>
          </a:prstGeom>
          <a:noFill/>
          <a:ln w="12700">
            <a:noFill/>
            <a:miter lim="800000"/>
            <a:headEnd/>
            <a:tailEnd/>
          </a:ln>
          <a:effectLst>
            <a:outerShdw dist="17961" dir="2700000" algn="ctr" rotWithShape="0">
              <a:schemeClr val="bg2"/>
            </a:outerShdw>
          </a:effectLst>
        </p:spPr>
        <p:txBody>
          <a:bodyPr wrap="square" lIns="0" tIns="0" rIns="0" bIns="0" anchor="b">
            <a:spAutoFit/>
          </a:bodyPr>
          <a:lstStyle/>
          <a:p>
            <a:pPr algn="l" defTabSz="814388">
              <a:lnSpc>
                <a:spcPct val="90000"/>
              </a:lnSpc>
            </a:pPr>
            <a:r>
              <a:rPr lang="zh-CN" altLang="en-US" sz="4000" i="0" dirty="0" smtClean="0">
                <a:solidFill>
                  <a:schemeClr val="bg1"/>
                </a:solidFill>
                <a:effectLst>
                  <a:outerShdw blurRad="38100" dist="38100" dir="2700000" algn="tl">
                    <a:srgbClr val="C0C0C0"/>
                  </a:outerShdw>
                </a:effectLst>
              </a:rPr>
              <a:t>问题：</a:t>
            </a:r>
            <a:r>
              <a:rPr lang="zh-CN" altLang="en-US" sz="4000" i="0" dirty="0">
                <a:solidFill>
                  <a:schemeClr val="bg1"/>
                </a:solidFill>
                <a:effectLst>
                  <a:outerShdw blurRad="38100" dist="38100" dir="2700000" algn="tl">
                    <a:srgbClr val="C0C0C0"/>
                  </a:outerShdw>
                </a:effectLst>
              </a:rPr>
              <a:t>汽车的刹车</a:t>
            </a:r>
            <a:r>
              <a:rPr lang="zh-CN" altLang="en-US" sz="4000" i="0" dirty="0" smtClean="0">
                <a:solidFill>
                  <a:schemeClr val="bg1"/>
                </a:solidFill>
                <a:effectLst>
                  <a:outerShdw blurRad="38100" dist="38100" dir="2700000" algn="tl">
                    <a:srgbClr val="C0C0C0"/>
                  </a:outerShdw>
                </a:effectLst>
              </a:rPr>
              <a:t>距离</a:t>
            </a:r>
            <a:r>
              <a:rPr lang="zh-CN" altLang="en-US" sz="4000" i="0" dirty="0">
                <a:solidFill>
                  <a:schemeClr val="bg1"/>
                </a:solidFill>
                <a:effectLst>
                  <a:outerShdw blurRad="38100" dist="38100" dir="2700000" algn="tl">
                    <a:srgbClr val="C0C0C0"/>
                  </a:outerShdw>
                </a:effectLst>
              </a:rPr>
              <a:t>的求解</a:t>
            </a:r>
          </a:p>
        </p:txBody>
      </p:sp>
      <p:graphicFrame>
        <p:nvGraphicFramePr>
          <p:cNvPr id="2" name="对象 1"/>
          <p:cNvGraphicFramePr>
            <a:graphicFrameLocks noChangeAspect="1"/>
          </p:cNvGraphicFramePr>
          <p:nvPr>
            <p:extLst>
              <p:ext uri="{D42A27DB-BD31-4B8C-83A1-F6EECF244321}">
                <p14:modId xmlns:p14="http://schemas.microsoft.com/office/powerpoint/2010/main" val="1476505076"/>
              </p:ext>
            </p:extLst>
          </p:nvPr>
        </p:nvGraphicFramePr>
        <p:xfrm>
          <a:off x="2073779" y="2297672"/>
          <a:ext cx="5181600" cy="1004888"/>
        </p:xfrm>
        <a:graphic>
          <a:graphicData uri="http://schemas.openxmlformats.org/presentationml/2006/ole">
            <mc:AlternateContent xmlns:mc="http://schemas.openxmlformats.org/markup-compatibility/2006">
              <mc:Choice xmlns:v="urn:schemas-microsoft-com:vml" Requires="v">
                <p:oleObj spid="_x0000_s245837" name="Equation" r:id="rId9" imgW="2451100" imgH="482600" progId="Equation.3">
                  <p:embed/>
                </p:oleObj>
              </mc:Choice>
              <mc:Fallback>
                <p:oleObj name="Equation" r:id="rId9" imgW="2451100" imgH="482600"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73779" y="2297672"/>
                        <a:ext cx="51816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22063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6917">
                                            <p:txEl>
                                              <p:pRg st="0" end="0"/>
                                            </p:txEl>
                                          </p:spTgt>
                                        </p:tgtEl>
                                        <p:attrNameLst>
                                          <p:attrName>style.visibility</p:attrName>
                                        </p:attrNameLst>
                                      </p:cBhvr>
                                      <p:to>
                                        <p:strVal val="visible"/>
                                      </p:to>
                                    </p:set>
                                    <p:animEffect transition="in" filter="blinds(horizontal)">
                                      <p:cBhvr>
                                        <p:cTn id="7" dur="500"/>
                                        <p:tgtEl>
                                          <p:spTgt spid="16691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66915"/>
                                        </p:tgtEl>
                                        <p:attrNameLst>
                                          <p:attrName>style.visibility</p:attrName>
                                        </p:attrNameLst>
                                      </p:cBhvr>
                                      <p:to>
                                        <p:strVal val="visible"/>
                                      </p:to>
                                    </p:set>
                                    <p:anim calcmode="lin" valueType="num">
                                      <p:cBhvr additive="base">
                                        <p:cTn id="12" dur="500" fill="hold"/>
                                        <p:tgtEl>
                                          <p:spTgt spid="166915"/>
                                        </p:tgtEl>
                                        <p:attrNameLst>
                                          <p:attrName>ppt_x</p:attrName>
                                        </p:attrNameLst>
                                      </p:cBhvr>
                                      <p:tavLst>
                                        <p:tav tm="0">
                                          <p:val>
                                            <p:strVal val="0-#ppt_w/2"/>
                                          </p:val>
                                        </p:tav>
                                        <p:tav tm="100000">
                                          <p:val>
                                            <p:strVal val="#ppt_x"/>
                                          </p:val>
                                        </p:tav>
                                      </p:tavLst>
                                    </p:anim>
                                    <p:anim calcmode="lin" valueType="num">
                                      <p:cBhvr additive="base">
                                        <p:cTn id="13" dur="500" fill="hold"/>
                                        <p:tgtEl>
                                          <p:spTgt spid="166915"/>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3" presetClass="entr" presetSubtype="10" fill="hold" grpId="0" nodeType="afterEffect">
                                  <p:stCondLst>
                                    <p:cond delay="0"/>
                                  </p:stCondLst>
                                  <p:childTnLst>
                                    <p:set>
                                      <p:cBhvr>
                                        <p:cTn id="16" dur="1" fill="hold">
                                          <p:stCondLst>
                                            <p:cond delay="0"/>
                                          </p:stCondLst>
                                        </p:cTn>
                                        <p:tgtEl>
                                          <p:spTgt spid="166919"/>
                                        </p:tgtEl>
                                        <p:attrNameLst>
                                          <p:attrName>style.visibility</p:attrName>
                                        </p:attrNameLst>
                                      </p:cBhvr>
                                      <p:to>
                                        <p:strVal val="visible"/>
                                      </p:to>
                                    </p:set>
                                    <p:animEffect transition="in" filter="blinds(horizontal)">
                                      <p:cBhvr>
                                        <p:cTn id="17" dur="500"/>
                                        <p:tgtEl>
                                          <p:spTgt spid="1669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nodeType="clickEffect">
                                  <p:stCondLst>
                                    <p:cond delay="0"/>
                                  </p:stCondLst>
                                  <p:childTnLst>
                                    <p:set>
                                      <p:cBhvr>
                                        <p:cTn id="21" dur="1" fill="hold">
                                          <p:stCondLst>
                                            <p:cond delay="0"/>
                                          </p:stCondLst>
                                        </p:cTn>
                                        <p:tgtEl>
                                          <p:spTgt spid="166916"/>
                                        </p:tgtEl>
                                        <p:attrNameLst>
                                          <p:attrName>style.visibility</p:attrName>
                                        </p:attrNameLst>
                                      </p:cBhvr>
                                      <p:to>
                                        <p:strVal val="visible"/>
                                      </p:to>
                                    </p:set>
                                    <p:anim calcmode="lin" valueType="num">
                                      <p:cBhvr additive="base">
                                        <p:cTn id="22" dur="500" fill="hold"/>
                                        <p:tgtEl>
                                          <p:spTgt spid="166916"/>
                                        </p:tgtEl>
                                        <p:attrNameLst>
                                          <p:attrName>ppt_x</p:attrName>
                                        </p:attrNameLst>
                                      </p:cBhvr>
                                      <p:tavLst>
                                        <p:tav tm="0">
                                          <p:val>
                                            <p:strVal val="1+#ppt_w/2"/>
                                          </p:val>
                                        </p:tav>
                                        <p:tav tm="100000">
                                          <p:val>
                                            <p:strVal val="#ppt_x"/>
                                          </p:val>
                                        </p:tav>
                                      </p:tavLst>
                                    </p:anim>
                                    <p:anim calcmode="lin" valueType="num">
                                      <p:cBhvr additive="base">
                                        <p:cTn id="23" dur="500" fill="hold"/>
                                        <p:tgtEl>
                                          <p:spTgt spid="166916"/>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66920"/>
                                        </p:tgtEl>
                                        <p:attrNameLst>
                                          <p:attrName>style.visibility</p:attrName>
                                        </p:attrNameLst>
                                      </p:cBhvr>
                                      <p:to>
                                        <p:strVal val="visible"/>
                                      </p:to>
                                    </p:set>
                                    <p:animEffect transition="in" filter="checkerboard(across)">
                                      <p:cBhvr>
                                        <p:cTn id="28" dur="500"/>
                                        <p:tgtEl>
                                          <p:spTgt spid="16692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66922"/>
                                        </p:tgtEl>
                                        <p:attrNameLst>
                                          <p:attrName>style.visibility</p:attrName>
                                        </p:attrNameLst>
                                      </p:cBhvr>
                                      <p:to>
                                        <p:strVal val="visible"/>
                                      </p:to>
                                    </p:set>
                                    <p:animEffect transition="in" filter="blinds(horizontal)">
                                      <p:cBhvr>
                                        <p:cTn id="33" dur="500"/>
                                        <p:tgtEl>
                                          <p:spTgt spid="16692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6" fill="hold" nodeType="clickEffect">
                                  <p:stCondLst>
                                    <p:cond delay="0"/>
                                  </p:stCondLst>
                                  <p:childTnLst>
                                    <p:set>
                                      <p:cBhvr>
                                        <p:cTn id="37" dur="1" fill="hold">
                                          <p:stCondLst>
                                            <p:cond delay="0"/>
                                          </p:stCondLst>
                                        </p:cTn>
                                        <p:tgtEl>
                                          <p:spTgt spid="166927"/>
                                        </p:tgtEl>
                                        <p:attrNameLst>
                                          <p:attrName>style.visibility</p:attrName>
                                        </p:attrNameLst>
                                      </p:cBhvr>
                                      <p:to>
                                        <p:strVal val="visible"/>
                                      </p:to>
                                    </p:set>
                                    <p:anim calcmode="lin" valueType="num">
                                      <p:cBhvr additive="base">
                                        <p:cTn id="38" dur="500" fill="hold"/>
                                        <p:tgtEl>
                                          <p:spTgt spid="166927"/>
                                        </p:tgtEl>
                                        <p:attrNameLst>
                                          <p:attrName>ppt_x</p:attrName>
                                        </p:attrNameLst>
                                      </p:cBhvr>
                                      <p:tavLst>
                                        <p:tav tm="0">
                                          <p:val>
                                            <p:strVal val="1+#ppt_w/2"/>
                                          </p:val>
                                        </p:tav>
                                        <p:tav tm="100000">
                                          <p:val>
                                            <p:strVal val="#ppt_x"/>
                                          </p:val>
                                        </p:tav>
                                      </p:tavLst>
                                    </p:anim>
                                    <p:anim calcmode="lin" valueType="num">
                                      <p:cBhvr additive="base">
                                        <p:cTn id="39" dur="500" fill="hold"/>
                                        <p:tgtEl>
                                          <p:spTgt spid="16692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3"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9" presetClass="entr" presetSubtype="0" decel="100000"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 calcmode="lin" valueType="num">
                                      <p:cBhvr>
                                        <p:cTn id="50" dur="500" fill="hold"/>
                                        <p:tgtEl>
                                          <p:spTgt spid="2"/>
                                        </p:tgtEl>
                                        <p:attrNameLst>
                                          <p:attrName>ppt_w</p:attrName>
                                        </p:attrNameLst>
                                      </p:cBhvr>
                                      <p:tavLst>
                                        <p:tav tm="0">
                                          <p:val>
                                            <p:fltVal val="0"/>
                                          </p:val>
                                        </p:tav>
                                        <p:tav tm="100000">
                                          <p:val>
                                            <p:strVal val="#ppt_w"/>
                                          </p:val>
                                        </p:tav>
                                      </p:tavLst>
                                    </p:anim>
                                    <p:anim calcmode="lin" valueType="num">
                                      <p:cBhvr>
                                        <p:cTn id="51" dur="500" fill="hold"/>
                                        <p:tgtEl>
                                          <p:spTgt spid="2"/>
                                        </p:tgtEl>
                                        <p:attrNameLst>
                                          <p:attrName>ppt_h</p:attrName>
                                        </p:attrNameLst>
                                      </p:cBhvr>
                                      <p:tavLst>
                                        <p:tav tm="0">
                                          <p:val>
                                            <p:fltVal val="0"/>
                                          </p:val>
                                        </p:tav>
                                        <p:tav tm="100000">
                                          <p:val>
                                            <p:strVal val="#ppt_h"/>
                                          </p:val>
                                        </p:tav>
                                      </p:tavLst>
                                    </p:anim>
                                    <p:anim calcmode="lin" valueType="num">
                                      <p:cBhvr>
                                        <p:cTn id="52" dur="500" fill="hold"/>
                                        <p:tgtEl>
                                          <p:spTgt spid="2"/>
                                        </p:tgtEl>
                                        <p:attrNameLst>
                                          <p:attrName>style.rotation</p:attrName>
                                        </p:attrNameLst>
                                      </p:cBhvr>
                                      <p:tavLst>
                                        <p:tav tm="0">
                                          <p:val>
                                            <p:fltVal val="360"/>
                                          </p:val>
                                        </p:tav>
                                        <p:tav tm="100000">
                                          <p:val>
                                            <p:fltVal val="0"/>
                                          </p:val>
                                        </p:tav>
                                      </p:tavLst>
                                    </p:anim>
                                    <p:animEffect transition="in" filter="fade">
                                      <p:cBhvr>
                                        <p:cTn id="5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9" grpId="0"/>
      <p:bldP spid="166920" grpId="0"/>
      <p:bldP spid="166922" grpId="0"/>
      <p:bldP spid="16"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ChangeArrowheads="1"/>
          </p:cNvSpPr>
          <p:nvPr/>
        </p:nvSpPr>
        <p:spPr bwMode="auto">
          <a:xfrm>
            <a:off x="56456" y="1027584"/>
            <a:ext cx="2889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0" lang="zh-CN" altLang="en-US" sz="2400" i="0" dirty="0">
                <a:solidFill>
                  <a:schemeClr val="tx1"/>
                </a:solidFill>
                <a:cs typeface="Times New Roman" pitchFamily="18" charset="0"/>
              </a:rPr>
              <a:t>由追赶法可求得</a:t>
            </a:r>
          </a:p>
        </p:txBody>
      </p:sp>
      <p:graphicFrame>
        <p:nvGraphicFramePr>
          <p:cNvPr id="167939" name="Object 3"/>
          <p:cNvGraphicFramePr>
            <a:graphicFrameLocks noChangeAspect="1"/>
          </p:cNvGraphicFramePr>
          <p:nvPr>
            <p:extLst>
              <p:ext uri="{D42A27DB-BD31-4B8C-83A1-F6EECF244321}">
                <p14:modId xmlns:p14="http://schemas.microsoft.com/office/powerpoint/2010/main" val="3912226500"/>
              </p:ext>
            </p:extLst>
          </p:nvPr>
        </p:nvGraphicFramePr>
        <p:xfrm>
          <a:off x="1501081" y="1479981"/>
          <a:ext cx="8107068" cy="1752600"/>
        </p:xfrm>
        <a:graphic>
          <a:graphicData uri="http://schemas.openxmlformats.org/presentationml/2006/ole">
            <mc:AlternateContent xmlns:mc="http://schemas.openxmlformats.org/markup-compatibility/2006">
              <mc:Choice xmlns:v="urn:schemas-microsoft-com:vml" Requires="v">
                <p:oleObj spid="_x0000_s246814" name="Equation" r:id="rId3" imgW="3581280" imgH="838080" progId="Equation.DSMT4">
                  <p:embed/>
                </p:oleObj>
              </mc:Choice>
              <mc:Fallback>
                <p:oleObj name="Equation" r:id="rId3" imgW="3581280" imgH="8380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1081" y="1479981"/>
                        <a:ext cx="8107068" cy="1752600"/>
                      </a:xfrm>
                      <a:prstGeom prst="rect">
                        <a:avLst/>
                      </a:prstGeom>
                      <a:noFill/>
                    </p:spPr>
                  </p:pic>
                </p:oleObj>
              </mc:Fallback>
            </mc:AlternateContent>
          </a:graphicData>
        </a:graphic>
      </p:graphicFrame>
      <p:sp>
        <p:nvSpPr>
          <p:cNvPr id="167940" name="Rectangle 4"/>
          <p:cNvSpPr>
            <a:spLocks noChangeArrowheads="1"/>
          </p:cNvSpPr>
          <p:nvPr/>
        </p:nvSpPr>
        <p:spPr bwMode="auto">
          <a:xfrm>
            <a:off x="272480" y="3352800"/>
            <a:ext cx="465375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kumimoji="0" lang="zh-CN" altLang="en-US" sz="2400" i="0" dirty="0">
                <a:solidFill>
                  <a:schemeClr val="tx1"/>
                </a:solidFill>
                <a:cs typeface="Times New Roman" pitchFamily="18" charset="0"/>
              </a:rPr>
              <a:t>代入公式</a:t>
            </a:r>
          </a:p>
        </p:txBody>
      </p:sp>
      <p:graphicFrame>
        <p:nvGraphicFramePr>
          <p:cNvPr id="167941" name="Object 5"/>
          <p:cNvGraphicFramePr>
            <a:graphicFrameLocks noChangeAspect="1"/>
          </p:cNvGraphicFramePr>
          <p:nvPr>
            <p:extLst>
              <p:ext uri="{D42A27DB-BD31-4B8C-83A1-F6EECF244321}">
                <p14:modId xmlns:p14="http://schemas.microsoft.com/office/powerpoint/2010/main" val="2003584278"/>
              </p:ext>
            </p:extLst>
          </p:nvPr>
        </p:nvGraphicFramePr>
        <p:xfrm>
          <a:off x="60222" y="3645024"/>
          <a:ext cx="9847469" cy="2035334"/>
        </p:xfrm>
        <a:graphic>
          <a:graphicData uri="http://schemas.openxmlformats.org/presentationml/2006/ole">
            <mc:AlternateContent xmlns:mc="http://schemas.openxmlformats.org/markup-compatibility/2006">
              <mc:Choice xmlns:v="urn:schemas-microsoft-com:vml" Requires="v">
                <p:oleObj spid="_x0000_s246815" name="Equation" r:id="rId5" imgW="3974760" imgH="888840" progId="Equation.DSMT4">
                  <p:embed/>
                </p:oleObj>
              </mc:Choice>
              <mc:Fallback>
                <p:oleObj name="Equation" r:id="rId5" imgW="3974760" imgH="8888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222" y="3645024"/>
                        <a:ext cx="9847469" cy="2035334"/>
                      </a:xfrm>
                      <a:prstGeom prst="rect">
                        <a:avLst/>
                      </a:prstGeom>
                      <a:noFill/>
                    </p:spPr>
                  </p:pic>
                </p:oleObj>
              </mc:Fallback>
            </mc:AlternateContent>
          </a:graphicData>
        </a:graphic>
      </p:graphicFrame>
      <p:sp>
        <p:nvSpPr>
          <p:cNvPr id="7" name="Rectangle 3"/>
          <p:cNvSpPr>
            <a:spLocks noChangeArrowheads="1"/>
          </p:cNvSpPr>
          <p:nvPr/>
        </p:nvSpPr>
        <p:spPr bwMode="auto">
          <a:xfrm>
            <a:off x="1159393" y="452477"/>
            <a:ext cx="6681138" cy="553998"/>
          </a:xfrm>
          <a:prstGeom prst="rect">
            <a:avLst/>
          </a:prstGeom>
          <a:noFill/>
          <a:ln w="12700">
            <a:noFill/>
            <a:miter lim="800000"/>
            <a:headEnd/>
            <a:tailEnd/>
          </a:ln>
          <a:effectLst>
            <a:outerShdw dist="17961" dir="2700000" algn="ctr" rotWithShape="0">
              <a:schemeClr val="bg2"/>
            </a:outerShdw>
          </a:effectLst>
        </p:spPr>
        <p:txBody>
          <a:bodyPr wrap="square" lIns="0" tIns="0" rIns="0" bIns="0" anchor="b">
            <a:spAutoFit/>
          </a:bodyPr>
          <a:lstStyle/>
          <a:p>
            <a:pPr algn="l" defTabSz="814388">
              <a:lnSpc>
                <a:spcPct val="90000"/>
              </a:lnSpc>
            </a:pPr>
            <a:r>
              <a:rPr lang="zh-CN" altLang="en-US" sz="4000" i="0" dirty="0" smtClean="0">
                <a:solidFill>
                  <a:schemeClr val="bg1"/>
                </a:solidFill>
                <a:effectLst>
                  <a:outerShdw blurRad="38100" dist="38100" dir="2700000" algn="tl">
                    <a:srgbClr val="C0C0C0"/>
                  </a:outerShdw>
                </a:effectLst>
              </a:rPr>
              <a:t>问题：</a:t>
            </a:r>
            <a:r>
              <a:rPr lang="zh-CN" altLang="en-US" sz="4000" i="0" dirty="0">
                <a:solidFill>
                  <a:schemeClr val="bg1"/>
                </a:solidFill>
                <a:effectLst>
                  <a:outerShdw blurRad="38100" dist="38100" dir="2700000" algn="tl">
                    <a:srgbClr val="C0C0C0"/>
                  </a:outerShdw>
                </a:effectLst>
              </a:rPr>
              <a:t>汽车的刹车</a:t>
            </a:r>
            <a:r>
              <a:rPr lang="zh-CN" altLang="en-US" sz="4000" i="0" dirty="0" smtClean="0">
                <a:solidFill>
                  <a:schemeClr val="bg1"/>
                </a:solidFill>
                <a:effectLst>
                  <a:outerShdw blurRad="38100" dist="38100" dir="2700000" algn="tl">
                    <a:srgbClr val="C0C0C0"/>
                  </a:outerShdw>
                </a:effectLst>
              </a:rPr>
              <a:t>距离</a:t>
            </a:r>
            <a:r>
              <a:rPr lang="zh-CN" altLang="en-US" sz="4000" i="0" dirty="0">
                <a:solidFill>
                  <a:schemeClr val="bg1"/>
                </a:solidFill>
                <a:effectLst>
                  <a:outerShdw blurRad="38100" dist="38100" dir="2700000" algn="tl">
                    <a:srgbClr val="C0C0C0"/>
                  </a:outerShdw>
                </a:effectLst>
              </a:rPr>
              <a:t>的求解</a:t>
            </a:r>
          </a:p>
        </p:txBody>
      </p:sp>
    </p:spTree>
    <p:extLst>
      <p:ext uri="{BB962C8B-B14F-4D97-AF65-F5344CB8AC3E}">
        <p14:creationId xmlns:p14="http://schemas.microsoft.com/office/powerpoint/2010/main" val="37527777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7938"/>
                                        </p:tgtEl>
                                        <p:attrNameLst>
                                          <p:attrName>style.visibility</p:attrName>
                                        </p:attrNameLst>
                                      </p:cBhvr>
                                      <p:to>
                                        <p:strVal val="visible"/>
                                      </p:to>
                                    </p:set>
                                    <p:animEffect transition="in" filter="checkerboard(across)">
                                      <p:cBhvr>
                                        <p:cTn id="7" dur="500"/>
                                        <p:tgtEl>
                                          <p:spTgt spid="1679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167939"/>
                                        </p:tgtEl>
                                        <p:attrNameLst>
                                          <p:attrName>style.visibility</p:attrName>
                                        </p:attrNameLst>
                                      </p:cBhvr>
                                      <p:to>
                                        <p:strVal val="visible"/>
                                      </p:to>
                                    </p:set>
                                    <p:anim calcmode="lin" valueType="num">
                                      <p:cBhvr additive="base">
                                        <p:cTn id="12" dur="500" fill="hold"/>
                                        <p:tgtEl>
                                          <p:spTgt spid="167939"/>
                                        </p:tgtEl>
                                        <p:attrNameLst>
                                          <p:attrName>ppt_x</p:attrName>
                                        </p:attrNameLst>
                                      </p:cBhvr>
                                      <p:tavLst>
                                        <p:tav tm="0">
                                          <p:val>
                                            <p:strVal val="1+#ppt_w/2"/>
                                          </p:val>
                                        </p:tav>
                                        <p:tav tm="100000">
                                          <p:val>
                                            <p:strVal val="#ppt_x"/>
                                          </p:val>
                                        </p:tav>
                                      </p:tavLst>
                                    </p:anim>
                                    <p:anim calcmode="lin" valueType="num">
                                      <p:cBhvr additive="base">
                                        <p:cTn id="13" dur="500" fill="hold"/>
                                        <p:tgtEl>
                                          <p:spTgt spid="167939"/>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67940"/>
                                        </p:tgtEl>
                                        <p:attrNameLst>
                                          <p:attrName>style.visibility</p:attrName>
                                        </p:attrNameLst>
                                      </p:cBhvr>
                                      <p:to>
                                        <p:strVal val="visible"/>
                                      </p:to>
                                    </p:set>
                                    <p:animEffect transition="in" filter="checkerboard(across)">
                                      <p:cBhvr>
                                        <p:cTn id="18" dur="500"/>
                                        <p:tgtEl>
                                          <p:spTgt spid="16794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9" fill="hold" nodeType="clickEffect">
                                  <p:stCondLst>
                                    <p:cond delay="0"/>
                                  </p:stCondLst>
                                  <p:childTnLst>
                                    <p:set>
                                      <p:cBhvr>
                                        <p:cTn id="22" dur="1" fill="hold">
                                          <p:stCondLst>
                                            <p:cond delay="0"/>
                                          </p:stCondLst>
                                        </p:cTn>
                                        <p:tgtEl>
                                          <p:spTgt spid="167941"/>
                                        </p:tgtEl>
                                        <p:attrNameLst>
                                          <p:attrName>style.visibility</p:attrName>
                                        </p:attrNameLst>
                                      </p:cBhvr>
                                      <p:to>
                                        <p:strVal val="visible"/>
                                      </p:to>
                                    </p:set>
                                    <p:anim calcmode="lin" valueType="num">
                                      <p:cBhvr additive="base">
                                        <p:cTn id="23" dur="500" fill="hold"/>
                                        <p:tgtEl>
                                          <p:spTgt spid="167941"/>
                                        </p:tgtEl>
                                        <p:attrNameLst>
                                          <p:attrName>ppt_x</p:attrName>
                                        </p:attrNameLst>
                                      </p:cBhvr>
                                      <p:tavLst>
                                        <p:tav tm="0">
                                          <p:val>
                                            <p:strVal val="0-#ppt_w/2"/>
                                          </p:val>
                                        </p:tav>
                                        <p:tav tm="100000">
                                          <p:val>
                                            <p:strVal val="#ppt_x"/>
                                          </p:val>
                                        </p:tav>
                                      </p:tavLst>
                                    </p:anim>
                                    <p:anim calcmode="lin" valueType="num">
                                      <p:cBhvr additive="base">
                                        <p:cTn id="24" dur="500" fill="hold"/>
                                        <p:tgtEl>
                                          <p:spTgt spid="167941"/>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3"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1+#ppt_w/2"/>
                                          </p:val>
                                        </p:tav>
                                        <p:tav tm="100000">
                                          <p:val>
                                            <p:strVal val="#ppt_x"/>
                                          </p:val>
                                        </p:tav>
                                      </p:tavLst>
                                    </p:anim>
                                    <p:anim calcmode="lin" valueType="num">
                                      <p:cBhvr additive="base">
                                        <p:cTn id="30"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p:bldP spid="167940" grpId="0"/>
      <p:bldP spid="7"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359" y="188639"/>
            <a:ext cx="8714073" cy="6669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644310"/>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p:cNvPicPr>
            <a:picLocks noChangeAspect="1" noChangeArrowheads="1"/>
          </p:cNvPicPr>
          <p:nvPr/>
        </p:nvPicPr>
        <p:blipFill>
          <a:blip r:embed="rId2">
            <a:extLst>
              <a:ext uri="{28A0092B-C50C-407E-A947-70E740481C1C}">
                <a14:useLocalDpi xmlns:a14="http://schemas.microsoft.com/office/drawing/2010/main" val="0"/>
              </a:ext>
            </a:extLst>
          </a:blip>
          <a:srcRect l="26146" t="15501" r="31854" b="37769"/>
          <a:stretch>
            <a:fillRect/>
          </a:stretch>
        </p:blipFill>
        <p:spPr bwMode="auto">
          <a:xfrm>
            <a:off x="848543" y="476672"/>
            <a:ext cx="7553313" cy="5773216"/>
          </a:xfrm>
          <a:prstGeom prst="rect">
            <a:avLst/>
          </a:prstGeom>
          <a:noFill/>
          <a:extLst>
            <a:ext uri="{909E8E84-426E-40DD-AFC4-6F175D3DCCD1}">
              <a14:hiddenFill xmlns:a14="http://schemas.microsoft.com/office/drawing/2010/main">
                <a:solidFill>
                  <a:srgbClr val="FFFFFF"/>
                </a:solidFill>
              </a14:hiddenFill>
            </a:ext>
          </a:extLst>
        </p:spPr>
      </p:pic>
      <p:sp>
        <p:nvSpPr>
          <p:cNvPr id="169987" name="Rectangle 3"/>
          <p:cNvSpPr>
            <a:spLocks noChangeArrowheads="1"/>
          </p:cNvSpPr>
          <p:nvPr/>
        </p:nvSpPr>
        <p:spPr bwMode="auto">
          <a:xfrm>
            <a:off x="1352600" y="6093296"/>
            <a:ext cx="660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0" lang="zh-CN" altLang="en-US" sz="2400" dirty="0" smtClean="0">
                <a:solidFill>
                  <a:schemeClr val="tx1"/>
                </a:solidFill>
                <a:cs typeface="Times New Roman" pitchFamily="18" charset="0"/>
              </a:rPr>
              <a:t>刹车</a:t>
            </a:r>
            <a:r>
              <a:rPr kumimoji="0" lang="zh-CN" altLang="en-US" sz="2400" dirty="0">
                <a:solidFill>
                  <a:schemeClr val="tx1"/>
                </a:solidFill>
                <a:cs typeface="Times New Roman" pitchFamily="18" charset="0"/>
              </a:rPr>
              <a:t>距离问题的三次样条插值函数</a:t>
            </a:r>
          </a:p>
        </p:txBody>
      </p:sp>
    </p:spTree>
    <p:extLst>
      <p:ext uri="{BB962C8B-B14F-4D97-AF65-F5344CB8AC3E}">
        <p14:creationId xmlns:p14="http://schemas.microsoft.com/office/powerpoint/2010/main" val="245358419"/>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ChangeArrowheads="1"/>
          </p:cNvSpPr>
          <p:nvPr/>
        </p:nvSpPr>
        <p:spPr bwMode="auto">
          <a:xfrm>
            <a:off x="344488" y="1121153"/>
            <a:ext cx="931386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kumimoji="0" lang="zh-CN" altLang="en-US" sz="2400" b="0" i="0" dirty="0">
                <a:solidFill>
                  <a:schemeClr val="tx1"/>
                </a:solidFill>
                <a:cs typeface="Times New Roman" pitchFamily="18" charset="0"/>
              </a:rPr>
              <a:t>    </a:t>
            </a:r>
            <a:r>
              <a:rPr kumimoji="0" lang="zh-CN" altLang="en-US" sz="2400" i="0" dirty="0">
                <a:solidFill>
                  <a:schemeClr val="tx1"/>
                </a:solidFill>
                <a:cs typeface="Times New Roman" pitchFamily="18" charset="0"/>
              </a:rPr>
              <a:t>显然这个结果与 “</a:t>
            </a:r>
            <a:r>
              <a:rPr kumimoji="0" lang="en-US" altLang="zh-CN" sz="2400" i="0" dirty="0">
                <a:solidFill>
                  <a:schemeClr val="tx1"/>
                </a:solidFill>
                <a:cs typeface="Times New Roman" pitchFamily="18" charset="0"/>
              </a:rPr>
              <a:t>2</a:t>
            </a:r>
            <a:r>
              <a:rPr kumimoji="0" lang="zh-CN" altLang="en-US" sz="2400" i="0" dirty="0">
                <a:solidFill>
                  <a:schemeClr val="tx1"/>
                </a:solidFill>
                <a:cs typeface="Times New Roman" pitchFamily="18" charset="0"/>
              </a:rPr>
              <a:t>秒法则”并不一致，对于每小时</a:t>
            </a:r>
            <a:r>
              <a:rPr kumimoji="0" lang="en-US" altLang="zh-CN" sz="2400" i="0" dirty="0">
                <a:solidFill>
                  <a:schemeClr val="tx1"/>
                </a:solidFill>
                <a:cs typeface="Times New Roman" pitchFamily="18" charset="0"/>
              </a:rPr>
              <a:t>40</a:t>
            </a:r>
            <a:r>
              <a:rPr kumimoji="0" lang="zh-CN" altLang="en-US" sz="2400" i="0" dirty="0">
                <a:solidFill>
                  <a:schemeClr val="tx1"/>
                </a:solidFill>
                <a:cs typeface="Times New Roman" pitchFamily="18" charset="0"/>
              </a:rPr>
              <a:t>英里以下速率是相当吻合的</a:t>
            </a:r>
            <a:r>
              <a:rPr kumimoji="0" lang="zh-CN" altLang="en-US" sz="2400" i="0" dirty="0" smtClean="0">
                <a:solidFill>
                  <a:schemeClr val="tx1"/>
                </a:solidFill>
                <a:cs typeface="Times New Roman" pitchFamily="18" charset="0"/>
              </a:rPr>
              <a:t>，</a:t>
            </a:r>
            <a:endParaRPr kumimoji="0" lang="en-US" altLang="zh-CN" sz="2400" i="0" dirty="0" smtClean="0">
              <a:solidFill>
                <a:schemeClr val="tx1"/>
              </a:solidFill>
              <a:cs typeface="Times New Roman" pitchFamily="18" charset="0"/>
            </a:endParaRPr>
          </a:p>
          <a:p>
            <a:pPr algn="l"/>
            <a:r>
              <a:rPr lang="en-US" altLang="zh-CN" sz="2400" i="0" dirty="0">
                <a:cs typeface="Times New Roman" pitchFamily="18" charset="0"/>
              </a:rPr>
              <a:t> </a:t>
            </a:r>
            <a:r>
              <a:rPr lang="en-US" altLang="zh-CN" sz="2400" i="0" dirty="0" smtClean="0">
                <a:cs typeface="Times New Roman" pitchFamily="18" charset="0"/>
              </a:rPr>
              <a:t>   </a:t>
            </a:r>
            <a:r>
              <a:rPr kumimoji="0" lang="zh-CN" altLang="en-US" sz="2400" i="0" dirty="0" smtClean="0">
                <a:solidFill>
                  <a:schemeClr val="tx1"/>
                </a:solidFill>
                <a:cs typeface="Times New Roman" pitchFamily="18" charset="0"/>
              </a:rPr>
              <a:t>而</a:t>
            </a:r>
            <a:r>
              <a:rPr kumimoji="0" lang="zh-CN" altLang="en-US" sz="2400" i="0" dirty="0">
                <a:solidFill>
                  <a:schemeClr val="tx1"/>
                </a:solidFill>
                <a:cs typeface="Times New Roman" pitchFamily="18" charset="0"/>
              </a:rPr>
              <a:t>对速率大于每小时</a:t>
            </a:r>
            <a:r>
              <a:rPr kumimoji="0" lang="en-US" altLang="zh-CN" sz="2400" i="0" dirty="0">
                <a:solidFill>
                  <a:schemeClr val="tx1"/>
                </a:solidFill>
                <a:cs typeface="Times New Roman" pitchFamily="18" charset="0"/>
              </a:rPr>
              <a:t>40</a:t>
            </a:r>
            <a:r>
              <a:rPr kumimoji="0" lang="zh-CN" altLang="en-US" sz="2400" i="0" dirty="0">
                <a:solidFill>
                  <a:schemeClr val="tx1"/>
                </a:solidFill>
                <a:cs typeface="Times New Roman" pitchFamily="18" charset="0"/>
              </a:rPr>
              <a:t>英里的汽车来说则大大低估了停止距离。根据样条插值函数，计算不同速率的刹车时间为：</a:t>
            </a:r>
          </a:p>
        </p:txBody>
      </p:sp>
      <p:sp>
        <p:nvSpPr>
          <p:cNvPr id="171011" name="Rectangle 3"/>
          <p:cNvSpPr>
            <a:spLocks noChangeArrowheads="1"/>
          </p:cNvSpPr>
          <p:nvPr/>
        </p:nvSpPr>
        <p:spPr bwMode="auto">
          <a:xfrm>
            <a:off x="4860634" y="2490758"/>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71012" name="Object 4"/>
          <p:cNvGraphicFramePr>
            <a:graphicFrameLocks noChangeAspect="1"/>
          </p:cNvGraphicFramePr>
          <p:nvPr>
            <p:extLst>
              <p:ext uri="{D42A27DB-BD31-4B8C-83A1-F6EECF244321}">
                <p14:modId xmlns:p14="http://schemas.microsoft.com/office/powerpoint/2010/main" val="2539198277"/>
              </p:ext>
            </p:extLst>
          </p:nvPr>
        </p:nvGraphicFramePr>
        <p:xfrm>
          <a:off x="1352601" y="2690812"/>
          <a:ext cx="6703830" cy="3978547"/>
        </p:xfrm>
        <a:graphic>
          <a:graphicData uri="http://schemas.openxmlformats.org/presentationml/2006/ole">
            <mc:AlternateContent xmlns:mc="http://schemas.openxmlformats.org/markup-compatibility/2006">
              <mc:Choice xmlns:v="urn:schemas-microsoft-com:vml" Requires="v">
                <p:oleObj spid="_x0000_s247824" r:id="rId3" imgW="2298700" imgH="1473200" progId="Equation.DSMT4">
                  <p:embed/>
                </p:oleObj>
              </mc:Choice>
              <mc:Fallback>
                <p:oleObj r:id="rId3" imgW="2298700" imgH="1473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601" y="2690812"/>
                        <a:ext cx="6703830" cy="3978547"/>
                      </a:xfrm>
                      <a:prstGeom prst="rect">
                        <a:avLst/>
                      </a:prstGeom>
                      <a:noFill/>
                    </p:spPr>
                  </p:pic>
                </p:oleObj>
              </mc:Fallback>
            </mc:AlternateContent>
          </a:graphicData>
        </a:graphic>
      </p:graphicFrame>
    </p:spTree>
    <p:extLst>
      <p:ext uri="{BB962C8B-B14F-4D97-AF65-F5344CB8AC3E}">
        <p14:creationId xmlns:p14="http://schemas.microsoft.com/office/powerpoint/2010/main" val="4061070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1010"/>
                                        </p:tgtEl>
                                        <p:attrNameLst>
                                          <p:attrName>style.visibility</p:attrName>
                                        </p:attrNameLst>
                                      </p:cBhvr>
                                      <p:to>
                                        <p:strVal val="visible"/>
                                      </p:to>
                                    </p:set>
                                    <p:animEffect transition="in" filter="checkerboard(across)">
                                      <p:cBhvr>
                                        <p:cTn id="7" dur="500"/>
                                        <p:tgtEl>
                                          <p:spTgt spid="171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6" fill="hold" nodeType="clickEffect">
                                  <p:stCondLst>
                                    <p:cond delay="0"/>
                                  </p:stCondLst>
                                  <p:childTnLst>
                                    <p:set>
                                      <p:cBhvr>
                                        <p:cTn id="11" dur="1" fill="hold">
                                          <p:stCondLst>
                                            <p:cond delay="0"/>
                                          </p:stCondLst>
                                        </p:cTn>
                                        <p:tgtEl>
                                          <p:spTgt spid="171012"/>
                                        </p:tgtEl>
                                        <p:attrNameLst>
                                          <p:attrName>style.visibility</p:attrName>
                                        </p:attrNameLst>
                                      </p:cBhvr>
                                      <p:to>
                                        <p:strVal val="visible"/>
                                      </p:to>
                                    </p:set>
                                    <p:anim calcmode="lin" valueType="num">
                                      <p:cBhvr additive="base">
                                        <p:cTn id="12" dur="500" fill="hold"/>
                                        <p:tgtEl>
                                          <p:spTgt spid="171012"/>
                                        </p:tgtEl>
                                        <p:attrNameLst>
                                          <p:attrName>ppt_x</p:attrName>
                                        </p:attrNameLst>
                                      </p:cBhvr>
                                      <p:tavLst>
                                        <p:tav tm="0">
                                          <p:val>
                                            <p:strVal val="1+#ppt_w/2"/>
                                          </p:val>
                                        </p:tav>
                                        <p:tav tm="100000">
                                          <p:val>
                                            <p:strVal val="#ppt_x"/>
                                          </p:val>
                                        </p:tav>
                                      </p:tavLst>
                                    </p:anim>
                                    <p:anim calcmode="lin" valueType="num">
                                      <p:cBhvr additive="base">
                                        <p:cTn id="13" dur="500" fill="hold"/>
                                        <p:tgtEl>
                                          <p:spTgt spid="171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69C5AB4-7F6C-4382-A78F-A29A97BD8816}" type="slidenum">
              <a:rPr lang="zh-CN" altLang="en-US" b="0" i="0" smtClean="0"/>
              <a:pPr/>
              <a:t>166</a:t>
            </a:fld>
            <a:endParaRPr lang="en-US" altLang="zh-CN" b="0" i="0" smtClean="0"/>
          </a:p>
        </p:txBody>
      </p:sp>
      <p:sp>
        <p:nvSpPr>
          <p:cNvPr id="179203"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6B3BEDB-2DF6-4A29-B49A-DFE30E6B2266}" type="datetime1">
              <a:rPr lang="zh-CN" altLang="en-US" sz="1800" i="0" smtClean="0"/>
              <a:pPr/>
              <a:t>2024/10/20</a:t>
            </a:fld>
            <a:endParaRPr lang="en-US" altLang="zh-CN" sz="1800" i="0" smtClean="0"/>
          </a:p>
        </p:txBody>
      </p:sp>
      <p:grpSp>
        <p:nvGrpSpPr>
          <p:cNvPr id="179204" name="Group 2"/>
          <p:cNvGrpSpPr>
            <a:grpSpLocks/>
          </p:cNvGrpSpPr>
          <p:nvPr/>
        </p:nvGrpSpPr>
        <p:grpSpPr bwMode="auto">
          <a:xfrm>
            <a:off x="601663" y="2036763"/>
            <a:ext cx="8607425" cy="2608262"/>
            <a:chOff x="350" y="1283"/>
            <a:chExt cx="5005" cy="1643"/>
          </a:xfrm>
        </p:grpSpPr>
        <p:sp>
          <p:nvSpPr>
            <p:cNvPr id="179206" name="Rectangle 3"/>
            <p:cNvSpPr>
              <a:spLocks noChangeArrowheads="1"/>
            </p:cNvSpPr>
            <p:nvPr/>
          </p:nvSpPr>
          <p:spPr bwMode="auto">
            <a:xfrm>
              <a:off x="483" y="1325"/>
              <a:ext cx="4780" cy="156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179207"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79208"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79209" name="AutoShape 6"/>
            <p:cNvSpPr>
              <a:spLocks noChangeArrowheads="1"/>
            </p:cNvSpPr>
            <p:nvPr/>
          </p:nvSpPr>
          <p:spPr bwMode="auto">
            <a:xfrm>
              <a:off x="377" y="1283"/>
              <a:ext cx="4974"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79210" name="AutoShape 7"/>
            <p:cNvSpPr>
              <a:spLocks noChangeArrowheads="1"/>
            </p:cNvSpPr>
            <p:nvPr/>
          </p:nvSpPr>
          <p:spPr bwMode="auto">
            <a:xfrm flipV="1">
              <a:off x="350" y="2828"/>
              <a:ext cx="5005"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79211"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545801" name="Rectangle 9"/>
          <p:cNvSpPr>
            <a:spLocks noChangeArrowheads="1"/>
          </p:cNvSpPr>
          <p:nvPr/>
        </p:nvSpPr>
        <p:spPr bwMode="auto">
          <a:xfrm>
            <a:off x="660400" y="2438400"/>
            <a:ext cx="8216900" cy="855663"/>
          </a:xfrm>
          <a:prstGeom prst="rect">
            <a:avLst/>
          </a:prstGeom>
          <a:noFill/>
          <a:ln w="12700">
            <a:noFill/>
            <a:miter lim="800000"/>
            <a:headEnd/>
            <a:tailEnd/>
          </a:ln>
          <a:effectLst>
            <a:outerShdw dist="17961" dir="2700000" algn="ctr" rotWithShape="0">
              <a:srgbClr val="354281"/>
            </a:outerShdw>
          </a:effectLst>
        </p:spPr>
        <p:txBody>
          <a:bodyPr lIns="0" tIns="0" rIns="0" bIns="0">
            <a:spAutoFit/>
          </a:bodyPr>
          <a:lstStyle/>
          <a:p>
            <a:pPr marL="290513" indent="-290513" defTabSz="915988">
              <a:lnSpc>
                <a:spcPct val="85000"/>
              </a:lnSpc>
              <a:spcBef>
                <a:spcPct val="35000"/>
              </a:spcBef>
              <a:buClr>
                <a:srgbClr val="FF0000"/>
              </a:buClr>
              <a:buSzPct val="95000"/>
              <a:defRPr/>
            </a:pPr>
            <a:r>
              <a:rPr lang="zh-CN" altLang="en-US" sz="6600" i="0">
                <a:solidFill>
                  <a:schemeClr val="bg1"/>
                </a:solidFill>
                <a:effectLst>
                  <a:outerShdw blurRad="38100" dist="38100" dir="2700000" algn="tl">
                    <a:srgbClr val="C0C0C0"/>
                  </a:outerShdw>
                </a:effectLst>
              </a:rPr>
              <a:t>§</a:t>
            </a:r>
            <a:r>
              <a:rPr lang="en-US" altLang="zh-CN" sz="6600" i="0">
                <a:solidFill>
                  <a:schemeClr val="bg1"/>
                </a:solidFill>
                <a:effectLst>
                  <a:outerShdw blurRad="38100" dist="38100" dir="2700000" algn="tl">
                    <a:srgbClr val="C0C0C0"/>
                  </a:outerShdw>
                </a:effectLst>
              </a:rPr>
              <a:t>9  </a:t>
            </a:r>
            <a:r>
              <a:rPr lang="zh-CN" altLang="en-US" sz="6600" i="0">
                <a:solidFill>
                  <a:schemeClr val="bg1"/>
                </a:solidFill>
                <a:effectLst>
                  <a:outerShdw blurRad="38100" dist="38100" dir="2700000" algn="tl">
                    <a:srgbClr val="C0C0C0"/>
                  </a:outerShdw>
                </a:effectLst>
              </a:rPr>
              <a:t>多元函数插值</a:t>
            </a:r>
            <a:endParaRPr lang="zh-CN" altLang="en-US" sz="5400" i="0">
              <a:solidFill>
                <a:schemeClr val="bg1"/>
              </a:solidFill>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08B18C9-399D-4770-AE52-A0F6E76B3393}" type="slidenum">
              <a:rPr lang="zh-CN" altLang="en-US" b="0" i="0" smtClean="0"/>
              <a:pPr/>
              <a:t>167</a:t>
            </a:fld>
            <a:endParaRPr lang="en-US" altLang="zh-CN" b="0" i="0" smtClean="0"/>
          </a:p>
        </p:txBody>
      </p:sp>
      <p:sp>
        <p:nvSpPr>
          <p:cNvPr id="1802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0BAD0A3-CFD4-4F9B-B474-0F3535F16B18}" type="datetime1">
              <a:rPr lang="zh-CN" altLang="en-US" sz="1800" i="0" smtClean="0"/>
              <a:pPr/>
              <a:t>2024/10/20</a:t>
            </a:fld>
            <a:endParaRPr lang="en-US" altLang="zh-CN" sz="1800" i="0" smtClean="0"/>
          </a:p>
        </p:txBody>
      </p:sp>
      <p:sp>
        <p:nvSpPr>
          <p:cNvPr id="547843" name="Rectangle 3"/>
          <p:cNvSpPr>
            <a:spLocks noChangeArrowheads="1"/>
          </p:cNvSpPr>
          <p:nvPr/>
        </p:nvSpPr>
        <p:spPr bwMode="auto">
          <a:xfrm>
            <a:off x="1066800" y="1600200"/>
            <a:ext cx="6623050" cy="533400"/>
          </a:xfrm>
          <a:prstGeom prst="rect">
            <a:avLst/>
          </a:prstGeom>
          <a:solidFill>
            <a:srgbClr val="FFFF99"/>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547842" name="Rectangle 2"/>
          <p:cNvSpPr>
            <a:spLocks noChangeArrowheads="1"/>
          </p:cNvSpPr>
          <p:nvPr/>
        </p:nvSpPr>
        <p:spPr bwMode="auto">
          <a:xfrm>
            <a:off x="1066800" y="2133600"/>
            <a:ext cx="6629400" cy="533400"/>
          </a:xfrm>
          <a:prstGeom prst="rect">
            <a:avLst/>
          </a:prstGeom>
          <a:solidFill>
            <a:srgbClr val="FFFF99"/>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547844" name="Rectangle 4"/>
          <p:cNvSpPr>
            <a:spLocks noGrp="1" noChangeArrowheads="1"/>
          </p:cNvSpPr>
          <p:nvPr>
            <p:ph type="title"/>
          </p:nvPr>
        </p:nvSpPr>
        <p:spPr/>
        <p:txBody>
          <a:bodyPr/>
          <a:lstStyle/>
          <a:p>
            <a:pPr>
              <a:defRPr/>
            </a:pPr>
            <a:r>
              <a:rPr lang="zh-CN" altLang="en-US" smtClean="0"/>
              <a:t>多元函数插值</a:t>
            </a:r>
          </a:p>
        </p:txBody>
      </p:sp>
      <p:sp>
        <p:nvSpPr>
          <p:cNvPr id="180231" name="Rectangle 5"/>
          <p:cNvSpPr>
            <a:spLocks noGrp="1" noChangeArrowheads="1"/>
          </p:cNvSpPr>
          <p:nvPr>
            <p:ph type="body" idx="1"/>
          </p:nvPr>
        </p:nvSpPr>
        <p:spPr>
          <a:xfrm>
            <a:off x="650875" y="1143000"/>
            <a:ext cx="8820150" cy="442913"/>
          </a:xfrm>
        </p:spPr>
        <p:txBody>
          <a:bodyPr/>
          <a:lstStyle/>
          <a:p>
            <a:r>
              <a:rPr lang="zh-CN" altLang="en-US" sz="3200" smtClean="0"/>
              <a:t>例5.18 已知数值表，求</a:t>
            </a:r>
            <a:r>
              <a:rPr lang="en-US" altLang="zh-CN" sz="3200" i="1" smtClean="0"/>
              <a:t>f(</a:t>
            </a:r>
            <a:r>
              <a:rPr lang="en-US" altLang="zh-CN" sz="3200" smtClean="0"/>
              <a:t>0.5,0.03)</a:t>
            </a:r>
            <a:r>
              <a:rPr lang="zh-CN" altLang="en-US" sz="3200" smtClean="0"/>
              <a:t>的近似值</a:t>
            </a:r>
            <a:endParaRPr lang="zh-CN" altLang="en-US" sz="3600" smtClean="0"/>
          </a:p>
        </p:txBody>
      </p:sp>
      <p:graphicFrame>
        <p:nvGraphicFramePr>
          <p:cNvPr id="547895" name="Group 55"/>
          <p:cNvGraphicFramePr>
            <a:graphicFrameLocks noGrp="1"/>
          </p:cNvGraphicFramePr>
          <p:nvPr/>
        </p:nvGraphicFramePr>
        <p:xfrm>
          <a:off x="1066800" y="1617663"/>
          <a:ext cx="6629400" cy="2573338"/>
        </p:xfrm>
        <a:graphic>
          <a:graphicData uri="http://schemas.openxmlformats.org/drawingml/2006/table">
            <a:tbl>
              <a:tblPr/>
              <a:tblGrid>
                <a:gridCol w="1320800"/>
                <a:gridCol w="1320800"/>
                <a:gridCol w="1320800"/>
                <a:gridCol w="1320800"/>
                <a:gridCol w="1346200"/>
              </a:tblGrid>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dirty="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rgbClr val="0000FF"/>
                          </a:solidFill>
                          <a:effectLst/>
                          <a:latin typeface="Times New Roman" pitchFamily="18" charset="0"/>
                          <a:ea typeface="黑体" pitchFamily="2" charset="-122"/>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59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dirty="0" smtClean="0">
                          <a:ln>
                            <a:noFill/>
                          </a:ln>
                          <a:solidFill>
                            <a:srgbClr val="0000FF"/>
                          </a:solidFill>
                          <a:effectLst/>
                          <a:latin typeface="Times New Roman" pitchFamily="18" charset="0"/>
                          <a:ea typeface="黑体" pitchFamily="2" charset="-122"/>
                        </a:rPr>
                        <a:t>0.</a:t>
                      </a:r>
                      <a:r>
                        <a:rPr kumimoji="0" lang="en-US" altLang="zh-CN" sz="2800" b="1" i="0" u="none" strike="noStrike" cap="none" normalizeH="0" baseline="0" dirty="0" smtClean="0">
                          <a:ln>
                            <a:noFill/>
                          </a:ln>
                          <a:solidFill>
                            <a:srgbClr val="0000FF"/>
                          </a:solidFill>
                          <a:effectLst/>
                          <a:latin typeface="Times New Roman" pitchFamily="18" charset="0"/>
                          <a:ea typeface="黑体" pitchFamily="2" charset="-122"/>
                        </a:rPr>
                        <a:t>0</a:t>
                      </a:r>
                      <a:r>
                        <a:rPr kumimoji="0" lang="zh-CN" altLang="en-US" sz="2800" b="1" i="0" u="none" strike="noStrike" cap="none" normalizeH="0" baseline="0" dirty="0" smtClean="0">
                          <a:ln>
                            <a:noFill/>
                          </a:ln>
                          <a:solidFill>
                            <a:srgbClr val="0000FF"/>
                          </a:solidFill>
                          <a:effectLst/>
                          <a:latin typeface="Times New Roman" pitchFamily="18" charset="0"/>
                          <a:ea typeface="黑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2.487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0.995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2.456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0.981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0270" name="Line 44"/>
          <p:cNvSpPr>
            <a:spLocks noChangeShapeType="1"/>
          </p:cNvSpPr>
          <p:nvPr/>
        </p:nvSpPr>
        <p:spPr bwMode="auto">
          <a:xfrm>
            <a:off x="1066800" y="1828800"/>
            <a:ext cx="12954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71" name="Line 45"/>
          <p:cNvSpPr>
            <a:spLocks noChangeShapeType="1"/>
          </p:cNvSpPr>
          <p:nvPr/>
        </p:nvSpPr>
        <p:spPr bwMode="auto">
          <a:xfrm>
            <a:off x="1524000" y="1600200"/>
            <a:ext cx="839788"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72" name="Rectangle 46"/>
          <p:cNvSpPr>
            <a:spLocks noChangeArrowheads="1"/>
          </p:cNvSpPr>
          <p:nvPr/>
        </p:nvSpPr>
        <p:spPr bwMode="auto">
          <a:xfrm>
            <a:off x="1062038" y="1676400"/>
            <a:ext cx="3413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y</a:t>
            </a:r>
          </a:p>
        </p:txBody>
      </p:sp>
      <p:sp>
        <p:nvSpPr>
          <p:cNvPr id="180273" name="Rectangle 47"/>
          <p:cNvSpPr>
            <a:spLocks noChangeArrowheads="1"/>
          </p:cNvSpPr>
          <p:nvPr/>
        </p:nvSpPr>
        <p:spPr bwMode="auto">
          <a:xfrm>
            <a:off x="1501775" y="1524000"/>
            <a:ext cx="322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z</a:t>
            </a:r>
          </a:p>
        </p:txBody>
      </p:sp>
      <p:sp>
        <p:nvSpPr>
          <p:cNvPr id="180274" name="Rectangle 48"/>
          <p:cNvSpPr>
            <a:spLocks noChangeArrowheads="1"/>
          </p:cNvSpPr>
          <p:nvPr/>
        </p:nvSpPr>
        <p:spPr bwMode="auto">
          <a:xfrm>
            <a:off x="2147888" y="1447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x</a:t>
            </a:r>
          </a:p>
        </p:txBody>
      </p:sp>
      <p:sp>
        <p:nvSpPr>
          <p:cNvPr id="547889" name="Rectangle 49"/>
          <p:cNvSpPr>
            <a:spLocks noChangeArrowheads="1"/>
          </p:cNvSpPr>
          <p:nvPr/>
        </p:nvSpPr>
        <p:spPr bwMode="auto">
          <a:xfrm>
            <a:off x="3867150" y="21336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i="0">
                <a:solidFill>
                  <a:srgbClr val="0000FF"/>
                </a:solidFill>
                <a:latin typeface="Times New Roman" pitchFamily="18" charset="0"/>
              </a:rPr>
              <a:t>???</a:t>
            </a:r>
          </a:p>
        </p:txBody>
      </p:sp>
      <p:grpSp>
        <p:nvGrpSpPr>
          <p:cNvPr id="2" name="Group 85"/>
          <p:cNvGrpSpPr>
            <a:grpSpLocks/>
          </p:cNvGrpSpPr>
          <p:nvPr/>
        </p:nvGrpSpPr>
        <p:grpSpPr bwMode="auto">
          <a:xfrm>
            <a:off x="395288" y="4365625"/>
            <a:ext cx="8748712" cy="2284413"/>
            <a:chOff x="249" y="2750"/>
            <a:chExt cx="5511" cy="1439"/>
          </a:xfrm>
        </p:grpSpPr>
        <p:grpSp>
          <p:nvGrpSpPr>
            <p:cNvPr id="180277" name="Group 84"/>
            <p:cNvGrpSpPr>
              <a:grpSpLocks/>
            </p:cNvGrpSpPr>
            <p:nvPr/>
          </p:nvGrpSpPr>
          <p:grpSpPr bwMode="auto">
            <a:xfrm>
              <a:off x="943" y="3113"/>
              <a:ext cx="3840" cy="1076"/>
              <a:chOff x="943" y="3113"/>
              <a:chExt cx="3840" cy="1076"/>
            </a:xfrm>
          </p:grpSpPr>
          <p:sp>
            <p:nvSpPr>
              <p:cNvPr id="180279" name="Rectangle 57" descr="白色大理石"/>
              <p:cNvSpPr>
                <a:spLocks noChangeArrowheads="1"/>
              </p:cNvSpPr>
              <p:nvPr/>
            </p:nvSpPr>
            <p:spPr bwMode="auto">
              <a:xfrm>
                <a:off x="3823" y="3920"/>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0280" name="Rectangle 58" descr="白色大理石"/>
              <p:cNvSpPr>
                <a:spLocks noChangeArrowheads="1"/>
              </p:cNvSpPr>
              <p:nvPr/>
            </p:nvSpPr>
            <p:spPr bwMode="auto">
              <a:xfrm>
                <a:off x="2863" y="3920"/>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0281" name="Rectangle 59" descr="白色大理石"/>
              <p:cNvSpPr>
                <a:spLocks noChangeArrowheads="1"/>
              </p:cNvSpPr>
              <p:nvPr/>
            </p:nvSpPr>
            <p:spPr bwMode="auto">
              <a:xfrm>
                <a:off x="1903" y="3920"/>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1.000</a:t>
                </a:r>
              </a:p>
            </p:txBody>
          </p:sp>
          <p:sp>
            <p:nvSpPr>
              <p:cNvPr id="180282" name="Rectangle 60" descr="白色大理石"/>
              <p:cNvSpPr>
                <a:spLocks noChangeArrowheads="1"/>
              </p:cNvSpPr>
              <p:nvPr/>
            </p:nvSpPr>
            <p:spPr bwMode="auto">
              <a:xfrm>
                <a:off x="943" y="3920"/>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1.0</a:t>
                </a:r>
              </a:p>
            </p:txBody>
          </p:sp>
          <p:sp>
            <p:nvSpPr>
              <p:cNvPr id="180283" name="Rectangle 61" descr="白色大理石"/>
              <p:cNvSpPr>
                <a:spLocks noChangeArrowheads="1"/>
              </p:cNvSpPr>
              <p:nvPr/>
            </p:nvSpPr>
            <p:spPr bwMode="auto">
              <a:xfrm>
                <a:off x="3823" y="3651"/>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0284" name="Rectangle 62" descr="白色大理石"/>
              <p:cNvSpPr>
                <a:spLocks noChangeArrowheads="1"/>
              </p:cNvSpPr>
              <p:nvPr/>
            </p:nvSpPr>
            <p:spPr bwMode="auto">
              <a:xfrm>
                <a:off x="2863" y="3651"/>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0285" name="Rectangle 63" descr="白色大理石"/>
              <p:cNvSpPr>
                <a:spLocks noChangeArrowheads="1"/>
              </p:cNvSpPr>
              <p:nvPr/>
            </p:nvSpPr>
            <p:spPr bwMode="auto">
              <a:xfrm>
                <a:off x="1903" y="3651"/>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1.429</a:t>
                </a:r>
              </a:p>
            </p:txBody>
          </p:sp>
          <p:sp>
            <p:nvSpPr>
              <p:cNvPr id="180286" name="Rectangle 64" descr="白色大理石"/>
              <p:cNvSpPr>
                <a:spLocks noChangeArrowheads="1"/>
              </p:cNvSpPr>
              <p:nvPr/>
            </p:nvSpPr>
            <p:spPr bwMode="auto">
              <a:xfrm>
                <a:off x="943" y="3651"/>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0.7</a:t>
                </a:r>
              </a:p>
            </p:txBody>
          </p:sp>
          <p:sp>
            <p:nvSpPr>
              <p:cNvPr id="180287" name="Rectangle 65" descr="白色大理石"/>
              <p:cNvSpPr>
                <a:spLocks noChangeArrowheads="1"/>
              </p:cNvSpPr>
              <p:nvPr/>
            </p:nvSpPr>
            <p:spPr bwMode="auto">
              <a:xfrm>
                <a:off x="3823" y="338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0288" name="Rectangle 66" descr="白色大理石"/>
              <p:cNvSpPr>
                <a:spLocks noChangeArrowheads="1"/>
              </p:cNvSpPr>
              <p:nvPr/>
            </p:nvSpPr>
            <p:spPr bwMode="auto">
              <a:xfrm>
                <a:off x="2863" y="338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0289" name="Rectangle 67" descr="白色大理石"/>
              <p:cNvSpPr>
                <a:spLocks noChangeArrowheads="1"/>
              </p:cNvSpPr>
              <p:nvPr/>
            </p:nvSpPr>
            <p:spPr bwMode="auto">
              <a:xfrm>
                <a:off x="1903" y="338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2.500</a:t>
                </a:r>
              </a:p>
            </p:txBody>
          </p:sp>
          <p:sp>
            <p:nvSpPr>
              <p:cNvPr id="180290" name="Rectangle 68" descr="白色大理石"/>
              <p:cNvSpPr>
                <a:spLocks noChangeArrowheads="1"/>
              </p:cNvSpPr>
              <p:nvPr/>
            </p:nvSpPr>
            <p:spPr bwMode="auto">
              <a:xfrm>
                <a:off x="943" y="338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0.4</a:t>
                </a:r>
              </a:p>
            </p:txBody>
          </p:sp>
          <p:sp>
            <p:nvSpPr>
              <p:cNvPr id="180291" name="Rectangle 69" descr="白色大理石"/>
              <p:cNvSpPr>
                <a:spLocks noChangeArrowheads="1"/>
              </p:cNvSpPr>
              <p:nvPr/>
            </p:nvSpPr>
            <p:spPr bwMode="auto">
              <a:xfrm>
                <a:off x="3823" y="3113"/>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zh-CN" altLang="en-US" sz="2500">
                    <a:latin typeface="Times New Roman" pitchFamily="18" charset="0"/>
                    <a:ea typeface="黑体" pitchFamily="49" charset="-122"/>
                    <a:sym typeface="Symbol" pitchFamily="18" charset="2"/>
                  </a:rPr>
                  <a:t></a:t>
                </a:r>
                <a:r>
                  <a:rPr lang="en-US" altLang="zh-CN" sz="2500" i="0" baseline="30000">
                    <a:latin typeface="Times New Roman" pitchFamily="18" charset="0"/>
                    <a:ea typeface="黑体" pitchFamily="49" charset="-122"/>
                    <a:sym typeface="Symbol" pitchFamily="18" charset="2"/>
                  </a:rPr>
                  <a:t>2</a:t>
                </a:r>
                <a:r>
                  <a:rPr lang="en-US" altLang="zh-CN" sz="2500">
                    <a:latin typeface="Times New Roman" pitchFamily="18" charset="0"/>
                    <a:ea typeface="黑体" pitchFamily="49" charset="-122"/>
                    <a:sym typeface="Symbol" pitchFamily="18" charset="2"/>
                  </a:rPr>
                  <a:t>z</a:t>
                </a:r>
              </a:p>
            </p:txBody>
          </p:sp>
          <p:sp>
            <p:nvSpPr>
              <p:cNvPr id="180292" name="Rectangle 70" descr="白色大理石"/>
              <p:cNvSpPr>
                <a:spLocks noChangeArrowheads="1"/>
              </p:cNvSpPr>
              <p:nvPr/>
            </p:nvSpPr>
            <p:spPr bwMode="auto">
              <a:xfrm>
                <a:off x="2863" y="3113"/>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zh-CN" altLang="en-US" sz="2500">
                    <a:latin typeface="Times New Roman" pitchFamily="18" charset="0"/>
                    <a:ea typeface="黑体" pitchFamily="49" charset="-122"/>
                    <a:sym typeface="Symbol" pitchFamily="18" charset="2"/>
                  </a:rPr>
                  <a:t></a:t>
                </a:r>
                <a:r>
                  <a:rPr lang="en-US" altLang="zh-CN" sz="2500">
                    <a:latin typeface="Times New Roman" pitchFamily="18" charset="0"/>
                    <a:ea typeface="黑体" pitchFamily="49" charset="-122"/>
                    <a:sym typeface="Symbol" pitchFamily="18" charset="2"/>
                  </a:rPr>
                  <a:t>z</a:t>
                </a:r>
              </a:p>
            </p:txBody>
          </p:sp>
          <p:sp>
            <p:nvSpPr>
              <p:cNvPr id="180293" name="Rectangle 71" descr="白色大理石"/>
              <p:cNvSpPr>
                <a:spLocks noChangeArrowheads="1"/>
              </p:cNvSpPr>
              <p:nvPr/>
            </p:nvSpPr>
            <p:spPr bwMode="auto">
              <a:xfrm>
                <a:off x="1903" y="3113"/>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a:latin typeface="Times New Roman" pitchFamily="18" charset="0"/>
                    <a:ea typeface="黑体" pitchFamily="49" charset="-122"/>
                  </a:rPr>
                  <a:t>z</a:t>
                </a:r>
              </a:p>
            </p:txBody>
          </p:sp>
          <p:sp>
            <p:nvSpPr>
              <p:cNvPr id="180294" name="Rectangle 72" descr="白色大理石"/>
              <p:cNvSpPr>
                <a:spLocks noChangeArrowheads="1"/>
              </p:cNvSpPr>
              <p:nvPr/>
            </p:nvSpPr>
            <p:spPr bwMode="auto">
              <a:xfrm>
                <a:off x="943" y="3113"/>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a:latin typeface="Times New Roman" pitchFamily="18" charset="0"/>
                    <a:ea typeface="黑体" pitchFamily="49" charset="-122"/>
                  </a:rPr>
                  <a:t>x</a:t>
                </a:r>
              </a:p>
            </p:txBody>
          </p:sp>
          <p:sp>
            <p:nvSpPr>
              <p:cNvPr id="180295" name="Line 73"/>
              <p:cNvSpPr>
                <a:spLocks noChangeShapeType="1"/>
              </p:cNvSpPr>
              <p:nvPr/>
            </p:nvSpPr>
            <p:spPr bwMode="auto">
              <a:xfrm>
                <a:off x="943" y="3113"/>
                <a:ext cx="38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0296" name="Line 74"/>
              <p:cNvSpPr>
                <a:spLocks noChangeShapeType="1"/>
              </p:cNvSpPr>
              <p:nvPr/>
            </p:nvSpPr>
            <p:spPr bwMode="auto">
              <a:xfrm>
                <a:off x="943" y="4189"/>
                <a:ext cx="384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0297" name="Line 75"/>
              <p:cNvSpPr>
                <a:spLocks noChangeShapeType="1"/>
              </p:cNvSpPr>
              <p:nvPr/>
            </p:nvSpPr>
            <p:spPr bwMode="auto">
              <a:xfrm>
                <a:off x="943" y="3113"/>
                <a:ext cx="0" cy="26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0298" name="Line 76"/>
              <p:cNvSpPr>
                <a:spLocks noChangeShapeType="1"/>
              </p:cNvSpPr>
              <p:nvPr/>
            </p:nvSpPr>
            <p:spPr bwMode="auto">
              <a:xfrm>
                <a:off x="4783" y="3113"/>
                <a:ext cx="0" cy="26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0299" name="Line 77"/>
              <p:cNvSpPr>
                <a:spLocks noChangeShapeType="1"/>
              </p:cNvSpPr>
              <p:nvPr/>
            </p:nvSpPr>
            <p:spPr bwMode="auto">
              <a:xfrm>
                <a:off x="943" y="3382"/>
                <a:ext cx="0" cy="80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0300" name="Line 78"/>
              <p:cNvSpPr>
                <a:spLocks noChangeShapeType="1"/>
              </p:cNvSpPr>
              <p:nvPr/>
            </p:nvSpPr>
            <p:spPr bwMode="auto">
              <a:xfrm>
                <a:off x="4783" y="3382"/>
                <a:ext cx="0" cy="80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0301" name="Line 79"/>
              <p:cNvSpPr>
                <a:spLocks noChangeShapeType="1"/>
              </p:cNvSpPr>
              <p:nvPr/>
            </p:nvSpPr>
            <p:spPr bwMode="auto">
              <a:xfrm>
                <a:off x="943" y="3382"/>
                <a:ext cx="38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0302" name="Rectangle 80"/>
              <p:cNvSpPr>
                <a:spLocks noChangeArrowheads="1"/>
              </p:cNvSpPr>
              <p:nvPr/>
            </p:nvSpPr>
            <p:spPr bwMode="auto">
              <a:xfrm>
                <a:off x="3029" y="3520"/>
                <a:ext cx="579" cy="269"/>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en-US" altLang="zh-CN" sz="2800" b="0" i="0">
                    <a:latin typeface="Times New Roman" pitchFamily="18" charset="0"/>
                    <a:ea typeface="楷体_GB2312" pitchFamily="49" charset="-122"/>
                  </a:rPr>
                  <a:t>-1.071</a:t>
                </a:r>
              </a:p>
            </p:txBody>
          </p:sp>
          <p:sp>
            <p:nvSpPr>
              <p:cNvPr id="180303" name="Rectangle 81"/>
              <p:cNvSpPr>
                <a:spLocks noChangeArrowheads="1"/>
              </p:cNvSpPr>
              <p:nvPr/>
            </p:nvSpPr>
            <p:spPr bwMode="auto">
              <a:xfrm>
                <a:off x="3029" y="3792"/>
                <a:ext cx="579" cy="269"/>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en-US" altLang="zh-CN" sz="2800" b="0" i="0">
                    <a:latin typeface="Times New Roman" pitchFamily="18" charset="0"/>
                    <a:ea typeface="楷体_GB2312" pitchFamily="49" charset="-122"/>
                  </a:rPr>
                  <a:t>-0.429</a:t>
                </a:r>
              </a:p>
            </p:txBody>
          </p:sp>
          <p:sp>
            <p:nvSpPr>
              <p:cNvPr id="180304" name="Rectangle 82"/>
              <p:cNvSpPr>
                <a:spLocks noChangeArrowheads="1"/>
              </p:cNvSpPr>
              <p:nvPr/>
            </p:nvSpPr>
            <p:spPr bwMode="auto">
              <a:xfrm>
                <a:off x="4022" y="3656"/>
                <a:ext cx="504" cy="269"/>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en-US" altLang="zh-CN" sz="2800" b="0" i="0">
                    <a:latin typeface="Times New Roman" pitchFamily="18" charset="0"/>
                    <a:ea typeface="楷体_GB2312" pitchFamily="49" charset="-122"/>
                  </a:rPr>
                  <a:t>0.642</a:t>
                </a:r>
              </a:p>
            </p:txBody>
          </p:sp>
        </p:grpSp>
        <p:sp>
          <p:nvSpPr>
            <p:cNvPr id="180278" name="Text Box 83" descr="白色大理石"/>
            <p:cNvSpPr txBox="1">
              <a:spLocks noChangeArrowheads="1"/>
            </p:cNvSpPr>
            <p:nvPr/>
          </p:nvSpPr>
          <p:spPr bwMode="auto">
            <a:xfrm>
              <a:off x="249" y="2750"/>
              <a:ext cx="551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lang="en-US" altLang="zh-CN" sz="3200" i="0">
                  <a:latin typeface="Times New Roman" pitchFamily="18" charset="0"/>
                  <a:ea typeface="黑体" pitchFamily="49" charset="-122"/>
                </a:rPr>
                <a:t>(1)</a:t>
              </a:r>
              <a:r>
                <a:rPr lang="zh-CN" altLang="en-US" sz="3200" i="0">
                  <a:latin typeface="Times New Roman" pitchFamily="18" charset="0"/>
                  <a:ea typeface="黑体" pitchFamily="49" charset="-122"/>
                </a:rPr>
                <a:t>当</a:t>
              </a:r>
              <a:r>
                <a:rPr lang="en-US" altLang="zh-CN" sz="3200">
                  <a:latin typeface="Times New Roman" pitchFamily="18" charset="0"/>
                  <a:ea typeface="黑体" pitchFamily="49" charset="-122"/>
                </a:rPr>
                <a:t>y</a:t>
              </a:r>
              <a:r>
                <a:rPr lang="en-US" altLang="zh-CN" sz="3200" i="0" baseline="-25000">
                  <a:latin typeface="Times New Roman" pitchFamily="18" charset="0"/>
                  <a:ea typeface="黑体" pitchFamily="49" charset="-122"/>
                </a:rPr>
                <a:t>0</a:t>
              </a:r>
              <a:r>
                <a:rPr lang="en-US" altLang="zh-CN" sz="3200" i="0">
                  <a:latin typeface="Times New Roman" pitchFamily="18" charset="0"/>
                  <a:ea typeface="黑体" pitchFamily="49" charset="-122"/>
                </a:rPr>
                <a:t>=0.00</a:t>
              </a:r>
              <a:r>
                <a:rPr lang="zh-CN" altLang="en-US" sz="3200" i="0">
                  <a:latin typeface="Times New Roman" pitchFamily="18" charset="0"/>
                  <a:ea typeface="黑体" pitchFamily="49" charset="-122"/>
                </a:rPr>
                <a:t>时，利用以下数据建立差分表。</a:t>
              </a:r>
              <a:endParaRPr lang="zh-CN" altLang="en-US" sz="3200">
                <a:latin typeface="Times New Roman" pitchFamily="18" charset="0"/>
                <a:ea typeface="黑体"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7843"/>
                                        </p:tgtEl>
                                        <p:attrNameLst>
                                          <p:attrName>style.visibility</p:attrName>
                                        </p:attrNameLst>
                                      </p:cBhvr>
                                      <p:to>
                                        <p:strVal val="visible"/>
                                      </p:to>
                                    </p:set>
                                    <p:animEffect transition="in" filter="dissolve">
                                      <p:cBhvr>
                                        <p:cTn id="7" dur="500"/>
                                        <p:tgtEl>
                                          <p:spTgt spid="5478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47842"/>
                                        </p:tgtEl>
                                        <p:attrNameLst>
                                          <p:attrName>style.visibility</p:attrName>
                                        </p:attrNameLst>
                                      </p:cBhvr>
                                      <p:to>
                                        <p:strVal val="visible"/>
                                      </p:to>
                                    </p:set>
                                    <p:animEffect transition="in" filter="dissolve">
                                      <p:cBhvr>
                                        <p:cTn id="12" dur="500"/>
                                        <p:tgtEl>
                                          <p:spTgt spid="5478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7889"/>
                                        </p:tgtEl>
                                        <p:attrNameLst>
                                          <p:attrName>style.visibility</p:attrName>
                                        </p:attrNameLst>
                                      </p:cBhvr>
                                      <p:to>
                                        <p:strVal val="visible"/>
                                      </p:to>
                                    </p:set>
                                    <p:animEffect transition="in" filter="dissolve">
                                      <p:cBhvr>
                                        <p:cTn id="17" dur="500"/>
                                        <p:tgtEl>
                                          <p:spTgt spid="5478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3" grpId="0" animBg="1"/>
      <p:bldP spid="547842" grpId="0" animBg="1"/>
      <p:bldP spid="547889" grpId="0" autoUpdateAnimBg="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6DEBE87-51FC-444F-BDDF-A4F49DB291B7}" type="slidenum">
              <a:rPr lang="zh-CN" altLang="en-US" b="0" i="0" smtClean="0"/>
              <a:pPr/>
              <a:t>168</a:t>
            </a:fld>
            <a:endParaRPr lang="en-US" altLang="zh-CN" b="0" i="0" smtClean="0"/>
          </a:p>
        </p:txBody>
      </p:sp>
      <p:sp>
        <p:nvSpPr>
          <p:cNvPr id="18125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BF5BA91-14D5-4BC3-A342-A8AB0442766E}" type="datetime1">
              <a:rPr lang="zh-CN" altLang="en-US" sz="1800" i="0" smtClean="0"/>
              <a:pPr/>
              <a:t>2024/10/20</a:t>
            </a:fld>
            <a:endParaRPr lang="en-US" altLang="zh-CN" sz="1800" i="0" smtClean="0"/>
          </a:p>
        </p:txBody>
      </p:sp>
      <p:sp>
        <p:nvSpPr>
          <p:cNvPr id="793602" name="Rectangle 2"/>
          <p:cNvSpPr>
            <a:spLocks noGrp="1" noChangeArrowheads="1"/>
          </p:cNvSpPr>
          <p:nvPr>
            <p:ph type="title"/>
          </p:nvPr>
        </p:nvSpPr>
        <p:spPr/>
        <p:txBody>
          <a:bodyPr/>
          <a:lstStyle/>
          <a:p>
            <a:pPr>
              <a:defRPr/>
            </a:pPr>
            <a:r>
              <a:rPr lang="zh-CN" altLang="en-US" smtClean="0"/>
              <a:t>多元函数插值</a:t>
            </a:r>
          </a:p>
        </p:txBody>
      </p:sp>
      <p:grpSp>
        <p:nvGrpSpPr>
          <p:cNvPr id="181253" name="Group 4"/>
          <p:cNvGrpSpPr>
            <a:grpSpLocks/>
          </p:cNvGrpSpPr>
          <p:nvPr/>
        </p:nvGrpSpPr>
        <p:grpSpPr bwMode="auto">
          <a:xfrm>
            <a:off x="560388" y="1125538"/>
            <a:ext cx="8748712" cy="2284412"/>
            <a:chOff x="249" y="2750"/>
            <a:chExt cx="5511" cy="1439"/>
          </a:xfrm>
        </p:grpSpPr>
        <p:grpSp>
          <p:nvGrpSpPr>
            <p:cNvPr id="181259" name="Group 5"/>
            <p:cNvGrpSpPr>
              <a:grpSpLocks/>
            </p:cNvGrpSpPr>
            <p:nvPr/>
          </p:nvGrpSpPr>
          <p:grpSpPr bwMode="auto">
            <a:xfrm>
              <a:off x="943" y="3113"/>
              <a:ext cx="3840" cy="1076"/>
              <a:chOff x="943" y="3113"/>
              <a:chExt cx="3840" cy="1076"/>
            </a:xfrm>
          </p:grpSpPr>
          <p:sp>
            <p:nvSpPr>
              <p:cNvPr id="181261" name="Rectangle 6" descr="白色大理石"/>
              <p:cNvSpPr>
                <a:spLocks noChangeArrowheads="1"/>
              </p:cNvSpPr>
              <p:nvPr/>
            </p:nvSpPr>
            <p:spPr bwMode="auto">
              <a:xfrm>
                <a:off x="3823" y="3920"/>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1262" name="Rectangle 7" descr="白色大理石"/>
              <p:cNvSpPr>
                <a:spLocks noChangeArrowheads="1"/>
              </p:cNvSpPr>
              <p:nvPr/>
            </p:nvSpPr>
            <p:spPr bwMode="auto">
              <a:xfrm>
                <a:off x="2863" y="3920"/>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1263" name="Rectangle 8" descr="白色大理石"/>
              <p:cNvSpPr>
                <a:spLocks noChangeArrowheads="1"/>
              </p:cNvSpPr>
              <p:nvPr/>
            </p:nvSpPr>
            <p:spPr bwMode="auto">
              <a:xfrm>
                <a:off x="1903" y="3920"/>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1.000</a:t>
                </a:r>
              </a:p>
            </p:txBody>
          </p:sp>
          <p:sp>
            <p:nvSpPr>
              <p:cNvPr id="181264" name="Rectangle 9" descr="白色大理石"/>
              <p:cNvSpPr>
                <a:spLocks noChangeArrowheads="1"/>
              </p:cNvSpPr>
              <p:nvPr/>
            </p:nvSpPr>
            <p:spPr bwMode="auto">
              <a:xfrm>
                <a:off x="943" y="3920"/>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1.0</a:t>
                </a:r>
              </a:p>
            </p:txBody>
          </p:sp>
          <p:sp>
            <p:nvSpPr>
              <p:cNvPr id="181265" name="Rectangle 10" descr="白色大理石"/>
              <p:cNvSpPr>
                <a:spLocks noChangeArrowheads="1"/>
              </p:cNvSpPr>
              <p:nvPr/>
            </p:nvSpPr>
            <p:spPr bwMode="auto">
              <a:xfrm>
                <a:off x="3823" y="3651"/>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1266" name="Rectangle 11" descr="白色大理石"/>
              <p:cNvSpPr>
                <a:spLocks noChangeArrowheads="1"/>
              </p:cNvSpPr>
              <p:nvPr/>
            </p:nvSpPr>
            <p:spPr bwMode="auto">
              <a:xfrm>
                <a:off x="2863" y="3651"/>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1267" name="Rectangle 12" descr="白色大理石"/>
              <p:cNvSpPr>
                <a:spLocks noChangeArrowheads="1"/>
              </p:cNvSpPr>
              <p:nvPr/>
            </p:nvSpPr>
            <p:spPr bwMode="auto">
              <a:xfrm>
                <a:off x="1903" y="3651"/>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1.429</a:t>
                </a:r>
              </a:p>
            </p:txBody>
          </p:sp>
          <p:sp>
            <p:nvSpPr>
              <p:cNvPr id="181268" name="Rectangle 13" descr="白色大理石"/>
              <p:cNvSpPr>
                <a:spLocks noChangeArrowheads="1"/>
              </p:cNvSpPr>
              <p:nvPr/>
            </p:nvSpPr>
            <p:spPr bwMode="auto">
              <a:xfrm>
                <a:off x="943" y="3651"/>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0.7</a:t>
                </a:r>
              </a:p>
            </p:txBody>
          </p:sp>
          <p:sp>
            <p:nvSpPr>
              <p:cNvPr id="181269" name="Rectangle 14" descr="白色大理石"/>
              <p:cNvSpPr>
                <a:spLocks noChangeArrowheads="1"/>
              </p:cNvSpPr>
              <p:nvPr/>
            </p:nvSpPr>
            <p:spPr bwMode="auto">
              <a:xfrm>
                <a:off x="3823" y="338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1270" name="Rectangle 15" descr="白色大理石"/>
              <p:cNvSpPr>
                <a:spLocks noChangeArrowheads="1"/>
              </p:cNvSpPr>
              <p:nvPr/>
            </p:nvSpPr>
            <p:spPr bwMode="auto">
              <a:xfrm>
                <a:off x="2863" y="338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endParaRPr lang="zh-CN" altLang="en-US" sz="2500" i="0">
                  <a:latin typeface="Times New Roman" pitchFamily="18" charset="0"/>
                  <a:ea typeface="黑体" pitchFamily="49" charset="-122"/>
                </a:endParaRPr>
              </a:p>
            </p:txBody>
          </p:sp>
          <p:sp>
            <p:nvSpPr>
              <p:cNvPr id="181271" name="Rectangle 16" descr="白色大理石"/>
              <p:cNvSpPr>
                <a:spLocks noChangeArrowheads="1"/>
              </p:cNvSpPr>
              <p:nvPr/>
            </p:nvSpPr>
            <p:spPr bwMode="auto">
              <a:xfrm>
                <a:off x="1903" y="338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2.500</a:t>
                </a:r>
              </a:p>
            </p:txBody>
          </p:sp>
          <p:sp>
            <p:nvSpPr>
              <p:cNvPr id="181272" name="Rectangle 17" descr="白色大理石"/>
              <p:cNvSpPr>
                <a:spLocks noChangeArrowheads="1"/>
              </p:cNvSpPr>
              <p:nvPr/>
            </p:nvSpPr>
            <p:spPr bwMode="auto">
              <a:xfrm>
                <a:off x="943" y="338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i="0">
                    <a:latin typeface="Times New Roman" pitchFamily="18" charset="0"/>
                    <a:ea typeface="黑体" pitchFamily="49" charset="-122"/>
                  </a:rPr>
                  <a:t>0.4</a:t>
                </a:r>
              </a:p>
            </p:txBody>
          </p:sp>
          <p:sp>
            <p:nvSpPr>
              <p:cNvPr id="181273" name="Rectangle 18" descr="白色大理石"/>
              <p:cNvSpPr>
                <a:spLocks noChangeArrowheads="1"/>
              </p:cNvSpPr>
              <p:nvPr/>
            </p:nvSpPr>
            <p:spPr bwMode="auto">
              <a:xfrm>
                <a:off x="3823" y="3113"/>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zh-CN" altLang="en-US" sz="2500">
                    <a:latin typeface="Times New Roman" pitchFamily="18" charset="0"/>
                    <a:ea typeface="黑体" pitchFamily="49" charset="-122"/>
                    <a:sym typeface="Symbol" pitchFamily="18" charset="2"/>
                  </a:rPr>
                  <a:t></a:t>
                </a:r>
                <a:r>
                  <a:rPr lang="en-US" altLang="zh-CN" sz="2500" i="0" baseline="30000">
                    <a:latin typeface="Times New Roman" pitchFamily="18" charset="0"/>
                    <a:ea typeface="黑体" pitchFamily="49" charset="-122"/>
                    <a:sym typeface="Symbol" pitchFamily="18" charset="2"/>
                  </a:rPr>
                  <a:t>2</a:t>
                </a:r>
                <a:r>
                  <a:rPr lang="en-US" altLang="zh-CN" sz="2500">
                    <a:latin typeface="Times New Roman" pitchFamily="18" charset="0"/>
                    <a:ea typeface="黑体" pitchFamily="49" charset="-122"/>
                    <a:sym typeface="Symbol" pitchFamily="18" charset="2"/>
                  </a:rPr>
                  <a:t>z</a:t>
                </a:r>
              </a:p>
            </p:txBody>
          </p:sp>
          <p:sp>
            <p:nvSpPr>
              <p:cNvPr id="181274" name="Rectangle 19" descr="白色大理石"/>
              <p:cNvSpPr>
                <a:spLocks noChangeArrowheads="1"/>
              </p:cNvSpPr>
              <p:nvPr/>
            </p:nvSpPr>
            <p:spPr bwMode="auto">
              <a:xfrm>
                <a:off x="2863" y="3113"/>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zh-CN" altLang="en-US" sz="2500">
                    <a:latin typeface="Times New Roman" pitchFamily="18" charset="0"/>
                    <a:ea typeface="黑体" pitchFamily="49" charset="-122"/>
                    <a:sym typeface="Symbol" pitchFamily="18" charset="2"/>
                  </a:rPr>
                  <a:t></a:t>
                </a:r>
                <a:r>
                  <a:rPr lang="en-US" altLang="zh-CN" sz="2500">
                    <a:latin typeface="Times New Roman" pitchFamily="18" charset="0"/>
                    <a:ea typeface="黑体" pitchFamily="49" charset="-122"/>
                    <a:sym typeface="Symbol" pitchFamily="18" charset="2"/>
                  </a:rPr>
                  <a:t>z</a:t>
                </a:r>
              </a:p>
            </p:txBody>
          </p:sp>
          <p:sp>
            <p:nvSpPr>
              <p:cNvPr id="181275" name="Rectangle 20" descr="白色大理石"/>
              <p:cNvSpPr>
                <a:spLocks noChangeArrowheads="1"/>
              </p:cNvSpPr>
              <p:nvPr/>
            </p:nvSpPr>
            <p:spPr bwMode="auto">
              <a:xfrm>
                <a:off x="1903" y="3113"/>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a:latin typeface="Times New Roman" pitchFamily="18" charset="0"/>
                    <a:ea typeface="黑体" pitchFamily="49" charset="-122"/>
                  </a:rPr>
                  <a:t>z</a:t>
                </a:r>
              </a:p>
            </p:txBody>
          </p:sp>
          <p:sp>
            <p:nvSpPr>
              <p:cNvPr id="181276" name="Rectangle 21" descr="白色大理石"/>
              <p:cNvSpPr>
                <a:spLocks noChangeArrowheads="1"/>
              </p:cNvSpPr>
              <p:nvPr/>
            </p:nvSpPr>
            <p:spPr bwMode="auto">
              <a:xfrm>
                <a:off x="943" y="3113"/>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p>
                <a:pPr algn="l">
                  <a:lnSpc>
                    <a:spcPct val="90000"/>
                  </a:lnSpc>
                  <a:spcBef>
                    <a:spcPct val="35000"/>
                  </a:spcBef>
                  <a:buClr>
                    <a:srgbClr val="27305F"/>
                  </a:buClr>
                  <a:buSzPct val="60000"/>
                  <a:buFont typeface="Wingdings" pitchFamily="2" charset="2"/>
                  <a:buNone/>
                </a:pPr>
                <a:r>
                  <a:rPr lang="en-US" altLang="zh-CN" sz="2500">
                    <a:latin typeface="Times New Roman" pitchFamily="18" charset="0"/>
                    <a:ea typeface="黑体" pitchFamily="49" charset="-122"/>
                  </a:rPr>
                  <a:t>x</a:t>
                </a:r>
              </a:p>
            </p:txBody>
          </p:sp>
          <p:sp>
            <p:nvSpPr>
              <p:cNvPr id="181277" name="Line 22"/>
              <p:cNvSpPr>
                <a:spLocks noChangeShapeType="1"/>
              </p:cNvSpPr>
              <p:nvPr/>
            </p:nvSpPr>
            <p:spPr bwMode="auto">
              <a:xfrm>
                <a:off x="943" y="3113"/>
                <a:ext cx="38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1278" name="Line 23"/>
              <p:cNvSpPr>
                <a:spLocks noChangeShapeType="1"/>
              </p:cNvSpPr>
              <p:nvPr/>
            </p:nvSpPr>
            <p:spPr bwMode="auto">
              <a:xfrm>
                <a:off x="943" y="4189"/>
                <a:ext cx="384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1279" name="Line 24"/>
              <p:cNvSpPr>
                <a:spLocks noChangeShapeType="1"/>
              </p:cNvSpPr>
              <p:nvPr/>
            </p:nvSpPr>
            <p:spPr bwMode="auto">
              <a:xfrm>
                <a:off x="943" y="3113"/>
                <a:ext cx="0" cy="26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1280" name="Line 25"/>
              <p:cNvSpPr>
                <a:spLocks noChangeShapeType="1"/>
              </p:cNvSpPr>
              <p:nvPr/>
            </p:nvSpPr>
            <p:spPr bwMode="auto">
              <a:xfrm>
                <a:off x="4783" y="3113"/>
                <a:ext cx="0" cy="26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1281" name="Line 26"/>
              <p:cNvSpPr>
                <a:spLocks noChangeShapeType="1"/>
              </p:cNvSpPr>
              <p:nvPr/>
            </p:nvSpPr>
            <p:spPr bwMode="auto">
              <a:xfrm>
                <a:off x="943" y="3382"/>
                <a:ext cx="0" cy="80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1282" name="Line 27"/>
              <p:cNvSpPr>
                <a:spLocks noChangeShapeType="1"/>
              </p:cNvSpPr>
              <p:nvPr/>
            </p:nvSpPr>
            <p:spPr bwMode="auto">
              <a:xfrm>
                <a:off x="4783" y="3382"/>
                <a:ext cx="0" cy="80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lIns="0" tIns="0" rIns="0" bIns="0" anchor="ctr" anchorCtr="1">
                <a:spAutoFit/>
              </a:bodyPr>
              <a:lstStyle/>
              <a:p>
                <a:endParaRPr lang="zh-CN" altLang="en-US"/>
              </a:p>
            </p:txBody>
          </p:sp>
          <p:sp>
            <p:nvSpPr>
              <p:cNvPr id="181283" name="Line 28"/>
              <p:cNvSpPr>
                <a:spLocks noChangeShapeType="1"/>
              </p:cNvSpPr>
              <p:nvPr/>
            </p:nvSpPr>
            <p:spPr bwMode="auto">
              <a:xfrm>
                <a:off x="943" y="3382"/>
                <a:ext cx="38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1284" name="Rectangle 29"/>
              <p:cNvSpPr>
                <a:spLocks noChangeArrowheads="1"/>
              </p:cNvSpPr>
              <p:nvPr/>
            </p:nvSpPr>
            <p:spPr bwMode="auto">
              <a:xfrm>
                <a:off x="3029" y="3520"/>
                <a:ext cx="579" cy="269"/>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en-US" altLang="zh-CN" sz="2800" b="0" i="0">
                    <a:latin typeface="Times New Roman" pitchFamily="18" charset="0"/>
                    <a:ea typeface="楷体_GB2312" pitchFamily="49" charset="-122"/>
                  </a:rPr>
                  <a:t>-1.071</a:t>
                </a:r>
              </a:p>
            </p:txBody>
          </p:sp>
          <p:sp>
            <p:nvSpPr>
              <p:cNvPr id="181285" name="Rectangle 30"/>
              <p:cNvSpPr>
                <a:spLocks noChangeArrowheads="1"/>
              </p:cNvSpPr>
              <p:nvPr/>
            </p:nvSpPr>
            <p:spPr bwMode="auto">
              <a:xfrm>
                <a:off x="3029" y="3792"/>
                <a:ext cx="579" cy="269"/>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en-US" altLang="zh-CN" sz="2800" b="0" i="0">
                    <a:latin typeface="Times New Roman" pitchFamily="18" charset="0"/>
                    <a:ea typeface="楷体_GB2312" pitchFamily="49" charset="-122"/>
                  </a:rPr>
                  <a:t>-0.429</a:t>
                </a:r>
              </a:p>
            </p:txBody>
          </p:sp>
          <p:sp>
            <p:nvSpPr>
              <p:cNvPr id="181286" name="Rectangle 31"/>
              <p:cNvSpPr>
                <a:spLocks noChangeArrowheads="1"/>
              </p:cNvSpPr>
              <p:nvPr/>
            </p:nvSpPr>
            <p:spPr bwMode="auto">
              <a:xfrm>
                <a:off x="4022" y="3656"/>
                <a:ext cx="504" cy="269"/>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en-US" altLang="zh-CN" sz="2800" b="0" i="0">
                    <a:latin typeface="Times New Roman" pitchFamily="18" charset="0"/>
                    <a:ea typeface="楷体_GB2312" pitchFamily="49" charset="-122"/>
                  </a:rPr>
                  <a:t>0.642</a:t>
                </a:r>
              </a:p>
            </p:txBody>
          </p:sp>
        </p:grpSp>
        <p:sp>
          <p:nvSpPr>
            <p:cNvPr id="181260" name="Text Box 32" descr="白色大理石"/>
            <p:cNvSpPr txBox="1">
              <a:spLocks noChangeArrowheads="1"/>
            </p:cNvSpPr>
            <p:nvPr/>
          </p:nvSpPr>
          <p:spPr bwMode="auto">
            <a:xfrm>
              <a:off x="249" y="2750"/>
              <a:ext cx="551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lang="en-US" altLang="zh-CN" sz="3200" i="0">
                  <a:latin typeface="Times New Roman" pitchFamily="18" charset="0"/>
                  <a:ea typeface="黑体" pitchFamily="49" charset="-122"/>
                </a:rPr>
                <a:t>(1)</a:t>
              </a:r>
              <a:r>
                <a:rPr lang="zh-CN" altLang="en-US" sz="3200" i="0">
                  <a:latin typeface="Times New Roman" pitchFamily="18" charset="0"/>
                  <a:ea typeface="黑体" pitchFamily="49" charset="-122"/>
                </a:rPr>
                <a:t>当</a:t>
              </a:r>
              <a:r>
                <a:rPr lang="en-US" altLang="zh-CN" sz="3200">
                  <a:latin typeface="Times New Roman" pitchFamily="18" charset="0"/>
                  <a:ea typeface="黑体" pitchFamily="49" charset="-122"/>
                </a:rPr>
                <a:t>y</a:t>
              </a:r>
              <a:r>
                <a:rPr lang="en-US" altLang="zh-CN" sz="3200" baseline="-25000">
                  <a:latin typeface="Times New Roman" pitchFamily="18" charset="0"/>
                  <a:ea typeface="黑体" pitchFamily="49" charset="-122"/>
                </a:rPr>
                <a:t>0</a:t>
              </a:r>
              <a:r>
                <a:rPr lang="en-US" altLang="zh-CN" sz="3200" i="0">
                  <a:latin typeface="Times New Roman" pitchFamily="18" charset="0"/>
                  <a:ea typeface="黑体" pitchFamily="49" charset="-122"/>
                </a:rPr>
                <a:t>=0.00</a:t>
              </a:r>
              <a:r>
                <a:rPr lang="zh-CN" altLang="en-US" sz="3200" i="0">
                  <a:latin typeface="Times New Roman" pitchFamily="18" charset="0"/>
                  <a:ea typeface="黑体" pitchFamily="49" charset="-122"/>
                </a:rPr>
                <a:t>时，利用以下数据建立差分表。</a:t>
              </a:r>
              <a:endParaRPr lang="zh-CN" altLang="en-US" sz="3200">
                <a:latin typeface="Times New Roman" pitchFamily="18" charset="0"/>
                <a:ea typeface="黑体" pitchFamily="49" charset="-122"/>
              </a:endParaRPr>
            </a:p>
          </p:txBody>
        </p:sp>
      </p:grpSp>
      <p:sp>
        <p:nvSpPr>
          <p:cNvPr id="181254" name="Rectangle 33"/>
          <p:cNvSpPr>
            <a:spLocks noChangeArrowheads="1"/>
          </p:cNvSpPr>
          <p:nvPr/>
        </p:nvSpPr>
        <p:spPr bwMode="auto">
          <a:xfrm>
            <a:off x="1677988" y="2301875"/>
            <a:ext cx="608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400" i="0">
                <a:solidFill>
                  <a:srgbClr val="0000FF"/>
                </a:solidFill>
              </a:rPr>
              <a:t>0.5</a:t>
            </a:r>
          </a:p>
        </p:txBody>
      </p:sp>
      <p:sp>
        <p:nvSpPr>
          <p:cNvPr id="181255" name="Rectangle 34"/>
          <p:cNvSpPr>
            <a:spLocks noChangeArrowheads="1"/>
          </p:cNvSpPr>
          <p:nvPr/>
        </p:nvSpPr>
        <p:spPr bwMode="auto">
          <a:xfrm>
            <a:off x="3152775" y="23241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a:spAutoFit/>
          </a:bodyPr>
          <a:lstStyle/>
          <a:p>
            <a:r>
              <a:rPr lang="en-US" altLang="zh-CN" sz="2400" i="0">
                <a:solidFill>
                  <a:srgbClr val="0000FF"/>
                </a:solidFill>
                <a:latin typeface="Times New Roman" pitchFamily="18" charset="0"/>
              </a:rPr>
              <a:t>???</a:t>
            </a:r>
          </a:p>
        </p:txBody>
      </p:sp>
      <p:sp>
        <p:nvSpPr>
          <p:cNvPr id="793635" name="Text Box 35" descr="白色大理石"/>
          <p:cNvSpPr txBox="1">
            <a:spLocks noChangeArrowheads="1"/>
          </p:cNvSpPr>
          <p:nvPr/>
        </p:nvSpPr>
        <p:spPr bwMode="auto">
          <a:xfrm>
            <a:off x="415925" y="3429000"/>
            <a:ext cx="84978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buClr>
                <a:srgbClr val="B2329D"/>
              </a:buClr>
              <a:buSzPct val="85000"/>
              <a:buFont typeface="Wingdings" pitchFamily="2" charset="2"/>
              <a:buNone/>
            </a:pPr>
            <a:r>
              <a:rPr lang="zh-CN" altLang="en-US" sz="2800" i="0">
                <a:latin typeface="Times New Roman" pitchFamily="18" charset="0"/>
                <a:ea typeface="黑体" pitchFamily="49" charset="-122"/>
              </a:rPr>
              <a:t>利用</a:t>
            </a:r>
            <a:r>
              <a:rPr lang="zh-CN" altLang="en-US" sz="2800" i="0">
                <a:solidFill>
                  <a:srgbClr val="008000"/>
                </a:solidFill>
                <a:latin typeface="Times New Roman" pitchFamily="18" charset="0"/>
                <a:ea typeface="黑体" pitchFamily="49" charset="-122"/>
              </a:rPr>
              <a:t>牛顿前向插值</a:t>
            </a:r>
            <a:r>
              <a:rPr lang="zh-CN" altLang="en-US" sz="2800" i="0">
                <a:latin typeface="Times New Roman" pitchFamily="18" charset="0"/>
                <a:ea typeface="黑体" pitchFamily="49" charset="-122"/>
              </a:rPr>
              <a:t>公式计算</a:t>
            </a:r>
            <a:r>
              <a:rPr lang="en-US" altLang="zh-CN" sz="2800">
                <a:latin typeface="Times New Roman" pitchFamily="18" charset="0"/>
                <a:ea typeface="黑体" pitchFamily="49" charset="-122"/>
              </a:rPr>
              <a:t>x</a:t>
            </a:r>
            <a:r>
              <a:rPr lang="en-US" altLang="zh-CN" sz="2800" i="0">
                <a:latin typeface="Times New Roman" pitchFamily="18" charset="0"/>
                <a:ea typeface="黑体" pitchFamily="49" charset="-122"/>
              </a:rPr>
              <a:t>=0.5</a:t>
            </a:r>
            <a:r>
              <a:rPr lang="zh-CN" altLang="en-US" sz="2800" i="0">
                <a:latin typeface="Times New Roman" pitchFamily="18" charset="0"/>
                <a:ea typeface="黑体" pitchFamily="49" charset="-122"/>
              </a:rPr>
              <a:t>时</a:t>
            </a:r>
            <a:r>
              <a:rPr lang="en-US" altLang="zh-CN" sz="2800">
                <a:latin typeface="Times New Roman" pitchFamily="18" charset="0"/>
                <a:ea typeface="黑体" pitchFamily="49" charset="-122"/>
              </a:rPr>
              <a:t>f</a:t>
            </a:r>
            <a:r>
              <a:rPr lang="en-US" altLang="zh-CN" sz="2800" i="0">
                <a:latin typeface="Times New Roman" pitchFamily="18" charset="0"/>
                <a:ea typeface="黑体" pitchFamily="49" charset="-122"/>
              </a:rPr>
              <a:t>(0.5,0.00)</a:t>
            </a:r>
            <a:r>
              <a:rPr lang="zh-CN" altLang="en-US" sz="2800" i="0">
                <a:latin typeface="Times New Roman" pitchFamily="18" charset="0"/>
                <a:ea typeface="黑体" pitchFamily="49" charset="-122"/>
              </a:rPr>
              <a:t>的近似值</a:t>
            </a:r>
            <a:r>
              <a:rPr lang="en-US" altLang="zh-CN" sz="2800">
                <a:latin typeface="Times New Roman" pitchFamily="18" charset="0"/>
                <a:ea typeface="黑体" pitchFamily="49" charset="-122"/>
              </a:rPr>
              <a:t>z</a:t>
            </a:r>
            <a:r>
              <a:rPr lang="en-US" altLang="zh-CN" sz="2800" i="0" baseline="-25000">
                <a:latin typeface="Times New Roman" pitchFamily="18" charset="0"/>
                <a:ea typeface="黑体" pitchFamily="49" charset="-122"/>
              </a:rPr>
              <a:t>0</a:t>
            </a:r>
            <a:r>
              <a:rPr lang="zh-CN" altLang="en-US" sz="2800" i="0">
                <a:latin typeface="Times New Roman" pitchFamily="18" charset="0"/>
                <a:ea typeface="黑体" pitchFamily="49" charset="-122"/>
              </a:rPr>
              <a:t>；</a:t>
            </a:r>
          </a:p>
        </p:txBody>
      </p:sp>
      <p:graphicFrame>
        <p:nvGraphicFramePr>
          <p:cNvPr id="793636" name="Object 36"/>
          <p:cNvGraphicFramePr>
            <a:graphicFrameLocks noChangeAspect="1"/>
          </p:cNvGraphicFramePr>
          <p:nvPr/>
        </p:nvGraphicFramePr>
        <p:xfrm>
          <a:off x="415925" y="4868863"/>
          <a:ext cx="7850188" cy="1481137"/>
        </p:xfrm>
        <a:graphic>
          <a:graphicData uri="http://schemas.openxmlformats.org/presentationml/2006/ole">
            <mc:AlternateContent xmlns:mc="http://schemas.openxmlformats.org/markup-compatibility/2006">
              <mc:Choice xmlns:v="urn:schemas-microsoft-com:vml" Requires="v">
                <p:oleObj spid="_x0000_s181335" name="Equation" r:id="rId3" imgW="3225800" imgH="609600" progId="Equation.DSMT4">
                  <p:embed/>
                </p:oleObj>
              </mc:Choice>
              <mc:Fallback>
                <p:oleObj name="Equation" r:id="rId3" imgW="3225800" imgH="609600" progId="Equation.DSMT4">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925" y="4868863"/>
                        <a:ext cx="7850188" cy="1481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3637" name="Object 37"/>
          <p:cNvGraphicFramePr>
            <a:graphicFrameLocks noChangeAspect="1"/>
          </p:cNvGraphicFramePr>
          <p:nvPr/>
        </p:nvGraphicFramePr>
        <p:xfrm>
          <a:off x="3276600" y="3789363"/>
          <a:ext cx="6629400" cy="1752600"/>
        </p:xfrm>
        <a:graphic>
          <a:graphicData uri="http://schemas.openxmlformats.org/presentationml/2006/ole">
            <mc:AlternateContent xmlns:mc="http://schemas.openxmlformats.org/markup-compatibility/2006">
              <mc:Choice xmlns:v="urn:schemas-microsoft-com:vml" Requires="v">
                <p:oleObj spid="_x0000_s181336" name="Equation" r:id="rId5" imgW="3428959" imgH="784944" progId="Equation.3">
                  <p:embed/>
                </p:oleObj>
              </mc:Choice>
              <mc:Fallback>
                <p:oleObj name="Equation" r:id="rId5" imgW="3428959" imgH="784944" progId="Equation.3">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3789363"/>
                        <a:ext cx="66294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3635"/>
                                        </p:tgtEl>
                                        <p:attrNameLst>
                                          <p:attrName>style.visibility</p:attrName>
                                        </p:attrNameLst>
                                      </p:cBhvr>
                                      <p:to>
                                        <p:strVal val="visible"/>
                                      </p:to>
                                    </p:set>
                                    <p:animEffect transition="in" filter="blinds(horizontal)">
                                      <p:cBhvr>
                                        <p:cTn id="7" dur="500"/>
                                        <p:tgtEl>
                                          <p:spTgt spid="7936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93637"/>
                                        </p:tgtEl>
                                        <p:attrNameLst>
                                          <p:attrName>style.visibility</p:attrName>
                                        </p:attrNameLst>
                                      </p:cBhvr>
                                      <p:to>
                                        <p:strVal val="visible"/>
                                      </p:to>
                                    </p:set>
                                    <p:animEffect transition="in" filter="dissolve">
                                      <p:cBhvr>
                                        <p:cTn id="12" dur="500"/>
                                        <p:tgtEl>
                                          <p:spTgt spid="7936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93636"/>
                                        </p:tgtEl>
                                        <p:attrNameLst>
                                          <p:attrName>style.visibility</p:attrName>
                                        </p:attrNameLst>
                                      </p:cBhvr>
                                      <p:to>
                                        <p:strVal val="visible"/>
                                      </p:to>
                                    </p:set>
                                    <p:animEffect transition="in" filter="blinds(horizontal)">
                                      <p:cBhvr>
                                        <p:cTn id="17" dur="500"/>
                                        <p:tgtEl>
                                          <p:spTgt spid="793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35" grpId="0"/>
    </p:bldLst>
  </p:timing>
</p:sld>
</file>

<file path=ppt/slides/slide1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4BC8935-6CE2-42C3-8D66-8666D4CE4199}" type="slidenum">
              <a:rPr lang="zh-CN" altLang="en-US" b="0" i="0" smtClean="0"/>
              <a:pPr/>
              <a:t>169</a:t>
            </a:fld>
            <a:endParaRPr lang="en-US" altLang="zh-CN" b="0" i="0" smtClean="0"/>
          </a:p>
        </p:txBody>
      </p:sp>
      <p:sp>
        <p:nvSpPr>
          <p:cNvPr id="18227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40E1ED3-B871-45B9-9DD7-451F371EFEAB}" type="datetime1">
              <a:rPr lang="zh-CN" altLang="en-US" sz="1800" i="0" smtClean="0"/>
              <a:pPr/>
              <a:t>2024/10/20</a:t>
            </a:fld>
            <a:endParaRPr lang="en-US" altLang="zh-CN" sz="1800" i="0" smtClean="0"/>
          </a:p>
        </p:txBody>
      </p:sp>
      <p:sp>
        <p:nvSpPr>
          <p:cNvPr id="792578" name="Rectangle 2"/>
          <p:cNvSpPr>
            <a:spLocks noChangeArrowheads="1"/>
          </p:cNvSpPr>
          <p:nvPr/>
        </p:nvSpPr>
        <p:spPr bwMode="auto">
          <a:xfrm>
            <a:off x="1066800" y="3124200"/>
            <a:ext cx="6629400" cy="533400"/>
          </a:xfrm>
          <a:prstGeom prst="rect">
            <a:avLst/>
          </a:prstGeom>
          <a:solidFill>
            <a:srgbClr val="CC99FF"/>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792579" name="Rectangle 3"/>
          <p:cNvSpPr>
            <a:spLocks noChangeArrowheads="1"/>
          </p:cNvSpPr>
          <p:nvPr/>
        </p:nvSpPr>
        <p:spPr bwMode="auto">
          <a:xfrm>
            <a:off x="1066800" y="1600200"/>
            <a:ext cx="6629400" cy="533400"/>
          </a:xfrm>
          <a:prstGeom prst="rect">
            <a:avLst/>
          </a:prstGeom>
          <a:solidFill>
            <a:srgbClr val="FFFF99"/>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792580" name="Rectangle 4"/>
          <p:cNvSpPr>
            <a:spLocks noChangeArrowheads="1"/>
          </p:cNvSpPr>
          <p:nvPr/>
        </p:nvSpPr>
        <p:spPr bwMode="auto">
          <a:xfrm>
            <a:off x="1066800" y="1600200"/>
            <a:ext cx="6629400" cy="533400"/>
          </a:xfrm>
          <a:prstGeom prst="rect">
            <a:avLst/>
          </a:prstGeom>
          <a:solidFill>
            <a:srgbClr val="CC99FF"/>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792581" name="Rectangle 5"/>
          <p:cNvSpPr>
            <a:spLocks noChangeArrowheads="1"/>
          </p:cNvSpPr>
          <p:nvPr/>
        </p:nvSpPr>
        <p:spPr bwMode="auto">
          <a:xfrm>
            <a:off x="1066800" y="2133600"/>
            <a:ext cx="6629400" cy="533400"/>
          </a:xfrm>
          <a:prstGeom prst="rect">
            <a:avLst/>
          </a:prstGeom>
          <a:solidFill>
            <a:srgbClr val="FFFF99"/>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792582" name="Rectangle 6"/>
          <p:cNvSpPr>
            <a:spLocks noGrp="1" noChangeArrowheads="1"/>
          </p:cNvSpPr>
          <p:nvPr>
            <p:ph type="title"/>
          </p:nvPr>
        </p:nvSpPr>
        <p:spPr/>
        <p:txBody>
          <a:bodyPr/>
          <a:lstStyle/>
          <a:p>
            <a:pPr>
              <a:defRPr/>
            </a:pPr>
            <a:r>
              <a:rPr lang="zh-CN" altLang="en-US" smtClean="0"/>
              <a:t>多元函数插值</a:t>
            </a:r>
          </a:p>
        </p:txBody>
      </p:sp>
      <p:sp>
        <p:nvSpPr>
          <p:cNvPr id="182281" name="Rectangle 7"/>
          <p:cNvSpPr>
            <a:spLocks noGrp="1" noChangeArrowheads="1"/>
          </p:cNvSpPr>
          <p:nvPr>
            <p:ph type="body" idx="1"/>
          </p:nvPr>
        </p:nvSpPr>
        <p:spPr>
          <a:xfrm>
            <a:off x="650875" y="1143000"/>
            <a:ext cx="8820150" cy="442913"/>
          </a:xfrm>
        </p:spPr>
        <p:txBody>
          <a:bodyPr/>
          <a:lstStyle/>
          <a:p>
            <a:r>
              <a:rPr lang="zh-CN" altLang="en-US" sz="3200" smtClean="0"/>
              <a:t>例5.18 已知数值表，求</a:t>
            </a:r>
            <a:r>
              <a:rPr lang="en-US" altLang="zh-CN" sz="3200" i="1" smtClean="0"/>
              <a:t>f</a:t>
            </a:r>
            <a:r>
              <a:rPr lang="en-US" altLang="zh-CN" sz="3200" smtClean="0"/>
              <a:t>(0.5,0.03)</a:t>
            </a:r>
            <a:r>
              <a:rPr lang="zh-CN" altLang="en-US" sz="3200" smtClean="0"/>
              <a:t>的近似值</a:t>
            </a:r>
            <a:endParaRPr lang="zh-CN" altLang="en-US" sz="3600" smtClean="0"/>
          </a:p>
        </p:txBody>
      </p:sp>
      <p:graphicFrame>
        <p:nvGraphicFramePr>
          <p:cNvPr id="792584" name="Group 8"/>
          <p:cNvGraphicFramePr>
            <a:graphicFrameLocks noGrp="1"/>
          </p:cNvGraphicFramePr>
          <p:nvPr/>
        </p:nvGraphicFramePr>
        <p:xfrm>
          <a:off x="1066800" y="1617663"/>
          <a:ext cx="6629400" cy="2573338"/>
        </p:xfrm>
        <a:graphic>
          <a:graphicData uri="http://schemas.openxmlformats.org/drawingml/2006/table">
            <a:tbl>
              <a:tblPr/>
              <a:tblGrid>
                <a:gridCol w="1320800"/>
                <a:gridCol w="1320800"/>
                <a:gridCol w="1320800"/>
                <a:gridCol w="1320800"/>
                <a:gridCol w="1346200"/>
              </a:tblGrid>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dirty="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rgbClr val="0000FF"/>
                          </a:solidFill>
                          <a:effectLst/>
                          <a:latin typeface="Times New Roman" pitchFamily="18" charset="0"/>
                          <a:ea typeface="黑体" pitchFamily="2" charset="-122"/>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59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dirty="0" smtClean="0">
                          <a:ln>
                            <a:noFill/>
                          </a:ln>
                          <a:solidFill>
                            <a:srgbClr val="0000FF"/>
                          </a:solidFill>
                          <a:effectLst/>
                          <a:latin typeface="Times New Roman" pitchFamily="18" charset="0"/>
                          <a:ea typeface="黑体" pitchFamily="2" charset="-122"/>
                        </a:rPr>
                        <a:t>0.</a:t>
                      </a:r>
                      <a:r>
                        <a:rPr kumimoji="0" lang="en-US" altLang="zh-CN" sz="2800" b="1" i="0" u="none" strike="noStrike" cap="none" normalizeH="0" baseline="0" dirty="0" smtClean="0">
                          <a:ln>
                            <a:noFill/>
                          </a:ln>
                          <a:solidFill>
                            <a:srgbClr val="0000FF"/>
                          </a:solidFill>
                          <a:effectLst/>
                          <a:latin typeface="Times New Roman" pitchFamily="18" charset="0"/>
                          <a:ea typeface="黑体" pitchFamily="2" charset="-122"/>
                        </a:rPr>
                        <a:t>0</a:t>
                      </a:r>
                      <a:r>
                        <a:rPr kumimoji="0" lang="zh-CN" altLang="en-US" sz="2800" b="1" i="0" u="none" strike="noStrike" cap="none" normalizeH="0" baseline="0" dirty="0" smtClean="0">
                          <a:ln>
                            <a:noFill/>
                          </a:ln>
                          <a:solidFill>
                            <a:srgbClr val="0000FF"/>
                          </a:solidFill>
                          <a:effectLst/>
                          <a:latin typeface="Times New Roman" pitchFamily="18" charset="0"/>
                          <a:ea typeface="黑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2.487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0.995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2.456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0.981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2320" name="Line 46"/>
          <p:cNvSpPr>
            <a:spLocks noChangeShapeType="1"/>
          </p:cNvSpPr>
          <p:nvPr/>
        </p:nvSpPr>
        <p:spPr bwMode="auto">
          <a:xfrm>
            <a:off x="1066800" y="1828800"/>
            <a:ext cx="1296988"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2321" name="Line 47"/>
          <p:cNvSpPr>
            <a:spLocks noChangeShapeType="1"/>
          </p:cNvSpPr>
          <p:nvPr/>
        </p:nvSpPr>
        <p:spPr bwMode="auto">
          <a:xfrm>
            <a:off x="1524000" y="1600200"/>
            <a:ext cx="839788"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2322" name="Rectangle 48"/>
          <p:cNvSpPr>
            <a:spLocks noChangeArrowheads="1"/>
          </p:cNvSpPr>
          <p:nvPr/>
        </p:nvSpPr>
        <p:spPr bwMode="auto">
          <a:xfrm>
            <a:off x="1066800" y="1676400"/>
            <a:ext cx="341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y</a:t>
            </a:r>
          </a:p>
        </p:txBody>
      </p:sp>
      <p:sp>
        <p:nvSpPr>
          <p:cNvPr id="182323" name="Rectangle 49"/>
          <p:cNvSpPr>
            <a:spLocks noChangeArrowheads="1"/>
          </p:cNvSpPr>
          <p:nvPr/>
        </p:nvSpPr>
        <p:spPr bwMode="auto">
          <a:xfrm>
            <a:off x="1506538" y="1524000"/>
            <a:ext cx="3222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z</a:t>
            </a:r>
          </a:p>
        </p:txBody>
      </p:sp>
      <p:sp>
        <p:nvSpPr>
          <p:cNvPr id="182324" name="Rectangle 50"/>
          <p:cNvSpPr>
            <a:spLocks noChangeArrowheads="1"/>
          </p:cNvSpPr>
          <p:nvPr/>
        </p:nvSpPr>
        <p:spPr bwMode="auto">
          <a:xfrm>
            <a:off x="2152650" y="1447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x</a:t>
            </a:r>
          </a:p>
        </p:txBody>
      </p:sp>
      <p:sp>
        <p:nvSpPr>
          <p:cNvPr id="792627" name="Rectangle 51"/>
          <p:cNvSpPr>
            <a:spLocks noChangeArrowheads="1"/>
          </p:cNvSpPr>
          <p:nvPr/>
        </p:nvSpPr>
        <p:spPr bwMode="auto">
          <a:xfrm>
            <a:off x="3733800" y="2133600"/>
            <a:ext cx="984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solidFill>
                  <a:srgbClr val="0000FF"/>
                </a:solidFill>
                <a:latin typeface="Times New Roman" pitchFamily="18" charset="0"/>
              </a:rPr>
              <a:t>2.072</a:t>
            </a:r>
          </a:p>
        </p:txBody>
      </p:sp>
      <p:sp>
        <p:nvSpPr>
          <p:cNvPr id="792628" name="Rectangle 52"/>
          <p:cNvSpPr>
            <a:spLocks noChangeArrowheads="1"/>
          </p:cNvSpPr>
          <p:nvPr/>
        </p:nvSpPr>
        <p:spPr bwMode="auto">
          <a:xfrm>
            <a:off x="3657600" y="3138488"/>
            <a:ext cx="984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solidFill>
                  <a:srgbClr val="0000FF"/>
                </a:solidFill>
                <a:latin typeface="Times New Roman" pitchFamily="18" charset="0"/>
              </a:rPr>
              <a:t>2.069</a:t>
            </a:r>
            <a:endParaRPr lang="en-US" altLang="zh-CN" sz="2800" i="0">
              <a:solidFill>
                <a:srgbClr val="0000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92579"/>
                                        </p:tgtEl>
                                        <p:attrNameLst>
                                          <p:attrName>style.visibility</p:attrName>
                                        </p:attrNameLst>
                                      </p:cBhvr>
                                      <p:to>
                                        <p:strVal val="visible"/>
                                      </p:to>
                                    </p:set>
                                    <p:animEffect transition="in" filter="dissolve">
                                      <p:cBhvr>
                                        <p:cTn id="7" dur="500"/>
                                        <p:tgtEl>
                                          <p:spTgt spid="7925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92581"/>
                                        </p:tgtEl>
                                        <p:attrNameLst>
                                          <p:attrName>style.visibility</p:attrName>
                                        </p:attrNameLst>
                                      </p:cBhvr>
                                      <p:to>
                                        <p:strVal val="visible"/>
                                      </p:to>
                                    </p:set>
                                    <p:animEffect transition="in" filter="dissolve">
                                      <p:cBhvr>
                                        <p:cTn id="12" dur="500"/>
                                        <p:tgtEl>
                                          <p:spTgt spid="7925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92627"/>
                                        </p:tgtEl>
                                        <p:attrNameLst>
                                          <p:attrName>style.visibility</p:attrName>
                                        </p:attrNameLst>
                                      </p:cBhvr>
                                      <p:to>
                                        <p:strVal val="visible"/>
                                      </p:to>
                                    </p:set>
                                    <p:animEffect transition="in" filter="dissolve">
                                      <p:cBhvr>
                                        <p:cTn id="17" dur="500"/>
                                        <p:tgtEl>
                                          <p:spTgt spid="7926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92580"/>
                                        </p:tgtEl>
                                        <p:attrNameLst>
                                          <p:attrName>style.visibility</p:attrName>
                                        </p:attrNameLst>
                                      </p:cBhvr>
                                      <p:to>
                                        <p:strVal val="visible"/>
                                      </p:to>
                                    </p:set>
                                    <p:animEffect transition="in" filter="dissolve">
                                      <p:cBhvr>
                                        <p:cTn id="22" dur="500"/>
                                        <p:tgtEl>
                                          <p:spTgt spid="7925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92578"/>
                                        </p:tgtEl>
                                        <p:attrNameLst>
                                          <p:attrName>style.visibility</p:attrName>
                                        </p:attrNameLst>
                                      </p:cBhvr>
                                      <p:to>
                                        <p:strVal val="visible"/>
                                      </p:to>
                                    </p:set>
                                    <p:animEffect transition="in" filter="dissolve">
                                      <p:cBhvr>
                                        <p:cTn id="27" dur="500"/>
                                        <p:tgtEl>
                                          <p:spTgt spid="7925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92628"/>
                                        </p:tgtEl>
                                        <p:attrNameLst>
                                          <p:attrName>style.visibility</p:attrName>
                                        </p:attrNameLst>
                                      </p:cBhvr>
                                      <p:to>
                                        <p:strVal val="visible"/>
                                      </p:to>
                                    </p:set>
                                    <p:animEffect transition="in" filter="dissolve">
                                      <p:cBhvr>
                                        <p:cTn id="32" dur="500"/>
                                        <p:tgtEl>
                                          <p:spTgt spid="792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2578" grpId="0" animBg="1"/>
      <p:bldP spid="792579" grpId="0" animBg="1"/>
      <p:bldP spid="792580" grpId="0" animBg="1"/>
      <p:bldP spid="792581" grpId="0" animBg="1"/>
      <p:bldP spid="792627" grpId="0" autoUpdateAnimBg="0"/>
      <p:bldP spid="792628" grpId="0" autoUpdateAnimBg="0"/>
    </p:bldLst>
  </p:timing>
</p:sld>
</file>

<file path=ppt/slides/slide1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3B8AB3B-CBFD-4C92-A936-B5D4CF30D525}" type="slidenum">
              <a:rPr lang="zh-CN" altLang="en-US" b="0" i="0" smtClean="0"/>
              <a:pPr/>
              <a:t>170</a:t>
            </a:fld>
            <a:endParaRPr lang="en-US" altLang="zh-CN" b="0" i="0" smtClean="0"/>
          </a:p>
        </p:txBody>
      </p:sp>
      <p:sp>
        <p:nvSpPr>
          <p:cNvPr id="18329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C4A5DD2-EA65-4501-B178-E67CA4437FF0}" type="datetime1">
              <a:rPr lang="zh-CN" altLang="en-US" sz="1800" i="0" smtClean="0"/>
              <a:pPr/>
              <a:t>2024/10/20</a:t>
            </a:fld>
            <a:endParaRPr lang="en-US" altLang="zh-CN" sz="1800" i="0" smtClean="0"/>
          </a:p>
        </p:txBody>
      </p:sp>
      <p:sp>
        <p:nvSpPr>
          <p:cNvPr id="796674" name="Rectangle 2"/>
          <p:cNvSpPr>
            <a:spLocks noChangeArrowheads="1"/>
          </p:cNvSpPr>
          <p:nvPr/>
        </p:nvSpPr>
        <p:spPr bwMode="auto">
          <a:xfrm>
            <a:off x="1066800" y="3657600"/>
            <a:ext cx="6629400" cy="533400"/>
          </a:xfrm>
          <a:prstGeom prst="rect">
            <a:avLst/>
          </a:prstGeom>
          <a:solidFill>
            <a:srgbClr val="33CCCC"/>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183301" name="Rectangle 3"/>
          <p:cNvSpPr>
            <a:spLocks noChangeArrowheads="1"/>
          </p:cNvSpPr>
          <p:nvPr/>
        </p:nvSpPr>
        <p:spPr bwMode="auto">
          <a:xfrm>
            <a:off x="1066800" y="3124200"/>
            <a:ext cx="6629400" cy="533400"/>
          </a:xfrm>
          <a:prstGeom prst="rect">
            <a:avLst/>
          </a:prstGeom>
          <a:solidFill>
            <a:srgbClr val="CC99FF"/>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183302" name="Rectangle 4"/>
          <p:cNvSpPr>
            <a:spLocks noChangeArrowheads="1"/>
          </p:cNvSpPr>
          <p:nvPr/>
        </p:nvSpPr>
        <p:spPr bwMode="auto">
          <a:xfrm>
            <a:off x="1066800" y="2133600"/>
            <a:ext cx="6629400" cy="533400"/>
          </a:xfrm>
          <a:prstGeom prst="rect">
            <a:avLst/>
          </a:prstGeom>
          <a:solidFill>
            <a:srgbClr val="FFFF99"/>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796677" name="Rectangle 5"/>
          <p:cNvSpPr>
            <a:spLocks noChangeArrowheads="1"/>
          </p:cNvSpPr>
          <p:nvPr/>
        </p:nvSpPr>
        <p:spPr bwMode="auto">
          <a:xfrm>
            <a:off x="3733800" y="2133600"/>
            <a:ext cx="1295400" cy="2057400"/>
          </a:xfrm>
          <a:prstGeom prst="rect">
            <a:avLst/>
          </a:prstGeom>
          <a:solidFill>
            <a:srgbClr val="FF6600"/>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796678" name="Rectangle 6"/>
          <p:cNvSpPr>
            <a:spLocks noChangeArrowheads="1"/>
          </p:cNvSpPr>
          <p:nvPr/>
        </p:nvSpPr>
        <p:spPr bwMode="auto">
          <a:xfrm>
            <a:off x="1066800" y="1600200"/>
            <a:ext cx="6629400" cy="533400"/>
          </a:xfrm>
          <a:prstGeom prst="rect">
            <a:avLst/>
          </a:prstGeom>
          <a:solidFill>
            <a:srgbClr val="33CCCC"/>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796679" name="Rectangle 7"/>
          <p:cNvSpPr>
            <a:spLocks noChangeArrowheads="1"/>
          </p:cNvSpPr>
          <p:nvPr/>
        </p:nvSpPr>
        <p:spPr bwMode="auto">
          <a:xfrm>
            <a:off x="1066800" y="2133600"/>
            <a:ext cx="1296988" cy="2057400"/>
          </a:xfrm>
          <a:prstGeom prst="rect">
            <a:avLst/>
          </a:prstGeom>
          <a:solidFill>
            <a:srgbClr val="FF6600"/>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796680" name="Rectangle 8"/>
          <p:cNvSpPr>
            <a:spLocks noGrp="1" noChangeArrowheads="1"/>
          </p:cNvSpPr>
          <p:nvPr>
            <p:ph type="title"/>
          </p:nvPr>
        </p:nvSpPr>
        <p:spPr/>
        <p:txBody>
          <a:bodyPr/>
          <a:lstStyle/>
          <a:p>
            <a:pPr>
              <a:defRPr/>
            </a:pPr>
            <a:r>
              <a:rPr lang="zh-CN" altLang="en-US" smtClean="0"/>
              <a:t>多元函数插值</a:t>
            </a:r>
          </a:p>
        </p:txBody>
      </p:sp>
      <p:sp>
        <p:nvSpPr>
          <p:cNvPr id="183307" name="Rectangle 9"/>
          <p:cNvSpPr>
            <a:spLocks noGrp="1" noChangeArrowheads="1"/>
          </p:cNvSpPr>
          <p:nvPr>
            <p:ph type="body" idx="1"/>
          </p:nvPr>
        </p:nvSpPr>
        <p:spPr>
          <a:xfrm>
            <a:off x="650875" y="1143000"/>
            <a:ext cx="8820150" cy="442913"/>
          </a:xfrm>
        </p:spPr>
        <p:txBody>
          <a:bodyPr/>
          <a:lstStyle/>
          <a:p>
            <a:r>
              <a:rPr lang="zh-CN" altLang="en-US" sz="3200" smtClean="0"/>
              <a:t>例5.18 已知数值表，求</a:t>
            </a:r>
            <a:r>
              <a:rPr lang="en-US" altLang="zh-CN" sz="3200" i="1" smtClean="0"/>
              <a:t>f</a:t>
            </a:r>
            <a:r>
              <a:rPr lang="en-US" altLang="zh-CN" sz="3200" smtClean="0"/>
              <a:t>(0.5,0.03)</a:t>
            </a:r>
            <a:r>
              <a:rPr lang="zh-CN" altLang="en-US" sz="3200" smtClean="0"/>
              <a:t>的近似值</a:t>
            </a:r>
            <a:endParaRPr lang="zh-CN" altLang="en-US" sz="3600" smtClean="0"/>
          </a:p>
        </p:txBody>
      </p:sp>
      <p:graphicFrame>
        <p:nvGraphicFramePr>
          <p:cNvPr id="796682" name="Group 10"/>
          <p:cNvGraphicFramePr>
            <a:graphicFrameLocks noGrp="1"/>
          </p:cNvGraphicFramePr>
          <p:nvPr/>
        </p:nvGraphicFramePr>
        <p:xfrm>
          <a:off x="1066800" y="1617663"/>
          <a:ext cx="6629400" cy="2573338"/>
        </p:xfrm>
        <a:graphic>
          <a:graphicData uri="http://schemas.openxmlformats.org/drawingml/2006/table">
            <a:tbl>
              <a:tblPr/>
              <a:tblGrid>
                <a:gridCol w="1320800"/>
                <a:gridCol w="1320800"/>
                <a:gridCol w="1320800"/>
                <a:gridCol w="1320800"/>
                <a:gridCol w="1346200"/>
              </a:tblGrid>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dirty="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rgbClr val="0000FF"/>
                          </a:solidFill>
                          <a:effectLst/>
                          <a:latin typeface="Times New Roman" pitchFamily="18" charset="0"/>
                          <a:ea typeface="黑体" pitchFamily="2" charset="-122"/>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59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dirty="0" smtClean="0">
                          <a:ln>
                            <a:noFill/>
                          </a:ln>
                          <a:solidFill>
                            <a:srgbClr val="0000FF"/>
                          </a:solidFill>
                          <a:effectLst/>
                          <a:latin typeface="Times New Roman" pitchFamily="18" charset="0"/>
                          <a:ea typeface="黑体" pitchFamily="2" charset="-122"/>
                        </a:rPr>
                        <a:t>0.</a:t>
                      </a:r>
                      <a:r>
                        <a:rPr kumimoji="0" lang="en-US" altLang="zh-CN" sz="2800" b="1" i="0" u="none" strike="noStrike" cap="none" normalizeH="0" baseline="0" dirty="0" smtClean="0">
                          <a:ln>
                            <a:noFill/>
                          </a:ln>
                          <a:solidFill>
                            <a:srgbClr val="0000FF"/>
                          </a:solidFill>
                          <a:effectLst/>
                          <a:latin typeface="Times New Roman" pitchFamily="18" charset="0"/>
                          <a:ea typeface="黑体" pitchFamily="2" charset="-122"/>
                        </a:rPr>
                        <a:t>0</a:t>
                      </a:r>
                      <a:r>
                        <a:rPr kumimoji="0" lang="zh-CN" altLang="en-US" sz="2800" b="1" i="0" u="none" strike="noStrike" cap="none" normalizeH="0" baseline="0" dirty="0" smtClean="0">
                          <a:ln>
                            <a:noFill/>
                          </a:ln>
                          <a:solidFill>
                            <a:srgbClr val="0000FF"/>
                          </a:solidFill>
                          <a:effectLst/>
                          <a:latin typeface="Times New Roman" pitchFamily="18" charset="0"/>
                          <a:ea typeface="黑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2.487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0.995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2.456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dirty="0" smtClean="0">
                          <a:ln>
                            <a:noFill/>
                          </a:ln>
                          <a:solidFill>
                            <a:schemeClr val="tx1"/>
                          </a:solidFill>
                          <a:effectLst/>
                          <a:latin typeface="Times New Roman" pitchFamily="18" charset="0"/>
                          <a:ea typeface="黑体" pitchFamily="2" charset="-122"/>
                        </a:rPr>
                        <a:t>1.400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0.981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3346" name="Line 48"/>
          <p:cNvSpPr>
            <a:spLocks noChangeShapeType="1"/>
          </p:cNvSpPr>
          <p:nvPr/>
        </p:nvSpPr>
        <p:spPr bwMode="auto">
          <a:xfrm>
            <a:off x="1066800" y="1828800"/>
            <a:ext cx="1296988"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3347" name="Line 49"/>
          <p:cNvSpPr>
            <a:spLocks noChangeShapeType="1"/>
          </p:cNvSpPr>
          <p:nvPr/>
        </p:nvSpPr>
        <p:spPr bwMode="auto">
          <a:xfrm>
            <a:off x="1524000" y="1600200"/>
            <a:ext cx="839788"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3348" name="Rectangle 50"/>
          <p:cNvSpPr>
            <a:spLocks noChangeArrowheads="1"/>
          </p:cNvSpPr>
          <p:nvPr/>
        </p:nvSpPr>
        <p:spPr bwMode="auto">
          <a:xfrm>
            <a:off x="1066800" y="1676400"/>
            <a:ext cx="341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y</a:t>
            </a:r>
          </a:p>
        </p:txBody>
      </p:sp>
      <p:sp>
        <p:nvSpPr>
          <p:cNvPr id="183349" name="Rectangle 51"/>
          <p:cNvSpPr>
            <a:spLocks noChangeArrowheads="1"/>
          </p:cNvSpPr>
          <p:nvPr/>
        </p:nvSpPr>
        <p:spPr bwMode="auto">
          <a:xfrm>
            <a:off x="1506538" y="1524000"/>
            <a:ext cx="3222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z</a:t>
            </a:r>
          </a:p>
        </p:txBody>
      </p:sp>
      <p:sp>
        <p:nvSpPr>
          <p:cNvPr id="183350" name="Rectangle 52"/>
          <p:cNvSpPr>
            <a:spLocks noChangeArrowheads="1"/>
          </p:cNvSpPr>
          <p:nvPr/>
        </p:nvSpPr>
        <p:spPr bwMode="auto">
          <a:xfrm>
            <a:off x="2152650" y="1447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x</a:t>
            </a:r>
          </a:p>
        </p:txBody>
      </p:sp>
      <p:sp>
        <p:nvSpPr>
          <p:cNvPr id="183351" name="Rectangle 53"/>
          <p:cNvSpPr>
            <a:spLocks noChangeArrowheads="1"/>
          </p:cNvSpPr>
          <p:nvPr/>
        </p:nvSpPr>
        <p:spPr bwMode="auto">
          <a:xfrm>
            <a:off x="3733800" y="2133600"/>
            <a:ext cx="984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solidFill>
                  <a:srgbClr val="0000FF"/>
                </a:solidFill>
                <a:latin typeface="Times New Roman" pitchFamily="18" charset="0"/>
              </a:rPr>
              <a:t>2.072</a:t>
            </a:r>
          </a:p>
        </p:txBody>
      </p:sp>
      <p:sp>
        <p:nvSpPr>
          <p:cNvPr id="183352" name="Rectangle 54"/>
          <p:cNvSpPr>
            <a:spLocks noChangeArrowheads="1"/>
          </p:cNvSpPr>
          <p:nvPr/>
        </p:nvSpPr>
        <p:spPr bwMode="auto">
          <a:xfrm>
            <a:off x="3657600" y="3138488"/>
            <a:ext cx="984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solidFill>
                  <a:srgbClr val="0000FF"/>
                </a:solidFill>
                <a:latin typeface="Times New Roman" pitchFamily="18" charset="0"/>
              </a:rPr>
              <a:t>2.069</a:t>
            </a:r>
          </a:p>
        </p:txBody>
      </p:sp>
      <p:sp>
        <p:nvSpPr>
          <p:cNvPr id="796727" name="Rectangle 55"/>
          <p:cNvSpPr>
            <a:spLocks noChangeArrowheads="1"/>
          </p:cNvSpPr>
          <p:nvPr/>
        </p:nvSpPr>
        <p:spPr bwMode="auto">
          <a:xfrm>
            <a:off x="3663950" y="3671888"/>
            <a:ext cx="984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solidFill>
                  <a:srgbClr val="0000FF"/>
                </a:solidFill>
                <a:latin typeface="Times New Roman" pitchFamily="18" charset="0"/>
              </a:rPr>
              <a:t>2.033</a:t>
            </a:r>
          </a:p>
        </p:txBody>
      </p:sp>
      <p:sp>
        <p:nvSpPr>
          <p:cNvPr id="796728" name="Rectangle 56"/>
          <p:cNvSpPr>
            <a:spLocks noChangeArrowheads="1"/>
          </p:cNvSpPr>
          <p:nvPr/>
        </p:nvSpPr>
        <p:spPr bwMode="auto">
          <a:xfrm>
            <a:off x="3797300" y="26670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i="0">
                <a:solidFill>
                  <a:srgbClr val="0000FF"/>
                </a:solidFill>
                <a:latin typeface="Times New Roman" pitchFamily="18" charset="0"/>
              </a:rPr>
              <a:t>???</a:t>
            </a:r>
          </a:p>
        </p:txBody>
      </p:sp>
      <p:graphicFrame>
        <p:nvGraphicFramePr>
          <p:cNvPr id="796729" name="Group 57"/>
          <p:cNvGraphicFramePr>
            <a:graphicFrameLocks noGrp="1"/>
          </p:cNvGraphicFramePr>
          <p:nvPr/>
        </p:nvGraphicFramePr>
        <p:xfrm>
          <a:off x="1208088" y="4581525"/>
          <a:ext cx="6096000" cy="1708152"/>
        </p:xfrm>
        <a:graphic>
          <a:graphicData uri="http://schemas.openxmlformats.org/drawingml/2006/table">
            <a:tbl>
              <a:tblPr/>
              <a:tblGrid>
                <a:gridCol w="1524000"/>
                <a:gridCol w="1524000"/>
                <a:gridCol w="1524000"/>
                <a:gridCol w="1524000"/>
              </a:tblGrid>
              <a:tr h="4270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49" charset="-122"/>
                        </a:rPr>
                        <a:t>y</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49" charset="-122"/>
                        </a:rPr>
                        <a:t>z</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1"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smtClean="0">
                          <a:ln>
                            <a:noFill/>
                          </a:ln>
                          <a:solidFill>
                            <a:schemeClr val="tx1"/>
                          </a:solidFill>
                          <a:effectLst/>
                          <a:latin typeface="Times New Roman" pitchFamily="18" charset="0"/>
                          <a:ea typeface="黑体" pitchFamily="49" charset="-122"/>
                          <a:sym typeface="Symbol" pitchFamily="18" charset="2"/>
                        </a:rPr>
                        <a:t>z</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1"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en-US" altLang="zh-CN" sz="2400" b="1" i="0" u="none" strike="noStrike" cap="none" normalizeH="0" baseline="30000" smtClean="0">
                          <a:ln>
                            <a:noFill/>
                          </a:ln>
                          <a:solidFill>
                            <a:schemeClr val="tx1"/>
                          </a:solidFill>
                          <a:effectLst/>
                          <a:latin typeface="Times New Roman" pitchFamily="18" charset="0"/>
                          <a:ea typeface="黑体" pitchFamily="49" charset="-122"/>
                          <a:sym typeface="Symbol" pitchFamily="18" charset="2"/>
                        </a:rPr>
                        <a:t>2</a:t>
                      </a:r>
                      <a:r>
                        <a:rPr kumimoji="0" lang="en-US" altLang="zh-CN" sz="2400" b="1" i="1" u="none" strike="noStrike" cap="none" normalizeH="0" baseline="0" smtClean="0">
                          <a:ln>
                            <a:noFill/>
                          </a:ln>
                          <a:solidFill>
                            <a:schemeClr val="tx1"/>
                          </a:solidFill>
                          <a:effectLst/>
                          <a:latin typeface="Times New Roman" pitchFamily="18" charset="0"/>
                          <a:ea typeface="黑体" pitchFamily="49" charset="-122"/>
                          <a:sym typeface="Symbol" pitchFamily="18" charset="2"/>
                        </a:rPr>
                        <a:t>z</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70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0.00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2.027</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99FF33"/>
                    </a:solid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270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0.05</a:t>
                      </a: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2.069</a:t>
                      </a: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270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0.10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2.033</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6678"/>
                                        </p:tgtEl>
                                        <p:attrNameLst>
                                          <p:attrName>style.visibility</p:attrName>
                                        </p:attrNameLst>
                                      </p:cBhvr>
                                      <p:to>
                                        <p:strVal val="visible"/>
                                      </p:to>
                                    </p:set>
                                    <p:anim calcmode="lin" valueType="num">
                                      <p:cBhvr additive="base">
                                        <p:cTn id="7" dur="500" fill="hold"/>
                                        <p:tgtEl>
                                          <p:spTgt spid="796678"/>
                                        </p:tgtEl>
                                        <p:attrNameLst>
                                          <p:attrName>ppt_x</p:attrName>
                                        </p:attrNameLst>
                                      </p:cBhvr>
                                      <p:tavLst>
                                        <p:tav tm="0">
                                          <p:val>
                                            <p:strVal val="0-#ppt_w/2"/>
                                          </p:val>
                                        </p:tav>
                                        <p:tav tm="100000">
                                          <p:val>
                                            <p:strVal val="#ppt_x"/>
                                          </p:val>
                                        </p:tav>
                                      </p:tavLst>
                                    </p:anim>
                                    <p:anim calcmode="lin" valueType="num">
                                      <p:cBhvr additive="base">
                                        <p:cTn id="8" dur="500" fill="hold"/>
                                        <p:tgtEl>
                                          <p:spTgt spid="79667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6674"/>
                                        </p:tgtEl>
                                        <p:attrNameLst>
                                          <p:attrName>style.visibility</p:attrName>
                                        </p:attrNameLst>
                                      </p:cBhvr>
                                      <p:to>
                                        <p:strVal val="visible"/>
                                      </p:to>
                                    </p:set>
                                    <p:anim calcmode="lin" valueType="num">
                                      <p:cBhvr additive="base">
                                        <p:cTn id="13" dur="500" fill="hold"/>
                                        <p:tgtEl>
                                          <p:spTgt spid="796674"/>
                                        </p:tgtEl>
                                        <p:attrNameLst>
                                          <p:attrName>ppt_x</p:attrName>
                                        </p:attrNameLst>
                                      </p:cBhvr>
                                      <p:tavLst>
                                        <p:tav tm="0">
                                          <p:val>
                                            <p:strVal val="0-#ppt_w/2"/>
                                          </p:val>
                                        </p:tav>
                                        <p:tav tm="100000">
                                          <p:val>
                                            <p:strVal val="#ppt_x"/>
                                          </p:val>
                                        </p:tav>
                                      </p:tavLst>
                                    </p:anim>
                                    <p:anim calcmode="lin" valueType="num">
                                      <p:cBhvr additive="base">
                                        <p:cTn id="14" dur="500" fill="hold"/>
                                        <p:tgtEl>
                                          <p:spTgt spid="79667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796727"/>
                                        </p:tgtEl>
                                        <p:attrNameLst>
                                          <p:attrName>style.visibility</p:attrName>
                                        </p:attrNameLst>
                                      </p:cBhvr>
                                      <p:to>
                                        <p:strVal val="visible"/>
                                      </p:to>
                                    </p:set>
                                    <p:animEffect transition="in" filter="dissolve">
                                      <p:cBhvr>
                                        <p:cTn id="19" dur="500"/>
                                        <p:tgtEl>
                                          <p:spTgt spid="79672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796679"/>
                                        </p:tgtEl>
                                        <p:attrNameLst>
                                          <p:attrName>style.visibility</p:attrName>
                                        </p:attrNameLst>
                                      </p:cBhvr>
                                      <p:to>
                                        <p:strVal val="visible"/>
                                      </p:to>
                                    </p:set>
                                    <p:animEffect transition="in" filter="dissolve">
                                      <p:cBhvr>
                                        <p:cTn id="24" dur="500"/>
                                        <p:tgtEl>
                                          <p:spTgt spid="79667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796677"/>
                                        </p:tgtEl>
                                        <p:attrNameLst>
                                          <p:attrName>style.visibility</p:attrName>
                                        </p:attrNameLst>
                                      </p:cBhvr>
                                      <p:to>
                                        <p:strVal val="visible"/>
                                      </p:to>
                                    </p:set>
                                    <p:animEffect transition="in" filter="dissolve">
                                      <p:cBhvr>
                                        <p:cTn id="29" dur="500"/>
                                        <p:tgtEl>
                                          <p:spTgt spid="79667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796728"/>
                                        </p:tgtEl>
                                        <p:attrNameLst>
                                          <p:attrName>style.visibility</p:attrName>
                                        </p:attrNameLst>
                                      </p:cBhvr>
                                      <p:to>
                                        <p:strVal val="visible"/>
                                      </p:to>
                                    </p:set>
                                    <p:animEffect transition="in" filter="dissolve">
                                      <p:cBhvr>
                                        <p:cTn id="34" dur="500"/>
                                        <p:tgtEl>
                                          <p:spTgt spid="79672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796729"/>
                                        </p:tgtEl>
                                        <p:attrNameLst>
                                          <p:attrName>style.visibility</p:attrName>
                                        </p:attrNameLst>
                                      </p:cBhvr>
                                      <p:to>
                                        <p:strVal val="visible"/>
                                      </p:to>
                                    </p:set>
                                    <p:animEffect transition="in" filter="blinds(horizontal)">
                                      <p:cBhvr>
                                        <p:cTn id="39" dur="500"/>
                                        <p:tgtEl>
                                          <p:spTgt spid="796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6674" grpId="0" animBg="1"/>
      <p:bldP spid="796677" grpId="0" animBg="1"/>
      <p:bldP spid="796678" grpId="0" animBg="1"/>
      <p:bldP spid="796679" grpId="0" animBg="1"/>
      <p:bldP spid="796727" grpId="0" autoUpdateAnimBg="0"/>
      <p:bldP spid="796728" grpId="0" autoUpdateAnimBg="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7026B99-5B45-462C-B6F9-4D3CC39B829C}" type="slidenum">
              <a:rPr lang="zh-CN" altLang="en-US" b="0" i="0" smtClean="0"/>
              <a:pPr/>
              <a:t>171</a:t>
            </a:fld>
            <a:endParaRPr lang="en-US" altLang="zh-CN" b="0" i="0" smtClean="0"/>
          </a:p>
        </p:txBody>
      </p:sp>
      <p:sp>
        <p:nvSpPr>
          <p:cNvPr id="18432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4B006A7-98D8-422E-BF67-50FB6D8D9B09}" type="datetime1">
              <a:rPr lang="zh-CN" altLang="en-US" sz="1800" i="0" smtClean="0"/>
              <a:pPr/>
              <a:t>2024/10/20</a:t>
            </a:fld>
            <a:endParaRPr lang="en-US" altLang="zh-CN" sz="1800" i="0" smtClean="0"/>
          </a:p>
        </p:txBody>
      </p:sp>
      <p:sp>
        <p:nvSpPr>
          <p:cNvPr id="795650" name="Rectangle 2"/>
          <p:cNvSpPr>
            <a:spLocks noGrp="1" noChangeArrowheads="1"/>
          </p:cNvSpPr>
          <p:nvPr>
            <p:ph type="title"/>
          </p:nvPr>
        </p:nvSpPr>
        <p:spPr/>
        <p:txBody>
          <a:bodyPr/>
          <a:lstStyle/>
          <a:p>
            <a:pPr>
              <a:defRPr/>
            </a:pPr>
            <a:endParaRPr lang="zh-CN" altLang="en-US" smtClean="0"/>
          </a:p>
        </p:txBody>
      </p:sp>
      <p:graphicFrame>
        <p:nvGraphicFramePr>
          <p:cNvPr id="795652" name="Group 4"/>
          <p:cNvGraphicFramePr>
            <a:graphicFrameLocks noGrp="1"/>
          </p:cNvGraphicFramePr>
          <p:nvPr/>
        </p:nvGraphicFramePr>
        <p:xfrm>
          <a:off x="1352550" y="1268413"/>
          <a:ext cx="6096000" cy="1708152"/>
        </p:xfrm>
        <a:graphic>
          <a:graphicData uri="http://schemas.openxmlformats.org/drawingml/2006/table">
            <a:tbl>
              <a:tblPr/>
              <a:tblGrid>
                <a:gridCol w="1524000"/>
                <a:gridCol w="1524000"/>
                <a:gridCol w="1524000"/>
                <a:gridCol w="1524000"/>
              </a:tblGrid>
              <a:tr h="4270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49" charset="-122"/>
                        </a:rPr>
                        <a:t>y</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smtClean="0">
                          <a:ln>
                            <a:noFill/>
                          </a:ln>
                          <a:solidFill>
                            <a:schemeClr val="tx1"/>
                          </a:solidFill>
                          <a:effectLst/>
                          <a:latin typeface="Times New Roman" pitchFamily="18" charset="0"/>
                          <a:ea typeface="黑体" pitchFamily="49" charset="-122"/>
                        </a:rPr>
                        <a:t>z</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1"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smtClean="0">
                          <a:ln>
                            <a:noFill/>
                          </a:ln>
                          <a:solidFill>
                            <a:schemeClr val="tx1"/>
                          </a:solidFill>
                          <a:effectLst/>
                          <a:latin typeface="Times New Roman" pitchFamily="18" charset="0"/>
                          <a:ea typeface="黑体" pitchFamily="49" charset="-122"/>
                          <a:sym typeface="Symbol" pitchFamily="18" charset="2"/>
                        </a:rPr>
                        <a:t>z</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1" u="none" strike="noStrike" cap="none" normalizeH="0" baseline="0" smtClean="0">
                          <a:ln>
                            <a:noFill/>
                          </a:ln>
                          <a:solidFill>
                            <a:schemeClr val="tx1"/>
                          </a:solidFill>
                          <a:effectLst/>
                          <a:latin typeface="Times New Roman" pitchFamily="18" charset="0"/>
                          <a:ea typeface="黑体" pitchFamily="49" charset="-122"/>
                          <a:sym typeface="Symbol" pitchFamily="18" charset="2"/>
                        </a:rPr>
                        <a:t></a:t>
                      </a:r>
                      <a:r>
                        <a:rPr kumimoji="0" lang="en-US" altLang="zh-CN" sz="2400" b="1" i="0" u="none" strike="noStrike" cap="none" normalizeH="0" baseline="30000" smtClean="0">
                          <a:ln>
                            <a:noFill/>
                          </a:ln>
                          <a:solidFill>
                            <a:schemeClr val="tx1"/>
                          </a:solidFill>
                          <a:effectLst/>
                          <a:latin typeface="Times New Roman" pitchFamily="18" charset="0"/>
                          <a:ea typeface="黑体" pitchFamily="49" charset="-122"/>
                          <a:sym typeface="Symbol" pitchFamily="18" charset="2"/>
                        </a:rPr>
                        <a:t>2</a:t>
                      </a:r>
                      <a:r>
                        <a:rPr kumimoji="0" lang="en-US" altLang="zh-CN" sz="2400" b="1" i="1" u="none" strike="noStrike" cap="none" normalizeH="0" baseline="0" smtClean="0">
                          <a:ln>
                            <a:noFill/>
                          </a:ln>
                          <a:solidFill>
                            <a:schemeClr val="tx1"/>
                          </a:solidFill>
                          <a:effectLst/>
                          <a:latin typeface="Times New Roman" pitchFamily="18" charset="0"/>
                          <a:ea typeface="黑体" pitchFamily="49" charset="-122"/>
                          <a:sym typeface="Symbol" pitchFamily="18" charset="2"/>
                        </a:rPr>
                        <a:t>z</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70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0.00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2.027</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99FF33"/>
                    </a:solid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270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0.05</a:t>
                      </a: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2.069</a:t>
                      </a: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270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0.10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黑体" pitchFamily="49" charset="-122"/>
                        </a:rPr>
                        <a:t>2.033</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49" charset="-122"/>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4347" name="Rectangle 28"/>
          <p:cNvSpPr>
            <a:spLocks noChangeArrowheads="1"/>
          </p:cNvSpPr>
          <p:nvPr/>
        </p:nvSpPr>
        <p:spPr bwMode="auto">
          <a:xfrm>
            <a:off x="4816475" y="1916113"/>
            <a:ext cx="919163" cy="427037"/>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en-US" altLang="zh-CN" sz="2800" b="0" i="0">
                <a:latin typeface="Times New Roman" pitchFamily="18" charset="0"/>
                <a:ea typeface="楷体_GB2312" pitchFamily="49" charset="-122"/>
              </a:rPr>
              <a:t>-0.003</a:t>
            </a:r>
          </a:p>
        </p:txBody>
      </p:sp>
      <p:sp>
        <p:nvSpPr>
          <p:cNvPr id="184348" name="Rectangle 29"/>
          <p:cNvSpPr>
            <a:spLocks noChangeArrowheads="1"/>
          </p:cNvSpPr>
          <p:nvPr/>
        </p:nvSpPr>
        <p:spPr bwMode="auto">
          <a:xfrm>
            <a:off x="4816475" y="2347913"/>
            <a:ext cx="9191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en-US" altLang="zh-CN" sz="2800" b="0" i="0">
                <a:latin typeface="Times New Roman" pitchFamily="18" charset="0"/>
                <a:ea typeface="楷体_GB2312" pitchFamily="49" charset="-122"/>
              </a:rPr>
              <a:t>-0.036</a:t>
            </a:r>
          </a:p>
        </p:txBody>
      </p:sp>
      <p:sp>
        <p:nvSpPr>
          <p:cNvPr id="184349" name="Rectangle 30"/>
          <p:cNvSpPr>
            <a:spLocks noChangeArrowheads="1"/>
          </p:cNvSpPr>
          <p:nvPr/>
        </p:nvSpPr>
        <p:spPr bwMode="auto">
          <a:xfrm>
            <a:off x="6392863" y="2132013"/>
            <a:ext cx="919162" cy="427037"/>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en-US" altLang="zh-CN" sz="2800" b="0" i="0">
                <a:latin typeface="Times New Roman" pitchFamily="18" charset="0"/>
                <a:ea typeface="楷体_GB2312" pitchFamily="49" charset="-122"/>
              </a:rPr>
              <a:t>-0.033</a:t>
            </a:r>
          </a:p>
        </p:txBody>
      </p:sp>
      <p:sp>
        <p:nvSpPr>
          <p:cNvPr id="795679" name="Text Box 31" descr="白色大理石"/>
          <p:cNvSpPr txBox="1">
            <a:spLocks noChangeArrowheads="1"/>
          </p:cNvSpPr>
          <p:nvPr/>
        </p:nvSpPr>
        <p:spPr bwMode="auto">
          <a:xfrm>
            <a:off x="631825" y="3068638"/>
            <a:ext cx="84978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buClr>
                <a:srgbClr val="B2329D"/>
              </a:buClr>
              <a:buSzPct val="85000"/>
              <a:buFont typeface="Wingdings" pitchFamily="2" charset="2"/>
              <a:buNone/>
            </a:pPr>
            <a:r>
              <a:rPr lang="zh-CN" altLang="en-US" sz="2800" i="0">
                <a:latin typeface="Times New Roman" pitchFamily="18" charset="0"/>
                <a:ea typeface="黑体" pitchFamily="49" charset="-122"/>
              </a:rPr>
              <a:t>利用</a:t>
            </a:r>
            <a:r>
              <a:rPr lang="zh-CN" altLang="en-US" sz="2800" i="0">
                <a:solidFill>
                  <a:srgbClr val="008000"/>
                </a:solidFill>
                <a:latin typeface="Times New Roman" pitchFamily="18" charset="0"/>
                <a:ea typeface="黑体" pitchFamily="49" charset="-122"/>
              </a:rPr>
              <a:t>牛顿前向插值</a:t>
            </a:r>
            <a:r>
              <a:rPr lang="zh-CN" altLang="en-US" sz="2800" i="0">
                <a:latin typeface="Times New Roman" pitchFamily="18" charset="0"/>
                <a:ea typeface="黑体" pitchFamily="49" charset="-122"/>
              </a:rPr>
              <a:t>公式计算</a:t>
            </a:r>
            <a:r>
              <a:rPr lang="en-US" altLang="zh-CN" sz="2800" i="0">
                <a:latin typeface="Times New Roman" pitchFamily="18" charset="0"/>
                <a:ea typeface="黑体" pitchFamily="49" charset="-122"/>
              </a:rPr>
              <a:t>y</a:t>
            </a:r>
            <a:r>
              <a:rPr lang="en-US" altLang="zh-CN" sz="2800" i="0" baseline="-25000">
                <a:latin typeface="Times New Roman" pitchFamily="18" charset="0"/>
                <a:ea typeface="黑体" pitchFamily="49" charset="-122"/>
              </a:rPr>
              <a:t>0</a:t>
            </a:r>
            <a:r>
              <a:rPr lang="en-US" altLang="zh-CN" sz="2800" i="0">
                <a:latin typeface="Times New Roman" pitchFamily="18" charset="0"/>
                <a:ea typeface="黑体" pitchFamily="49" charset="-122"/>
              </a:rPr>
              <a:t>=0</a:t>
            </a:r>
            <a:r>
              <a:rPr lang="zh-CN" altLang="en-US" sz="2800" i="0">
                <a:latin typeface="Times New Roman" pitchFamily="18" charset="0"/>
                <a:ea typeface="黑体" pitchFamily="49" charset="-122"/>
              </a:rPr>
              <a:t>时</a:t>
            </a:r>
            <a:r>
              <a:rPr lang="en-US" altLang="zh-CN" sz="2800">
                <a:latin typeface="Times New Roman" pitchFamily="18" charset="0"/>
                <a:ea typeface="黑体" pitchFamily="49" charset="-122"/>
              </a:rPr>
              <a:t>f</a:t>
            </a:r>
            <a:r>
              <a:rPr lang="en-US" altLang="zh-CN" sz="2800" i="0">
                <a:latin typeface="Times New Roman" pitchFamily="18" charset="0"/>
                <a:ea typeface="黑体" pitchFamily="49" charset="-122"/>
              </a:rPr>
              <a:t>(0.5,0.03)</a:t>
            </a:r>
            <a:r>
              <a:rPr lang="zh-CN" altLang="en-US" sz="2800" i="0">
                <a:latin typeface="Times New Roman" pitchFamily="18" charset="0"/>
                <a:ea typeface="黑体" pitchFamily="49" charset="-122"/>
              </a:rPr>
              <a:t>的近似值</a:t>
            </a:r>
            <a:r>
              <a:rPr lang="en-US" altLang="zh-CN" sz="2800">
                <a:latin typeface="Times New Roman" pitchFamily="18" charset="0"/>
                <a:ea typeface="黑体" pitchFamily="49" charset="-122"/>
              </a:rPr>
              <a:t>f</a:t>
            </a:r>
            <a:r>
              <a:rPr lang="en-US" altLang="zh-CN" sz="2800" i="0">
                <a:latin typeface="Times New Roman" pitchFamily="18" charset="0"/>
                <a:ea typeface="黑体" pitchFamily="49" charset="-122"/>
              </a:rPr>
              <a:t>(0.5,0.03)</a:t>
            </a:r>
            <a:r>
              <a:rPr lang="zh-CN" altLang="en-US" sz="2800" i="0">
                <a:latin typeface="Times New Roman" pitchFamily="18" charset="0"/>
                <a:ea typeface="黑体" pitchFamily="49" charset="-122"/>
              </a:rPr>
              <a:t>；</a:t>
            </a:r>
          </a:p>
        </p:txBody>
      </p:sp>
      <p:graphicFrame>
        <p:nvGraphicFramePr>
          <p:cNvPr id="795680" name="Object 32"/>
          <p:cNvGraphicFramePr>
            <a:graphicFrameLocks noChangeAspect="1"/>
          </p:cNvGraphicFramePr>
          <p:nvPr/>
        </p:nvGraphicFramePr>
        <p:xfrm>
          <a:off x="344488" y="5084763"/>
          <a:ext cx="9561512" cy="1441450"/>
        </p:xfrm>
        <a:graphic>
          <a:graphicData uri="http://schemas.openxmlformats.org/presentationml/2006/ole">
            <mc:AlternateContent xmlns:mc="http://schemas.openxmlformats.org/markup-compatibility/2006">
              <mc:Choice xmlns:v="urn:schemas-microsoft-com:vml" Requires="v">
                <p:oleObj spid="_x0000_s184403" name="Equation" r:id="rId3" imgW="4038600" imgH="609600" progId="Equation.DSMT4">
                  <p:embed/>
                </p:oleObj>
              </mc:Choice>
              <mc:Fallback>
                <p:oleObj name="Equation" r:id="rId3" imgW="4038600" imgH="609600" progId="Equation.DSMT4">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488" y="5084763"/>
                        <a:ext cx="9561512" cy="144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2" name="Rectangle 33"/>
          <p:cNvSpPr>
            <a:spLocks noChangeArrowheads="1"/>
          </p:cNvSpPr>
          <p:nvPr/>
        </p:nvSpPr>
        <p:spPr bwMode="auto">
          <a:xfrm>
            <a:off x="1279525" y="1916113"/>
            <a:ext cx="682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a:lnSpc>
                <a:spcPct val="90000"/>
              </a:lnSpc>
              <a:spcBef>
                <a:spcPct val="35000"/>
              </a:spcBef>
              <a:buClr>
                <a:srgbClr val="27305F"/>
              </a:buClr>
              <a:buSzPct val="60000"/>
              <a:buFont typeface="Wingdings" pitchFamily="2" charset="2"/>
              <a:buNone/>
            </a:pPr>
            <a:r>
              <a:rPr lang="zh-CN" altLang="en-US" i="0">
                <a:solidFill>
                  <a:srgbClr val="0000FF"/>
                </a:solidFill>
              </a:rPr>
              <a:t>0.</a:t>
            </a:r>
            <a:r>
              <a:rPr lang="en-US" altLang="zh-CN" i="0">
                <a:solidFill>
                  <a:srgbClr val="0000FF"/>
                </a:solidFill>
              </a:rPr>
              <a:t>0</a:t>
            </a:r>
            <a:r>
              <a:rPr lang="zh-CN" altLang="en-US" i="0">
                <a:solidFill>
                  <a:srgbClr val="0000FF"/>
                </a:solidFill>
              </a:rPr>
              <a:t>3</a:t>
            </a:r>
          </a:p>
        </p:txBody>
      </p:sp>
      <p:sp>
        <p:nvSpPr>
          <p:cNvPr id="795682" name="Rectangle 34"/>
          <p:cNvSpPr>
            <a:spLocks noChangeArrowheads="1"/>
          </p:cNvSpPr>
          <p:nvPr/>
        </p:nvSpPr>
        <p:spPr bwMode="auto">
          <a:xfrm>
            <a:off x="2649538" y="1844675"/>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a:spAutoFit/>
          </a:bodyPr>
          <a:lstStyle/>
          <a:p>
            <a:r>
              <a:rPr lang="en-US" altLang="zh-CN" sz="2800" i="0">
                <a:solidFill>
                  <a:srgbClr val="0000FF"/>
                </a:solidFill>
                <a:latin typeface="Times New Roman" pitchFamily="18" charset="0"/>
              </a:rPr>
              <a:t>???</a:t>
            </a:r>
          </a:p>
        </p:txBody>
      </p:sp>
      <p:graphicFrame>
        <p:nvGraphicFramePr>
          <p:cNvPr id="795683" name="Object 35"/>
          <p:cNvGraphicFramePr>
            <a:graphicFrameLocks noChangeAspect="1"/>
          </p:cNvGraphicFramePr>
          <p:nvPr/>
        </p:nvGraphicFramePr>
        <p:xfrm>
          <a:off x="2289175" y="3357563"/>
          <a:ext cx="7616825" cy="1903412"/>
        </p:xfrm>
        <a:graphic>
          <a:graphicData uri="http://schemas.openxmlformats.org/presentationml/2006/ole">
            <mc:AlternateContent xmlns:mc="http://schemas.openxmlformats.org/markup-compatibility/2006">
              <mc:Choice xmlns:v="urn:schemas-microsoft-com:vml" Requires="v">
                <p:oleObj spid="_x0000_s184404" name="Equation" r:id="rId5" imgW="3284168" imgH="762048" progId="Equation.3">
                  <p:embed/>
                </p:oleObj>
              </mc:Choice>
              <mc:Fallback>
                <p:oleObj name="Equation" r:id="rId5" imgW="3284168" imgH="762048" progId="Equation.3">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9175" y="3357563"/>
                        <a:ext cx="7616825" cy="190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95682"/>
                                        </p:tgtEl>
                                        <p:attrNameLst>
                                          <p:attrName>style.visibility</p:attrName>
                                        </p:attrNameLst>
                                      </p:cBhvr>
                                      <p:to>
                                        <p:strVal val="visible"/>
                                      </p:to>
                                    </p:set>
                                    <p:animEffect transition="in" filter="dissolve">
                                      <p:cBhvr>
                                        <p:cTn id="7" dur="500"/>
                                        <p:tgtEl>
                                          <p:spTgt spid="7956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95679"/>
                                        </p:tgtEl>
                                        <p:attrNameLst>
                                          <p:attrName>style.visibility</p:attrName>
                                        </p:attrNameLst>
                                      </p:cBhvr>
                                      <p:to>
                                        <p:strVal val="visible"/>
                                      </p:to>
                                    </p:set>
                                    <p:animEffect transition="in" filter="blinds(horizontal)">
                                      <p:cBhvr>
                                        <p:cTn id="12" dur="500"/>
                                        <p:tgtEl>
                                          <p:spTgt spid="7956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795683"/>
                                        </p:tgtEl>
                                        <p:attrNameLst>
                                          <p:attrName>style.visibility</p:attrName>
                                        </p:attrNameLst>
                                      </p:cBhvr>
                                      <p:to>
                                        <p:strVal val="visible"/>
                                      </p:to>
                                    </p:set>
                                    <p:anim calcmode="lin" valueType="num">
                                      <p:cBhvr additive="base">
                                        <p:cTn id="17" dur="500" fill="hold"/>
                                        <p:tgtEl>
                                          <p:spTgt spid="795683"/>
                                        </p:tgtEl>
                                        <p:attrNameLst>
                                          <p:attrName>ppt_x</p:attrName>
                                        </p:attrNameLst>
                                      </p:cBhvr>
                                      <p:tavLst>
                                        <p:tav tm="0">
                                          <p:val>
                                            <p:strVal val="0-#ppt_w/2"/>
                                          </p:val>
                                        </p:tav>
                                        <p:tav tm="100000">
                                          <p:val>
                                            <p:strVal val="#ppt_x"/>
                                          </p:val>
                                        </p:tav>
                                      </p:tavLst>
                                    </p:anim>
                                    <p:anim calcmode="lin" valueType="num">
                                      <p:cBhvr additive="base">
                                        <p:cTn id="18" dur="500" fill="hold"/>
                                        <p:tgtEl>
                                          <p:spTgt spid="79568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795680"/>
                                        </p:tgtEl>
                                        <p:attrNameLst>
                                          <p:attrName>style.visibility</p:attrName>
                                        </p:attrNameLst>
                                      </p:cBhvr>
                                      <p:to>
                                        <p:strVal val="visible"/>
                                      </p:to>
                                    </p:set>
                                    <p:animEffect transition="in" filter="blinds(horizontal)">
                                      <p:cBhvr>
                                        <p:cTn id="23" dur="500"/>
                                        <p:tgtEl>
                                          <p:spTgt spid="795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679" grpId="0"/>
      <p:bldP spid="795682" grpId="0" autoUpdateAnimBg="0"/>
    </p:bldLst>
  </p:timing>
</p:sld>
</file>

<file path=ppt/slides/slide1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A193E59-271C-426D-BC7A-409FF4BC06EC}" type="slidenum">
              <a:rPr lang="zh-CN" altLang="en-US" b="0" i="0" smtClean="0"/>
              <a:pPr/>
              <a:t>172</a:t>
            </a:fld>
            <a:endParaRPr lang="en-US" altLang="zh-CN" b="0" i="0" smtClean="0"/>
          </a:p>
        </p:txBody>
      </p:sp>
      <p:sp>
        <p:nvSpPr>
          <p:cNvPr id="18534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E30F297-7C38-4552-BC6C-71427D73D22D}" type="datetime1">
              <a:rPr lang="zh-CN" altLang="en-US" sz="1800" i="0" smtClean="0"/>
              <a:pPr/>
              <a:t>2024/10/20</a:t>
            </a:fld>
            <a:endParaRPr lang="en-US" altLang="zh-CN" sz="1800" i="0" smtClean="0"/>
          </a:p>
        </p:txBody>
      </p:sp>
      <p:sp>
        <p:nvSpPr>
          <p:cNvPr id="185348" name="Rectangle 53"/>
          <p:cNvSpPr>
            <a:spLocks noChangeArrowheads="1"/>
          </p:cNvSpPr>
          <p:nvPr/>
        </p:nvSpPr>
        <p:spPr bwMode="auto">
          <a:xfrm>
            <a:off x="1066800" y="3657600"/>
            <a:ext cx="6629400" cy="533400"/>
          </a:xfrm>
          <a:prstGeom prst="rect">
            <a:avLst/>
          </a:prstGeom>
          <a:solidFill>
            <a:srgbClr val="33CCCC"/>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185349" name="Rectangle 2"/>
          <p:cNvSpPr>
            <a:spLocks noChangeArrowheads="1"/>
          </p:cNvSpPr>
          <p:nvPr/>
        </p:nvSpPr>
        <p:spPr bwMode="auto">
          <a:xfrm>
            <a:off x="1066800" y="3124200"/>
            <a:ext cx="6629400" cy="533400"/>
          </a:xfrm>
          <a:prstGeom prst="rect">
            <a:avLst/>
          </a:prstGeom>
          <a:solidFill>
            <a:srgbClr val="CC99FF"/>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185350" name="Rectangle 5"/>
          <p:cNvSpPr>
            <a:spLocks noChangeArrowheads="1"/>
          </p:cNvSpPr>
          <p:nvPr/>
        </p:nvSpPr>
        <p:spPr bwMode="auto">
          <a:xfrm>
            <a:off x="1066800" y="2133600"/>
            <a:ext cx="6629400" cy="533400"/>
          </a:xfrm>
          <a:prstGeom prst="rect">
            <a:avLst/>
          </a:prstGeom>
          <a:solidFill>
            <a:srgbClr val="FFFF99"/>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185351" name="Rectangle 56"/>
          <p:cNvSpPr>
            <a:spLocks noChangeArrowheads="1"/>
          </p:cNvSpPr>
          <p:nvPr/>
        </p:nvSpPr>
        <p:spPr bwMode="auto">
          <a:xfrm>
            <a:off x="3733800" y="2133600"/>
            <a:ext cx="1295400" cy="2057400"/>
          </a:xfrm>
          <a:prstGeom prst="rect">
            <a:avLst/>
          </a:prstGeom>
          <a:solidFill>
            <a:srgbClr val="FF6600"/>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185352" name="Rectangle 3"/>
          <p:cNvSpPr>
            <a:spLocks noChangeArrowheads="1"/>
          </p:cNvSpPr>
          <p:nvPr/>
        </p:nvSpPr>
        <p:spPr bwMode="auto">
          <a:xfrm>
            <a:off x="1066800" y="1600200"/>
            <a:ext cx="6629400" cy="533400"/>
          </a:xfrm>
          <a:prstGeom prst="rect">
            <a:avLst/>
          </a:prstGeom>
          <a:solidFill>
            <a:srgbClr val="33CCCC"/>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185353" name="Rectangle 55"/>
          <p:cNvSpPr>
            <a:spLocks noChangeArrowheads="1"/>
          </p:cNvSpPr>
          <p:nvPr/>
        </p:nvSpPr>
        <p:spPr bwMode="auto">
          <a:xfrm>
            <a:off x="1066800" y="2133600"/>
            <a:ext cx="1296988" cy="2057400"/>
          </a:xfrm>
          <a:prstGeom prst="rect">
            <a:avLst/>
          </a:prstGeom>
          <a:solidFill>
            <a:srgbClr val="FF6600"/>
          </a:solidFill>
          <a:ln>
            <a:noFill/>
          </a:ln>
          <a:extLst>
            <a:ext uri="{91240B29-F687-4F45-9708-019B960494DF}">
              <a14:hiddenLine xmlns:a14="http://schemas.microsoft.com/office/drawing/2010/main" w="38100">
                <a:solidFill>
                  <a:srgbClr val="000000"/>
                </a:solidFill>
                <a:prstDash val="dash"/>
                <a:miter lim="800000"/>
                <a:headEnd/>
                <a:tailEnd/>
              </a14:hiddenLine>
            </a:ext>
          </a:extLst>
        </p:spPr>
        <p:txBody>
          <a:bodyPr wrap="none" anchor="ctr"/>
          <a:lstStyle/>
          <a:p>
            <a:endParaRPr lang="zh-CN" altLang="en-US"/>
          </a:p>
        </p:txBody>
      </p:sp>
      <p:sp>
        <p:nvSpPr>
          <p:cNvPr id="548870" name="Rectangle 6"/>
          <p:cNvSpPr>
            <a:spLocks noGrp="1" noChangeArrowheads="1"/>
          </p:cNvSpPr>
          <p:nvPr>
            <p:ph type="title"/>
          </p:nvPr>
        </p:nvSpPr>
        <p:spPr/>
        <p:txBody>
          <a:bodyPr/>
          <a:lstStyle/>
          <a:p>
            <a:pPr>
              <a:defRPr/>
            </a:pPr>
            <a:r>
              <a:rPr lang="zh-CN" altLang="en-US" smtClean="0"/>
              <a:t>多元函数插值</a:t>
            </a:r>
          </a:p>
        </p:txBody>
      </p:sp>
      <p:sp>
        <p:nvSpPr>
          <p:cNvPr id="185355" name="Rectangle 7"/>
          <p:cNvSpPr>
            <a:spLocks noGrp="1" noChangeArrowheads="1"/>
          </p:cNvSpPr>
          <p:nvPr>
            <p:ph type="body" idx="1"/>
          </p:nvPr>
        </p:nvSpPr>
        <p:spPr>
          <a:xfrm>
            <a:off x="650875" y="1143000"/>
            <a:ext cx="8820150" cy="438150"/>
          </a:xfrm>
        </p:spPr>
        <p:txBody>
          <a:bodyPr/>
          <a:lstStyle/>
          <a:p>
            <a:r>
              <a:rPr lang="zh-CN" altLang="en-US" sz="3200" smtClean="0"/>
              <a:t>例5.18 已知数值表，求</a:t>
            </a:r>
            <a:r>
              <a:rPr lang="en-US" altLang="zh-CN" sz="3200" i="1" smtClean="0"/>
              <a:t>f</a:t>
            </a:r>
            <a:r>
              <a:rPr lang="en-US" altLang="zh-CN" sz="3200" smtClean="0"/>
              <a:t>(0.5,0.3)</a:t>
            </a:r>
            <a:r>
              <a:rPr lang="zh-CN" altLang="en-US" sz="3200" smtClean="0"/>
              <a:t>的近似值</a:t>
            </a:r>
            <a:endParaRPr lang="zh-CN" altLang="en-US" sz="3600" smtClean="0"/>
          </a:p>
        </p:txBody>
      </p:sp>
      <p:graphicFrame>
        <p:nvGraphicFramePr>
          <p:cNvPr id="548922" name="Group 58"/>
          <p:cNvGraphicFramePr>
            <a:graphicFrameLocks noGrp="1"/>
          </p:cNvGraphicFramePr>
          <p:nvPr/>
        </p:nvGraphicFramePr>
        <p:xfrm>
          <a:off x="1066800" y="1617663"/>
          <a:ext cx="6629400" cy="2573338"/>
        </p:xfrm>
        <a:graphic>
          <a:graphicData uri="http://schemas.openxmlformats.org/drawingml/2006/table">
            <a:tbl>
              <a:tblPr/>
              <a:tblGrid>
                <a:gridCol w="1320800"/>
                <a:gridCol w="1320800"/>
                <a:gridCol w="1320800"/>
                <a:gridCol w="1320800"/>
                <a:gridCol w="1346200"/>
              </a:tblGrid>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dirty="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rgbClr val="0000FF"/>
                          </a:solidFill>
                          <a:effectLst/>
                          <a:latin typeface="Times New Roman" pitchFamily="18" charset="0"/>
                          <a:ea typeface="黑体" pitchFamily="2" charset="-122"/>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59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dirty="0" smtClean="0">
                          <a:ln>
                            <a:noFill/>
                          </a:ln>
                          <a:solidFill>
                            <a:srgbClr val="0000FF"/>
                          </a:solidFill>
                          <a:effectLst/>
                          <a:latin typeface="Times New Roman" pitchFamily="18" charset="0"/>
                          <a:ea typeface="黑体" pitchFamily="2" charset="-122"/>
                        </a:rPr>
                        <a:t>0.</a:t>
                      </a:r>
                      <a:r>
                        <a:rPr kumimoji="0" lang="en-US" altLang="zh-CN" sz="2800" b="1" i="0" u="none" strike="noStrike" cap="none" normalizeH="0" baseline="0" dirty="0" smtClean="0">
                          <a:ln>
                            <a:noFill/>
                          </a:ln>
                          <a:solidFill>
                            <a:srgbClr val="0000FF"/>
                          </a:solidFill>
                          <a:effectLst/>
                          <a:latin typeface="Times New Roman" pitchFamily="18" charset="0"/>
                          <a:ea typeface="黑体" pitchFamily="2" charset="-122"/>
                        </a:rPr>
                        <a:t>0</a:t>
                      </a:r>
                      <a:r>
                        <a:rPr kumimoji="0" lang="zh-CN" altLang="en-US" sz="2800" b="1" i="0" u="none" strike="noStrike" cap="none" normalizeH="0" baseline="0" dirty="0" smtClean="0">
                          <a:ln>
                            <a:noFill/>
                          </a:ln>
                          <a:solidFill>
                            <a:srgbClr val="0000FF"/>
                          </a:solidFill>
                          <a:effectLst/>
                          <a:latin typeface="Times New Roman" pitchFamily="18" charset="0"/>
                          <a:ea typeface="黑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0.05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2.487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0.995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2.456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1.400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黑体" pitchFamily="2" charset="-122"/>
                        </a:rPr>
                        <a:t>0.981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5394" name="Line 46"/>
          <p:cNvSpPr>
            <a:spLocks noChangeShapeType="1"/>
          </p:cNvSpPr>
          <p:nvPr/>
        </p:nvSpPr>
        <p:spPr bwMode="auto">
          <a:xfrm>
            <a:off x="1066800" y="1828800"/>
            <a:ext cx="1296988"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95" name="Line 47"/>
          <p:cNvSpPr>
            <a:spLocks noChangeShapeType="1"/>
          </p:cNvSpPr>
          <p:nvPr/>
        </p:nvSpPr>
        <p:spPr bwMode="auto">
          <a:xfrm>
            <a:off x="1524000" y="1600200"/>
            <a:ext cx="839788"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96" name="Rectangle 48"/>
          <p:cNvSpPr>
            <a:spLocks noChangeArrowheads="1"/>
          </p:cNvSpPr>
          <p:nvPr/>
        </p:nvSpPr>
        <p:spPr bwMode="auto">
          <a:xfrm>
            <a:off x="1066800" y="1676400"/>
            <a:ext cx="341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y</a:t>
            </a:r>
          </a:p>
        </p:txBody>
      </p:sp>
      <p:sp>
        <p:nvSpPr>
          <p:cNvPr id="185397" name="Rectangle 49"/>
          <p:cNvSpPr>
            <a:spLocks noChangeArrowheads="1"/>
          </p:cNvSpPr>
          <p:nvPr/>
        </p:nvSpPr>
        <p:spPr bwMode="auto">
          <a:xfrm>
            <a:off x="1506538" y="1524000"/>
            <a:ext cx="3222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z</a:t>
            </a:r>
          </a:p>
        </p:txBody>
      </p:sp>
      <p:sp>
        <p:nvSpPr>
          <p:cNvPr id="185398" name="Rectangle 50"/>
          <p:cNvSpPr>
            <a:spLocks noChangeArrowheads="1"/>
          </p:cNvSpPr>
          <p:nvPr/>
        </p:nvSpPr>
        <p:spPr bwMode="auto">
          <a:xfrm>
            <a:off x="2152650" y="1447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en-US" altLang="zh-CN" sz="2800">
                <a:latin typeface="Times New Roman" pitchFamily="18" charset="0"/>
              </a:rPr>
              <a:t>x</a:t>
            </a:r>
          </a:p>
        </p:txBody>
      </p:sp>
      <p:sp>
        <p:nvSpPr>
          <p:cNvPr id="185399" name="Rectangle 51"/>
          <p:cNvSpPr>
            <a:spLocks noChangeArrowheads="1"/>
          </p:cNvSpPr>
          <p:nvPr/>
        </p:nvSpPr>
        <p:spPr bwMode="auto">
          <a:xfrm>
            <a:off x="3733800" y="2133600"/>
            <a:ext cx="984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solidFill>
                  <a:srgbClr val="0000FF"/>
                </a:solidFill>
                <a:latin typeface="Times New Roman" pitchFamily="18" charset="0"/>
              </a:rPr>
              <a:t>2.072</a:t>
            </a:r>
          </a:p>
        </p:txBody>
      </p:sp>
      <p:sp>
        <p:nvSpPr>
          <p:cNvPr id="185400" name="Rectangle 52"/>
          <p:cNvSpPr>
            <a:spLocks noChangeArrowheads="1"/>
          </p:cNvSpPr>
          <p:nvPr/>
        </p:nvSpPr>
        <p:spPr bwMode="auto">
          <a:xfrm>
            <a:off x="3657600" y="3138488"/>
            <a:ext cx="984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solidFill>
                  <a:srgbClr val="0000FF"/>
                </a:solidFill>
                <a:latin typeface="Times New Roman" pitchFamily="18" charset="0"/>
              </a:rPr>
              <a:t>2.069</a:t>
            </a:r>
          </a:p>
        </p:txBody>
      </p:sp>
      <p:sp>
        <p:nvSpPr>
          <p:cNvPr id="185401" name="Rectangle 54"/>
          <p:cNvSpPr>
            <a:spLocks noChangeArrowheads="1"/>
          </p:cNvSpPr>
          <p:nvPr/>
        </p:nvSpPr>
        <p:spPr bwMode="auto">
          <a:xfrm>
            <a:off x="3663950" y="3671888"/>
            <a:ext cx="984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solidFill>
                  <a:srgbClr val="0000FF"/>
                </a:solidFill>
                <a:latin typeface="Times New Roman" pitchFamily="18" charset="0"/>
              </a:rPr>
              <a:t>2.033</a:t>
            </a:r>
          </a:p>
        </p:txBody>
      </p:sp>
      <p:sp>
        <p:nvSpPr>
          <p:cNvPr id="185402" name="Rectangle 57"/>
          <p:cNvSpPr>
            <a:spLocks noChangeArrowheads="1"/>
          </p:cNvSpPr>
          <p:nvPr/>
        </p:nvSpPr>
        <p:spPr bwMode="auto">
          <a:xfrm>
            <a:off x="3663950" y="2667000"/>
            <a:ext cx="984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dash"/>
                <a:miter lim="800000"/>
                <a:headEnd/>
                <a:tailEnd/>
              </a14:hiddenLine>
            </a:ext>
          </a:extLst>
        </p:spPr>
        <p:txBody>
          <a:bodyPr wrap="none">
            <a:spAutoFit/>
          </a:bodyPr>
          <a:lstStyle/>
          <a:p>
            <a:r>
              <a:rPr lang="zh-CN" altLang="en-US" sz="2800" i="0">
                <a:solidFill>
                  <a:srgbClr val="0000FF"/>
                </a:solidFill>
                <a:latin typeface="Times New Roman" pitchFamily="18" charset="0"/>
              </a:rPr>
              <a:t>2.074</a:t>
            </a:r>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灯片编号占位符 2"/>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2260323-DF9A-4DE3-93E2-8817C911F1C1}" type="slidenum">
              <a:rPr lang="zh-CN" altLang="en-US" b="0" i="0" smtClean="0"/>
              <a:pPr/>
              <a:t>173</a:t>
            </a:fld>
            <a:endParaRPr lang="en-US" altLang="zh-CN" b="0" i="0" smtClean="0"/>
          </a:p>
        </p:txBody>
      </p:sp>
      <p:sp>
        <p:nvSpPr>
          <p:cNvPr id="186371" name="日期占位符 3"/>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749F4BC-2A8A-40FA-9E41-7F35A8B138E6}" type="datetime1">
              <a:rPr lang="zh-CN" altLang="en-US" sz="1800" i="0" smtClean="0"/>
              <a:pPr/>
              <a:t>2024/10/20</a:t>
            </a:fld>
            <a:endParaRPr lang="en-US" altLang="zh-CN" sz="1800" i="0" smtClean="0"/>
          </a:p>
        </p:txBody>
      </p:sp>
      <p:grpSp>
        <p:nvGrpSpPr>
          <p:cNvPr id="186372" name="Group 2"/>
          <p:cNvGrpSpPr>
            <a:grpSpLocks/>
          </p:cNvGrpSpPr>
          <p:nvPr/>
        </p:nvGrpSpPr>
        <p:grpSpPr bwMode="auto">
          <a:xfrm>
            <a:off x="601663" y="2036763"/>
            <a:ext cx="8607425" cy="3336925"/>
            <a:chOff x="350" y="1283"/>
            <a:chExt cx="5005" cy="1643"/>
          </a:xfrm>
        </p:grpSpPr>
        <p:sp>
          <p:nvSpPr>
            <p:cNvPr id="186374" name="Rectangle 3"/>
            <p:cNvSpPr>
              <a:spLocks noChangeArrowheads="1"/>
            </p:cNvSpPr>
            <p:nvPr/>
          </p:nvSpPr>
          <p:spPr bwMode="auto">
            <a:xfrm>
              <a:off x="483" y="1325"/>
              <a:ext cx="4780" cy="156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186375"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86376"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86377" name="AutoShape 6"/>
            <p:cNvSpPr>
              <a:spLocks noChangeArrowheads="1"/>
            </p:cNvSpPr>
            <p:nvPr/>
          </p:nvSpPr>
          <p:spPr bwMode="auto">
            <a:xfrm>
              <a:off x="377" y="1283"/>
              <a:ext cx="4974"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86378" name="AutoShape 7"/>
            <p:cNvSpPr>
              <a:spLocks noChangeArrowheads="1"/>
            </p:cNvSpPr>
            <p:nvPr/>
          </p:nvSpPr>
          <p:spPr bwMode="auto">
            <a:xfrm flipV="1">
              <a:off x="350" y="2828"/>
              <a:ext cx="5005" cy="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86379"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757769" name="Rectangle 9"/>
          <p:cNvSpPr>
            <a:spLocks noChangeArrowheads="1"/>
          </p:cNvSpPr>
          <p:nvPr/>
        </p:nvSpPr>
        <p:spPr bwMode="auto">
          <a:xfrm>
            <a:off x="660400" y="2362200"/>
            <a:ext cx="8216900" cy="2668588"/>
          </a:xfrm>
          <a:prstGeom prst="rect">
            <a:avLst/>
          </a:prstGeom>
          <a:noFill/>
          <a:ln w="12700">
            <a:noFill/>
            <a:miter lim="800000"/>
            <a:headEnd/>
            <a:tailEnd/>
          </a:ln>
          <a:effectLst>
            <a:outerShdw dist="17961" dir="2700000" algn="ctr" rotWithShape="0">
              <a:srgbClr val="354281"/>
            </a:outerShdw>
          </a:effectLst>
        </p:spPr>
        <p:txBody>
          <a:bodyPr lIns="0" tIns="0" rIns="0" bIns="0">
            <a:spAutoFit/>
          </a:bodyPr>
          <a:lstStyle/>
          <a:p>
            <a:pPr marL="290513" indent="-290513" defTabSz="915988">
              <a:lnSpc>
                <a:spcPct val="85000"/>
              </a:lnSpc>
              <a:spcBef>
                <a:spcPct val="35000"/>
              </a:spcBef>
              <a:buClr>
                <a:srgbClr val="FF0000"/>
              </a:buClr>
              <a:buSzPct val="95000"/>
              <a:defRPr/>
            </a:pPr>
            <a:r>
              <a:rPr lang="zh-CN" altLang="en-US" sz="6600" i="0">
                <a:solidFill>
                  <a:schemeClr val="bg1"/>
                </a:solidFill>
                <a:effectLst>
                  <a:outerShdw blurRad="38100" dist="38100" dir="2700000" algn="tl">
                    <a:srgbClr val="C0C0C0"/>
                  </a:outerShdw>
                </a:effectLst>
              </a:rPr>
              <a:t>本章作业</a:t>
            </a:r>
          </a:p>
          <a:p>
            <a:pPr marL="290513" indent="-290513" defTabSz="915988">
              <a:lnSpc>
                <a:spcPct val="55000"/>
              </a:lnSpc>
              <a:spcBef>
                <a:spcPct val="35000"/>
              </a:spcBef>
              <a:buClr>
                <a:srgbClr val="FF0000"/>
              </a:buClr>
              <a:buSzPct val="95000"/>
              <a:defRPr/>
            </a:pPr>
            <a:r>
              <a:rPr lang="zh-CN" altLang="en-US" sz="6600" i="0">
                <a:solidFill>
                  <a:schemeClr val="bg1"/>
                </a:solidFill>
                <a:effectLst>
                  <a:outerShdw blurRad="38100" dist="38100" dir="2700000" algn="tl">
                    <a:srgbClr val="C0C0C0"/>
                  </a:outerShdw>
                </a:effectLst>
              </a:rPr>
              <a:t>  </a:t>
            </a:r>
            <a:r>
              <a:rPr lang="en-US" altLang="zh-CN" sz="6600" i="0">
                <a:solidFill>
                  <a:schemeClr val="bg1"/>
                </a:solidFill>
                <a:effectLst>
                  <a:outerShdw blurRad="38100" dist="38100" dir="2700000" algn="tl">
                    <a:srgbClr val="C0C0C0"/>
                  </a:outerShdw>
                </a:effectLst>
              </a:rPr>
              <a:t>1</a:t>
            </a:r>
            <a:r>
              <a:rPr lang="zh-CN" altLang="en-US" sz="6600" i="0">
                <a:solidFill>
                  <a:schemeClr val="bg1"/>
                </a:solidFill>
                <a:effectLst>
                  <a:outerShdw blurRad="38100" dist="38100" dir="2700000" algn="tl">
                    <a:srgbClr val="C0C0C0"/>
                  </a:outerShdw>
                </a:effectLst>
              </a:rPr>
              <a:t>，</a:t>
            </a:r>
            <a:r>
              <a:rPr lang="en-US" altLang="zh-CN" sz="6600" i="0">
                <a:solidFill>
                  <a:schemeClr val="bg1"/>
                </a:solidFill>
                <a:effectLst>
                  <a:outerShdw blurRad="38100" dist="38100" dir="2700000" algn="tl">
                    <a:srgbClr val="C0C0C0"/>
                  </a:outerShdw>
                </a:effectLst>
              </a:rPr>
              <a:t>2</a:t>
            </a:r>
            <a:r>
              <a:rPr lang="zh-CN" altLang="en-US" sz="6600" i="0">
                <a:solidFill>
                  <a:schemeClr val="bg1"/>
                </a:solidFill>
                <a:effectLst>
                  <a:outerShdw blurRad="38100" dist="38100" dir="2700000" algn="tl">
                    <a:srgbClr val="C0C0C0"/>
                  </a:outerShdw>
                </a:effectLst>
              </a:rPr>
              <a:t>，</a:t>
            </a:r>
            <a:r>
              <a:rPr lang="en-US" altLang="zh-CN" sz="6600" i="0">
                <a:solidFill>
                  <a:schemeClr val="bg1"/>
                </a:solidFill>
                <a:effectLst>
                  <a:outerShdw blurRad="38100" dist="38100" dir="2700000" algn="tl">
                    <a:srgbClr val="C0C0C0"/>
                  </a:outerShdw>
                </a:effectLst>
              </a:rPr>
              <a:t>5</a:t>
            </a:r>
            <a:r>
              <a:rPr lang="zh-CN" altLang="en-US" sz="6600" i="0">
                <a:solidFill>
                  <a:schemeClr val="bg1"/>
                </a:solidFill>
                <a:effectLst>
                  <a:outerShdw blurRad="38100" dist="38100" dir="2700000" algn="tl">
                    <a:srgbClr val="C0C0C0"/>
                  </a:outerShdw>
                </a:effectLst>
              </a:rPr>
              <a:t>， </a:t>
            </a:r>
            <a:r>
              <a:rPr lang="en-US" altLang="zh-CN" sz="6600" i="0">
                <a:solidFill>
                  <a:schemeClr val="bg1"/>
                </a:solidFill>
                <a:effectLst>
                  <a:outerShdw blurRad="38100" dist="38100" dir="2700000" algn="tl">
                    <a:srgbClr val="C0C0C0"/>
                  </a:outerShdw>
                </a:effectLst>
              </a:rPr>
              <a:t>6</a:t>
            </a:r>
            <a:r>
              <a:rPr lang="zh-CN" altLang="en-US" sz="6600" i="0">
                <a:solidFill>
                  <a:schemeClr val="bg1"/>
                </a:solidFill>
                <a:effectLst>
                  <a:outerShdw blurRad="38100" dist="38100" dir="2700000" algn="tl">
                    <a:srgbClr val="C0C0C0"/>
                  </a:outerShdw>
                </a:effectLst>
              </a:rPr>
              <a:t>，</a:t>
            </a:r>
            <a:r>
              <a:rPr lang="en-US" altLang="zh-CN" sz="6600" i="0">
                <a:solidFill>
                  <a:schemeClr val="bg1"/>
                </a:solidFill>
                <a:effectLst>
                  <a:outerShdw blurRad="38100" dist="38100" dir="2700000" algn="tl">
                    <a:srgbClr val="C0C0C0"/>
                  </a:outerShdw>
                </a:effectLst>
              </a:rPr>
              <a:t>7</a:t>
            </a:r>
            <a:r>
              <a:rPr lang="zh-CN" altLang="en-US" sz="6600" i="0">
                <a:solidFill>
                  <a:schemeClr val="bg1"/>
                </a:solidFill>
                <a:effectLst>
                  <a:outerShdw blurRad="38100" dist="38100" dir="2700000" algn="tl">
                    <a:srgbClr val="C0C0C0"/>
                  </a:outerShdw>
                </a:effectLst>
              </a:rPr>
              <a:t>，</a:t>
            </a:r>
          </a:p>
          <a:p>
            <a:pPr marL="290513" indent="-290513" defTabSz="915988">
              <a:lnSpc>
                <a:spcPct val="55000"/>
              </a:lnSpc>
              <a:spcBef>
                <a:spcPct val="35000"/>
              </a:spcBef>
              <a:buClr>
                <a:srgbClr val="FF0000"/>
              </a:buClr>
              <a:buSzPct val="95000"/>
              <a:defRPr/>
            </a:pPr>
            <a:r>
              <a:rPr lang="en-US" altLang="zh-CN" sz="6600" i="0">
                <a:solidFill>
                  <a:schemeClr val="bg1"/>
                </a:solidFill>
                <a:effectLst>
                  <a:outerShdw blurRad="38100" dist="38100" dir="2700000" algn="tl">
                    <a:srgbClr val="C0C0C0"/>
                  </a:outerShdw>
                </a:effectLst>
              </a:rPr>
              <a:t>8</a:t>
            </a:r>
            <a:r>
              <a:rPr lang="zh-CN" altLang="en-US" sz="6600" i="0">
                <a:solidFill>
                  <a:schemeClr val="bg1"/>
                </a:solidFill>
                <a:effectLst>
                  <a:outerShdw blurRad="38100" dist="38100" dir="2700000" algn="tl">
                    <a:srgbClr val="C0C0C0"/>
                  </a:outerShdw>
                </a:effectLst>
              </a:rPr>
              <a:t>，</a:t>
            </a:r>
            <a:r>
              <a:rPr lang="en-US" altLang="zh-CN" sz="6600" i="0">
                <a:solidFill>
                  <a:schemeClr val="bg1"/>
                </a:solidFill>
                <a:effectLst>
                  <a:outerShdw blurRad="38100" dist="38100" dir="2700000" algn="tl">
                    <a:srgbClr val="C0C0C0"/>
                  </a:outerShdw>
                </a:effectLst>
              </a:rPr>
              <a:t>9 </a:t>
            </a:r>
            <a:r>
              <a:rPr lang="zh-CN" altLang="en-US" sz="6600" i="0">
                <a:solidFill>
                  <a:schemeClr val="bg1"/>
                </a:solidFill>
                <a:effectLst>
                  <a:outerShdw blurRad="38100" dist="38100" dir="2700000" algn="tl">
                    <a:srgbClr val="C0C0C0"/>
                  </a:outerShdw>
                </a:effectLst>
              </a:rPr>
              <a:t>，</a:t>
            </a:r>
            <a:r>
              <a:rPr lang="en-US" altLang="zh-CN" sz="6600" i="0">
                <a:solidFill>
                  <a:schemeClr val="bg1"/>
                </a:solidFill>
                <a:effectLst>
                  <a:outerShdw blurRad="38100" dist="38100" dir="2700000" algn="tl">
                    <a:srgbClr val="C0C0C0"/>
                  </a:outerShdw>
                </a:effectLst>
              </a:rPr>
              <a:t>11</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orland">
  <a:themeElements>
    <a:clrScheme name="">
      <a:dk1>
        <a:srgbClr val="000000"/>
      </a:dk1>
      <a:lt1>
        <a:srgbClr val="FFFFFF"/>
      </a:lt1>
      <a:dk2>
        <a:srgbClr val="000000"/>
      </a:dk2>
      <a:lt2>
        <a:srgbClr val="000000"/>
      </a:lt2>
      <a:accent1>
        <a:srgbClr val="7283CA"/>
      </a:accent1>
      <a:accent2>
        <a:srgbClr val="F3E685"/>
      </a:accent2>
      <a:accent3>
        <a:srgbClr val="FFFFFF"/>
      </a:accent3>
      <a:accent4>
        <a:srgbClr val="000000"/>
      </a:accent4>
      <a:accent5>
        <a:srgbClr val="BCC1E1"/>
      </a:accent5>
      <a:accent6>
        <a:srgbClr val="DCD078"/>
      </a:accent6>
      <a:hlink>
        <a:srgbClr val="499FBD"/>
      </a:hlink>
      <a:folHlink>
        <a:srgbClr val="B9555A"/>
      </a:folHlink>
    </a:clrScheme>
    <a:fontScheme name="Borland">
      <a:majorFont>
        <a:latin typeface="Arial"/>
        <a:ea typeface="宋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FF33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1"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8100" cap="flat" cmpd="sng" algn="ctr">
          <a:solidFill>
            <a:srgbClr val="FF33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1"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Borlan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orlan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orland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orland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orlan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orlan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orlan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Office\Templates\Borland.pot</Template>
  <TotalTime>4986859</TotalTime>
  <Pages>26</Pages>
  <Words>10380</Words>
  <Application>Microsoft Office PowerPoint</Application>
  <PresentationFormat>A4 纸张(210x297 毫米)</PresentationFormat>
  <Paragraphs>2459</Paragraphs>
  <Slides>173</Slides>
  <Notes>31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6</vt:i4>
      </vt:variant>
      <vt:variant>
        <vt:lpstr>幻灯片标题</vt:lpstr>
      </vt:variant>
      <vt:variant>
        <vt:i4>173</vt:i4>
      </vt:variant>
    </vt:vector>
  </HeadingPairs>
  <TitlesOfParts>
    <vt:vector size="191" baseType="lpstr">
      <vt:lpstr>System</vt:lpstr>
      <vt:lpstr>黑体</vt:lpstr>
      <vt:lpstr>华文琥珀</vt:lpstr>
      <vt:lpstr>楷体_GB2312</vt:lpstr>
      <vt:lpstr>宋体</vt:lpstr>
      <vt:lpstr>Arial</vt:lpstr>
      <vt:lpstr>Symbol</vt:lpstr>
      <vt:lpstr>Tahoma</vt:lpstr>
      <vt:lpstr>Times New Roman</vt:lpstr>
      <vt:lpstr>Wingdings</vt:lpstr>
      <vt:lpstr>Wingdings 2</vt:lpstr>
      <vt:lpstr>Borland</vt:lpstr>
      <vt:lpstr>Equation</vt:lpstr>
      <vt:lpstr>位图图像</vt:lpstr>
      <vt:lpstr>Microsoft 公式 3.0</vt:lpstr>
      <vt:lpstr>公式</vt:lpstr>
      <vt:lpstr>文档</vt:lpstr>
      <vt:lpstr>MathType 6.0 Equation</vt:lpstr>
      <vt:lpstr>第五章   插   值   法</vt:lpstr>
      <vt:lpstr>问题的提出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  差  商</vt:lpstr>
      <vt:lpstr>§1.1  差  商</vt:lpstr>
      <vt:lpstr>§1.1  差  商</vt:lpstr>
      <vt:lpstr>§1.1  差  商</vt:lpstr>
      <vt:lpstr>§1.1  差  商</vt:lpstr>
      <vt:lpstr>§1.1  差  商</vt:lpstr>
      <vt:lpstr>§1.1  差  商</vt:lpstr>
      <vt:lpstr>§1.1  差  商</vt:lpstr>
      <vt:lpstr>§1.1  差  商</vt:lpstr>
      <vt:lpstr>§1.1  差  商</vt:lpstr>
      <vt:lpstr>§1.2  牛顿基本差商公式</vt:lpstr>
      <vt:lpstr>§1.2  牛顿基本差商公式</vt:lpstr>
      <vt:lpstr>§1.2  牛顿基本差商公式</vt:lpstr>
      <vt:lpstr>§1.2 牛顿基本差商公式</vt:lpstr>
      <vt:lpstr>§1.2 牛顿基本差商公式</vt:lpstr>
      <vt:lpstr>§1.2  牛顿基本差商公式</vt:lpstr>
      <vt:lpstr>§1.3 牛顿基本差商公式的余式估计</vt:lpstr>
      <vt:lpstr>§1.3 牛顿基本差商公式的余式估计</vt:lpstr>
      <vt:lpstr>§1.3 牛顿基本差商公式的余式估计</vt:lpstr>
      <vt:lpstr>§1.3.2  余式的估计</vt:lpstr>
      <vt:lpstr>§1.3.2  余式的估计</vt:lpstr>
      <vt:lpstr>§1.3.2  余式的估计</vt:lpstr>
      <vt:lpstr>事后估计误差的方法</vt:lpstr>
      <vt:lpstr>§1.3.2  余式的估计</vt:lpstr>
      <vt:lpstr>§1.3.2  余式的估计</vt:lpstr>
      <vt:lpstr>§1.3.2  余式的估计</vt:lpstr>
      <vt:lpstr>牛顿插值的特点</vt:lpstr>
      <vt:lpstr>PowerPoint 演示文稿</vt:lpstr>
      <vt:lpstr>PowerPoint 演示文稿</vt:lpstr>
      <vt:lpstr>§2.1 差分</vt:lpstr>
      <vt:lpstr>§2.1 差分</vt:lpstr>
      <vt:lpstr>§2.1 差分</vt:lpstr>
      <vt:lpstr>§2.1 差分</vt:lpstr>
      <vt:lpstr>§2.1 差分</vt:lpstr>
      <vt:lpstr>§2.1 差分</vt:lpstr>
      <vt:lpstr>§2.2 牛顿前插公式</vt:lpstr>
      <vt:lpstr>§2.2 牛顿前插公式</vt:lpstr>
      <vt:lpstr>§2.2 牛顿前插公式</vt:lpstr>
      <vt:lpstr>§2.2 牛顿前插公式</vt:lpstr>
      <vt:lpstr>§2.2 牛顿前插公式</vt:lpstr>
      <vt:lpstr>§2.3 牛顿后插公式</vt:lpstr>
      <vt:lpstr>§2.3 牛顿后插公式</vt:lpstr>
      <vt:lpstr>§2.3 牛顿后插公式</vt:lpstr>
      <vt:lpstr>§2.3 牛顿后插公式</vt:lpstr>
      <vt:lpstr>§2.3 牛顿后插公式</vt:lpstr>
      <vt:lpstr>§2.3 牛顿后插公式</vt:lpstr>
      <vt:lpstr>§2.4 费雷瑟图表及使用方法</vt:lpstr>
      <vt:lpstr>§2.4 费雷瑟图表及使用方法</vt:lpstr>
      <vt:lpstr>§2.4 费雷瑟图表及使用方法</vt:lpstr>
      <vt:lpstr>§2.4 费雷瑟图表及使用方法</vt:lpstr>
      <vt:lpstr>§2.4 费雷瑟图表及使用方法</vt:lpstr>
      <vt:lpstr>§2.4.3 斯梯林插值公式</vt:lpstr>
      <vt:lpstr>§2.4.3 斯梯林插值公式</vt:lpstr>
      <vt:lpstr>§2.4.3 斯梯林插值公式</vt:lpstr>
      <vt:lpstr>§2.4.3 斯梯林插值公式</vt:lpstr>
      <vt:lpstr>§2.4 费雷瑟图表及使用方法</vt:lpstr>
      <vt:lpstr>§2.4 费雷瑟图表及使用方法</vt:lpstr>
      <vt:lpstr>§2.4 费雷瑟图表及使用方法</vt:lpstr>
      <vt:lpstr>PowerPoint 演示文稿</vt:lpstr>
      <vt:lpstr>§3.1 公式的建立</vt:lpstr>
      <vt:lpstr>§3.1 公式的建立</vt:lpstr>
      <vt:lpstr>§3.2  系数表达式</vt:lpstr>
      <vt:lpstr>基函数的特点</vt:lpstr>
      <vt:lpstr>§3.3 舍入误差估计</vt:lpstr>
      <vt:lpstr>§3.3 舍入误差估计</vt:lpstr>
      <vt:lpstr>§3.3 舍入误差估计</vt:lpstr>
      <vt:lpstr>§3.3 舍入误差估计</vt:lpstr>
      <vt:lpstr>§3.3 舍入误差估计</vt:lpstr>
      <vt:lpstr>§3.3 舍入误差估计</vt:lpstr>
      <vt:lpstr>§3.3 舍入误差估计</vt:lpstr>
      <vt:lpstr>PowerPoint 演示文稿</vt:lpstr>
      <vt:lpstr>§4.1 等距节点下的拉格朗日插值公式</vt:lpstr>
      <vt:lpstr>§4.1 等距节点下的拉格朗日插值公式</vt:lpstr>
      <vt:lpstr>分段插值法</vt:lpstr>
      <vt:lpstr>PowerPoint 演示文稿</vt:lpstr>
      <vt:lpstr>PowerPoint 演示文稿</vt:lpstr>
      <vt:lpstr>分段插值法</vt:lpstr>
      <vt:lpstr>分段插值法</vt:lpstr>
      <vt:lpstr>§4.2 等距情况下的分段线性插值公式</vt:lpstr>
      <vt:lpstr>§4.2 等距情况下的分段线性插值公式</vt:lpstr>
      <vt:lpstr>PowerPoint 演示文稿</vt:lpstr>
      <vt:lpstr>§4.3等距节点下的分段三点插值公式</vt:lpstr>
      <vt:lpstr>§5  插值公式的唯一性及其应用</vt:lpstr>
      <vt:lpstr>§5  插值公式的唯一性及其应用</vt:lpstr>
      <vt:lpstr>PowerPoint 演示文稿</vt:lpstr>
      <vt:lpstr>§6 反插值</vt:lpstr>
      <vt:lpstr>§6.1 使用反函数的插值法</vt:lpstr>
      <vt:lpstr>§6.1 使用反函数的插值法</vt:lpstr>
      <vt:lpstr>§6.1 使用反函数的插值法</vt:lpstr>
      <vt:lpstr>§6.2 利用正函数插值公式的反插值法</vt:lpstr>
      <vt:lpstr>§6.2 利用正函数插值公式的反插值法</vt:lpstr>
      <vt:lpstr>§6.2 利用正函数插值公式的反插值法</vt:lpstr>
      <vt:lpstr>§6.2 利用正函数插值公式的反插值法</vt:lpstr>
      <vt:lpstr>§6.2 利用正函数插值公式的反插值法</vt:lpstr>
      <vt:lpstr>§6.2 利用正函数插值公式的反插值法</vt:lpstr>
      <vt:lpstr>§6.2 利用正函数插值公式的反插值法</vt:lpstr>
      <vt:lpstr>§6.2 利用正函数插值公式的反插值法</vt:lpstr>
      <vt:lpstr>§7 埃尔米特插值多项式</vt:lpstr>
      <vt:lpstr>§7 埃尔米特插值多项式</vt:lpstr>
      <vt:lpstr>§7 埃尔米特插值多项式</vt:lpstr>
      <vt:lpstr>7.1 牛顿型埃米特插值公式</vt:lpstr>
      <vt:lpstr>7.1 牛顿型埃米特插值公式</vt:lpstr>
      <vt:lpstr>7.1 牛顿型埃米特插值公式</vt:lpstr>
      <vt:lpstr>7.2 降阶型埃米特插值公式</vt:lpstr>
      <vt:lpstr>7.2 降阶型埃米特插值公式</vt:lpstr>
      <vt:lpstr>7.2 降阶型埃米特插值公式</vt:lpstr>
      <vt:lpstr>7.2 降阶型埃米特插值公式</vt:lpstr>
      <vt:lpstr>7.3 拉格朗日型埃米特插值</vt:lpstr>
      <vt:lpstr>7.3 拉格朗日型埃米特插值</vt:lpstr>
      <vt:lpstr>确定</vt:lpstr>
      <vt:lpstr>确定</vt:lpstr>
      <vt:lpstr>确定</vt:lpstr>
      <vt:lpstr>确定</vt:lpstr>
      <vt:lpstr>确定</vt:lpstr>
      <vt:lpstr>7.3 拉格朗日型埃米特插值</vt:lpstr>
      <vt:lpstr>7.3 拉格朗日型埃米特插值</vt:lpstr>
      <vt:lpstr>7.3 拉格朗日型埃米特插值</vt:lpstr>
      <vt:lpstr>7.3 拉格朗日型埃米特插值</vt:lpstr>
      <vt:lpstr>PowerPoint 演示文稿</vt:lpstr>
      <vt:lpstr>问题的提出</vt:lpstr>
      <vt:lpstr>8.1 样条的概念</vt:lpstr>
      <vt:lpstr>8.1 样条的概念</vt:lpstr>
      <vt:lpstr>8.1 样条的概念</vt:lpstr>
      <vt:lpstr>8.1 样条的概念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多元函数插值</vt:lpstr>
      <vt:lpstr>多元函数插值</vt:lpstr>
      <vt:lpstr>多元函数插值</vt:lpstr>
      <vt:lpstr>多元函数插值</vt:lpstr>
      <vt:lpstr>PowerPoint 演示文稿</vt:lpstr>
      <vt:lpstr>多元函数插值</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插值法</dc:title>
  <dc:creator>sunxin</dc:creator>
  <cp:lastModifiedBy>apple</cp:lastModifiedBy>
  <cp:revision>2219</cp:revision>
  <cp:lastPrinted>1998-03-12T04:44:47Z</cp:lastPrinted>
  <dcterms:created xsi:type="dcterms:W3CDTF">2001-07-02T15:09:48Z</dcterms:created>
  <dcterms:modified xsi:type="dcterms:W3CDTF">2024-10-20T12:05:23Z</dcterms:modified>
</cp:coreProperties>
</file>