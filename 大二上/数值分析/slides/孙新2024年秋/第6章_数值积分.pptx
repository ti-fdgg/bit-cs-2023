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 id="2147483664" r:id="rId2"/>
    <p:sldMasterId id="2147483678" r:id="rId3"/>
  </p:sldMasterIdLst>
  <p:notesMasterIdLst>
    <p:notesMasterId r:id="rId72"/>
  </p:notesMasterIdLst>
  <p:handoutMasterIdLst>
    <p:handoutMasterId r:id="rId73"/>
  </p:handoutMasterIdLst>
  <p:sldIdLst>
    <p:sldId id="672" r:id="rId4"/>
    <p:sldId id="673" r:id="rId5"/>
    <p:sldId id="724" r:id="rId6"/>
    <p:sldId id="725" r:id="rId7"/>
    <p:sldId id="726" r:id="rId8"/>
    <p:sldId id="727" r:id="rId9"/>
    <p:sldId id="728" r:id="rId10"/>
    <p:sldId id="729" r:id="rId11"/>
    <p:sldId id="675" r:id="rId12"/>
    <p:sldId id="730" r:id="rId13"/>
    <p:sldId id="676" r:id="rId14"/>
    <p:sldId id="677" r:id="rId15"/>
    <p:sldId id="678" r:id="rId16"/>
    <p:sldId id="679" r:id="rId17"/>
    <p:sldId id="680" r:id="rId18"/>
    <p:sldId id="734" r:id="rId19"/>
    <p:sldId id="681" r:id="rId20"/>
    <p:sldId id="754" r:id="rId21"/>
    <p:sldId id="755" r:id="rId22"/>
    <p:sldId id="735" r:id="rId23"/>
    <p:sldId id="682" r:id="rId24"/>
    <p:sldId id="736" r:id="rId25"/>
    <p:sldId id="685" r:id="rId26"/>
    <p:sldId id="756" r:id="rId27"/>
    <p:sldId id="686" r:id="rId28"/>
    <p:sldId id="723" r:id="rId29"/>
    <p:sldId id="757" r:id="rId30"/>
    <p:sldId id="758" r:id="rId31"/>
    <p:sldId id="759" r:id="rId32"/>
    <p:sldId id="760" r:id="rId33"/>
    <p:sldId id="761" r:id="rId34"/>
    <p:sldId id="762" r:id="rId35"/>
    <p:sldId id="763" r:id="rId36"/>
    <p:sldId id="764" r:id="rId37"/>
    <p:sldId id="765" r:id="rId38"/>
    <p:sldId id="766" r:id="rId39"/>
    <p:sldId id="767" r:id="rId40"/>
    <p:sldId id="768" r:id="rId41"/>
    <p:sldId id="769" r:id="rId42"/>
    <p:sldId id="770" r:id="rId43"/>
    <p:sldId id="771" r:id="rId44"/>
    <p:sldId id="772" r:id="rId45"/>
    <p:sldId id="773" r:id="rId46"/>
    <p:sldId id="774" r:id="rId47"/>
    <p:sldId id="796" r:id="rId48"/>
    <p:sldId id="775" r:id="rId49"/>
    <p:sldId id="776" r:id="rId50"/>
    <p:sldId id="777" r:id="rId51"/>
    <p:sldId id="778" r:id="rId52"/>
    <p:sldId id="779" r:id="rId53"/>
    <p:sldId id="780" r:id="rId54"/>
    <p:sldId id="781" r:id="rId55"/>
    <p:sldId id="782" r:id="rId56"/>
    <p:sldId id="783" r:id="rId57"/>
    <p:sldId id="797" r:id="rId58"/>
    <p:sldId id="798" r:id="rId59"/>
    <p:sldId id="784" r:id="rId60"/>
    <p:sldId id="785" r:id="rId61"/>
    <p:sldId id="786" r:id="rId62"/>
    <p:sldId id="787" r:id="rId63"/>
    <p:sldId id="788" r:id="rId64"/>
    <p:sldId id="789" r:id="rId65"/>
    <p:sldId id="790" r:id="rId66"/>
    <p:sldId id="791" r:id="rId67"/>
    <p:sldId id="792" r:id="rId68"/>
    <p:sldId id="793" r:id="rId69"/>
    <p:sldId id="794" r:id="rId70"/>
    <p:sldId id="795" r:id="rId71"/>
  </p:sldIdLst>
  <p:sldSz cx="9906000" cy="6858000" type="A4"/>
  <p:notesSz cx="9774238" cy="6648450"/>
  <p:kinsoku lang="ja-JP" invalStChars="、。，．・：；？！゛゜ヽヾゝゞ々ー’”）〕］｝〉》」』】°‰′″℃￠％ぁぃぅぇぉっゃゅょゎァィゥェォッャュョヮヵヶ!%),.:;?]}｡｣､･ｧｨｩｪｫｬｭｮｯｰﾞﾟ" invalEndChars="‘“（〔［｛〈《「『【￥＄$([\{｢￡"/>
  <p:defaultTextStyle>
    <a:defPPr>
      <a:defRPr lang="en-US"/>
    </a:defPPr>
    <a:lvl1pPr algn="ctr" rtl="0" eaLnBrk="0" fontAlgn="base" hangingPunct="0">
      <a:spcBef>
        <a:spcPct val="0"/>
      </a:spcBef>
      <a:spcAft>
        <a:spcPct val="0"/>
      </a:spcAft>
      <a:defRPr sz="2000" b="1" i="1" kern="1200">
        <a:solidFill>
          <a:schemeClr val="tx1"/>
        </a:solidFill>
        <a:latin typeface="Arial" charset="0"/>
        <a:ea typeface="宋体" pitchFamily="2" charset="-122"/>
        <a:cs typeface="+mn-cs"/>
      </a:defRPr>
    </a:lvl1pPr>
    <a:lvl2pPr marL="457200" algn="ctr" rtl="0" eaLnBrk="0" fontAlgn="base" hangingPunct="0">
      <a:spcBef>
        <a:spcPct val="0"/>
      </a:spcBef>
      <a:spcAft>
        <a:spcPct val="0"/>
      </a:spcAft>
      <a:defRPr sz="2000" b="1" i="1" kern="1200">
        <a:solidFill>
          <a:schemeClr val="tx1"/>
        </a:solidFill>
        <a:latin typeface="Arial" charset="0"/>
        <a:ea typeface="宋体" pitchFamily="2" charset="-122"/>
        <a:cs typeface="+mn-cs"/>
      </a:defRPr>
    </a:lvl2pPr>
    <a:lvl3pPr marL="914400" algn="ctr" rtl="0" eaLnBrk="0" fontAlgn="base" hangingPunct="0">
      <a:spcBef>
        <a:spcPct val="0"/>
      </a:spcBef>
      <a:spcAft>
        <a:spcPct val="0"/>
      </a:spcAft>
      <a:defRPr sz="2000" b="1" i="1" kern="1200">
        <a:solidFill>
          <a:schemeClr val="tx1"/>
        </a:solidFill>
        <a:latin typeface="Arial" charset="0"/>
        <a:ea typeface="宋体" pitchFamily="2" charset="-122"/>
        <a:cs typeface="+mn-cs"/>
      </a:defRPr>
    </a:lvl3pPr>
    <a:lvl4pPr marL="1371600" algn="ctr" rtl="0" eaLnBrk="0" fontAlgn="base" hangingPunct="0">
      <a:spcBef>
        <a:spcPct val="0"/>
      </a:spcBef>
      <a:spcAft>
        <a:spcPct val="0"/>
      </a:spcAft>
      <a:defRPr sz="2000" b="1" i="1" kern="1200">
        <a:solidFill>
          <a:schemeClr val="tx1"/>
        </a:solidFill>
        <a:latin typeface="Arial" charset="0"/>
        <a:ea typeface="宋体" pitchFamily="2" charset="-122"/>
        <a:cs typeface="+mn-cs"/>
      </a:defRPr>
    </a:lvl4pPr>
    <a:lvl5pPr marL="1828800" algn="ctr" rtl="0" eaLnBrk="0" fontAlgn="base" hangingPunct="0">
      <a:spcBef>
        <a:spcPct val="0"/>
      </a:spcBef>
      <a:spcAft>
        <a:spcPct val="0"/>
      </a:spcAft>
      <a:defRPr sz="2000" b="1" i="1" kern="1200">
        <a:solidFill>
          <a:schemeClr val="tx1"/>
        </a:solidFill>
        <a:latin typeface="Arial" charset="0"/>
        <a:ea typeface="宋体" pitchFamily="2" charset="-122"/>
        <a:cs typeface="+mn-cs"/>
      </a:defRPr>
    </a:lvl5pPr>
    <a:lvl6pPr marL="2286000" algn="l" defTabSz="914400" rtl="0" eaLnBrk="1" latinLnBrk="0" hangingPunct="1">
      <a:defRPr sz="2000" b="1" i="1" kern="1200">
        <a:solidFill>
          <a:schemeClr val="tx1"/>
        </a:solidFill>
        <a:latin typeface="Arial" charset="0"/>
        <a:ea typeface="宋体" pitchFamily="2" charset="-122"/>
        <a:cs typeface="+mn-cs"/>
      </a:defRPr>
    </a:lvl6pPr>
    <a:lvl7pPr marL="2743200" algn="l" defTabSz="914400" rtl="0" eaLnBrk="1" latinLnBrk="0" hangingPunct="1">
      <a:defRPr sz="2000" b="1" i="1" kern="1200">
        <a:solidFill>
          <a:schemeClr val="tx1"/>
        </a:solidFill>
        <a:latin typeface="Arial" charset="0"/>
        <a:ea typeface="宋体" pitchFamily="2" charset="-122"/>
        <a:cs typeface="+mn-cs"/>
      </a:defRPr>
    </a:lvl7pPr>
    <a:lvl8pPr marL="3200400" algn="l" defTabSz="914400" rtl="0" eaLnBrk="1" latinLnBrk="0" hangingPunct="1">
      <a:defRPr sz="2000" b="1" i="1" kern="1200">
        <a:solidFill>
          <a:schemeClr val="tx1"/>
        </a:solidFill>
        <a:latin typeface="Arial" charset="0"/>
        <a:ea typeface="宋体" pitchFamily="2" charset="-122"/>
        <a:cs typeface="+mn-cs"/>
      </a:defRPr>
    </a:lvl8pPr>
    <a:lvl9pPr marL="3657600" algn="l" defTabSz="914400" rtl="0" eaLnBrk="1" latinLnBrk="0" hangingPunct="1">
      <a:defRPr sz="2000" b="1" i="1"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095">
          <p15:clr>
            <a:srgbClr val="A4A3A4"/>
          </p15:clr>
        </p15:guide>
        <p15:guide id="2" pos="307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0000"/>
    <a:srgbClr val="0000FF"/>
    <a:srgbClr val="FF0000"/>
    <a:srgbClr val="2C376C"/>
    <a:srgbClr val="CDD2ED"/>
    <a:srgbClr val="D3D8EF"/>
    <a:srgbClr val="B5BEE3"/>
    <a:srgbClr val="D5DAE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0" autoAdjust="0"/>
    <p:restoredTop sz="87078" autoAdjust="0"/>
  </p:normalViewPr>
  <p:slideViewPr>
    <p:cSldViewPr>
      <p:cViewPr varScale="1">
        <p:scale>
          <a:sx n="89" d="100"/>
          <a:sy n="89" d="100"/>
        </p:scale>
        <p:origin x="1046" y="-91"/>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82" d="100"/>
          <a:sy n="82" d="100"/>
        </p:scale>
        <p:origin x="-540" y="-72"/>
      </p:cViewPr>
      <p:guideLst>
        <p:guide orient="horz" pos="2095"/>
        <p:guide pos="3078"/>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presProps" Target="pres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image" Target="../media/image27.wmf"/><Relationship Id="rId7" Type="http://schemas.openxmlformats.org/officeDocument/2006/relationships/image" Target="../media/image31.wmf"/><Relationship Id="rId2" Type="http://schemas.openxmlformats.org/officeDocument/2006/relationships/image" Target="../media/image26.wmf"/><Relationship Id="rId1" Type="http://schemas.openxmlformats.org/officeDocument/2006/relationships/image" Target="../media/image25.emf"/><Relationship Id="rId6" Type="http://schemas.openxmlformats.org/officeDocument/2006/relationships/image" Target="../media/image30.wmf"/><Relationship Id="rId5" Type="http://schemas.openxmlformats.org/officeDocument/2006/relationships/image" Target="../media/image29.emf"/><Relationship Id="rId4"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5" Type="http://schemas.openxmlformats.org/officeDocument/2006/relationships/image" Target="../media/image40.wmf"/><Relationship Id="rId4" Type="http://schemas.openxmlformats.org/officeDocument/2006/relationships/image" Target="../media/image39.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 Id="rId5" Type="http://schemas.openxmlformats.org/officeDocument/2006/relationships/image" Target="../media/image45.emf"/><Relationship Id="rId4" Type="http://schemas.openxmlformats.org/officeDocument/2006/relationships/image" Target="../media/image44.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4" Type="http://schemas.openxmlformats.org/officeDocument/2006/relationships/image" Target="../media/image49.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61.wmf"/><Relationship Id="rId3" Type="http://schemas.openxmlformats.org/officeDocument/2006/relationships/image" Target="../media/image56.wmf"/><Relationship Id="rId7" Type="http://schemas.openxmlformats.org/officeDocument/2006/relationships/image" Target="../media/image60.wmf"/><Relationship Id="rId2" Type="http://schemas.openxmlformats.org/officeDocument/2006/relationships/image" Target="../media/image55.wmf"/><Relationship Id="rId1" Type="http://schemas.openxmlformats.org/officeDocument/2006/relationships/image" Target="../media/image54.wmf"/><Relationship Id="rId6" Type="http://schemas.openxmlformats.org/officeDocument/2006/relationships/image" Target="../media/image59.wmf"/><Relationship Id="rId5" Type="http://schemas.openxmlformats.org/officeDocument/2006/relationships/image" Target="../media/image58.wmf"/><Relationship Id="rId4" Type="http://schemas.openxmlformats.org/officeDocument/2006/relationships/image" Target="../media/image57.wmf"/><Relationship Id="rId9" Type="http://schemas.openxmlformats.org/officeDocument/2006/relationships/image" Target="../media/image62.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 Id="rId6" Type="http://schemas.openxmlformats.org/officeDocument/2006/relationships/image" Target="../media/image68.wmf"/><Relationship Id="rId5" Type="http://schemas.openxmlformats.org/officeDocument/2006/relationships/image" Target="../media/image67.wmf"/><Relationship Id="rId4" Type="http://schemas.openxmlformats.org/officeDocument/2006/relationships/image" Target="../media/image66.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9.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wmf"/><Relationship Id="rId1" Type="http://schemas.openxmlformats.org/officeDocument/2006/relationships/image" Target="../media/image74.emf"/><Relationship Id="rId5" Type="http://schemas.openxmlformats.org/officeDocument/2006/relationships/image" Target="../media/image78.emf"/><Relationship Id="rId4" Type="http://schemas.openxmlformats.org/officeDocument/2006/relationships/image" Target="../media/image77.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image" Target="../media/image81.wmf"/><Relationship Id="rId1" Type="http://schemas.openxmlformats.org/officeDocument/2006/relationships/image" Target="../media/image80.wmf"/><Relationship Id="rId4" Type="http://schemas.openxmlformats.org/officeDocument/2006/relationships/image" Target="../media/image83.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84.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90.wmf"/><Relationship Id="rId3" Type="http://schemas.openxmlformats.org/officeDocument/2006/relationships/image" Target="../media/image85.wmf"/><Relationship Id="rId7" Type="http://schemas.openxmlformats.org/officeDocument/2006/relationships/image" Target="../media/image89.wmf"/><Relationship Id="rId2" Type="http://schemas.openxmlformats.org/officeDocument/2006/relationships/image" Target="../media/image47.wmf"/><Relationship Id="rId1" Type="http://schemas.openxmlformats.org/officeDocument/2006/relationships/image" Target="../media/image46.wmf"/><Relationship Id="rId6" Type="http://schemas.openxmlformats.org/officeDocument/2006/relationships/image" Target="../media/image88.wmf"/><Relationship Id="rId5" Type="http://schemas.openxmlformats.org/officeDocument/2006/relationships/image" Target="../media/image87.wmf"/><Relationship Id="rId4" Type="http://schemas.openxmlformats.org/officeDocument/2006/relationships/image" Target="../media/image86.wmf"/><Relationship Id="rId9" Type="http://schemas.openxmlformats.org/officeDocument/2006/relationships/image" Target="../media/image91.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92.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93.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01.wmf"/><Relationship Id="rId3" Type="http://schemas.openxmlformats.org/officeDocument/2006/relationships/image" Target="../media/image96.wmf"/><Relationship Id="rId7" Type="http://schemas.openxmlformats.org/officeDocument/2006/relationships/image" Target="../media/image100.wmf"/><Relationship Id="rId2" Type="http://schemas.openxmlformats.org/officeDocument/2006/relationships/image" Target="../media/image95.wmf"/><Relationship Id="rId1" Type="http://schemas.openxmlformats.org/officeDocument/2006/relationships/image" Target="../media/image94.emf"/><Relationship Id="rId6" Type="http://schemas.openxmlformats.org/officeDocument/2006/relationships/image" Target="../media/image99.wmf"/><Relationship Id="rId5" Type="http://schemas.openxmlformats.org/officeDocument/2006/relationships/image" Target="../media/image98.wmf"/><Relationship Id="rId4" Type="http://schemas.openxmlformats.org/officeDocument/2006/relationships/image" Target="../media/image97.wmf"/><Relationship Id="rId9" Type="http://schemas.openxmlformats.org/officeDocument/2006/relationships/image" Target="../media/image102.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05.wmf"/><Relationship Id="rId1" Type="http://schemas.openxmlformats.org/officeDocument/2006/relationships/image" Target="../media/image104.e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6.wmf"/><Relationship Id="rId5" Type="http://schemas.openxmlformats.org/officeDocument/2006/relationships/image" Target="../media/image110.wmf"/><Relationship Id="rId4" Type="http://schemas.openxmlformats.org/officeDocument/2006/relationships/image" Target="../media/image109.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image" Target="../media/image113.emf"/><Relationship Id="rId1" Type="http://schemas.openxmlformats.org/officeDocument/2006/relationships/image" Target="../media/image112.emf"/><Relationship Id="rId6" Type="http://schemas.openxmlformats.org/officeDocument/2006/relationships/image" Target="../media/image117.wmf"/><Relationship Id="rId5" Type="http://schemas.openxmlformats.org/officeDocument/2006/relationships/image" Target="../media/image116.wmf"/><Relationship Id="rId4" Type="http://schemas.openxmlformats.org/officeDocument/2006/relationships/image" Target="../media/image115.e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125.wmf"/><Relationship Id="rId3" Type="http://schemas.openxmlformats.org/officeDocument/2006/relationships/image" Target="../media/image120.wmf"/><Relationship Id="rId7" Type="http://schemas.openxmlformats.org/officeDocument/2006/relationships/image" Target="../media/image124.wmf"/><Relationship Id="rId2" Type="http://schemas.openxmlformats.org/officeDocument/2006/relationships/image" Target="../media/image119.wmf"/><Relationship Id="rId1" Type="http://schemas.openxmlformats.org/officeDocument/2006/relationships/image" Target="../media/image118.wmf"/><Relationship Id="rId6" Type="http://schemas.openxmlformats.org/officeDocument/2006/relationships/image" Target="../media/image123.wmf"/><Relationship Id="rId5" Type="http://schemas.openxmlformats.org/officeDocument/2006/relationships/image" Target="../media/image122.wmf"/><Relationship Id="rId10" Type="http://schemas.openxmlformats.org/officeDocument/2006/relationships/image" Target="../media/image127.emf"/><Relationship Id="rId4" Type="http://schemas.openxmlformats.org/officeDocument/2006/relationships/image" Target="../media/image121.wmf"/><Relationship Id="rId9" Type="http://schemas.openxmlformats.org/officeDocument/2006/relationships/image" Target="../media/image126.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129.wmf"/><Relationship Id="rId1" Type="http://schemas.openxmlformats.org/officeDocument/2006/relationships/image" Target="../media/image128.e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image" Target="../media/image131.wmf"/><Relationship Id="rId1" Type="http://schemas.openxmlformats.org/officeDocument/2006/relationships/image" Target="../media/image130.wmf"/><Relationship Id="rId4" Type="http://schemas.openxmlformats.org/officeDocument/2006/relationships/image" Target="../media/image133.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141.wmf"/><Relationship Id="rId13" Type="http://schemas.openxmlformats.org/officeDocument/2006/relationships/image" Target="../media/image146.wmf"/><Relationship Id="rId3" Type="http://schemas.openxmlformats.org/officeDocument/2006/relationships/image" Target="../media/image136.wmf"/><Relationship Id="rId7" Type="http://schemas.openxmlformats.org/officeDocument/2006/relationships/image" Target="../media/image140.wmf"/><Relationship Id="rId12" Type="http://schemas.openxmlformats.org/officeDocument/2006/relationships/image" Target="../media/image145.wmf"/><Relationship Id="rId17" Type="http://schemas.openxmlformats.org/officeDocument/2006/relationships/image" Target="../media/image150.wmf"/><Relationship Id="rId2" Type="http://schemas.openxmlformats.org/officeDocument/2006/relationships/image" Target="../media/image135.wmf"/><Relationship Id="rId16" Type="http://schemas.openxmlformats.org/officeDocument/2006/relationships/image" Target="../media/image149.wmf"/><Relationship Id="rId1" Type="http://schemas.openxmlformats.org/officeDocument/2006/relationships/image" Target="../media/image134.wmf"/><Relationship Id="rId6" Type="http://schemas.openxmlformats.org/officeDocument/2006/relationships/image" Target="../media/image139.wmf"/><Relationship Id="rId11" Type="http://schemas.openxmlformats.org/officeDocument/2006/relationships/image" Target="../media/image144.wmf"/><Relationship Id="rId5" Type="http://schemas.openxmlformats.org/officeDocument/2006/relationships/image" Target="../media/image138.wmf"/><Relationship Id="rId15" Type="http://schemas.openxmlformats.org/officeDocument/2006/relationships/image" Target="../media/image148.wmf"/><Relationship Id="rId10" Type="http://schemas.openxmlformats.org/officeDocument/2006/relationships/image" Target="../media/image143.wmf"/><Relationship Id="rId4" Type="http://schemas.openxmlformats.org/officeDocument/2006/relationships/image" Target="../media/image137.wmf"/><Relationship Id="rId9" Type="http://schemas.openxmlformats.org/officeDocument/2006/relationships/image" Target="../media/image142.wmf"/><Relationship Id="rId14" Type="http://schemas.openxmlformats.org/officeDocument/2006/relationships/image" Target="../media/image147.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53.wmf"/><Relationship Id="rId2" Type="http://schemas.openxmlformats.org/officeDocument/2006/relationships/image" Target="../media/image152.wmf"/><Relationship Id="rId1" Type="http://schemas.openxmlformats.org/officeDocument/2006/relationships/image" Target="../media/image151.w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161.wmf"/><Relationship Id="rId3" Type="http://schemas.openxmlformats.org/officeDocument/2006/relationships/image" Target="../media/image156.wmf"/><Relationship Id="rId7" Type="http://schemas.openxmlformats.org/officeDocument/2006/relationships/image" Target="../media/image160.wmf"/><Relationship Id="rId2" Type="http://schemas.openxmlformats.org/officeDocument/2006/relationships/image" Target="../media/image155.wmf"/><Relationship Id="rId1" Type="http://schemas.openxmlformats.org/officeDocument/2006/relationships/image" Target="../media/image154.wmf"/><Relationship Id="rId6" Type="http://schemas.openxmlformats.org/officeDocument/2006/relationships/image" Target="../media/image159.wmf"/><Relationship Id="rId5" Type="http://schemas.openxmlformats.org/officeDocument/2006/relationships/image" Target="../media/image158.wmf"/><Relationship Id="rId4" Type="http://schemas.openxmlformats.org/officeDocument/2006/relationships/image" Target="../media/image157.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64.wmf"/><Relationship Id="rId2" Type="http://schemas.openxmlformats.org/officeDocument/2006/relationships/image" Target="../media/image163.wmf"/><Relationship Id="rId1" Type="http://schemas.openxmlformats.org/officeDocument/2006/relationships/image" Target="../media/image162.wmf"/><Relationship Id="rId5" Type="http://schemas.openxmlformats.org/officeDocument/2006/relationships/image" Target="../media/image166.wmf"/><Relationship Id="rId4" Type="http://schemas.openxmlformats.org/officeDocument/2006/relationships/image" Target="../media/image165.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64.wmf"/><Relationship Id="rId2" Type="http://schemas.openxmlformats.org/officeDocument/2006/relationships/image" Target="../media/image162.wmf"/><Relationship Id="rId1" Type="http://schemas.openxmlformats.org/officeDocument/2006/relationships/image" Target="../media/image163.wmf"/><Relationship Id="rId5" Type="http://schemas.openxmlformats.org/officeDocument/2006/relationships/image" Target="../media/image166.wmf"/><Relationship Id="rId4" Type="http://schemas.openxmlformats.org/officeDocument/2006/relationships/image" Target="../media/image165.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65.wmf"/><Relationship Id="rId2" Type="http://schemas.openxmlformats.org/officeDocument/2006/relationships/image" Target="../media/image164.wmf"/><Relationship Id="rId1" Type="http://schemas.openxmlformats.org/officeDocument/2006/relationships/image" Target="../media/image162.wmf"/><Relationship Id="rId5" Type="http://schemas.openxmlformats.org/officeDocument/2006/relationships/image" Target="../media/image168.wmf"/><Relationship Id="rId4" Type="http://schemas.openxmlformats.org/officeDocument/2006/relationships/image" Target="../media/image166.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71.wmf"/><Relationship Id="rId2" Type="http://schemas.openxmlformats.org/officeDocument/2006/relationships/image" Target="../media/image170.wmf"/><Relationship Id="rId1" Type="http://schemas.openxmlformats.org/officeDocument/2006/relationships/image" Target="../media/image169.wmf"/><Relationship Id="rId5" Type="http://schemas.openxmlformats.org/officeDocument/2006/relationships/image" Target="../media/image173.wmf"/><Relationship Id="rId4" Type="http://schemas.openxmlformats.org/officeDocument/2006/relationships/image" Target="../media/image172.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76.wmf"/><Relationship Id="rId2" Type="http://schemas.openxmlformats.org/officeDocument/2006/relationships/image" Target="../media/image175.wmf"/><Relationship Id="rId1" Type="http://schemas.openxmlformats.org/officeDocument/2006/relationships/image" Target="../media/image174.wmf"/></Relationships>
</file>

<file path=ppt/drawings/_rels/vmlDrawing41.vml.rels><?xml version="1.0" encoding="UTF-8" standalone="yes"?>
<Relationships xmlns="http://schemas.openxmlformats.org/package/2006/relationships"><Relationship Id="rId8" Type="http://schemas.openxmlformats.org/officeDocument/2006/relationships/image" Target="../media/image183.wmf"/><Relationship Id="rId3" Type="http://schemas.openxmlformats.org/officeDocument/2006/relationships/image" Target="../media/image178.wmf"/><Relationship Id="rId7" Type="http://schemas.openxmlformats.org/officeDocument/2006/relationships/image" Target="../media/image182.wmf"/><Relationship Id="rId2" Type="http://schemas.openxmlformats.org/officeDocument/2006/relationships/image" Target="../media/image177.wmf"/><Relationship Id="rId1" Type="http://schemas.openxmlformats.org/officeDocument/2006/relationships/image" Target="../media/image168.wmf"/><Relationship Id="rId6" Type="http://schemas.openxmlformats.org/officeDocument/2006/relationships/image" Target="../media/image181.wmf"/><Relationship Id="rId5" Type="http://schemas.openxmlformats.org/officeDocument/2006/relationships/image" Target="../media/image180.wmf"/><Relationship Id="rId10" Type="http://schemas.openxmlformats.org/officeDocument/2006/relationships/image" Target="../media/image185.wmf"/><Relationship Id="rId4" Type="http://schemas.openxmlformats.org/officeDocument/2006/relationships/image" Target="../media/image179.wmf"/><Relationship Id="rId9" Type="http://schemas.openxmlformats.org/officeDocument/2006/relationships/image" Target="../media/image184.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88.wmf"/><Relationship Id="rId7" Type="http://schemas.openxmlformats.org/officeDocument/2006/relationships/image" Target="../media/image192.wmf"/><Relationship Id="rId2" Type="http://schemas.openxmlformats.org/officeDocument/2006/relationships/image" Target="../media/image187.wmf"/><Relationship Id="rId1" Type="http://schemas.openxmlformats.org/officeDocument/2006/relationships/image" Target="../media/image186.wmf"/><Relationship Id="rId6" Type="http://schemas.openxmlformats.org/officeDocument/2006/relationships/image" Target="../media/image191.wmf"/><Relationship Id="rId5" Type="http://schemas.openxmlformats.org/officeDocument/2006/relationships/image" Target="../media/image190.wmf"/><Relationship Id="rId4" Type="http://schemas.openxmlformats.org/officeDocument/2006/relationships/image" Target="../media/image189.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195.wmf"/><Relationship Id="rId2" Type="http://schemas.openxmlformats.org/officeDocument/2006/relationships/image" Target="../media/image194.wmf"/><Relationship Id="rId1" Type="http://schemas.openxmlformats.org/officeDocument/2006/relationships/image" Target="../media/image193.wmf"/><Relationship Id="rId4" Type="http://schemas.openxmlformats.org/officeDocument/2006/relationships/image" Target="../media/image196.wmf"/></Relationships>
</file>

<file path=ppt/drawings/_rels/vmlDrawing44.vml.rels><?xml version="1.0" encoding="UTF-8" standalone="yes"?>
<Relationships xmlns="http://schemas.openxmlformats.org/package/2006/relationships"><Relationship Id="rId8" Type="http://schemas.openxmlformats.org/officeDocument/2006/relationships/image" Target="../media/image204.wmf"/><Relationship Id="rId3" Type="http://schemas.openxmlformats.org/officeDocument/2006/relationships/image" Target="../media/image199.wmf"/><Relationship Id="rId7" Type="http://schemas.openxmlformats.org/officeDocument/2006/relationships/image" Target="../media/image203.wmf"/><Relationship Id="rId12" Type="http://schemas.openxmlformats.org/officeDocument/2006/relationships/image" Target="../media/image208.wmf"/><Relationship Id="rId2" Type="http://schemas.openxmlformats.org/officeDocument/2006/relationships/image" Target="../media/image198.emf"/><Relationship Id="rId1" Type="http://schemas.openxmlformats.org/officeDocument/2006/relationships/image" Target="../media/image197.wmf"/><Relationship Id="rId6" Type="http://schemas.openxmlformats.org/officeDocument/2006/relationships/image" Target="../media/image202.wmf"/><Relationship Id="rId11" Type="http://schemas.openxmlformats.org/officeDocument/2006/relationships/image" Target="../media/image207.wmf"/><Relationship Id="rId5" Type="http://schemas.openxmlformats.org/officeDocument/2006/relationships/image" Target="../media/image201.wmf"/><Relationship Id="rId10" Type="http://schemas.openxmlformats.org/officeDocument/2006/relationships/image" Target="../media/image206.emf"/><Relationship Id="rId4" Type="http://schemas.openxmlformats.org/officeDocument/2006/relationships/image" Target="../media/image200.wmf"/><Relationship Id="rId9" Type="http://schemas.openxmlformats.org/officeDocument/2006/relationships/image" Target="../media/image205.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211.wmf"/><Relationship Id="rId2" Type="http://schemas.openxmlformats.org/officeDocument/2006/relationships/image" Target="../media/image210.wmf"/><Relationship Id="rId1" Type="http://schemas.openxmlformats.org/officeDocument/2006/relationships/image" Target="../media/image209.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215.emf"/><Relationship Id="rId1" Type="http://schemas.openxmlformats.org/officeDocument/2006/relationships/image" Target="../media/image214.e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218.wmf"/><Relationship Id="rId1" Type="http://schemas.openxmlformats.org/officeDocument/2006/relationships/image" Target="../media/image217.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220.wmf"/><Relationship Id="rId1" Type="http://schemas.openxmlformats.org/officeDocument/2006/relationships/image" Target="../media/image219.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223.wmf"/><Relationship Id="rId2" Type="http://schemas.openxmlformats.org/officeDocument/2006/relationships/image" Target="../media/image222.wmf"/><Relationship Id="rId1" Type="http://schemas.openxmlformats.org/officeDocument/2006/relationships/image" Target="../media/image221.wmf"/><Relationship Id="rId5" Type="http://schemas.openxmlformats.org/officeDocument/2006/relationships/image" Target="../media/image225.wmf"/><Relationship Id="rId4" Type="http://schemas.openxmlformats.org/officeDocument/2006/relationships/image" Target="../media/image224.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228.wmf"/><Relationship Id="rId2" Type="http://schemas.openxmlformats.org/officeDocument/2006/relationships/image" Target="../media/image227.wmf"/><Relationship Id="rId1" Type="http://schemas.openxmlformats.org/officeDocument/2006/relationships/image" Target="../media/image226.wmf"/><Relationship Id="rId6" Type="http://schemas.openxmlformats.org/officeDocument/2006/relationships/image" Target="../media/image231.wmf"/><Relationship Id="rId5" Type="http://schemas.openxmlformats.org/officeDocument/2006/relationships/image" Target="../media/image230.wmf"/><Relationship Id="rId4" Type="http://schemas.openxmlformats.org/officeDocument/2006/relationships/image" Target="../media/image229.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234.wmf"/><Relationship Id="rId2" Type="http://schemas.openxmlformats.org/officeDocument/2006/relationships/image" Target="../media/image233.wmf"/><Relationship Id="rId1" Type="http://schemas.openxmlformats.org/officeDocument/2006/relationships/image" Target="../media/image232.wmf"/><Relationship Id="rId4" Type="http://schemas.openxmlformats.org/officeDocument/2006/relationships/image" Target="../media/image235.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238.wmf"/><Relationship Id="rId2" Type="http://schemas.openxmlformats.org/officeDocument/2006/relationships/image" Target="../media/image237.wmf"/><Relationship Id="rId1" Type="http://schemas.openxmlformats.org/officeDocument/2006/relationships/image" Target="../media/image236.wmf"/><Relationship Id="rId6" Type="http://schemas.openxmlformats.org/officeDocument/2006/relationships/image" Target="../media/image241.wmf"/><Relationship Id="rId5" Type="http://schemas.openxmlformats.org/officeDocument/2006/relationships/image" Target="../media/image240.wmf"/><Relationship Id="rId4" Type="http://schemas.openxmlformats.org/officeDocument/2006/relationships/image" Target="../media/image239.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242.wmf"/><Relationship Id="rId2" Type="http://schemas.openxmlformats.org/officeDocument/2006/relationships/image" Target="../media/image234.wmf"/><Relationship Id="rId1" Type="http://schemas.openxmlformats.org/officeDocument/2006/relationships/image" Target="../media/image233.wmf"/><Relationship Id="rId5" Type="http://schemas.openxmlformats.org/officeDocument/2006/relationships/image" Target="../media/image244.wmf"/><Relationship Id="rId4" Type="http://schemas.openxmlformats.org/officeDocument/2006/relationships/image" Target="../media/image243.wmf"/></Relationships>
</file>

<file path=ppt/drawings/_rels/vmlDrawing54.vml.rels><?xml version="1.0" encoding="UTF-8" standalone="yes"?>
<Relationships xmlns="http://schemas.openxmlformats.org/package/2006/relationships"><Relationship Id="rId8" Type="http://schemas.openxmlformats.org/officeDocument/2006/relationships/image" Target="../media/image251.wmf"/><Relationship Id="rId3" Type="http://schemas.openxmlformats.org/officeDocument/2006/relationships/image" Target="../media/image156.wmf"/><Relationship Id="rId7" Type="http://schemas.openxmlformats.org/officeDocument/2006/relationships/image" Target="../media/image250.wmf"/><Relationship Id="rId2" Type="http://schemas.openxmlformats.org/officeDocument/2006/relationships/image" Target="../media/image246.wmf"/><Relationship Id="rId1" Type="http://schemas.openxmlformats.org/officeDocument/2006/relationships/image" Target="../media/image245.wmf"/><Relationship Id="rId6" Type="http://schemas.openxmlformats.org/officeDocument/2006/relationships/image" Target="../media/image249.wmf"/><Relationship Id="rId5" Type="http://schemas.openxmlformats.org/officeDocument/2006/relationships/image" Target="../media/image248.wmf"/><Relationship Id="rId4" Type="http://schemas.openxmlformats.org/officeDocument/2006/relationships/image" Target="../media/image247.wmf"/></Relationships>
</file>

<file path=ppt/drawings/_rels/vmlDrawing55.vml.rels><?xml version="1.0" encoding="UTF-8" standalone="yes"?>
<Relationships xmlns="http://schemas.openxmlformats.org/package/2006/relationships"><Relationship Id="rId8" Type="http://schemas.openxmlformats.org/officeDocument/2006/relationships/image" Target="../media/image262.wmf"/><Relationship Id="rId3" Type="http://schemas.openxmlformats.org/officeDocument/2006/relationships/image" Target="../media/image257.wmf"/><Relationship Id="rId7" Type="http://schemas.openxmlformats.org/officeDocument/2006/relationships/image" Target="../media/image261.wmf"/><Relationship Id="rId2" Type="http://schemas.openxmlformats.org/officeDocument/2006/relationships/image" Target="../media/image256.wmf"/><Relationship Id="rId1" Type="http://schemas.openxmlformats.org/officeDocument/2006/relationships/image" Target="../media/image255.wmf"/><Relationship Id="rId6" Type="http://schemas.openxmlformats.org/officeDocument/2006/relationships/image" Target="../media/image260.wmf"/><Relationship Id="rId5" Type="http://schemas.openxmlformats.org/officeDocument/2006/relationships/image" Target="../media/image259.wmf"/><Relationship Id="rId4" Type="http://schemas.openxmlformats.org/officeDocument/2006/relationships/image" Target="../media/image258.wmf"/><Relationship Id="rId9" Type="http://schemas.openxmlformats.org/officeDocument/2006/relationships/image" Target="../media/image263.wmf"/></Relationships>
</file>

<file path=ppt/drawings/_rels/vmlDrawing56.vml.rels><?xml version="1.0" encoding="UTF-8" standalone="yes"?>
<Relationships xmlns="http://schemas.openxmlformats.org/package/2006/relationships"><Relationship Id="rId8" Type="http://schemas.openxmlformats.org/officeDocument/2006/relationships/image" Target="../media/image271.wmf"/><Relationship Id="rId3" Type="http://schemas.openxmlformats.org/officeDocument/2006/relationships/image" Target="../media/image266.wmf"/><Relationship Id="rId7" Type="http://schemas.openxmlformats.org/officeDocument/2006/relationships/image" Target="../media/image270.wmf"/><Relationship Id="rId2" Type="http://schemas.openxmlformats.org/officeDocument/2006/relationships/image" Target="../media/image265.wmf"/><Relationship Id="rId1" Type="http://schemas.openxmlformats.org/officeDocument/2006/relationships/image" Target="../media/image264.wmf"/><Relationship Id="rId6" Type="http://schemas.openxmlformats.org/officeDocument/2006/relationships/image" Target="../media/image269.wmf"/><Relationship Id="rId5" Type="http://schemas.openxmlformats.org/officeDocument/2006/relationships/image" Target="../media/image268.wmf"/><Relationship Id="rId10" Type="http://schemas.openxmlformats.org/officeDocument/2006/relationships/image" Target="../media/image273.wmf"/><Relationship Id="rId4" Type="http://schemas.openxmlformats.org/officeDocument/2006/relationships/image" Target="../media/image267.wmf"/><Relationship Id="rId9" Type="http://schemas.openxmlformats.org/officeDocument/2006/relationships/image" Target="../media/image272.wmf"/></Relationships>
</file>

<file path=ppt/drawings/_rels/vmlDrawing57.vml.rels><?xml version="1.0" encoding="UTF-8" standalone="yes"?>
<Relationships xmlns="http://schemas.openxmlformats.org/package/2006/relationships"><Relationship Id="rId8" Type="http://schemas.openxmlformats.org/officeDocument/2006/relationships/image" Target="../media/image281.wmf"/><Relationship Id="rId3" Type="http://schemas.openxmlformats.org/officeDocument/2006/relationships/image" Target="../media/image276.wmf"/><Relationship Id="rId7" Type="http://schemas.openxmlformats.org/officeDocument/2006/relationships/image" Target="../media/image280.wmf"/><Relationship Id="rId2" Type="http://schemas.openxmlformats.org/officeDocument/2006/relationships/image" Target="../media/image275.wmf"/><Relationship Id="rId1" Type="http://schemas.openxmlformats.org/officeDocument/2006/relationships/image" Target="../media/image274.wmf"/><Relationship Id="rId6" Type="http://schemas.openxmlformats.org/officeDocument/2006/relationships/image" Target="../media/image279.wmf"/><Relationship Id="rId5" Type="http://schemas.openxmlformats.org/officeDocument/2006/relationships/image" Target="../media/image278.wmf"/><Relationship Id="rId4" Type="http://schemas.openxmlformats.org/officeDocument/2006/relationships/image" Target="../media/image277.wmf"/></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283.wmf"/><Relationship Id="rId2" Type="http://schemas.openxmlformats.org/officeDocument/2006/relationships/image" Target="../media/image282.wmf"/><Relationship Id="rId1" Type="http://schemas.openxmlformats.org/officeDocument/2006/relationships/image" Target="../media/image274.wmf"/><Relationship Id="rId6" Type="http://schemas.openxmlformats.org/officeDocument/2006/relationships/image" Target="../media/image286.wmf"/><Relationship Id="rId5" Type="http://schemas.openxmlformats.org/officeDocument/2006/relationships/image" Target="../media/image285.wmf"/><Relationship Id="rId4" Type="http://schemas.openxmlformats.org/officeDocument/2006/relationships/image" Target="../media/image28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5" name="Rectangle 3"/>
          <p:cNvSpPr>
            <a:spLocks noChangeArrowheads="1"/>
          </p:cNvSpPr>
          <p:nvPr/>
        </p:nvSpPr>
        <p:spPr bwMode="auto">
          <a:xfrm>
            <a:off x="5192713" y="6234113"/>
            <a:ext cx="42354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lIns="88561" tIns="43503" rIns="88561" bIns="43503" anchor="b"/>
          <a:lstStyle/>
          <a:p>
            <a:pPr algn="r" defTabSz="895350"/>
            <a:fld id="{E7322D12-7125-4879-A55B-06C308174D93}" type="slidenum">
              <a:rPr lang="zh-CN" altLang="en-US" sz="1200" b="0" i="0"/>
              <a:pPr algn="r" defTabSz="895350"/>
              <a:t>‹#›</a:t>
            </a:fld>
            <a:endParaRPr lang="en-US" altLang="zh-CN" sz="1200" b="0" i="0"/>
          </a:p>
        </p:txBody>
      </p:sp>
    </p:spTree>
    <p:extLst>
      <p:ext uri="{BB962C8B-B14F-4D97-AF65-F5344CB8AC3E}">
        <p14:creationId xmlns:p14="http://schemas.microsoft.com/office/powerpoint/2010/main" val="25241084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548" name="Rectangle 1028"/>
          <p:cNvSpPr>
            <a:spLocks noGrp="1" noRot="1" noChangeAspect="1" noChangeArrowheads="1" noTextEdit="1"/>
          </p:cNvSpPr>
          <p:nvPr>
            <p:ph type="sldImg" idx="2"/>
          </p:nvPr>
        </p:nvSpPr>
        <p:spPr bwMode="auto">
          <a:xfrm>
            <a:off x="3086100" y="498475"/>
            <a:ext cx="3602038" cy="2493963"/>
          </a:xfrm>
          <a:prstGeom prst="rect">
            <a:avLst/>
          </a:prstGeom>
          <a:no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8549" name="Rectangle 1029"/>
          <p:cNvSpPr>
            <a:spLocks noGrp="1" noChangeArrowheads="1"/>
          </p:cNvSpPr>
          <p:nvPr>
            <p:ph type="body" sz="quarter" idx="3"/>
          </p:nvPr>
        </p:nvSpPr>
        <p:spPr bwMode="auto">
          <a:xfrm>
            <a:off x="1301750" y="3159125"/>
            <a:ext cx="7170738" cy="299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89492" tIns="44746" rIns="89492" bIns="44746"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8550" name="Rectangle 1030"/>
          <p:cNvSpPr>
            <a:spLocks noGrp="1" noChangeArrowheads="1"/>
          </p:cNvSpPr>
          <p:nvPr>
            <p:ph type="ftr" sz="quarter" idx="4"/>
          </p:nvPr>
        </p:nvSpPr>
        <p:spPr bwMode="auto">
          <a:xfrm>
            <a:off x="0" y="6316663"/>
            <a:ext cx="4235450" cy="33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89492" tIns="44746" rIns="89492" bIns="44746" numCol="1" anchor="b" anchorCtr="0" compatLnSpc="1">
            <a:prstTxWarp prst="textNoShape">
              <a:avLst/>
            </a:prstTxWarp>
          </a:bodyPr>
          <a:lstStyle>
            <a:lvl1pPr algn="l" defTabSz="895350">
              <a:defRPr sz="1200" i="0"/>
            </a:lvl1pPr>
          </a:lstStyle>
          <a:p>
            <a:r>
              <a:rPr lang="zh-CN" altLang="en-US"/>
              <a:t>Confidential, for review only</a:t>
            </a:r>
            <a:r>
              <a:rPr lang="en-US" altLang="en-US"/>
              <a:t>Borland</a:t>
            </a:r>
          </a:p>
        </p:txBody>
      </p:sp>
      <p:sp>
        <p:nvSpPr>
          <p:cNvPr id="108551" name="Rectangle 1031"/>
          <p:cNvSpPr>
            <a:spLocks noGrp="1" noChangeArrowheads="1"/>
          </p:cNvSpPr>
          <p:nvPr>
            <p:ph type="sldNum" sz="quarter" idx="5"/>
          </p:nvPr>
        </p:nvSpPr>
        <p:spPr bwMode="auto">
          <a:xfrm>
            <a:off x="5538788" y="6316663"/>
            <a:ext cx="4235450" cy="33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89492" tIns="44746" rIns="89492" bIns="44746" numCol="1" anchor="b" anchorCtr="0" compatLnSpc="1">
            <a:prstTxWarp prst="textNoShape">
              <a:avLst/>
            </a:prstTxWarp>
          </a:bodyPr>
          <a:lstStyle>
            <a:lvl1pPr algn="r" defTabSz="895350">
              <a:defRPr sz="1200" i="0"/>
            </a:lvl1pPr>
          </a:lstStyle>
          <a:p>
            <a:fld id="{A1ED86A9-F446-4B80-A5D9-AC861DF09019}" type="slidenum">
              <a:rPr lang="zh-CN" altLang="en-US"/>
              <a:pPr/>
              <a:t>‹#›</a:t>
            </a:fld>
            <a:endParaRPr lang="en-US" altLang="zh-CN"/>
          </a:p>
        </p:txBody>
      </p:sp>
    </p:spTree>
    <p:extLst>
      <p:ext uri="{BB962C8B-B14F-4D97-AF65-F5344CB8AC3E}">
        <p14:creationId xmlns:p14="http://schemas.microsoft.com/office/powerpoint/2010/main" val="4101528770"/>
      </p:ext>
    </p:extLst>
  </p:cSld>
  <p:clrMap bg1="lt1" tx1="dk1" bg2="lt2" tx2="dk2" accent1="accent1" accent2="accent2" accent3="accent3" accent4="accent4" accent5="accent5" accent6="accent6" hlink="hlink" folHlink="folHlink"/>
  <p:hf hdr="0" dt="0"/>
  <p:notesStyle>
    <a:lvl1pPr marL="222250" indent="-222250" algn="l" rtl="0" eaLnBrk="0" fontAlgn="base" hangingPunct="0">
      <a:lnSpc>
        <a:spcPct val="90000"/>
      </a:lnSpc>
      <a:spcBef>
        <a:spcPct val="20000"/>
      </a:spcBef>
      <a:spcAft>
        <a:spcPct val="0"/>
      </a:spcAft>
      <a:buSzPct val="100000"/>
      <a:buChar char="•"/>
      <a:defRPr sz="1200" kern="1200">
        <a:solidFill>
          <a:schemeClr val="tx1"/>
        </a:solidFill>
        <a:latin typeface="Times New Roman" pitchFamily="18" charset="0"/>
        <a:ea typeface="宋体" pitchFamily="2" charset="-122"/>
        <a:cs typeface="+mn-cs"/>
      </a:defRPr>
    </a:lvl1pPr>
    <a:lvl2pPr marL="520700" indent="-184150" algn="l" rtl="0" eaLnBrk="0" fontAlgn="base" hangingPunct="0">
      <a:lnSpc>
        <a:spcPct val="90000"/>
      </a:lnSpc>
      <a:spcBef>
        <a:spcPct val="20000"/>
      </a:spcBef>
      <a:spcAft>
        <a:spcPct val="0"/>
      </a:spcAft>
      <a:buSzPct val="100000"/>
      <a:buChar char="-"/>
      <a:defRPr sz="1200" kern="1200">
        <a:solidFill>
          <a:schemeClr val="tx1"/>
        </a:solidFill>
        <a:latin typeface="Times New Roman" pitchFamily="18" charset="0"/>
        <a:ea typeface="宋体" pitchFamily="2" charset="-122"/>
        <a:cs typeface="+mn-cs"/>
      </a:defRPr>
    </a:lvl2pPr>
    <a:lvl3pPr marL="914400" algn="l" rtl="0" eaLnBrk="0" fontAlgn="base" hangingPunct="0">
      <a:lnSpc>
        <a:spcPct val="89000"/>
      </a:lnSpc>
      <a:spcBef>
        <a:spcPct val="40000"/>
      </a:spcBef>
      <a:spcAft>
        <a:spcPct val="0"/>
      </a:spcAft>
      <a:buSzPct val="100000"/>
      <a:buChar char="•"/>
      <a:defRPr sz="1200" kern="1200">
        <a:solidFill>
          <a:schemeClr val="tx1"/>
        </a:solidFill>
        <a:latin typeface="Times New Roman" pitchFamily="18" charset="0"/>
        <a:ea typeface="宋体" pitchFamily="2" charset="-122"/>
        <a:cs typeface="+mn-cs"/>
      </a:defRPr>
    </a:lvl3pPr>
    <a:lvl4pPr marL="1371600" algn="l" rtl="0" eaLnBrk="0" fontAlgn="base" hangingPunct="0">
      <a:lnSpc>
        <a:spcPct val="89000"/>
      </a:lnSpc>
      <a:spcBef>
        <a:spcPct val="40000"/>
      </a:spcBef>
      <a:spcAft>
        <a:spcPct val="0"/>
      </a:spcAft>
      <a:buSzPct val="100000"/>
      <a:buChar char="•"/>
      <a:defRPr sz="1200" kern="1200">
        <a:solidFill>
          <a:schemeClr val="tx1"/>
        </a:solidFill>
        <a:latin typeface="Times New Roman" pitchFamily="18" charset="0"/>
        <a:ea typeface="宋体" pitchFamily="2" charset="-122"/>
        <a:cs typeface="+mn-cs"/>
      </a:defRPr>
    </a:lvl4pPr>
    <a:lvl5pPr marL="1828800" algn="l" rtl="0" eaLnBrk="0" fontAlgn="base" hangingPunct="0">
      <a:lnSpc>
        <a:spcPct val="89000"/>
      </a:lnSpc>
      <a:spcBef>
        <a:spcPct val="40000"/>
      </a:spcBef>
      <a:spcAft>
        <a:spcPct val="0"/>
      </a:spcAft>
      <a:buSzPct val="100000"/>
      <a:buChar char="•"/>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r>
              <a:rPr lang="en-US" altLang="en-US"/>
              <a:t>Borland</a:t>
            </a:r>
          </a:p>
        </p:txBody>
      </p:sp>
      <p:sp>
        <p:nvSpPr>
          <p:cNvPr id="5" name="Rectangle 1031"/>
          <p:cNvSpPr>
            <a:spLocks noGrp="1" noChangeArrowheads="1"/>
          </p:cNvSpPr>
          <p:nvPr>
            <p:ph type="sldNum" sz="quarter" idx="5"/>
          </p:nvPr>
        </p:nvSpPr>
        <p:spPr>
          <a:ln/>
        </p:spPr>
        <p:txBody>
          <a:bodyPr/>
          <a:lstStyle/>
          <a:p>
            <a:fld id="{50D27252-5D23-4CCB-8577-8B01F1641F35}" type="slidenum">
              <a:rPr lang="zh-CN" altLang="en-US"/>
              <a:pPr/>
              <a:t>1</a:t>
            </a:fld>
            <a:endParaRPr lang="en-US" altLang="zh-CN"/>
          </a:p>
        </p:txBody>
      </p:sp>
      <p:sp>
        <p:nvSpPr>
          <p:cNvPr id="817154" name="Rectangle 2"/>
          <p:cNvSpPr>
            <a:spLocks noGrp="1" noRot="1" noChangeAspect="1" noChangeArrowheads="1" noTextEdit="1"/>
          </p:cNvSpPr>
          <p:nvPr>
            <p:ph type="sldImg"/>
          </p:nvPr>
        </p:nvSpPr>
        <p:spPr>
          <a:xfrm>
            <a:off x="3086100" y="498475"/>
            <a:ext cx="3602038" cy="2493963"/>
          </a:xfrm>
          <a:ln/>
        </p:spPr>
      </p:sp>
      <p:sp>
        <p:nvSpPr>
          <p:cNvPr id="81715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308146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086100" y="498475"/>
            <a:ext cx="3602038" cy="2493963"/>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9A651E5-8A9E-4CCE-BFD1-ECB3CDB27B84}" type="slidenum">
              <a:rPr lang="zh-CN" altLang="en-US">
                <a:solidFill>
                  <a:prstClr val="black"/>
                </a:solidFill>
              </a:rPr>
              <a:pPr/>
              <a:t>3</a:t>
            </a:fld>
            <a:endParaRPr lang="zh-CN" altLang="en-US">
              <a:solidFill>
                <a:prstClr val="black"/>
              </a:solidFill>
            </a:endParaRPr>
          </a:p>
        </p:txBody>
      </p:sp>
    </p:spTree>
    <p:extLst>
      <p:ext uri="{BB962C8B-B14F-4D97-AF65-F5344CB8AC3E}">
        <p14:creationId xmlns:p14="http://schemas.microsoft.com/office/powerpoint/2010/main" val="25325692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pic>
        <p:nvPicPr>
          <p:cNvPr id="105483" name="Picture 11" descr="BorlandTitle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0" y="0"/>
            <a:ext cx="9906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5475" name="Rectangle 3"/>
          <p:cNvSpPr>
            <a:spLocks noGrp="1" noChangeArrowheads="1"/>
          </p:cNvSpPr>
          <p:nvPr>
            <p:ph type="subTitle" sz="quarter" idx="1"/>
          </p:nvPr>
        </p:nvSpPr>
        <p:spPr>
          <a:xfrm>
            <a:off x="2146312" y="3505206"/>
            <a:ext cx="5745163" cy="976313"/>
          </a:xfrm>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1"/>
                  </a:outerShdw>
                </a:effectLst>
              </a14:hiddenEffects>
            </a:ext>
          </a:extLst>
        </p:spPr>
        <p:txBody>
          <a:bodyPr/>
          <a:lstStyle>
            <a:lvl1pPr marL="0" indent="0" algn="ctr">
              <a:lnSpc>
                <a:spcPct val="95000"/>
              </a:lnSpc>
              <a:spcBef>
                <a:spcPct val="10000"/>
              </a:spcBef>
              <a:buFont typeface="Wingdings" pitchFamily="2" charset="2"/>
              <a:buNone/>
              <a:defRPr sz="3200">
                <a:solidFill>
                  <a:srgbClr val="C1C4DD"/>
                </a:solidFill>
              </a:defRPr>
            </a:lvl1pPr>
          </a:lstStyle>
          <a:p>
            <a:pPr lvl="0"/>
            <a:r>
              <a:rPr lang="en-US" altLang="en-US" noProof="0"/>
              <a:t>Speaker’s Name,</a:t>
            </a:r>
          </a:p>
          <a:p>
            <a:pPr lvl="0"/>
            <a:r>
              <a:rPr lang="en-US" altLang="en-US" noProof="0"/>
              <a:t>Speaker’s Title</a:t>
            </a:r>
          </a:p>
        </p:txBody>
      </p:sp>
      <p:sp>
        <p:nvSpPr>
          <p:cNvPr id="105476" name="Rectangle 4"/>
          <p:cNvSpPr>
            <a:spLocks noGrp="1" noChangeArrowheads="1"/>
          </p:cNvSpPr>
          <p:nvPr>
            <p:ph type="ctrTitle" sz="quarter"/>
          </p:nvPr>
        </p:nvSpPr>
        <p:spPr>
          <a:xfrm>
            <a:off x="1096966" y="2136776"/>
            <a:ext cx="7608887" cy="1812804"/>
          </a:xfrm>
          <a:effectLst/>
          <a:extLst>
            <a:ext uri="{AF507438-7753-43E0-B8FC-AC1667EBCBE1}">
              <a14:hiddenEffects xmlns:a14="http://schemas.microsoft.com/office/drawing/2010/main">
                <a:effectLst>
                  <a:outerShdw dist="17961" dir="2700000" algn="ctr" rotWithShape="0">
                    <a:schemeClr val="bg1"/>
                  </a:outerShdw>
                </a:effectLst>
              </a14:hiddenEffects>
            </a:ext>
          </a:extLst>
        </p:spPr>
        <p:txBody>
          <a:bodyPr anchor="t"/>
          <a:lstStyle>
            <a:lvl1pPr algn="ctr">
              <a:lnSpc>
                <a:spcPct val="95000"/>
              </a:lnSpc>
              <a:buClr>
                <a:schemeClr val="folHlink"/>
              </a:buClr>
              <a:buSzPct val="95000"/>
              <a:defRPr sz="6200"/>
            </a:lvl1pPr>
          </a:lstStyle>
          <a:p>
            <a:pPr lvl="0"/>
            <a:r>
              <a:rPr lang="en-US" altLang="en-US" noProof="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lvl1pPr>
              <a:defRPr/>
            </a:lvl1pPr>
          </a:lstStyle>
          <a:p>
            <a:fld id="{1F5F0EBA-0C75-4BFC-809B-EB51E31A110C}" type="slidenum">
              <a:rPr lang="zh-CN" altLang="en-US"/>
              <a:pPr/>
              <a:t>‹#›</a:t>
            </a:fld>
            <a:endParaRPr lang="en-US" altLang="zh-CN"/>
          </a:p>
        </p:txBody>
      </p:sp>
      <p:sp>
        <p:nvSpPr>
          <p:cNvPr id="5" name="日期占位符 4"/>
          <p:cNvSpPr>
            <a:spLocks noGrp="1"/>
          </p:cNvSpPr>
          <p:nvPr>
            <p:ph type="dt" sz="half" idx="11"/>
          </p:nvPr>
        </p:nvSpPr>
        <p:spPr/>
        <p:txBody>
          <a:bodyPr/>
          <a:lstStyle>
            <a:lvl1pPr>
              <a:defRPr/>
            </a:lvl1pPr>
          </a:lstStyle>
          <a:p>
            <a:fld id="{3C8D7209-8540-466F-BFB0-B486ABF0E336}" type="datetime1">
              <a:rPr lang="zh-CN" altLang="en-US"/>
              <a:pPr/>
              <a:t>2024/11/11</a:t>
            </a:fld>
            <a:endParaRPr lang="en-US" altLang="zh-CN"/>
          </a:p>
        </p:txBody>
      </p:sp>
    </p:spTree>
    <p:extLst>
      <p:ext uri="{BB962C8B-B14F-4D97-AF65-F5344CB8AC3E}">
        <p14:creationId xmlns:p14="http://schemas.microsoft.com/office/powerpoint/2010/main" val="1207515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1"/>
            <a:ext cx="8420100" cy="553998"/>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82638" y="4129922"/>
            <a:ext cx="8420100" cy="276999"/>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灯片编号占位符 3"/>
          <p:cNvSpPr>
            <a:spLocks noGrp="1"/>
          </p:cNvSpPr>
          <p:nvPr>
            <p:ph type="sldNum" sz="quarter" idx="10"/>
          </p:nvPr>
        </p:nvSpPr>
        <p:spPr/>
        <p:txBody>
          <a:bodyPr/>
          <a:lstStyle>
            <a:lvl1pPr>
              <a:defRPr/>
            </a:lvl1pPr>
          </a:lstStyle>
          <a:p>
            <a:fld id="{0783EFAF-2E7B-479F-9E38-B91CD46D7635}" type="slidenum">
              <a:rPr lang="zh-CN" altLang="en-US"/>
              <a:pPr/>
              <a:t>‹#›</a:t>
            </a:fld>
            <a:endParaRPr lang="en-US" altLang="zh-CN"/>
          </a:p>
        </p:txBody>
      </p:sp>
      <p:sp>
        <p:nvSpPr>
          <p:cNvPr id="5" name="日期占位符 4"/>
          <p:cNvSpPr>
            <a:spLocks noGrp="1"/>
          </p:cNvSpPr>
          <p:nvPr>
            <p:ph type="dt" sz="half" idx="11"/>
          </p:nvPr>
        </p:nvSpPr>
        <p:spPr/>
        <p:txBody>
          <a:bodyPr/>
          <a:lstStyle>
            <a:lvl1pPr>
              <a:defRPr/>
            </a:lvl1pPr>
          </a:lstStyle>
          <a:p>
            <a:fld id="{2B67F3E3-66CF-4545-BF92-45FA9340685D}" type="datetime1">
              <a:rPr lang="zh-CN" altLang="en-US"/>
              <a:pPr/>
              <a:t>2024/11/11</a:t>
            </a:fld>
            <a:endParaRPr lang="en-US" altLang="zh-CN"/>
          </a:p>
        </p:txBody>
      </p:sp>
    </p:spTree>
    <p:extLst>
      <p:ext uri="{BB962C8B-B14F-4D97-AF65-F5344CB8AC3E}">
        <p14:creationId xmlns:p14="http://schemas.microsoft.com/office/powerpoint/2010/main" val="1885031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50875" y="1143022"/>
            <a:ext cx="4333875" cy="2365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37150" y="1143022"/>
            <a:ext cx="4333875" cy="2365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0"/>
          </p:nvPr>
        </p:nvSpPr>
        <p:spPr/>
        <p:txBody>
          <a:bodyPr/>
          <a:lstStyle>
            <a:lvl1pPr>
              <a:defRPr/>
            </a:lvl1pPr>
          </a:lstStyle>
          <a:p>
            <a:fld id="{686617FC-37DA-4D15-9DCC-A67CD96CA9DB}" type="slidenum">
              <a:rPr lang="zh-CN" altLang="en-US"/>
              <a:pPr/>
              <a:t>‹#›</a:t>
            </a:fld>
            <a:endParaRPr lang="en-US" altLang="zh-CN"/>
          </a:p>
        </p:txBody>
      </p:sp>
      <p:sp>
        <p:nvSpPr>
          <p:cNvPr id="6" name="日期占位符 5"/>
          <p:cNvSpPr>
            <a:spLocks noGrp="1"/>
          </p:cNvSpPr>
          <p:nvPr>
            <p:ph type="dt" sz="half" idx="11"/>
          </p:nvPr>
        </p:nvSpPr>
        <p:spPr/>
        <p:txBody>
          <a:bodyPr/>
          <a:lstStyle>
            <a:lvl1pPr>
              <a:defRPr/>
            </a:lvl1pPr>
          </a:lstStyle>
          <a:p>
            <a:fld id="{B1B22587-E41F-45CC-81B7-E4B235AF6E26}" type="datetime1">
              <a:rPr lang="zh-CN" altLang="en-US"/>
              <a:pPr/>
              <a:t>2024/11/11</a:t>
            </a:fld>
            <a:endParaRPr lang="en-US" altLang="zh-CN"/>
          </a:p>
        </p:txBody>
      </p:sp>
    </p:spTree>
    <p:extLst>
      <p:ext uri="{BB962C8B-B14F-4D97-AF65-F5344CB8AC3E}">
        <p14:creationId xmlns:p14="http://schemas.microsoft.com/office/powerpoint/2010/main" val="2062920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808240"/>
            <a:ext cx="8915400" cy="609398"/>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95300" y="1842476"/>
            <a:ext cx="4376738" cy="3323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300" y="2174896"/>
            <a:ext cx="4376738" cy="167892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032387" y="1842476"/>
            <a:ext cx="4378325" cy="3323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032387" y="2174896"/>
            <a:ext cx="4378325" cy="167892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灯片编号占位符 6"/>
          <p:cNvSpPr>
            <a:spLocks noGrp="1"/>
          </p:cNvSpPr>
          <p:nvPr>
            <p:ph type="sldNum" sz="quarter" idx="10"/>
          </p:nvPr>
        </p:nvSpPr>
        <p:spPr/>
        <p:txBody>
          <a:bodyPr/>
          <a:lstStyle>
            <a:lvl1pPr>
              <a:defRPr/>
            </a:lvl1pPr>
          </a:lstStyle>
          <a:p>
            <a:fld id="{BEF8C5C7-7DF3-4199-B174-0F413805CA04}" type="slidenum">
              <a:rPr lang="zh-CN" altLang="en-US"/>
              <a:pPr/>
              <a:t>‹#›</a:t>
            </a:fld>
            <a:endParaRPr lang="en-US" altLang="zh-CN"/>
          </a:p>
        </p:txBody>
      </p:sp>
      <p:sp>
        <p:nvSpPr>
          <p:cNvPr id="8" name="日期占位符 7"/>
          <p:cNvSpPr>
            <a:spLocks noGrp="1"/>
          </p:cNvSpPr>
          <p:nvPr>
            <p:ph type="dt" sz="half" idx="11"/>
          </p:nvPr>
        </p:nvSpPr>
        <p:spPr/>
        <p:txBody>
          <a:bodyPr/>
          <a:lstStyle>
            <a:lvl1pPr>
              <a:defRPr/>
            </a:lvl1pPr>
          </a:lstStyle>
          <a:p>
            <a:fld id="{E58B2080-0434-476B-B1E5-D525DED57CCF}" type="datetime1">
              <a:rPr lang="zh-CN" altLang="en-US"/>
              <a:pPr/>
              <a:t>2024/11/11</a:t>
            </a:fld>
            <a:endParaRPr lang="en-US" altLang="zh-CN"/>
          </a:p>
        </p:txBody>
      </p:sp>
    </p:spTree>
    <p:extLst>
      <p:ext uri="{BB962C8B-B14F-4D97-AF65-F5344CB8AC3E}">
        <p14:creationId xmlns:p14="http://schemas.microsoft.com/office/powerpoint/2010/main" val="2049385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灯片编号占位符 2"/>
          <p:cNvSpPr>
            <a:spLocks noGrp="1"/>
          </p:cNvSpPr>
          <p:nvPr>
            <p:ph type="sldNum" sz="quarter" idx="10"/>
          </p:nvPr>
        </p:nvSpPr>
        <p:spPr/>
        <p:txBody>
          <a:bodyPr/>
          <a:lstStyle>
            <a:lvl1pPr>
              <a:defRPr/>
            </a:lvl1pPr>
          </a:lstStyle>
          <a:p>
            <a:fld id="{ED8C8D27-CBBE-49CC-9896-60D63D6164E2}" type="slidenum">
              <a:rPr lang="zh-CN" altLang="en-US"/>
              <a:pPr/>
              <a:t>‹#›</a:t>
            </a:fld>
            <a:endParaRPr lang="en-US" altLang="zh-CN"/>
          </a:p>
        </p:txBody>
      </p:sp>
      <p:sp>
        <p:nvSpPr>
          <p:cNvPr id="4" name="日期占位符 3"/>
          <p:cNvSpPr>
            <a:spLocks noGrp="1"/>
          </p:cNvSpPr>
          <p:nvPr>
            <p:ph type="dt" sz="half" idx="11"/>
          </p:nvPr>
        </p:nvSpPr>
        <p:spPr/>
        <p:txBody>
          <a:bodyPr/>
          <a:lstStyle>
            <a:lvl1pPr>
              <a:defRPr/>
            </a:lvl1pPr>
          </a:lstStyle>
          <a:p>
            <a:fld id="{6755AA20-2874-41E7-A138-F7A91D67B135}" type="datetime1">
              <a:rPr lang="zh-CN" altLang="en-US"/>
              <a:pPr/>
              <a:t>2024/11/11</a:t>
            </a:fld>
            <a:endParaRPr lang="en-US" altLang="zh-CN"/>
          </a:p>
        </p:txBody>
      </p:sp>
    </p:spTree>
    <p:extLst>
      <p:ext uri="{BB962C8B-B14F-4D97-AF65-F5344CB8AC3E}">
        <p14:creationId xmlns:p14="http://schemas.microsoft.com/office/powerpoint/2010/main" val="1896897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lvl1pPr>
              <a:defRPr/>
            </a:lvl1pPr>
          </a:lstStyle>
          <a:p>
            <a:fld id="{43429F29-B133-4444-A609-BBFFE5B95422}" type="slidenum">
              <a:rPr lang="zh-CN" altLang="en-US"/>
              <a:pPr/>
              <a:t>‹#›</a:t>
            </a:fld>
            <a:endParaRPr lang="en-US" altLang="zh-CN"/>
          </a:p>
        </p:txBody>
      </p:sp>
      <p:sp>
        <p:nvSpPr>
          <p:cNvPr id="3" name="日期占位符 2"/>
          <p:cNvSpPr>
            <a:spLocks noGrp="1"/>
          </p:cNvSpPr>
          <p:nvPr>
            <p:ph type="dt" sz="half" idx="11"/>
          </p:nvPr>
        </p:nvSpPr>
        <p:spPr/>
        <p:txBody>
          <a:bodyPr/>
          <a:lstStyle>
            <a:lvl1pPr>
              <a:defRPr/>
            </a:lvl1pPr>
          </a:lstStyle>
          <a:p>
            <a:fld id="{B782C06A-46E6-48F0-8BC6-B9769A9FAB53}" type="datetime1">
              <a:rPr lang="zh-CN" altLang="en-US"/>
              <a:pPr/>
              <a:t>2024/11/11</a:t>
            </a:fld>
            <a:endParaRPr lang="en-US" altLang="zh-CN"/>
          </a:p>
        </p:txBody>
      </p:sp>
    </p:spTree>
    <p:extLst>
      <p:ext uri="{BB962C8B-B14F-4D97-AF65-F5344CB8AC3E}">
        <p14:creationId xmlns:p14="http://schemas.microsoft.com/office/powerpoint/2010/main" val="294217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8" y="1158111"/>
            <a:ext cx="3259138" cy="276999"/>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499" y="273061"/>
            <a:ext cx="5537201" cy="22129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95308" y="1435122"/>
            <a:ext cx="3259138" cy="1938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lvl1pPr>
              <a:defRPr/>
            </a:lvl1pPr>
          </a:lstStyle>
          <a:p>
            <a:fld id="{CD49D155-C3D7-4E4D-AEE5-1618F21586EE}" type="slidenum">
              <a:rPr lang="zh-CN" altLang="en-US"/>
              <a:pPr/>
              <a:t>‹#›</a:t>
            </a:fld>
            <a:endParaRPr lang="en-US" altLang="zh-CN"/>
          </a:p>
        </p:txBody>
      </p:sp>
      <p:sp>
        <p:nvSpPr>
          <p:cNvPr id="6" name="日期占位符 5"/>
          <p:cNvSpPr>
            <a:spLocks noGrp="1"/>
          </p:cNvSpPr>
          <p:nvPr>
            <p:ph type="dt" sz="half" idx="11"/>
          </p:nvPr>
        </p:nvSpPr>
        <p:spPr/>
        <p:txBody>
          <a:bodyPr/>
          <a:lstStyle>
            <a:lvl1pPr>
              <a:defRPr/>
            </a:lvl1pPr>
          </a:lstStyle>
          <a:p>
            <a:fld id="{6890A749-6CE5-45AA-84CD-A18B3430EC03}" type="datetime1">
              <a:rPr lang="zh-CN" altLang="en-US"/>
              <a:pPr/>
              <a:t>2024/11/11</a:t>
            </a:fld>
            <a:endParaRPr lang="en-US" altLang="zh-CN"/>
          </a:p>
        </p:txBody>
      </p:sp>
    </p:spTree>
    <p:extLst>
      <p:ext uri="{BB962C8B-B14F-4D97-AF65-F5344CB8AC3E}">
        <p14:creationId xmlns:p14="http://schemas.microsoft.com/office/powerpoint/2010/main" val="1742225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5090360"/>
            <a:ext cx="5943600" cy="276999"/>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513" y="612775"/>
            <a:ext cx="5943600" cy="44319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941513" y="5367359"/>
            <a:ext cx="5943600" cy="1938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lvl1pPr>
              <a:defRPr/>
            </a:lvl1pPr>
          </a:lstStyle>
          <a:p>
            <a:fld id="{6AB4CC16-E83D-4D59-8416-28CA6FC6B2FE}" type="slidenum">
              <a:rPr lang="zh-CN" altLang="en-US"/>
              <a:pPr/>
              <a:t>‹#›</a:t>
            </a:fld>
            <a:endParaRPr lang="en-US" altLang="zh-CN"/>
          </a:p>
        </p:txBody>
      </p:sp>
      <p:sp>
        <p:nvSpPr>
          <p:cNvPr id="6" name="日期占位符 5"/>
          <p:cNvSpPr>
            <a:spLocks noGrp="1"/>
          </p:cNvSpPr>
          <p:nvPr>
            <p:ph type="dt" sz="half" idx="11"/>
          </p:nvPr>
        </p:nvSpPr>
        <p:spPr/>
        <p:txBody>
          <a:bodyPr/>
          <a:lstStyle>
            <a:lvl1pPr>
              <a:defRPr/>
            </a:lvl1pPr>
          </a:lstStyle>
          <a:p>
            <a:fld id="{F0B4FDD6-168A-4441-BA69-8F78869D0F62}" type="datetime1">
              <a:rPr lang="zh-CN" altLang="en-US"/>
              <a:pPr/>
              <a:t>2024/11/11</a:t>
            </a:fld>
            <a:endParaRPr lang="en-US" altLang="zh-CN"/>
          </a:p>
        </p:txBody>
      </p:sp>
    </p:spTree>
    <p:extLst>
      <p:ext uri="{BB962C8B-B14F-4D97-AF65-F5344CB8AC3E}">
        <p14:creationId xmlns:p14="http://schemas.microsoft.com/office/powerpoint/2010/main" val="2652808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6030083" y="1143022"/>
            <a:ext cx="3440942" cy="23653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lvl1pPr>
              <a:defRPr/>
            </a:lvl1pPr>
          </a:lstStyle>
          <a:p>
            <a:fld id="{20A776D1-5F54-46FF-93A0-3A84A1C47241}" type="slidenum">
              <a:rPr lang="zh-CN" altLang="en-US"/>
              <a:pPr/>
              <a:t>‹#›</a:t>
            </a:fld>
            <a:endParaRPr lang="en-US" altLang="zh-CN"/>
          </a:p>
        </p:txBody>
      </p:sp>
      <p:sp>
        <p:nvSpPr>
          <p:cNvPr id="5" name="日期占位符 4"/>
          <p:cNvSpPr>
            <a:spLocks noGrp="1"/>
          </p:cNvSpPr>
          <p:nvPr>
            <p:ph type="dt" sz="half" idx="11"/>
          </p:nvPr>
        </p:nvSpPr>
        <p:spPr/>
        <p:txBody>
          <a:bodyPr/>
          <a:lstStyle>
            <a:lvl1pPr>
              <a:defRPr/>
            </a:lvl1pPr>
          </a:lstStyle>
          <a:p>
            <a:fld id="{5F255340-5578-4B94-8F48-22358BE97EB7}" type="datetime1">
              <a:rPr lang="zh-CN" altLang="en-US"/>
              <a:pPr/>
              <a:t>2024/11/11</a:t>
            </a:fld>
            <a:endParaRPr lang="en-US" altLang="zh-CN"/>
          </a:p>
        </p:txBody>
      </p:sp>
    </p:spTree>
    <p:extLst>
      <p:ext uri="{BB962C8B-B14F-4D97-AF65-F5344CB8AC3E}">
        <p14:creationId xmlns:p14="http://schemas.microsoft.com/office/powerpoint/2010/main" val="3777162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66001" y="311152"/>
            <a:ext cx="1828193" cy="31972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337443" y="311152"/>
            <a:ext cx="2776145" cy="31972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lvl1pPr>
              <a:defRPr/>
            </a:lvl1pPr>
          </a:lstStyle>
          <a:p>
            <a:fld id="{B6B3A13B-FC60-456C-B83D-F22CCE5DB0C6}" type="slidenum">
              <a:rPr lang="zh-CN" altLang="en-US"/>
              <a:pPr/>
              <a:t>‹#›</a:t>
            </a:fld>
            <a:endParaRPr lang="en-US" altLang="zh-CN"/>
          </a:p>
        </p:txBody>
      </p:sp>
      <p:sp>
        <p:nvSpPr>
          <p:cNvPr id="5" name="日期占位符 4"/>
          <p:cNvSpPr>
            <a:spLocks noGrp="1"/>
          </p:cNvSpPr>
          <p:nvPr>
            <p:ph type="dt" sz="half" idx="11"/>
          </p:nvPr>
        </p:nvSpPr>
        <p:spPr/>
        <p:txBody>
          <a:bodyPr/>
          <a:lstStyle>
            <a:lvl1pPr>
              <a:defRPr/>
            </a:lvl1pPr>
          </a:lstStyle>
          <a:p>
            <a:fld id="{81A63E26-1EC7-4EBC-9533-B81FF07C6B26}" type="datetime1">
              <a:rPr lang="zh-CN" altLang="en-US"/>
              <a:pPr/>
              <a:t>2024/11/11</a:t>
            </a:fld>
            <a:endParaRPr lang="en-US" altLang="zh-CN"/>
          </a:p>
        </p:txBody>
      </p:sp>
    </p:spTree>
    <p:extLst>
      <p:ext uri="{BB962C8B-B14F-4D97-AF65-F5344CB8AC3E}">
        <p14:creationId xmlns:p14="http://schemas.microsoft.com/office/powerpoint/2010/main" val="25569742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50878" y="305002"/>
            <a:ext cx="8820150" cy="609398"/>
          </a:xfrm>
        </p:spPr>
        <p:txBody>
          <a:bodyPr/>
          <a:lstStyle/>
          <a:p>
            <a:r>
              <a:rPr lang="zh-CN" altLang="en-US"/>
              <a:t>单击此处编辑母版标题样式</a:t>
            </a:r>
          </a:p>
        </p:txBody>
      </p:sp>
      <p:sp>
        <p:nvSpPr>
          <p:cNvPr id="3" name="文本占位符 2"/>
          <p:cNvSpPr>
            <a:spLocks noGrp="1"/>
          </p:cNvSpPr>
          <p:nvPr>
            <p:ph type="body" sz="half" idx="1"/>
          </p:nvPr>
        </p:nvSpPr>
        <p:spPr>
          <a:xfrm>
            <a:off x="650875" y="1143022"/>
            <a:ext cx="4333875" cy="277614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37150" y="1143022"/>
            <a:ext cx="4333875" cy="277614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0"/>
          </p:nvPr>
        </p:nvSpPr>
        <p:spPr>
          <a:xfrm>
            <a:off x="7321550" y="6324600"/>
            <a:ext cx="2501900" cy="527050"/>
          </a:xfrm>
        </p:spPr>
        <p:txBody>
          <a:bodyPr/>
          <a:lstStyle>
            <a:lvl1pPr>
              <a:defRPr/>
            </a:lvl1pPr>
          </a:lstStyle>
          <a:p>
            <a:fld id="{DF482511-91F8-4CD2-B4CB-4F19F6FAAFA8}" type="slidenum">
              <a:rPr lang="zh-CN" altLang="en-US"/>
              <a:pPr/>
              <a:t>‹#›</a:t>
            </a:fld>
            <a:endParaRPr lang="en-US" altLang="zh-CN"/>
          </a:p>
        </p:txBody>
      </p:sp>
      <p:sp>
        <p:nvSpPr>
          <p:cNvPr id="6" name="日期占位符 5"/>
          <p:cNvSpPr>
            <a:spLocks noGrp="1"/>
          </p:cNvSpPr>
          <p:nvPr>
            <p:ph type="dt" sz="half" idx="11"/>
          </p:nvPr>
        </p:nvSpPr>
        <p:spPr>
          <a:xfrm>
            <a:off x="14295" y="6350000"/>
            <a:ext cx="2297112" cy="577850"/>
          </a:xfrm>
        </p:spPr>
        <p:txBody>
          <a:bodyPr/>
          <a:lstStyle>
            <a:lvl1pPr>
              <a:defRPr/>
            </a:lvl1pPr>
          </a:lstStyle>
          <a:p>
            <a:fld id="{4F5D8DCA-2DF0-4799-BE0B-4FED1B83DD8B}" type="datetime1">
              <a:rPr lang="zh-CN" altLang="en-US"/>
              <a:pPr/>
              <a:t>2024/11/11</a:t>
            </a:fld>
            <a:endParaRPr lang="en-US" altLang="zh-CN"/>
          </a:p>
        </p:txBody>
      </p:sp>
    </p:spTree>
    <p:extLst>
      <p:ext uri="{BB962C8B-B14F-4D97-AF65-F5344CB8AC3E}">
        <p14:creationId xmlns:p14="http://schemas.microsoft.com/office/powerpoint/2010/main" val="9385085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50878" y="305002"/>
            <a:ext cx="8820150" cy="609398"/>
          </a:xfrm>
        </p:spPr>
        <p:txBody>
          <a:bodyPr/>
          <a:lstStyle/>
          <a:p>
            <a:r>
              <a:rPr lang="zh-CN" altLang="en-US"/>
              <a:t>单击此处编辑母版标题样式</a:t>
            </a:r>
          </a:p>
        </p:txBody>
      </p:sp>
      <p:sp>
        <p:nvSpPr>
          <p:cNvPr id="3" name="表格占位符 2"/>
          <p:cNvSpPr>
            <a:spLocks noGrp="1"/>
          </p:cNvSpPr>
          <p:nvPr>
            <p:ph type="tbl" idx="1"/>
          </p:nvPr>
        </p:nvSpPr>
        <p:spPr>
          <a:xfrm>
            <a:off x="650878" y="1143001"/>
            <a:ext cx="8820150" cy="387798"/>
          </a:xfrm>
        </p:spPr>
        <p:txBody>
          <a:bodyPr/>
          <a:lstStyle/>
          <a:p>
            <a:endParaRPr lang="zh-CN" altLang="en-US"/>
          </a:p>
        </p:txBody>
      </p:sp>
      <p:sp>
        <p:nvSpPr>
          <p:cNvPr id="4" name="灯片编号占位符 3"/>
          <p:cNvSpPr>
            <a:spLocks noGrp="1"/>
          </p:cNvSpPr>
          <p:nvPr>
            <p:ph type="sldNum" sz="quarter" idx="10"/>
          </p:nvPr>
        </p:nvSpPr>
        <p:spPr>
          <a:xfrm>
            <a:off x="7321550" y="6324600"/>
            <a:ext cx="2501900" cy="527050"/>
          </a:xfrm>
        </p:spPr>
        <p:txBody>
          <a:bodyPr/>
          <a:lstStyle>
            <a:lvl1pPr>
              <a:defRPr/>
            </a:lvl1pPr>
          </a:lstStyle>
          <a:p>
            <a:fld id="{A03F8B94-2087-43CE-9A9D-0E39EED82192}" type="slidenum">
              <a:rPr lang="zh-CN" altLang="en-US"/>
              <a:pPr/>
              <a:t>‹#›</a:t>
            </a:fld>
            <a:endParaRPr lang="en-US" altLang="zh-CN"/>
          </a:p>
        </p:txBody>
      </p:sp>
      <p:sp>
        <p:nvSpPr>
          <p:cNvPr id="5" name="日期占位符 4"/>
          <p:cNvSpPr>
            <a:spLocks noGrp="1"/>
          </p:cNvSpPr>
          <p:nvPr>
            <p:ph type="dt" sz="half" idx="11"/>
          </p:nvPr>
        </p:nvSpPr>
        <p:spPr>
          <a:xfrm>
            <a:off x="14295" y="6350000"/>
            <a:ext cx="2297112" cy="577850"/>
          </a:xfrm>
        </p:spPr>
        <p:txBody>
          <a:bodyPr/>
          <a:lstStyle>
            <a:lvl1pPr>
              <a:defRPr/>
            </a:lvl1pPr>
          </a:lstStyle>
          <a:p>
            <a:fld id="{72BCE45D-6A78-44F6-9280-5DF291D193FA}" type="datetime1">
              <a:rPr lang="zh-CN" altLang="en-US"/>
              <a:pPr/>
              <a:t>2024/11/11</a:t>
            </a:fld>
            <a:endParaRPr lang="en-US" altLang="zh-CN"/>
          </a:p>
        </p:txBody>
      </p:sp>
    </p:spTree>
    <p:extLst>
      <p:ext uri="{BB962C8B-B14F-4D97-AF65-F5344CB8AC3E}">
        <p14:creationId xmlns:p14="http://schemas.microsoft.com/office/powerpoint/2010/main" val="8879137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9218" name="Rectangle 2"/>
          <p:cNvSpPr>
            <a:spLocks noGrp="1" noRot="1" noChangeArrowheads="1"/>
          </p:cNvSpPr>
          <p:nvPr>
            <p:ph type="ctrTitle"/>
          </p:nvPr>
        </p:nvSpPr>
        <p:spPr>
          <a:xfrm>
            <a:off x="4292600" y="1066800"/>
            <a:ext cx="5035550" cy="1981200"/>
          </a:xfrm>
        </p:spPr>
        <p:txBody>
          <a:bodyPr/>
          <a:lstStyle>
            <a:lvl1pPr>
              <a:defRPr/>
            </a:lvl1pPr>
          </a:lstStyle>
          <a:p>
            <a:pPr lvl="0"/>
            <a:r>
              <a:rPr lang="zh-CN" altLang="en-US" noProof="0"/>
              <a:t>单击此处编辑母版标题样式</a:t>
            </a:r>
          </a:p>
        </p:txBody>
      </p:sp>
      <p:sp>
        <p:nvSpPr>
          <p:cNvPr id="9219" name="Rectangle 3"/>
          <p:cNvSpPr>
            <a:spLocks noGrp="1" noRot="1" noChangeArrowheads="1"/>
          </p:cNvSpPr>
          <p:nvPr>
            <p:ph type="subTitle" idx="1"/>
          </p:nvPr>
        </p:nvSpPr>
        <p:spPr>
          <a:xfrm>
            <a:off x="4292600" y="3657600"/>
            <a:ext cx="4953000" cy="16764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9220" name="Rectangle 4"/>
          <p:cNvSpPr>
            <a:spLocks noGrp="1" noChangeArrowheads="1"/>
          </p:cNvSpPr>
          <p:nvPr>
            <p:ph type="dt" sz="half" idx="2"/>
          </p:nvPr>
        </p:nvSpPr>
        <p:spPr>
          <a:xfrm>
            <a:off x="326765" y="6076950"/>
            <a:ext cx="2479940" cy="476250"/>
          </a:xfrm>
        </p:spPr>
        <p:txBody>
          <a:bodyPr/>
          <a:lstStyle>
            <a:lvl1pPr>
              <a:defRPr/>
            </a:lvl1pPr>
          </a:lstStyle>
          <a:p>
            <a:endParaRPr lang="en-US" altLang="zh-CN">
              <a:solidFill>
                <a:srgbClr val="0033CC"/>
              </a:solidFill>
            </a:endParaRPr>
          </a:p>
        </p:txBody>
      </p:sp>
      <p:sp>
        <p:nvSpPr>
          <p:cNvPr id="9221" name="Rectangle 5"/>
          <p:cNvSpPr>
            <a:spLocks noGrp="1" noChangeArrowheads="1"/>
          </p:cNvSpPr>
          <p:nvPr>
            <p:ph type="ftr" sz="quarter" idx="3"/>
          </p:nvPr>
        </p:nvSpPr>
        <p:spPr>
          <a:xfrm>
            <a:off x="3384550" y="6076950"/>
            <a:ext cx="3136900" cy="476250"/>
          </a:xfrm>
        </p:spPr>
        <p:txBody>
          <a:bodyPr/>
          <a:lstStyle>
            <a:lvl1pPr>
              <a:defRPr/>
            </a:lvl1pPr>
          </a:lstStyle>
          <a:p>
            <a:endParaRPr lang="en-US" altLang="zh-CN">
              <a:solidFill>
                <a:srgbClr val="0033CC"/>
              </a:solidFill>
            </a:endParaRPr>
          </a:p>
        </p:txBody>
      </p:sp>
      <p:sp>
        <p:nvSpPr>
          <p:cNvPr id="9222" name="Rectangle 6"/>
          <p:cNvSpPr>
            <a:spLocks noGrp="1" noChangeArrowheads="1"/>
          </p:cNvSpPr>
          <p:nvPr>
            <p:ph type="sldNum" sz="quarter" idx="4"/>
          </p:nvPr>
        </p:nvSpPr>
        <p:spPr>
          <a:xfrm>
            <a:off x="7099300" y="6076950"/>
            <a:ext cx="2479940" cy="476250"/>
          </a:xfrm>
        </p:spPr>
        <p:txBody>
          <a:bodyPr/>
          <a:lstStyle>
            <a:lvl1pPr>
              <a:defRPr/>
            </a:lvl1pPr>
          </a:lstStyle>
          <a:p>
            <a:fld id="{8352CE2A-6CC3-4C48-ADF9-D21ACE8EAD21}"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4978353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solidFill>
                <a:srgbClr val="0033CC"/>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33CC"/>
              </a:solidFill>
            </a:endParaRPr>
          </a:p>
        </p:txBody>
      </p:sp>
      <p:sp>
        <p:nvSpPr>
          <p:cNvPr id="6" name="灯片编号占位符 5"/>
          <p:cNvSpPr>
            <a:spLocks noGrp="1"/>
          </p:cNvSpPr>
          <p:nvPr>
            <p:ph type="sldNum" sz="quarter" idx="12"/>
          </p:nvPr>
        </p:nvSpPr>
        <p:spPr/>
        <p:txBody>
          <a:bodyPr/>
          <a:lstStyle>
            <a:lvl1pPr>
              <a:defRPr/>
            </a:lvl1pPr>
          </a:lstStyle>
          <a:p>
            <a:fld id="{C3FCAC26-3550-4708-8AE6-AF3F93BB7485}"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40398643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506" y="4406923"/>
            <a:ext cx="84201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82506"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0033CC"/>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33CC"/>
              </a:solidFill>
            </a:endParaRPr>
          </a:p>
        </p:txBody>
      </p:sp>
      <p:sp>
        <p:nvSpPr>
          <p:cNvPr id="6" name="灯片编号占位符 5"/>
          <p:cNvSpPr>
            <a:spLocks noGrp="1"/>
          </p:cNvSpPr>
          <p:nvPr>
            <p:ph type="sldNum" sz="quarter" idx="12"/>
          </p:nvPr>
        </p:nvSpPr>
        <p:spPr/>
        <p:txBody>
          <a:bodyPr/>
          <a:lstStyle>
            <a:lvl1pPr>
              <a:defRPr/>
            </a:lvl1pPr>
          </a:lstStyle>
          <a:p>
            <a:fld id="{6C8A2187-84E3-4AAC-9694-254172DDB578}"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14029826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30200" y="1981200"/>
            <a:ext cx="454369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38992" y="1981200"/>
            <a:ext cx="454369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solidFill>
                <a:srgbClr val="0033CC"/>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33CC"/>
              </a:solidFill>
            </a:endParaRPr>
          </a:p>
        </p:txBody>
      </p:sp>
      <p:sp>
        <p:nvSpPr>
          <p:cNvPr id="7" name="灯片编号占位符 6"/>
          <p:cNvSpPr>
            <a:spLocks noGrp="1"/>
          </p:cNvSpPr>
          <p:nvPr>
            <p:ph type="sldNum" sz="quarter" idx="12"/>
          </p:nvPr>
        </p:nvSpPr>
        <p:spPr/>
        <p:txBody>
          <a:bodyPr/>
          <a:lstStyle>
            <a:lvl1pPr>
              <a:defRPr/>
            </a:lvl1pPr>
          </a:lstStyle>
          <a:p>
            <a:fld id="{131FB7DB-31F1-45A8-807B-9FF9727940E7}"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16713320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274638"/>
            <a:ext cx="89154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032115"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032115"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solidFill>
                <a:srgbClr val="0033CC"/>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33CC"/>
              </a:solidFill>
            </a:endParaRPr>
          </a:p>
        </p:txBody>
      </p:sp>
      <p:sp>
        <p:nvSpPr>
          <p:cNvPr id="9" name="灯片编号占位符 8"/>
          <p:cNvSpPr>
            <a:spLocks noGrp="1"/>
          </p:cNvSpPr>
          <p:nvPr>
            <p:ph type="sldNum" sz="quarter" idx="12"/>
          </p:nvPr>
        </p:nvSpPr>
        <p:spPr/>
        <p:txBody>
          <a:bodyPr/>
          <a:lstStyle>
            <a:lvl1pPr>
              <a:defRPr/>
            </a:lvl1pPr>
          </a:lstStyle>
          <a:p>
            <a:fld id="{2A535B55-EB18-4F43-8C58-696666EF668C}"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42073736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solidFill>
                <a:srgbClr val="0033CC"/>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33CC"/>
              </a:solidFill>
            </a:endParaRPr>
          </a:p>
        </p:txBody>
      </p:sp>
      <p:sp>
        <p:nvSpPr>
          <p:cNvPr id="5" name="灯片编号占位符 4"/>
          <p:cNvSpPr>
            <a:spLocks noGrp="1"/>
          </p:cNvSpPr>
          <p:nvPr>
            <p:ph type="sldNum" sz="quarter" idx="12"/>
          </p:nvPr>
        </p:nvSpPr>
        <p:spPr/>
        <p:txBody>
          <a:bodyPr/>
          <a:lstStyle>
            <a:lvl1pPr>
              <a:defRPr/>
            </a:lvl1pPr>
          </a:lstStyle>
          <a:p>
            <a:fld id="{9E5C57E0-A270-4690-88D9-DE6B48D46BF6}"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15675558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0033CC"/>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33CC"/>
              </a:solidFill>
            </a:endParaRPr>
          </a:p>
        </p:txBody>
      </p:sp>
      <p:sp>
        <p:nvSpPr>
          <p:cNvPr id="4" name="灯片编号占位符 3"/>
          <p:cNvSpPr>
            <a:spLocks noGrp="1"/>
          </p:cNvSpPr>
          <p:nvPr>
            <p:ph type="sldNum" sz="quarter" idx="12"/>
          </p:nvPr>
        </p:nvSpPr>
        <p:spPr/>
        <p:txBody>
          <a:bodyPr/>
          <a:lstStyle>
            <a:lvl1pPr>
              <a:defRPr/>
            </a:lvl1pPr>
          </a:lstStyle>
          <a:p>
            <a:fld id="{954A2BAB-989A-4B3F-BDCA-0C9A6331E643}"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27545791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006"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2972" y="273073"/>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95300" y="1435103"/>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33CC"/>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33CC"/>
              </a:solidFill>
            </a:endParaRPr>
          </a:p>
        </p:txBody>
      </p:sp>
      <p:sp>
        <p:nvSpPr>
          <p:cNvPr id="7" name="灯片编号占位符 6"/>
          <p:cNvSpPr>
            <a:spLocks noGrp="1"/>
          </p:cNvSpPr>
          <p:nvPr>
            <p:ph type="sldNum" sz="quarter" idx="12"/>
          </p:nvPr>
        </p:nvSpPr>
        <p:spPr/>
        <p:txBody>
          <a:bodyPr/>
          <a:lstStyle>
            <a:lvl1pPr>
              <a:defRPr/>
            </a:lvl1pPr>
          </a:lstStyle>
          <a:p>
            <a:fld id="{53DB32C4-1764-4B4B-BA92-91FD1B9399D4}"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992865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645" y="4800600"/>
            <a:ext cx="59436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33CC"/>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33CC"/>
              </a:solidFill>
            </a:endParaRPr>
          </a:p>
        </p:txBody>
      </p:sp>
      <p:sp>
        <p:nvSpPr>
          <p:cNvPr id="7" name="灯片编号占位符 6"/>
          <p:cNvSpPr>
            <a:spLocks noGrp="1"/>
          </p:cNvSpPr>
          <p:nvPr>
            <p:ph type="sldNum" sz="quarter" idx="12"/>
          </p:nvPr>
        </p:nvSpPr>
        <p:spPr/>
        <p:txBody>
          <a:bodyPr/>
          <a:lstStyle>
            <a:lvl1pPr>
              <a:defRPr/>
            </a:lvl1pPr>
          </a:lstStyle>
          <a:p>
            <a:fld id="{E6E00903-011D-41A1-AB0C-DA60CA7DCC4E}"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27766174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solidFill>
                <a:srgbClr val="0033CC"/>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33CC"/>
              </a:solidFill>
            </a:endParaRPr>
          </a:p>
        </p:txBody>
      </p:sp>
      <p:sp>
        <p:nvSpPr>
          <p:cNvPr id="6" name="灯片编号占位符 5"/>
          <p:cNvSpPr>
            <a:spLocks noGrp="1"/>
          </p:cNvSpPr>
          <p:nvPr>
            <p:ph type="sldNum" sz="quarter" idx="12"/>
          </p:nvPr>
        </p:nvSpPr>
        <p:spPr/>
        <p:txBody>
          <a:bodyPr/>
          <a:lstStyle>
            <a:lvl1pPr>
              <a:defRPr/>
            </a:lvl1pPr>
          </a:lstStyle>
          <a:p>
            <a:fld id="{235CC231-66DA-44AE-BF57-6B164D5F270C}"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19647152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69573" y="685800"/>
            <a:ext cx="2313119" cy="51816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26760" y="685800"/>
            <a:ext cx="6777700" cy="51816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solidFill>
                <a:srgbClr val="0033CC"/>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33CC"/>
              </a:solidFill>
            </a:endParaRPr>
          </a:p>
        </p:txBody>
      </p:sp>
      <p:sp>
        <p:nvSpPr>
          <p:cNvPr id="6" name="灯片编号占位符 5"/>
          <p:cNvSpPr>
            <a:spLocks noGrp="1"/>
          </p:cNvSpPr>
          <p:nvPr>
            <p:ph type="sldNum" sz="quarter" idx="12"/>
          </p:nvPr>
        </p:nvSpPr>
        <p:spPr/>
        <p:txBody>
          <a:bodyPr/>
          <a:lstStyle>
            <a:lvl1pPr>
              <a:defRPr/>
            </a:lvl1pPr>
          </a:lstStyle>
          <a:p>
            <a:fld id="{5F100AA6-16AF-498F-BB94-A36A71A7CD21}"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10376559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326767" y="685800"/>
            <a:ext cx="9252479" cy="1143000"/>
          </a:xfrm>
        </p:spPr>
        <p:txBody>
          <a:bodyPr/>
          <a:lstStyle/>
          <a:p>
            <a:r>
              <a:rPr lang="zh-CN" altLang="en-US"/>
              <a:t>单击此处编辑母版标题样式</a:t>
            </a:r>
          </a:p>
        </p:txBody>
      </p:sp>
      <p:sp>
        <p:nvSpPr>
          <p:cNvPr id="3" name="内容占位符 2"/>
          <p:cNvSpPr>
            <a:spLocks noGrp="1"/>
          </p:cNvSpPr>
          <p:nvPr>
            <p:ph sz="half" idx="1"/>
          </p:nvPr>
        </p:nvSpPr>
        <p:spPr>
          <a:xfrm>
            <a:off x="330200" y="1981200"/>
            <a:ext cx="454369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038992" y="1981200"/>
            <a:ext cx="454369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038992" y="4000500"/>
            <a:ext cx="454369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326765" y="6019800"/>
            <a:ext cx="2479940" cy="476250"/>
          </a:xfrm>
        </p:spPr>
        <p:txBody>
          <a:bodyPr/>
          <a:lstStyle>
            <a:lvl1pPr>
              <a:defRPr/>
            </a:lvl1pPr>
          </a:lstStyle>
          <a:p>
            <a:endParaRPr lang="en-US" altLang="zh-CN">
              <a:solidFill>
                <a:srgbClr val="0033CC"/>
              </a:solidFill>
            </a:endParaRPr>
          </a:p>
        </p:txBody>
      </p:sp>
      <p:sp>
        <p:nvSpPr>
          <p:cNvPr id="7" name="页脚占位符 6"/>
          <p:cNvSpPr>
            <a:spLocks noGrp="1"/>
          </p:cNvSpPr>
          <p:nvPr>
            <p:ph type="ftr" sz="quarter" idx="11"/>
          </p:nvPr>
        </p:nvSpPr>
        <p:spPr>
          <a:xfrm>
            <a:off x="3384550" y="6019800"/>
            <a:ext cx="3136900" cy="476250"/>
          </a:xfrm>
        </p:spPr>
        <p:txBody>
          <a:bodyPr/>
          <a:lstStyle>
            <a:lvl1pPr>
              <a:defRPr/>
            </a:lvl1pPr>
          </a:lstStyle>
          <a:p>
            <a:endParaRPr lang="en-US" altLang="zh-CN">
              <a:solidFill>
                <a:srgbClr val="0033CC"/>
              </a:solidFill>
            </a:endParaRPr>
          </a:p>
        </p:txBody>
      </p:sp>
      <p:sp>
        <p:nvSpPr>
          <p:cNvPr id="8" name="灯片编号占位符 7"/>
          <p:cNvSpPr>
            <a:spLocks noGrp="1"/>
          </p:cNvSpPr>
          <p:nvPr>
            <p:ph type="sldNum" sz="quarter" idx="12"/>
          </p:nvPr>
        </p:nvSpPr>
        <p:spPr>
          <a:xfrm>
            <a:off x="7099300" y="6019800"/>
            <a:ext cx="2479940" cy="476250"/>
          </a:xfrm>
        </p:spPr>
        <p:txBody>
          <a:bodyPr/>
          <a:lstStyle>
            <a:lvl1pPr>
              <a:defRPr/>
            </a:lvl1pPr>
          </a:lstStyle>
          <a:p>
            <a:fld id="{8EDFE2EF-82EE-4329-B59E-04364B66BDDB}"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661937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26767" y="685800"/>
            <a:ext cx="9252479"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330200" y="1981200"/>
            <a:ext cx="454369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38992" y="1981200"/>
            <a:ext cx="454369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326765" y="6019800"/>
            <a:ext cx="2479940" cy="476250"/>
          </a:xfrm>
        </p:spPr>
        <p:txBody>
          <a:bodyPr/>
          <a:lstStyle>
            <a:lvl1pPr>
              <a:defRPr/>
            </a:lvl1pPr>
          </a:lstStyle>
          <a:p>
            <a:endParaRPr lang="en-US" altLang="zh-CN">
              <a:solidFill>
                <a:srgbClr val="0033CC"/>
              </a:solidFill>
            </a:endParaRPr>
          </a:p>
        </p:txBody>
      </p:sp>
      <p:sp>
        <p:nvSpPr>
          <p:cNvPr id="6" name="页脚占位符 5"/>
          <p:cNvSpPr>
            <a:spLocks noGrp="1"/>
          </p:cNvSpPr>
          <p:nvPr>
            <p:ph type="ftr" sz="quarter" idx="11"/>
          </p:nvPr>
        </p:nvSpPr>
        <p:spPr>
          <a:xfrm>
            <a:off x="3384550" y="6019800"/>
            <a:ext cx="3136900" cy="476250"/>
          </a:xfrm>
        </p:spPr>
        <p:txBody>
          <a:bodyPr/>
          <a:lstStyle>
            <a:lvl1pPr>
              <a:defRPr/>
            </a:lvl1pPr>
          </a:lstStyle>
          <a:p>
            <a:endParaRPr lang="en-US" altLang="zh-CN">
              <a:solidFill>
                <a:srgbClr val="0033CC"/>
              </a:solidFill>
            </a:endParaRPr>
          </a:p>
        </p:txBody>
      </p:sp>
      <p:sp>
        <p:nvSpPr>
          <p:cNvPr id="7" name="灯片编号占位符 6"/>
          <p:cNvSpPr>
            <a:spLocks noGrp="1"/>
          </p:cNvSpPr>
          <p:nvPr>
            <p:ph type="sldNum" sz="quarter" idx="12"/>
          </p:nvPr>
        </p:nvSpPr>
        <p:spPr>
          <a:xfrm>
            <a:off x="7099300" y="6019800"/>
            <a:ext cx="2479940" cy="476250"/>
          </a:xfrm>
        </p:spPr>
        <p:txBody>
          <a:bodyPr/>
          <a:lstStyle>
            <a:lvl1pPr>
              <a:defRPr/>
            </a:lvl1pPr>
          </a:lstStyle>
          <a:p>
            <a:fld id="{5D67F6B5-9A3D-4617-B99C-A48297461CCE}"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10585607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9218" name="Rectangle 2"/>
          <p:cNvSpPr>
            <a:spLocks noGrp="1" noRot="1" noChangeArrowheads="1"/>
          </p:cNvSpPr>
          <p:nvPr>
            <p:ph type="ctrTitle"/>
          </p:nvPr>
        </p:nvSpPr>
        <p:spPr>
          <a:xfrm>
            <a:off x="4292600" y="1066800"/>
            <a:ext cx="5035550" cy="1981200"/>
          </a:xfrm>
        </p:spPr>
        <p:txBody>
          <a:bodyPr/>
          <a:lstStyle>
            <a:lvl1pPr>
              <a:defRPr/>
            </a:lvl1pPr>
          </a:lstStyle>
          <a:p>
            <a:pPr lvl="0"/>
            <a:r>
              <a:rPr lang="zh-CN" altLang="en-US" noProof="0"/>
              <a:t>单击此处编辑母版标题样式</a:t>
            </a:r>
          </a:p>
        </p:txBody>
      </p:sp>
      <p:sp>
        <p:nvSpPr>
          <p:cNvPr id="9219" name="Rectangle 3"/>
          <p:cNvSpPr>
            <a:spLocks noGrp="1" noRot="1" noChangeArrowheads="1"/>
          </p:cNvSpPr>
          <p:nvPr>
            <p:ph type="subTitle" idx="1"/>
          </p:nvPr>
        </p:nvSpPr>
        <p:spPr>
          <a:xfrm>
            <a:off x="4292600" y="3657600"/>
            <a:ext cx="4953000" cy="16764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9220" name="Rectangle 4"/>
          <p:cNvSpPr>
            <a:spLocks noGrp="1" noChangeArrowheads="1"/>
          </p:cNvSpPr>
          <p:nvPr>
            <p:ph type="dt" sz="half" idx="2"/>
          </p:nvPr>
        </p:nvSpPr>
        <p:spPr>
          <a:xfrm>
            <a:off x="326765" y="6076950"/>
            <a:ext cx="2479940" cy="476250"/>
          </a:xfrm>
        </p:spPr>
        <p:txBody>
          <a:bodyPr/>
          <a:lstStyle>
            <a:lvl1pPr>
              <a:defRPr/>
            </a:lvl1pPr>
          </a:lstStyle>
          <a:p>
            <a:endParaRPr lang="en-US" altLang="zh-CN">
              <a:solidFill>
                <a:srgbClr val="0033CC"/>
              </a:solidFill>
            </a:endParaRPr>
          </a:p>
        </p:txBody>
      </p:sp>
      <p:sp>
        <p:nvSpPr>
          <p:cNvPr id="9221" name="Rectangle 5"/>
          <p:cNvSpPr>
            <a:spLocks noGrp="1" noChangeArrowheads="1"/>
          </p:cNvSpPr>
          <p:nvPr>
            <p:ph type="ftr" sz="quarter" idx="3"/>
          </p:nvPr>
        </p:nvSpPr>
        <p:spPr>
          <a:xfrm>
            <a:off x="3384550" y="6076950"/>
            <a:ext cx="3136900" cy="476250"/>
          </a:xfrm>
        </p:spPr>
        <p:txBody>
          <a:bodyPr/>
          <a:lstStyle>
            <a:lvl1pPr>
              <a:defRPr/>
            </a:lvl1pPr>
          </a:lstStyle>
          <a:p>
            <a:endParaRPr lang="en-US" altLang="zh-CN">
              <a:solidFill>
                <a:srgbClr val="0033CC"/>
              </a:solidFill>
            </a:endParaRPr>
          </a:p>
        </p:txBody>
      </p:sp>
      <p:sp>
        <p:nvSpPr>
          <p:cNvPr id="9222" name="Rectangle 6"/>
          <p:cNvSpPr>
            <a:spLocks noGrp="1" noChangeArrowheads="1"/>
          </p:cNvSpPr>
          <p:nvPr>
            <p:ph type="sldNum" sz="quarter" idx="4"/>
          </p:nvPr>
        </p:nvSpPr>
        <p:spPr>
          <a:xfrm>
            <a:off x="7099300" y="6076950"/>
            <a:ext cx="2479940" cy="476250"/>
          </a:xfrm>
        </p:spPr>
        <p:txBody>
          <a:bodyPr/>
          <a:lstStyle>
            <a:lvl1pPr>
              <a:defRPr/>
            </a:lvl1pPr>
          </a:lstStyle>
          <a:p>
            <a:fld id="{8352CE2A-6CC3-4C48-ADF9-D21ACE8EAD21}"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23661274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solidFill>
                <a:srgbClr val="0033CC"/>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33CC"/>
              </a:solidFill>
            </a:endParaRPr>
          </a:p>
        </p:txBody>
      </p:sp>
      <p:sp>
        <p:nvSpPr>
          <p:cNvPr id="6" name="灯片编号占位符 5"/>
          <p:cNvSpPr>
            <a:spLocks noGrp="1"/>
          </p:cNvSpPr>
          <p:nvPr>
            <p:ph type="sldNum" sz="quarter" idx="12"/>
          </p:nvPr>
        </p:nvSpPr>
        <p:spPr/>
        <p:txBody>
          <a:bodyPr/>
          <a:lstStyle>
            <a:lvl1pPr>
              <a:defRPr/>
            </a:lvl1pPr>
          </a:lstStyle>
          <a:p>
            <a:fld id="{C3FCAC26-3550-4708-8AE6-AF3F93BB7485}"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37866033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506" y="4406921"/>
            <a:ext cx="84201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82506"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0033CC"/>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33CC"/>
              </a:solidFill>
            </a:endParaRPr>
          </a:p>
        </p:txBody>
      </p:sp>
      <p:sp>
        <p:nvSpPr>
          <p:cNvPr id="6" name="灯片编号占位符 5"/>
          <p:cNvSpPr>
            <a:spLocks noGrp="1"/>
          </p:cNvSpPr>
          <p:nvPr>
            <p:ph type="sldNum" sz="quarter" idx="12"/>
          </p:nvPr>
        </p:nvSpPr>
        <p:spPr/>
        <p:txBody>
          <a:bodyPr/>
          <a:lstStyle>
            <a:lvl1pPr>
              <a:defRPr/>
            </a:lvl1pPr>
          </a:lstStyle>
          <a:p>
            <a:fld id="{6C8A2187-84E3-4AAC-9694-254172DDB578}"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42085905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30200" y="1981200"/>
            <a:ext cx="454369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38992" y="1981200"/>
            <a:ext cx="454369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solidFill>
                <a:srgbClr val="0033CC"/>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33CC"/>
              </a:solidFill>
            </a:endParaRPr>
          </a:p>
        </p:txBody>
      </p:sp>
      <p:sp>
        <p:nvSpPr>
          <p:cNvPr id="7" name="灯片编号占位符 6"/>
          <p:cNvSpPr>
            <a:spLocks noGrp="1"/>
          </p:cNvSpPr>
          <p:nvPr>
            <p:ph type="sldNum" sz="quarter" idx="12"/>
          </p:nvPr>
        </p:nvSpPr>
        <p:spPr/>
        <p:txBody>
          <a:bodyPr/>
          <a:lstStyle>
            <a:lvl1pPr>
              <a:defRPr/>
            </a:lvl1pPr>
          </a:lstStyle>
          <a:p>
            <a:fld id="{131FB7DB-31F1-45A8-807B-9FF9727940E7}"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38547732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274638"/>
            <a:ext cx="89154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032115"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032115"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solidFill>
                <a:srgbClr val="0033CC"/>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33CC"/>
              </a:solidFill>
            </a:endParaRPr>
          </a:p>
        </p:txBody>
      </p:sp>
      <p:sp>
        <p:nvSpPr>
          <p:cNvPr id="9" name="灯片编号占位符 8"/>
          <p:cNvSpPr>
            <a:spLocks noGrp="1"/>
          </p:cNvSpPr>
          <p:nvPr>
            <p:ph type="sldNum" sz="quarter" idx="12"/>
          </p:nvPr>
        </p:nvSpPr>
        <p:spPr/>
        <p:txBody>
          <a:bodyPr/>
          <a:lstStyle>
            <a:lvl1pPr>
              <a:defRPr/>
            </a:lvl1pPr>
          </a:lstStyle>
          <a:p>
            <a:fld id="{2A535B55-EB18-4F43-8C58-696666EF668C}"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272833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solidFill>
                <a:srgbClr val="0033CC"/>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33CC"/>
              </a:solidFill>
            </a:endParaRPr>
          </a:p>
        </p:txBody>
      </p:sp>
      <p:sp>
        <p:nvSpPr>
          <p:cNvPr id="5" name="灯片编号占位符 4"/>
          <p:cNvSpPr>
            <a:spLocks noGrp="1"/>
          </p:cNvSpPr>
          <p:nvPr>
            <p:ph type="sldNum" sz="quarter" idx="12"/>
          </p:nvPr>
        </p:nvSpPr>
        <p:spPr/>
        <p:txBody>
          <a:bodyPr/>
          <a:lstStyle>
            <a:lvl1pPr>
              <a:defRPr/>
            </a:lvl1pPr>
          </a:lstStyle>
          <a:p>
            <a:fld id="{9E5C57E0-A270-4690-88D9-DE6B48D46BF6}"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18453427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0033CC"/>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33CC"/>
              </a:solidFill>
            </a:endParaRPr>
          </a:p>
        </p:txBody>
      </p:sp>
      <p:sp>
        <p:nvSpPr>
          <p:cNvPr id="4" name="灯片编号占位符 3"/>
          <p:cNvSpPr>
            <a:spLocks noGrp="1"/>
          </p:cNvSpPr>
          <p:nvPr>
            <p:ph type="sldNum" sz="quarter" idx="12"/>
          </p:nvPr>
        </p:nvSpPr>
        <p:spPr/>
        <p:txBody>
          <a:bodyPr/>
          <a:lstStyle>
            <a:lvl1pPr>
              <a:defRPr/>
            </a:lvl1pPr>
          </a:lstStyle>
          <a:p>
            <a:fld id="{954A2BAB-989A-4B3F-BDCA-0C9A6331E643}"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173278758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006"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2972" y="27307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95300" y="1435103"/>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33CC"/>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33CC"/>
              </a:solidFill>
            </a:endParaRPr>
          </a:p>
        </p:txBody>
      </p:sp>
      <p:sp>
        <p:nvSpPr>
          <p:cNvPr id="7" name="灯片编号占位符 6"/>
          <p:cNvSpPr>
            <a:spLocks noGrp="1"/>
          </p:cNvSpPr>
          <p:nvPr>
            <p:ph type="sldNum" sz="quarter" idx="12"/>
          </p:nvPr>
        </p:nvSpPr>
        <p:spPr/>
        <p:txBody>
          <a:bodyPr/>
          <a:lstStyle>
            <a:lvl1pPr>
              <a:defRPr/>
            </a:lvl1pPr>
          </a:lstStyle>
          <a:p>
            <a:fld id="{53DB32C4-1764-4B4B-BA92-91FD1B9399D4}"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82575802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645" y="4800600"/>
            <a:ext cx="59436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33CC"/>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33CC"/>
              </a:solidFill>
            </a:endParaRPr>
          </a:p>
        </p:txBody>
      </p:sp>
      <p:sp>
        <p:nvSpPr>
          <p:cNvPr id="7" name="灯片编号占位符 6"/>
          <p:cNvSpPr>
            <a:spLocks noGrp="1"/>
          </p:cNvSpPr>
          <p:nvPr>
            <p:ph type="sldNum" sz="quarter" idx="12"/>
          </p:nvPr>
        </p:nvSpPr>
        <p:spPr/>
        <p:txBody>
          <a:bodyPr/>
          <a:lstStyle>
            <a:lvl1pPr>
              <a:defRPr/>
            </a:lvl1pPr>
          </a:lstStyle>
          <a:p>
            <a:fld id="{E6E00903-011D-41A1-AB0C-DA60CA7DCC4E}"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9245400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solidFill>
                <a:srgbClr val="0033CC"/>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33CC"/>
              </a:solidFill>
            </a:endParaRPr>
          </a:p>
        </p:txBody>
      </p:sp>
      <p:sp>
        <p:nvSpPr>
          <p:cNvPr id="6" name="灯片编号占位符 5"/>
          <p:cNvSpPr>
            <a:spLocks noGrp="1"/>
          </p:cNvSpPr>
          <p:nvPr>
            <p:ph type="sldNum" sz="quarter" idx="12"/>
          </p:nvPr>
        </p:nvSpPr>
        <p:spPr/>
        <p:txBody>
          <a:bodyPr/>
          <a:lstStyle>
            <a:lvl1pPr>
              <a:defRPr/>
            </a:lvl1pPr>
          </a:lstStyle>
          <a:p>
            <a:fld id="{235CC231-66DA-44AE-BF57-6B164D5F270C}"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17025094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69571" y="685800"/>
            <a:ext cx="2313119" cy="51816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26760" y="685800"/>
            <a:ext cx="6777700" cy="51816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solidFill>
                <a:srgbClr val="0033CC"/>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33CC"/>
              </a:solidFill>
            </a:endParaRPr>
          </a:p>
        </p:txBody>
      </p:sp>
      <p:sp>
        <p:nvSpPr>
          <p:cNvPr id="6" name="灯片编号占位符 5"/>
          <p:cNvSpPr>
            <a:spLocks noGrp="1"/>
          </p:cNvSpPr>
          <p:nvPr>
            <p:ph type="sldNum" sz="quarter" idx="12"/>
          </p:nvPr>
        </p:nvSpPr>
        <p:spPr/>
        <p:txBody>
          <a:bodyPr/>
          <a:lstStyle>
            <a:lvl1pPr>
              <a:defRPr/>
            </a:lvl1pPr>
          </a:lstStyle>
          <a:p>
            <a:fld id="{5F100AA6-16AF-498F-BB94-A36A71A7CD21}"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12932761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326767" y="685800"/>
            <a:ext cx="9252479" cy="1143000"/>
          </a:xfrm>
        </p:spPr>
        <p:txBody>
          <a:bodyPr/>
          <a:lstStyle/>
          <a:p>
            <a:r>
              <a:rPr lang="zh-CN" altLang="en-US"/>
              <a:t>单击此处编辑母版标题样式</a:t>
            </a:r>
          </a:p>
        </p:txBody>
      </p:sp>
      <p:sp>
        <p:nvSpPr>
          <p:cNvPr id="3" name="内容占位符 2"/>
          <p:cNvSpPr>
            <a:spLocks noGrp="1"/>
          </p:cNvSpPr>
          <p:nvPr>
            <p:ph sz="half" idx="1"/>
          </p:nvPr>
        </p:nvSpPr>
        <p:spPr>
          <a:xfrm>
            <a:off x="330200" y="1981200"/>
            <a:ext cx="454369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038992" y="1981200"/>
            <a:ext cx="454369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038992" y="4000500"/>
            <a:ext cx="454369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326765" y="6019800"/>
            <a:ext cx="2479940" cy="476250"/>
          </a:xfrm>
        </p:spPr>
        <p:txBody>
          <a:bodyPr/>
          <a:lstStyle>
            <a:lvl1pPr>
              <a:defRPr/>
            </a:lvl1pPr>
          </a:lstStyle>
          <a:p>
            <a:endParaRPr lang="en-US" altLang="zh-CN">
              <a:solidFill>
                <a:srgbClr val="0033CC"/>
              </a:solidFill>
            </a:endParaRPr>
          </a:p>
        </p:txBody>
      </p:sp>
      <p:sp>
        <p:nvSpPr>
          <p:cNvPr id="7" name="页脚占位符 6"/>
          <p:cNvSpPr>
            <a:spLocks noGrp="1"/>
          </p:cNvSpPr>
          <p:nvPr>
            <p:ph type="ftr" sz="quarter" idx="11"/>
          </p:nvPr>
        </p:nvSpPr>
        <p:spPr>
          <a:xfrm>
            <a:off x="3384550" y="6019800"/>
            <a:ext cx="3136900" cy="476250"/>
          </a:xfrm>
        </p:spPr>
        <p:txBody>
          <a:bodyPr/>
          <a:lstStyle>
            <a:lvl1pPr>
              <a:defRPr/>
            </a:lvl1pPr>
          </a:lstStyle>
          <a:p>
            <a:endParaRPr lang="en-US" altLang="zh-CN">
              <a:solidFill>
                <a:srgbClr val="0033CC"/>
              </a:solidFill>
            </a:endParaRPr>
          </a:p>
        </p:txBody>
      </p:sp>
      <p:sp>
        <p:nvSpPr>
          <p:cNvPr id="8" name="灯片编号占位符 7"/>
          <p:cNvSpPr>
            <a:spLocks noGrp="1"/>
          </p:cNvSpPr>
          <p:nvPr>
            <p:ph type="sldNum" sz="quarter" idx="12"/>
          </p:nvPr>
        </p:nvSpPr>
        <p:spPr>
          <a:xfrm>
            <a:off x="7099300" y="6019800"/>
            <a:ext cx="2479940" cy="476250"/>
          </a:xfrm>
        </p:spPr>
        <p:txBody>
          <a:bodyPr/>
          <a:lstStyle>
            <a:lvl1pPr>
              <a:defRPr/>
            </a:lvl1pPr>
          </a:lstStyle>
          <a:p>
            <a:fld id="{8EDFE2EF-82EE-4329-B59E-04364B66BDDB}"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298137224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26767" y="685800"/>
            <a:ext cx="9252479"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330200" y="1981200"/>
            <a:ext cx="454369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38992" y="1981200"/>
            <a:ext cx="454369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326765" y="6019800"/>
            <a:ext cx="2479940" cy="476250"/>
          </a:xfrm>
        </p:spPr>
        <p:txBody>
          <a:bodyPr/>
          <a:lstStyle>
            <a:lvl1pPr>
              <a:defRPr/>
            </a:lvl1pPr>
          </a:lstStyle>
          <a:p>
            <a:endParaRPr lang="en-US" altLang="zh-CN">
              <a:solidFill>
                <a:srgbClr val="0033CC"/>
              </a:solidFill>
            </a:endParaRPr>
          </a:p>
        </p:txBody>
      </p:sp>
      <p:sp>
        <p:nvSpPr>
          <p:cNvPr id="6" name="页脚占位符 5"/>
          <p:cNvSpPr>
            <a:spLocks noGrp="1"/>
          </p:cNvSpPr>
          <p:nvPr>
            <p:ph type="ftr" sz="quarter" idx="11"/>
          </p:nvPr>
        </p:nvSpPr>
        <p:spPr>
          <a:xfrm>
            <a:off x="3384550" y="6019800"/>
            <a:ext cx="3136900" cy="476250"/>
          </a:xfrm>
        </p:spPr>
        <p:txBody>
          <a:bodyPr/>
          <a:lstStyle>
            <a:lvl1pPr>
              <a:defRPr/>
            </a:lvl1pPr>
          </a:lstStyle>
          <a:p>
            <a:endParaRPr lang="en-US" altLang="zh-CN">
              <a:solidFill>
                <a:srgbClr val="0033CC"/>
              </a:solidFill>
            </a:endParaRPr>
          </a:p>
        </p:txBody>
      </p:sp>
      <p:sp>
        <p:nvSpPr>
          <p:cNvPr id="7" name="灯片编号占位符 6"/>
          <p:cNvSpPr>
            <a:spLocks noGrp="1"/>
          </p:cNvSpPr>
          <p:nvPr>
            <p:ph type="sldNum" sz="quarter" idx="12"/>
          </p:nvPr>
        </p:nvSpPr>
        <p:spPr>
          <a:xfrm>
            <a:off x="7099300" y="6019800"/>
            <a:ext cx="2479940" cy="476250"/>
          </a:xfrm>
        </p:spPr>
        <p:txBody>
          <a:bodyPr/>
          <a:lstStyle>
            <a:lvl1pPr>
              <a:defRPr/>
            </a:lvl1pPr>
          </a:lstStyle>
          <a:p>
            <a:fld id="{5D67F6B5-9A3D-4617-B99C-A48297461CCE}"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1766729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3.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image" Target="../media/image3.jpeg"/><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body" idx="1"/>
          </p:nvPr>
        </p:nvSpPr>
        <p:spPr bwMode="auto">
          <a:xfrm>
            <a:off x="650878" y="1143022"/>
            <a:ext cx="8820150" cy="236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altLang="en-US"/>
              <a:t>Body Text</a:t>
            </a:r>
          </a:p>
          <a:p>
            <a:pPr lvl="1"/>
            <a:r>
              <a:rPr lang="en-US" altLang="en-US"/>
              <a:t> Second Level</a:t>
            </a:r>
          </a:p>
          <a:p>
            <a:pPr lvl="2"/>
            <a:r>
              <a:rPr lang="en-US" altLang="en-US"/>
              <a:t>Third Level</a:t>
            </a:r>
          </a:p>
          <a:p>
            <a:pPr lvl="3"/>
            <a:r>
              <a:rPr lang="en-US" altLang="en-US"/>
              <a:t>Fourth Level</a:t>
            </a:r>
          </a:p>
          <a:p>
            <a:pPr lvl="4"/>
            <a:r>
              <a:rPr lang="en-US" altLang="en-US"/>
              <a:t>Fifth Level</a:t>
            </a:r>
          </a:p>
        </p:txBody>
      </p:sp>
      <p:sp>
        <p:nvSpPr>
          <p:cNvPr id="104451" name="Rectangle 3"/>
          <p:cNvSpPr>
            <a:spLocks noChangeArrowheads="1"/>
          </p:cNvSpPr>
          <p:nvPr/>
        </p:nvSpPr>
        <p:spPr bwMode="auto">
          <a:xfrm>
            <a:off x="4852988" y="2967060"/>
            <a:ext cx="196850"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104452" name="Rectangle 4"/>
          <p:cNvSpPr>
            <a:spLocks noGrp="1" noChangeArrowheads="1"/>
          </p:cNvSpPr>
          <p:nvPr>
            <p:ph type="title"/>
          </p:nvPr>
        </p:nvSpPr>
        <p:spPr bwMode="auto">
          <a:xfrm>
            <a:off x="650878" y="305002"/>
            <a:ext cx="8820150" cy="60939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en-US" altLang="en-US"/>
              <a:t>Slide Title</a:t>
            </a:r>
          </a:p>
        </p:txBody>
      </p:sp>
      <p:sp>
        <p:nvSpPr>
          <p:cNvPr id="104456" name="Rectangle 8"/>
          <p:cNvSpPr>
            <a:spLocks noGrp="1" noChangeArrowheads="1"/>
          </p:cNvSpPr>
          <p:nvPr>
            <p:ph type="sldNum" sz="quarter" idx="4"/>
          </p:nvPr>
        </p:nvSpPr>
        <p:spPr bwMode="auto">
          <a:xfrm>
            <a:off x="7321550" y="6324600"/>
            <a:ext cx="2501900"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115646" tIns="57824" rIns="115646" bIns="57824" numCol="1" anchor="t" anchorCtr="0" compatLnSpc="1">
            <a:prstTxWarp prst="textNoShape">
              <a:avLst/>
            </a:prstTxWarp>
          </a:bodyPr>
          <a:lstStyle>
            <a:lvl1pPr algn="r" defTabSz="1157288">
              <a:defRPr b="0" i="0"/>
            </a:lvl1pPr>
          </a:lstStyle>
          <a:p>
            <a:fld id="{F22759E5-9635-422A-9A6D-06F0B989F83D}" type="slidenum">
              <a:rPr lang="zh-CN" altLang="en-US"/>
              <a:pPr/>
              <a:t>‹#›</a:t>
            </a:fld>
            <a:endParaRPr lang="en-US" altLang="zh-CN"/>
          </a:p>
        </p:txBody>
      </p:sp>
      <p:sp>
        <p:nvSpPr>
          <p:cNvPr id="104455" name="Rectangle 7"/>
          <p:cNvSpPr>
            <a:spLocks noGrp="1" noChangeArrowheads="1"/>
          </p:cNvSpPr>
          <p:nvPr>
            <p:ph type="dt" sz="half" idx="2"/>
          </p:nvPr>
        </p:nvSpPr>
        <p:spPr bwMode="auto">
          <a:xfrm>
            <a:off x="14295" y="6350000"/>
            <a:ext cx="2297112"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115646" tIns="57824" rIns="115646" bIns="57824" numCol="1" anchor="t" anchorCtr="0" compatLnSpc="1">
            <a:prstTxWarp prst="textNoShape">
              <a:avLst/>
            </a:prstTxWarp>
          </a:bodyPr>
          <a:lstStyle>
            <a:lvl1pPr algn="l" defTabSz="1157288">
              <a:defRPr sz="1800" i="0"/>
            </a:lvl1pPr>
          </a:lstStyle>
          <a:p>
            <a:fld id="{A4C62C96-741B-4525-9728-7A3EADE715C3}" type="datetime1">
              <a:rPr lang="zh-CN" altLang="en-US"/>
              <a:pPr/>
              <a:t>2024/11/11</a:t>
            </a:fld>
            <a:endParaRPr lang="en-US" altLang="zh-CN"/>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4450">
                                            <p:txEl>
                                              <p:pRg st="0" end="0"/>
                                            </p:txEl>
                                          </p:spTgt>
                                        </p:tgtEl>
                                        <p:attrNameLst>
                                          <p:attrName>style.visibility</p:attrName>
                                        </p:attrNameLst>
                                      </p:cBhvr>
                                      <p:to>
                                        <p:strVal val="visible"/>
                                      </p:to>
                                    </p:set>
                                    <p:animEffect transition="in" filter="wipe(up)">
                                      <p:cBhvr>
                                        <p:cTn id="7" dur="500"/>
                                        <p:tgtEl>
                                          <p:spTgt spid="10445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4450">
                                            <p:txEl>
                                              <p:pRg st="1" end="1"/>
                                            </p:txEl>
                                          </p:spTgt>
                                        </p:tgtEl>
                                        <p:attrNameLst>
                                          <p:attrName>style.visibility</p:attrName>
                                        </p:attrNameLst>
                                      </p:cBhvr>
                                      <p:to>
                                        <p:strVal val="visible"/>
                                      </p:to>
                                    </p:set>
                                    <p:animEffect transition="in" filter="wipe(up)">
                                      <p:cBhvr>
                                        <p:cTn id="12" dur="500"/>
                                        <p:tgtEl>
                                          <p:spTgt spid="104450">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104450">
                                            <p:txEl>
                                              <p:pRg st="2" end="2"/>
                                            </p:txEl>
                                          </p:spTgt>
                                        </p:tgtEl>
                                        <p:attrNameLst>
                                          <p:attrName>style.visibility</p:attrName>
                                        </p:attrNameLst>
                                      </p:cBhvr>
                                      <p:to>
                                        <p:strVal val="visible"/>
                                      </p:to>
                                    </p:set>
                                    <p:animEffect transition="in" filter="wipe(up)">
                                      <p:cBhvr>
                                        <p:cTn id="15" dur="500"/>
                                        <p:tgtEl>
                                          <p:spTgt spid="104450">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104450">
                                            <p:txEl>
                                              <p:pRg st="3" end="3"/>
                                            </p:txEl>
                                          </p:spTgt>
                                        </p:tgtEl>
                                        <p:attrNameLst>
                                          <p:attrName>style.visibility</p:attrName>
                                        </p:attrNameLst>
                                      </p:cBhvr>
                                      <p:to>
                                        <p:strVal val="visible"/>
                                      </p:to>
                                    </p:set>
                                    <p:animEffect transition="in" filter="wipe(up)">
                                      <p:cBhvr>
                                        <p:cTn id="18" dur="500"/>
                                        <p:tgtEl>
                                          <p:spTgt spid="104450">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04450">
                                            <p:txEl>
                                              <p:pRg st="4" end="4"/>
                                            </p:txEl>
                                          </p:spTgt>
                                        </p:tgtEl>
                                        <p:attrNameLst>
                                          <p:attrName>style.visibility</p:attrName>
                                        </p:attrNameLst>
                                      </p:cBhvr>
                                      <p:to>
                                        <p:strVal val="visible"/>
                                      </p:to>
                                    </p:set>
                                    <p:animEffect transition="in" filter="wipe(up)">
                                      <p:cBhvr>
                                        <p:cTn id="21" dur="500"/>
                                        <p:tgtEl>
                                          <p:spTgt spid="1044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build="p" bldLvl="2" autoUpdateAnimBg="0">
        <p:tmplLst>
          <p:tmpl lvl="1">
            <p:tnLst>
              <p:par>
                <p:cTn presetID="22" presetClass="entr" presetSubtype="1" fill="hold" nodeType="clickEffect">
                  <p:stCondLst>
                    <p:cond delay="0"/>
                  </p:stCondLst>
                  <p:childTnLst>
                    <p:set>
                      <p:cBhvr>
                        <p:cTn dur="1" fill="hold">
                          <p:stCondLst>
                            <p:cond delay="0"/>
                          </p:stCondLst>
                        </p:cTn>
                        <p:tgtEl>
                          <p:spTgt spid="104450"/>
                        </p:tgtEl>
                        <p:attrNameLst>
                          <p:attrName>style.visibility</p:attrName>
                        </p:attrNameLst>
                      </p:cBhvr>
                      <p:to>
                        <p:strVal val="visible"/>
                      </p:to>
                    </p:set>
                    <p:animEffect transition="in" filter="wipe(up)">
                      <p:cBhvr>
                        <p:cTn dur="500"/>
                        <p:tgtEl>
                          <p:spTgt spid="104450"/>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104450"/>
                        </p:tgtEl>
                        <p:attrNameLst>
                          <p:attrName>style.visibility</p:attrName>
                        </p:attrNameLst>
                      </p:cBhvr>
                      <p:to>
                        <p:strVal val="visible"/>
                      </p:to>
                    </p:set>
                    <p:animEffect transition="in" filter="wipe(up)">
                      <p:cBhvr>
                        <p:cTn dur="500"/>
                        <p:tgtEl>
                          <p:spTgt spid="104450"/>
                        </p:tgtEl>
                      </p:cBhvr>
                    </p:animEffect>
                  </p:childTnLst>
                </p:cTn>
              </p:par>
            </p:tnLst>
          </p:tmpl>
          <p:tmpl lvl="3">
            <p:tnLst>
              <p:par>
                <p:cTn presetID="22" presetClass="entr" presetSubtype="1" fill="hold" nodeType="withEffect">
                  <p:stCondLst>
                    <p:cond delay="0"/>
                  </p:stCondLst>
                  <p:childTnLst>
                    <p:set>
                      <p:cBhvr>
                        <p:cTn dur="1" fill="hold">
                          <p:stCondLst>
                            <p:cond delay="0"/>
                          </p:stCondLst>
                        </p:cTn>
                        <p:tgtEl>
                          <p:spTgt spid="104450"/>
                        </p:tgtEl>
                        <p:attrNameLst>
                          <p:attrName>style.visibility</p:attrName>
                        </p:attrNameLst>
                      </p:cBhvr>
                      <p:to>
                        <p:strVal val="visible"/>
                      </p:to>
                    </p:set>
                    <p:animEffect transition="in" filter="wipe(up)">
                      <p:cBhvr>
                        <p:cTn dur="500"/>
                        <p:tgtEl>
                          <p:spTgt spid="104450"/>
                        </p:tgtEl>
                      </p:cBhvr>
                    </p:animEffect>
                  </p:childTnLst>
                </p:cTn>
              </p:par>
            </p:tnLst>
          </p:tmpl>
          <p:tmpl lvl="4">
            <p:tnLst>
              <p:par>
                <p:cTn presetID="22" presetClass="entr" presetSubtype="1" fill="hold" nodeType="withEffect">
                  <p:stCondLst>
                    <p:cond delay="0"/>
                  </p:stCondLst>
                  <p:childTnLst>
                    <p:set>
                      <p:cBhvr>
                        <p:cTn dur="1" fill="hold">
                          <p:stCondLst>
                            <p:cond delay="0"/>
                          </p:stCondLst>
                        </p:cTn>
                        <p:tgtEl>
                          <p:spTgt spid="104450"/>
                        </p:tgtEl>
                        <p:attrNameLst>
                          <p:attrName>style.visibility</p:attrName>
                        </p:attrNameLst>
                      </p:cBhvr>
                      <p:to>
                        <p:strVal val="visible"/>
                      </p:to>
                    </p:set>
                    <p:animEffect transition="in" filter="wipe(up)">
                      <p:cBhvr>
                        <p:cTn dur="500"/>
                        <p:tgtEl>
                          <p:spTgt spid="104450"/>
                        </p:tgtEl>
                      </p:cBhvr>
                    </p:animEffect>
                  </p:childTnLst>
                </p:cTn>
              </p:par>
            </p:tnLst>
          </p:tmpl>
          <p:tmpl lvl="5">
            <p:tnLst>
              <p:par>
                <p:cTn presetID="22" presetClass="entr" presetSubtype="1" fill="hold" nodeType="withEffect">
                  <p:stCondLst>
                    <p:cond delay="0"/>
                  </p:stCondLst>
                  <p:childTnLst>
                    <p:set>
                      <p:cBhvr>
                        <p:cTn dur="1" fill="hold">
                          <p:stCondLst>
                            <p:cond delay="0"/>
                          </p:stCondLst>
                        </p:cTn>
                        <p:tgtEl>
                          <p:spTgt spid="104450"/>
                        </p:tgtEl>
                        <p:attrNameLst>
                          <p:attrName>style.visibility</p:attrName>
                        </p:attrNameLst>
                      </p:cBhvr>
                      <p:to>
                        <p:strVal val="visible"/>
                      </p:to>
                    </p:set>
                    <p:animEffect transition="in" filter="wipe(up)">
                      <p:cBhvr>
                        <p:cTn dur="500"/>
                        <p:tgtEl>
                          <p:spTgt spid="104450"/>
                        </p:tgtEl>
                      </p:cBhvr>
                    </p:animEffect>
                  </p:childTnLst>
                </p:cTn>
              </p:par>
            </p:tnLst>
          </p:tmpl>
        </p:tmplLst>
      </p:bldP>
    </p:bldLst>
  </p:timing>
  <p:hf hdr="0" ftr="0"/>
  <p:txStyles>
    <p:titleStyle>
      <a:lvl1pPr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mj-lt"/>
          <a:ea typeface="+mj-ea"/>
          <a:cs typeface="+mj-cs"/>
        </a:defRPr>
      </a:lvl1pPr>
      <a:lvl2pPr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charset="0"/>
          <a:ea typeface="宋体" pitchFamily="2" charset="-122"/>
        </a:defRPr>
      </a:lvl2pPr>
      <a:lvl3pPr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charset="0"/>
          <a:ea typeface="宋体" pitchFamily="2" charset="-122"/>
        </a:defRPr>
      </a:lvl3pPr>
      <a:lvl4pPr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charset="0"/>
          <a:ea typeface="宋体" pitchFamily="2" charset="-122"/>
        </a:defRPr>
      </a:lvl4pPr>
      <a:lvl5pPr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charset="0"/>
          <a:ea typeface="宋体" pitchFamily="2" charset="-122"/>
        </a:defRPr>
      </a:lvl5pPr>
      <a:lvl6pPr marL="457200"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charset="0"/>
          <a:ea typeface="宋体" pitchFamily="2" charset="-122"/>
        </a:defRPr>
      </a:lvl6pPr>
      <a:lvl7pPr marL="914400"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charset="0"/>
          <a:ea typeface="宋体" pitchFamily="2" charset="-122"/>
        </a:defRPr>
      </a:lvl7pPr>
      <a:lvl8pPr marL="1371600"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charset="0"/>
          <a:ea typeface="宋体" pitchFamily="2" charset="-122"/>
        </a:defRPr>
      </a:lvl8pPr>
      <a:lvl9pPr marL="1828800"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charset="0"/>
          <a:ea typeface="宋体" pitchFamily="2" charset="-122"/>
        </a:defRPr>
      </a:lvl9pPr>
    </p:titleStyle>
    <p:bodyStyle>
      <a:lvl1pPr marL="258763" indent="-258763" algn="l" defTabSz="814388" rtl="0" eaLnBrk="0" fontAlgn="base" hangingPunct="0">
        <a:lnSpc>
          <a:spcPct val="90000"/>
        </a:lnSpc>
        <a:spcBef>
          <a:spcPct val="35000"/>
        </a:spcBef>
        <a:spcAft>
          <a:spcPct val="0"/>
        </a:spcAft>
        <a:buClr>
          <a:srgbClr val="27305F"/>
        </a:buClr>
        <a:buSzPct val="60000"/>
        <a:buFont typeface="Wingdings" pitchFamily="2" charset="2"/>
        <a:buChar char="n"/>
        <a:defRPr sz="2800" b="1">
          <a:solidFill>
            <a:schemeClr val="tx1"/>
          </a:solidFill>
          <a:latin typeface="+mn-lt"/>
          <a:ea typeface="+mn-ea"/>
          <a:cs typeface="+mn-cs"/>
        </a:defRPr>
      </a:lvl1pPr>
      <a:lvl2pPr marL="649288" indent="-2619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2pPr>
      <a:lvl3pPr marL="1027113" indent="-2492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3pPr>
      <a:lvl4pPr marL="1416050"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4pPr>
      <a:lvl5pPr marL="18049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5pPr>
      <a:lvl6pPr marL="22621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6pPr>
      <a:lvl7pPr marL="27193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7pPr>
      <a:lvl8pPr marL="31765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8pPr>
      <a:lvl9pPr marL="36337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bwMode="auto">
          <a:xfrm>
            <a:off x="326767" y="685800"/>
            <a:ext cx="9252479"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8195" name="Rectangle 3"/>
          <p:cNvSpPr>
            <a:spLocks noGrp="1" noRot="1" noChangeArrowheads="1"/>
          </p:cNvSpPr>
          <p:nvPr>
            <p:ph type="body" idx="1"/>
          </p:nvPr>
        </p:nvSpPr>
        <p:spPr bwMode="auto">
          <a:xfrm>
            <a:off x="330200" y="1981200"/>
            <a:ext cx="9252479"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196" name="Rectangle 4"/>
          <p:cNvSpPr>
            <a:spLocks noGrp="1" noChangeArrowheads="1"/>
          </p:cNvSpPr>
          <p:nvPr>
            <p:ph type="dt" sz="half" idx="2"/>
          </p:nvPr>
        </p:nvSpPr>
        <p:spPr bwMode="auto">
          <a:xfrm>
            <a:off x="326765" y="6019800"/>
            <a:ext cx="247994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a:ea typeface="+mn-ea"/>
              </a:defRPr>
            </a:lvl1pPr>
          </a:lstStyle>
          <a:p>
            <a:pPr eaLnBrk="1" hangingPunct="1"/>
            <a:endParaRPr lang="en-US" altLang="zh-CN" b="0" i="0">
              <a:solidFill>
                <a:srgbClr val="0033CC"/>
              </a:solidFill>
            </a:endParaRPr>
          </a:p>
        </p:txBody>
      </p:sp>
      <p:sp>
        <p:nvSpPr>
          <p:cNvPr id="8197" name="Rectangle 5"/>
          <p:cNvSpPr>
            <a:spLocks noGrp="1" noChangeArrowheads="1"/>
          </p:cNvSpPr>
          <p:nvPr>
            <p:ph type="ftr" sz="quarter" idx="3"/>
          </p:nvPr>
        </p:nvSpPr>
        <p:spPr bwMode="auto">
          <a:xfrm>
            <a:off x="3384550" y="6019800"/>
            <a:ext cx="31369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ea typeface="+mn-ea"/>
              </a:defRPr>
            </a:lvl1pPr>
          </a:lstStyle>
          <a:p>
            <a:pPr eaLnBrk="1" hangingPunct="1"/>
            <a:endParaRPr lang="en-US" altLang="zh-CN" b="0" i="0">
              <a:solidFill>
                <a:srgbClr val="0033CC"/>
              </a:solidFill>
            </a:endParaRPr>
          </a:p>
        </p:txBody>
      </p:sp>
      <p:sp>
        <p:nvSpPr>
          <p:cNvPr id="8198" name="Rectangle 6"/>
          <p:cNvSpPr>
            <a:spLocks noGrp="1" noChangeArrowheads="1"/>
          </p:cNvSpPr>
          <p:nvPr>
            <p:ph type="sldNum" sz="quarter" idx="4"/>
          </p:nvPr>
        </p:nvSpPr>
        <p:spPr bwMode="auto">
          <a:xfrm>
            <a:off x="7099300" y="6019800"/>
            <a:ext cx="247994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ea typeface="+mn-ea"/>
              </a:defRPr>
            </a:lvl1pPr>
          </a:lstStyle>
          <a:p>
            <a:pPr eaLnBrk="1" hangingPunct="1"/>
            <a:fld id="{DBD7600F-D141-493C-8665-79B4D58571D9}" type="slidenum">
              <a:rPr lang="en-US" altLang="zh-CN" b="0" i="0">
                <a:solidFill>
                  <a:srgbClr val="0033CC"/>
                </a:solidFill>
              </a:rPr>
              <a:pPr eaLnBrk="1" hangingPunct="1"/>
              <a:t>‹#›</a:t>
            </a:fld>
            <a:endParaRPr lang="en-US" altLang="zh-CN" b="0" i="0">
              <a:solidFill>
                <a:srgbClr val="0033CC"/>
              </a:solidFill>
            </a:endParaRPr>
          </a:p>
        </p:txBody>
      </p:sp>
    </p:spTree>
    <p:extLst>
      <p:ext uri="{BB962C8B-B14F-4D97-AF65-F5344CB8AC3E}">
        <p14:creationId xmlns:p14="http://schemas.microsoft.com/office/powerpoint/2010/main" val="60256592"/>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ea typeface="宋体" pitchFamily="2" charset="-122"/>
        </a:defRPr>
      </a:lvl2pPr>
      <a:lvl3pPr algn="ctr" rtl="0" fontAlgn="base">
        <a:spcBef>
          <a:spcPct val="0"/>
        </a:spcBef>
        <a:spcAft>
          <a:spcPct val="0"/>
        </a:spcAft>
        <a:defRPr sz="4400">
          <a:solidFill>
            <a:schemeClr val="tx2"/>
          </a:solidFill>
          <a:latin typeface="Arial" charset="0"/>
          <a:ea typeface="宋体" pitchFamily="2" charset="-122"/>
        </a:defRPr>
      </a:lvl3pPr>
      <a:lvl4pPr algn="ctr" rtl="0" fontAlgn="base">
        <a:spcBef>
          <a:spcPct val="0"/>
        </a:spcBef>
        <a:spcAft>
          <a:spcPct val="0"/>
        </a:spcAft>
        <a:defRPr sz="4400">
          <a:solidFill>
            <a:schemeClr val="tx2"/>
          </a:solidFill>
          <a:latin typeface="Arial" charset="0"/>
          <a:ea typeface="宋体" pitchFamily="2" charset="-122"/>
        </a:defRPr>
      </a:lvl4pPr>
      <a:lvl5pPr algn="ctr" rtl="0" fontAlgn="base">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fontAlgn="base">
        <a:spcBef>
          <a:spcPct val="20000"/>
        </a:spcBef>
        <a:spcAft>
          <a:spcPct val="0"/>
        </a:spcAft>
        <a:buClr>
          <a:schemeClr val="hlink"/>
        </a:buClr>
        <a:buSzPct val="70000"/>
        <a:buFont typeface="Wingdings" pitchFamily="2" charset="2"/>
        <a:buChar char="v"/>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5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hlink"/>
        </a:buClr>
        <a:buSzPct val="80000"/>
        <a:buFont typeface="Wingdings" pitchFamily="2" charset="2"/>
        <a:buChar char="v"/>
        <a:defRPr sz="2400">
          <a:solidFill>
            <a:schemeClr val="tx1"/>
          </a:solidFill>
          <a:latin typeface="+mn-lt"/>
          <a:ea typeface="+mn-ea"/>
        </a:defRPr>
      </a:lvl3pPr>
      <a:lvl4pPr marL="1600200" indent="-228600" algn="l" rtl="0" fontAlgn="base">
        <a:spcBef>
          <a:spcPct val="20000"/>
        </a:spcBef>
        <a:spcAft>
          <a:spcPct val="0"/>
        </a:spcAft>
        <a:buClr>
          <a:schemeClr val="accent2"/>
        </a:buClr>
        <a:buSzPct val="9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bwMode="auto">
          <a:xfrm>
            <a:off x="326767" y="685800"/>
            <a:ext cx="9252479"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8195" name="Rectangle 3"/>
          <p:cNvSpPr>
            <a:spLocks noGrp="1" noRot="1" noChangeArrowheads="1"/>
          </p:cNvSpPr>
          <p:nvPr>
            <p:ph type="body" idx="1"/>
          </p:nvPr>
        </p:nvSpPr>
        <p:spPr bwMode="auto">
          <a:xfrm>
            <a:off x="330200" y="1981200"/>
            <a:ext cx="9252479"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196" name="Rectangle 4"/>
          <p:cNvSpPr>
            <a:spLocks noGrp="1" noChangeArrowheads="1"/>
          </p:cNvSpPr>
          <p:nvPr>
            <p:ph type="dt" sz="half" idx="2"/>
          </p:nvPr>
        </p:nvSpPr>
        <p:spPr bwMode="auto">
          <a:xfrm>
            <a:off x="326765" y="6019800"/>
            <a:ext cx="247994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a:ea typeface="+mn-ea"/>
              </a:defRPr>
            </a:lvl1pPr>
          </a:lstStyle>
          <a:p>
            <a:pPr eaLnBrk="1" hangingPunct="1"/>
            <a:endParaRPr lang="en-US" altLang="zh-CN" b="0" i="0">
              <a:solidFill>
                <a:srgbClr val="0033CC"/>
              </a:solidFill>
            </a:endParaRPr>
          </a:p>
        </p:txBody>
      </p:sp>
      <p:sp>
        <p:nvSpPr>
          <p:cNvPr id="8197" name="Rectangle 5"/>
          <p:cNvSpPr>
            <a:spLocks noGrp="1" noChangeArrowheads="1"/>
          </p:cNvSpPr>
          <p:nvPr>
            <p:ph type="ftr" sz="quarter" idx="3"/>
          </p:nvPr>
        </p:nvSpPr>
        <p:spPr bwMode="auto">
          <a:xfrm>
            <a:off x="3384550" y="6019800"/>
            <a:ext cx="31369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ea typeface="+mn-ea"/>
              </a:defRPr>
            </a:lvl1pPr>
          </a:lstStyle>
          <a:p>
            <a:pPr eaLnBrk="1" hangingPunct="1"/>
            <a:endParaRPr lang="en-US" altLang="zh-CN" b="0" i="0">
              <a:solidFill>
                <a:srgbClr val="0033CC"/>
              </a:solidFill>
            </a:endParaRPr>
          </a:p>
        </p:txBody>
      </p:sp>
      <p:sp>
        <p:nvSpPr>
          <p:cNvPr id="8198" name="Rectangle 6"/>
          <p:cNvSpPr>
            <a:spLocks noGrp="1" noChangeArrowheads="1"/>
          </p:cNvSpPr>
          <p:nvPr>
            <p:ph type="sldNum" sz="quarter" idx="4"/>
          </p:nvPr>
        </p:nvSpPr>
        <p:spPr bwMode="auto">
          <a:xfrm>
            <a:off x="7099300" y="6019800"/>
            <a:ext cx="247994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ea typeface="+mn-ea"/>
              </a:defRPr>
            </a:lvl1pPr>
          </a:lstStyle>
          <a:p>
            <a:pPr eaLnBrk="1" hangingPunct="1"/>
            <a:fld id="{DBD7600F-D141-493C-8665-79B4D58571D9}" type="slidenum">
              <a:rPr lang="en-US" altLang="zh-CN" b="0" i="0">
                <a:solidFill>
                  <a:srgbClr val="0033CC"/>
                </a:solidFill>
              </a:rPr>
              <a:pPr eaLnBrk="1" hangingPunct="1"/>
              <a:t>‹#›</a:t>
            </a:fld>
            <a:endParaRPr lang="en-US" altLang="zh-CN" b="0" i="0">
              <a:solidFill>
                <a:srgbClr val="0033CC"/>
              </a:solidFill>
            </a:endParaRPr>
          </a:p>
        </p:txBody>
      </p:sp>
    </p:spTree>
    <p:extLst>
      <p:ext uri="{BB962C8B-B14F-4D97-AF65-F5344CB8AC3E}">
        <p14:creationId xmlns:p14="http://schemas.microsoft.com/office/powerpoint/2010/main" val="98610779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ea typeface="宋体" pitchFamily="2" charset="-122"/>
        </a:defRPr>
      </a:lvl2pPr>
      <a:lvl3pPr algn="ctr" rtl="0" fontAlgn="base">
        <a:spcBef>
          <a:spcPct val="0"/>
        </a:spcBef>
        <a:spcAft>
          <a:spcPct val="0"/>
        </a:spcAft>
        <a:defRPr sz="4400">
          <a:solidFill>
            <a:schemeClr val="tx2"/>
          </a:solidFill>
          <a:latin typeface="Arial" charset="0"/>
          <a:ea typeface="宋体" pitchFamily="2" charset="-122"/>
        </a:defRPr>
      </a:lvl3pPr>
      <a:lvl4pPr algn="ctr" rtl="0" fontAlgn="base">
        <a:spcBef>
          <a:spcPct val="0"/>
        </a:spcBef>
        <a:spcAft>
          <a:spcPct val="0"/>
        </a:spcAft>
        <a:defRPr sz="4400">
          <a:solidFill>
            <a:schemeClr val="tx2"/>
          </a:solidFill>
          <a:latin typeface="Arial" charset="0"/>
          <a:ea typeface="宋体" pitchFamily="2" charset="-122"/>
        </a:defRPr>
      </a:lvl4pPr>
      <a:lvl5pPr algn="ctr" rtl="0" fontAlgn="base">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fontAlgn="base">
        <a:spcBef>
          <a:spcPct val="20000"/>
        </a:spcBef>
        <a:spcAft>
          <a:spcPct val="0"/>
        </a:spcAft>
        <a:buClr>
          <a:schemeClr val="hlink"/>
        </a:buClr>
        <a:buSzPct val="70000"/>
        <a:buFont typeface="Wingdings" pitchFamily="2" charset="2"/>
        <a:buChar char="v"/>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5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hlink"/>
        </a:buClr>
        <a:buSzPct val="80000"/>
        <a:buFont typeface="Wingdings" pitchFamily="2" charset="2"/>
        <a:buChar char="v"/>
        <a:defRPr sz="2400">
          <a:solidFill>
            <a:schemeClr val="tx1"/>
          </a:solidFill>
          <a:latin typeface="+mn-lt"/>
          <a:ea typeface="+mn-ea"/>
        </a:defRPr>
      </a:lvl3pPr>
      <a:lvl4pPr marL="1600200" indent="-228600" algn="l" rtl="0" fontAlgn="base">
        <a:spcBef>
          <a:spcPct val="20000"/>
        </a:spcBef>
        <a:spcAft>
          <a:spcPct val="0"/>
        </a:spcAft>
        <a:buClr>
          <a:schemeClr val="accent2"/>
        </a:buClr>
        <a:buSzPct val="9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notesSlide" Target="../notesSlides/notesSlide2.xml"/><Relationship Id="rId7" Type="http://schemas.openxmlformats.org/officeDocument/2006/relationships/oleObject" Target="../embeddings/oleObject2.bin"/><Relationship Id="rId12" Type="http://schemas.openxmlformats.org/officeDocument/2006/relationships/image" Target="../media/image7.wmf"/><Relationship Id="rId2" Type="http://schemas.openxmlformats.org/officeDocument/2006/relationships/slideLayout" Target="../slideLayouts/slideLayout25.xml"/><Relationship Id="rId1" Type="http://schemas.openxmlformats.org/officeDocument/2006/relationships/vmlDrawing" Target="../drawings/vmlDrawing1.vml"/><Relationship Id="rId6" Type="http://schemas.openxmlformats.org/officeDocument/2006/relationships/image" Target="../media/image5.wmf"/><Relationship Id="rId11" Type="http://schemas.openxmlformats.org/officeDocument/2006/relationships/oleObject" Target="../embeddings/oleObject3.bin"/><Relationship Id="rId5" Type="http://schemas.openxmlformats.org/officeDocument/2006/relationships/oleObject" Target="../embeddings/oleObject1.bin"/><Relationship Id="rId10" Type="http://schemas.openxmlformats.org/officeDocument/2006/relationships/image" Target="../media/image10.wmf"/><Relationship Id="rId4" Type="http://schemas.openxmlformats.org/officeDocument/2006/relationships/image" Target="../media/image8.jpe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slideLayout" Target="../slideLayouts/slideLayout25.xml"/><Relationship Id="rId7" Type="http://schemas.openxmlformats.org/officeDocument/2006/relationships/oleObject" Target="../embeddings/oleObject5.bin"/><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image" Target="../media/image14.gif"/><Relationship Id="rId5" Type="http://schemas.openxmlformats.org/officeDocument/2006/relationships/image" Target="../media/image11.wmf"/><Relationship Id="rId10" Type="http://schemas.openxmlformats.org/officeDocument/2006/relationships/image" Target="../media/image13.wmf"/><Relationship Id="rId4" Type="http://schemas.openxmlformats.org/officeDocument/2006/relationships/oleObject" Target="../embeddings/oleObject4.bin"/><Relationship Id="rId9" Type="http://schemas.openxmlformats.org/officeDocument/2006/relationships/oleObject" Target="../embeddings/oleObject6.bin"/></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tags" Target="../tags/tag3.xml"/><Relationship Id="rId1" Type="http://schemas.openxmlformats.org/officeDocument/2006/relationships/vmlDrawing" Target="../drawings/vmlDrawing3.vml"/><Relationship Id="rId5" Type="http://schemas.openxmlformats.org/officeDocument/2006/relationships/image" Target="../media/image15.emf"/><Relationship Id="rId4" Type="http://schemas.openxmlformats.org/officeDocument/2006/relationships/oleObject" Target="../embeddings/oleObject7.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0.xml"/><Relationship Id="rId1" Type="http://schemas.openxmlformats.org/officeDocument/2006/relationships/vmlDrawing" Target="../drawings/vmlDrawing4.vml"/><Relationship Id="rId4" Type="http://schemas.openxmlformats.org/officeDocument/2006/relationships/image" Target="../media/image16.em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0.xml"/><Relationship Id="rId7" Type="http://schemas.openxmlformats.org/officeDocument/2006/relationships/image" Target="../media/image18.emf"/><Relationship Id="rId2" Type="http://schemas.openxmlformats.org/officeDocument/2006/relationships/tags" Target="../tags/tag4.xml"/><Relationship Id="rId1" Type="http://schemas.openxmlformats.org/officeDocument/2006/relationships/vmlDrawing" Target="../drawings/vmlDrawing5.vml"/><Relationship Id="rId6" Type="http://schemas.openxmlformats.org/officeDocument/2006/relationships/oleObject" Target="../embeddings/oleObject10.bin"/><Relationship Id="rId5" Type="http://schemas.openxmlformats.org/officeDocument/2006/relationships/image" Target="../media/image17.emf"/><Relationship Id="rId4" Type="http://schemas.openxmlformats.org/officeDocument/2006/relationships/oleObject" Target="../embeddings/oleObject9.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slideLayout" Target="../slideLayouts/slideLayout20.xml"/><Relationship Id="rId7" Type="http://schemas.openxmlformats.org/officeDocument/2006/relationships/image" Target="../media/image20.wmf"/><Relationship Id="rId2" Type="http://schemas.openxmlformats.org/officeDocument/2006/relationships/tags" Target="../tags/tag5.xml"/><Relationship Id="rId1" Type="http://schemas.openxmlformats.org/officeDocument/2006/relationships/vmlDrawing" Target="../drawings/vmlDrawing6.vml"/><Relationship Id="rId6" Type="http://schemas.openxmlformats.org/officeDocument/2006/relationships/oleObject" Target="../embeddings/oleObject12.bin"/><Relationship Id="rId11" Type="http://schemas.openxmlformats.org/officeDocument/2006/relationships/image" Target="../media/image10.wmf"/><Relationship Id="rId5" Type="http://schemas.openxmlformats.org/officeDocument/2006/relationships/image" Target="../media/image19.wmf"/><Relationship Id="rId10" Type="http://schemas.openxmlformats.org/officeDocument/2006/relationships/image" Target="../media/image22.wmf"/><Relationship Id="rId4" Type="http://schemas.openxmlformats.org/officeDocument/2006/relationships/oleObject" Target="../embeddings/oleObject11.bin"/><Relationship Id="rId9" Type="http://schemas.openxmlformats.org/officeDocument/2006/relationships/image" Target="../media/image21.wmf"/></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24.wmf"/><Relationship Id="rId2" Type="http://schemas.openxmlformats.org/officeDocument/2006/relationships/tags" Target="../tags/tag6.xml"/><Relationship Id="rId1" Type="http://schemas.openxmlformats.org/officeDocument/2006/relationships/vmlDrawing" Target="../drawings/vmlDrawing7.vml"/><Relationship Id="rId6" Type="http://schemas.openxmlformats.org/officeDocument/2006/relationships/oleObject" Target="../embeddings/oleObject15.bin"/><Relationship Id="rId5" Type="http://schemas.openxmlformats.org/officeDocument/2006/relationships/image" Target="../media/image23.wmf"/><Relationship Id="rId4" Type="http://schemas.openxmlformats.org/officeDocument/2006/relationships/oleObject" Target="../embeddings/oleObject14.bin"/></Relationships>
</file>

<file path=ppt/slides/_rels/slide10.xml.rels><?xml version="1.0" encoding="UTF-8" standalone="yes"?>
<Relationships xmlns="http://schemas.openxmlformats.org/package/2006/relationships"><Relationship Id="rId8" Type="http://schemas.openxmlformats.org/officeDocument/2006/relationships/image" Target="../media/image26.wmf"/><Relationship Id="rId13" Type="http://schemas.openxmlformats.org/officeDocument/2006/relationships/oleObject" Target="../embeddings/oleObject20.bin"/><Relationship Id="rId18" Type="http://schemas.openxmlformats.org/officeDocument/2006/relationships/image" Target="../media/image34.wmf"/><Relationship Id="rId3" Type="http://schemas.openxmlformats.org/officeDocument/2006/relationships/slideLayout" Target="../slideLayouts/slideLayout33.xml"/><Relationship Id="rId21" Type="http://schemas.openxmlformats.org/officeDocument/2006/relationships/oleObject" Target="../embeddings/oleObject24.bin"/><Relationship Id="rId7" Type="http://schemas.openxmlformats.org/officeDocument/2006/relationships/oleObject" Target="../embeddings/oleObject17.bin"/><Relationship Id="rId12" Type="http://schemas.openxmlformats.org/officeDocument/2006/relationships/image" Target="../media/image28.wmf"/><Relationship Id="rId17" Type="http://schemas.openxmlformats.org/officeDocument/2006/relationships/oleObject" Target="../embeddings/oleObject22.bin"/><Relationship Id="rId2" Type="http://schemas.openxmlformats.org/officeDocument/2006/relationships/tags" Target="../tags/tag7.xml"/><Relationship Id="rId16" Type="http://schemas.openxmlformats.org/officeDocument/2006/relationships/image" Target="../media/image30.wmf"/><Relationship Id="rId20" Type="http://schemas.openxmlformats.org/officeDocument/2006/relationships/image" Target="../media/image31.wmf"/><Relationship Id="rId1" Type="http://schemas.openxmlformats.org/officeDocument/2006/relationships/vmlDrawing" Target="../drawings/vmlDrawing8.vml"/><Relationship Id="rId6" Type="http://schemas.openxmlformats.org/officeDocument/2006/relationships/image" Target="../media/image33.png"/><Relationship Id="rId11" Type="http://schemas.openxmlformats.org/officeDocument/2006/relationships/oleObject" Target="../embeddings/oleObject19.bin"/><Relationship Id="rId5" Type="http://schemas.openxmlformats.org/officeDocument/2006/relationships/image" Target="../media/image25.emf"/><Relationship Id="rId15" Type="http://schemas.openxmlformats.org/officeDocument/2006/relationships/oleObject" Target="../embeddings/oleObject21.bin"/><Relationship Id="rId10" Type="http://schemas.openxmlformats.org/officeDocument/2006/relationships/image" Target="../media/image27.wmf"/><Relationship Id="rId19" Type="http://schemas.openxmlformats.org/officeDocument/2006/relationships/oleObject" Target="../embeddings/oleObject23.bin"/><Relationship Id="rId4" Type="http://schemas.openxmlformats.org/officeDocument/2006/relationships/oleObject" Target="../embeddings/oleObject16.bin"/><Relationship Id="rId9" Type="http://schemas.openxmlformats.org/officeDocument/2006/relationships/oleObject" Target="../embeddings/oleObject18.bin"/><Relationship Id="rId14" Type="http://schemas.openxmlformats.org/officeDocument/2006/relationships/image" Target="../media/image29.emf"/><Relationship Id="rId22" Type="http://schemas.openxmlformats.org/officeDocument/2006/relationships/image" Target="../media/image32.wmf"/></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vmlDrawing" Target="../drawings/vmlDrawing9.vml"/><Relationship Id="rId6" Type="http://schemas.openxmlformats.org/officeDocument/2006/relationships/image" Target="../media/image35.png"/><Relationship Id="rId5" Type="http://schemas.openxmlformats.org/officeDocument/2006/relationships/image" Target="../media/image23.wmf"/><Relationship Id="rId4" Type="http://schemas.openxmlformats.org/officeDocument/2006/relationships/oleObject" Target="../embeddings/oleObject25.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40.wmf"/><Relationship Id="rId3" Type="http://schemas.openxmlformats.org/officeDocument/2006/relationships/slideLayout" Target="../slideLayouts/slideLayout2.xml"/><Relationship Id="rId7" Type="http://schemas.openxmlformats.org/officeDocument/2006/relationships/image" Target="../media/image37.wmf"/><Relationship Id="rId12" Type="http://schemas.openxmlformats.org/officeDocument/2006/relationships/oleObject" Target="../embeddings/oleObject30.bin"/><Relationship Id="rId2" Type="http://schemas.openxmlformats.org/officeDocument/2006/relationships/tags" Target="../tags/tag9.xml"/><Relationship Id="rId1" Type="http://schemas.openxmlformats.org/officeDocument/2006/relationships/vmlDrawing" Target="../drawings/vmlDrawing10.vml"/><Relationship Id="rId6" Type="http://schemas.openxmlformats.org/officeDocument/2006/relationships/oleObject" Target="../embeddings/oleObject27.bin"/><Relationship Id="rId11" Type="http://schemas.openxmlformats.org/officeDocument/2006/relationships/image" Target="../media/image39.wmf"/><Relationship Id="rId5" Type="http://schemas.openxmlformats.org/officeDocument/2006/relationships/image" Target="../media/image36.w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38.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45.emf"/><Relationship Id="rId3" Type="http://schemas.openxmlformats.org/officeDocument/2006/relationships/slideLayout" Target="../slideLayouts/slideLayout2.xml"/><Relationship Id="rId7" Type="http://schemas.openxmlformats.org/officeDocument/2006/relationships/image" Target="../media/image42.wmf"/><Relationship Id="rId12" Type="http://schemas.openxmlformats.org/officeDocument/2006/relationships/oleObject" Target="../embeddings/oleObject35.bin"/><Relationship Id="rId2" Type="http://schemas.openxmlformats.org/officeDocument/2006/relationships/tags" Target="../tags/tag10.xml"/><Relationship Id="rId1" Type="http://schemas.openxmlformats.org/officeDocument/2006/relationships/vmlDrawing" Target="../drawings/vmlDrawing11.vml"/><Relationship Id="rId6" Type="http://schemas.openxmlformats.org/officeDocument/2006/relationships/oleObject" Target="../embeddings/oleObject32.bin"/><Relationship Id="rId11" Type="http://schemas.openxmlformats.org/officeDocument/2006/relationships/image" Target="../media/image44.emf"/><Relationship Id="rId5" Type="http://schemas.openxmlformats.org/officeDocument/2006/relationships/image" Target="../media/image41.wmf"/><Relationship Id="rId10" Type="http://schemas.openxmlformats.org/officeDocument/2006/relationships/oleObject" Target="../embeddings/oleObject34.bin"/><Relationship Id="rId4" Type="http://schemas.openxmlformats.org/officeDocument/2006/relationships/oleObject" Target="../embeddings/oleObject31.bin"/><Relationship Id="rId9" Type="http://schemas.openxmlformats.org/officeDocument/2006/relationships/image" Target="../media/image43.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slideLayout" Target="../slideLayouts/slideLayout2.xml"/><Relationship Id="rId7" Type="http://schemas.openxmlformats.org/officeDocument/2006/relationships/image" Target="../media/image47.wmf"/><Relationship Id="rId12" Type="http://schemas.openxmlformats.org/officeDocument/2006/relationships/image" Target="../media/image49.wmf"/><Relationship Id="rId2" Type="http://schemas.openxmlformats.org/officeDocument/2006/relationships/tags" Target="../tags/tag11.xml"/><Relationship Id="rId1" Type="http://schemas.openxmlformats.org/officeDocument/2006/relationships/vmlDrawing" Target="../drawings/vmlDrawing12.vml"/><Relationship Id="rId6" Type="http://schemas.openxmlformats.org/officeDocument/2006/relationships/oleObject" Target="../embeddings/oleObject37.bin"/><Relationship Id="rId11" Type="http://schemas.openxmlformats.org/officeDocument/2006/relationships/oleObject" Target="../embeddings/oleObject39.bin"/><Relationship Id="rId5" Type="http://schemas.openxmlformats.org/officeDocument/2006/relationships/image" Target="../media/image46.wmf"/><Relationship Id="rId10" Type="http://schemas.openxmlformats.org/officeDocument/2006/relationships/image" Target="../media/image50.jpeg"/><Relationship Id="rId4" Type="http://schemas.openxmlformats.org/officeDocument/2006/relationships/oleObject" Target="../embeddings/oleObject36.bin"/><Relationship Id="rId9" Type="http://schemas.openxmlformats.org/officeDocument/2006/relationships/image" Target="../media/image48.wmf"/></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52.wmf"/><Relationship Id="rId2" Type="http://schemas.openxmlformats.org/officeDocument/2006/relationships/tags" Target="../tags/tag12.xml"/><Relationship Id="rId1" Type="http://schemas.openxmlformats.org/officeDocument/2006/relationships/vmlDrawing" Target="../drawings/vmlDrawing13.vml"/><Relationship Id="rId6" Type="http://schemas.openxmlformats.org/officeDocument/2006/relationships/oleObject" Target="../embeddings/oleObject41.bin"/><Relationship Id="rId5" Type="http://schemas.openxmlformats.org/officeDocument/2006/relationships/image" Target="../media/image51.wmf"/><Relationship Id="rId4" Type="http://schemas.openxmlformats.org/officeDocument/2006/relationships/oleObject" Target="../embeddings/oleObject40.bin"/></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vmlDrawing" Target="../drawings/vmlDrawing14.vml"/><Relationship Id="rId5" Type="http://schemas.openxmlformats.org/officeDocument/2006/relationships/image" Target="../media/image53.wmf"/><Relationship Id="rId4" Type="http://schemas.openxmlformats.org/officeDocument/2006/relationships/oleObject" Target="../embeddings/oleObject42.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58.wmf"/><Relationship Id="rId18" Type="http://schemas.openxmlformats.org/officeDocument/2006/relationships/oleObject" Target="../embeddings/oleObject50.bin"/><Relationship Id="rId3" Type="http://schemas.openxmlformats.org/officeDocument/2006/relationships/slideLayout" Target="../slideLayouts/slideLayout2.xml"/><Relationship Id="rId21" Type="http://schemas.openxmlformats.org/officeDocument/2006/relationships/image" Target="../media/image62.wmf"/><Relationship Id="rId7" Type="http://schemas.openxmlformats.org/officeDocument/2006/relationships/image" Target="../media/image55.wmf"/><Relationship Id="rId12" Type="http://schemas.openxmlformats.org/officeDocument/2006/relationships/oleObject" Target="../embeddings/oleObject47.bin"/><Relationship Id="rId17" Type="http://schemas.openxmlformats.org/officeDocument/2006/relationships/image" Target="../media/image60.wmf"/><Relationship Id="rId2" Type="http://schemas.openxmlformats.org/officeDocument/2006/relationships/tags" Target="../tags/tag14.xml"/><Relationship Id="rId16" Type="http://schemas.openxmlformats.org/officeDocument/2006/relationships/oleObject" Target="../embeddings/oleObject49.bin"/><Relationship Id="rId20" Type="http://schemas.openxmlformats.org/officeDocument/2006/relationships/oleObject" Target="../embeddings/oleObject51.bin"/><Relationship Id="rId1" Type="http://schemas.openxmlformats.org/officeDocument/2006/relationships/vmlDrawing" Target="../drawings/vmlDrawing15.vml"/><Relationship Id="rId6" Type="http://schemas.openxmlformats.org/officeDocument/2006/relationships/oleObject" Target="../embeddings/oleObject44.bin"/><Relationship Id="rId11" Type="http://schemas.openxmlformats.org/officeDocument/2006/relationships/image" Target="../media/image57.wmf"/><Relationship Id="rId5" Type="http://schemas.openxmlformats.org/officeDocument/2006/relationships/image" Target="../media/image54.wmf"/><Relationship Id="rId15" Type="http://schemas.openxmlformats.org/officeDocument/2006/relationships/image" Target="../media/image59.wmf"/><Relationship Id="rId10" Type="http://schemas.openxmlformats.org/officeDocument/2006/relationships/oleObject" Target="../embeddings/oleObject46.bin"/><Relationship Id="rId19" Type="http://schemas.openxmlformats.org/officeDocument/2006/relationships/image" Target="../media/image61.wmf"/><Relationship Id="rId4" Type="http://schemas.openxmlformats.org/officeDocument/2006/relationships/oleObject" Target="../embeddings/oleObject43.bin"/><Relationship Id="rId9" Type="http://schemas.openxmlformats.org/officeDocument/2006/relationships/image" Target="../media/image56.wmf"/><Relationship Id="rId14" Type="http://schemas.openxmlformats.org/officeDocument/2006/relationships/oleObject" Target="../embeddings/oleObject48.bin"/></Relationships>
</file>

<file path=ppt/slides/_rels/slide18.xml.rels><?xml version="1.0" encoding="UTF-8" standalone="yes"?>
<Relationships xmlns="http://schemas.openxmlformats.org/package/2006/relationships"><Relationship Id="rId8" Type="http://schemas.openxmlformats.org/officeDocument/2006/relationships/image" Target="../media/image64.wmf"/><Relationship Id="rId13" Type="http://schemas.openxmlformats.org/officeDocument/2006/relationships/oleObject" Target="../embeddings/oleObject56.bin"/><Relationship Id="rId3" Type="http://schemas.openxmlformats.org/officeDocument/2006/relationships/slideLayout" Target="../slideLayouts/slideLayout2.xml"/><Relationship Id="rId7" Type="http://schemas.openxmlformats.org/officeDocument/2006/relationships/oleObject" Target="../embeddings/oleObject53.bin"/><Relationship Id="rId12" Type="http://schemas.openxmlformats.org/officeDocument/2006/relationships/image" Target="../media/image66.wmf"/><Relationship Id="rId2" Type="http://schemas.openxmlformats.org/officeDocument/2006/relationships/tags" Target="../tags/tag15.xml"/><Relationship Id="rId16" Type="http://schemas.openxmlformats.org/officeDocument/2006/relationships/image" Target="../media/image68.wmf"/><Relationship Id="rId1" Type="http://schemas.openxmlformats.org/officeDocument/2006/relationships/vmlDrawing" Target="../drawings/vmlDrawing16.vml"/><Relationship Id="rId6" Type="http://schemas.openxmlformats.org/officeDocument/2006/relationships/image" Target="../media/image63.wmf"/><Relationship Id="rId11" Type="http://schemas.openxmlformats.org/officeDocument/2006/relationships/oleObject" Target="../embeddings/oleObject55.bin"/><Relationship Id="rId5" Type="http://schemas.openxmlformats.org/officeDocument/2006/relationships/oleObject" Target="../embeddings/oleObject52.bin"/><Relationship Id="rId15" Type="http://schemas.openxmlformats.org/officeDocument/2006/relationships/oleObject" Target="../embeddings/oleObject57.bin"/><Relationship Id="rId10" Type="http://schemas.openxmlformats.org/officeDocument/2006/relationships/image" Target="../media/image65.wmf"/><Relationship Id="rId4" Type="http://schemas.openxmlformats.org/officeDocument/2006/relationships/audio" Target="../media/audio1.wav"/><Relationship Id="rId9" Type="http://schemas.openxmlformats.org/officeDocument/2006/relationships/oleObject" Target="../embeddings/oleObject54.bin"/><Relationship Id="rId14" Type="http://schemas.openxmlformats.org/officeDocument/2006/relationships/image" Target="../media/image67.wmf"/></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vmlDrawing" Target="../drawings/vmlDrawing17.vml"/><Relationship Id="rId5" Type="http://schemas.openxmlformats.org/officeDocument/2006/relationships/image" Target="../media/image69.emf"/><Relationship Id="rId4" Type="http://schemas.openxmlformats.org/officeDocument/2006/relationships/oleObject" Target="../embeddings/oleObject58.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61.bin"/><Relationship Id="rId3" Type="http://schemas.openxmlformats.org/officeDocument/2006/relationships/image" Target="../media/image73.jpeg"/><Relationship Id="rId7" Type="http://schemas.openxmlformats.org/officeDocument/2006/relationships/image" Target="../media/image71.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60.bin"/><Relationship Id="rId5" Type="http://schemas.openxmlformats.org/officeDocument/2006/relationships/image" Target="../media/image70.wmf"/><Relationship Id="rId4" Type="http://schemas.openxmlformats.org/officeDocument/2006/relationships/oleObject" Target="../embeddings/oleObject59.bin"/><Relationship Id="rId9" Type="http://schemas.openxmlformats.org/officeDocument/2006/relationships/image" Target="../media/image72.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64.bin"/><Relationship Id="rId13" Type="http://schemas.openxmlformats.org/officeDocument/2006/relationships/image" Target="../media/image78.emf"/><Relationship Id="rId3" Type="http://schemas.openxmlformats.org/officeDocument/2006/relationships/slideLayout" Target="../slideLayouts/slideLayout2.xml"/><Relationship Id="rId7" Type="http://schemas.openxmlformats.org/officeDocument/2006/relationships/image" Target="../media/image75.wmf"/><Relationship Id="rId12" Type="http://schemas.openxmlformats.org/officeDocument/2006/relationships/oleObject" Target="../embeddings/oleObject66.bin"/><Relationship Id="rId2" Type="http://schemas.openxmlformats.org/officeDocument/2006/relationships/tags" Target="../tags/tag17.xml"/><Relationship Id="rId1" Type="http://schemas.openxmlformats.org/officeDocument/2006/relationships/vmlDrawing" Target="../drawings/vmlDrawing19.vml"/><Relationship Id="rId6" Type="http://schemas.openxmlformats.org/officeDocument/2006/relationships/oleObject" Target="../embeddings/oleObject63.bin"/><Relationship Id="rId11" Type="http://schemas.openxmlformats.org/officeDocument/2006/relationships/image" Target="../media/image77.wmf"/><Relationship Id="rId5" Type="http://schemas.openxmlformats.org/officeDocument/2006/relationships/image" Target="../media/image74.emf"/><Relationship Id="rId10" Type="http://schemas.openxmlformats.org/officeDocument/2006/relationships/oleObject" Target="../embeddings/oleObject65.bin"/><Relationship Id="rId4" Type="http://schemas.openxmlformats.org/officeDocument/2006/relationships/oleObject" Target="../embeddings/oleObject62.bin"/><Relationship Id="rId9" Type="http://schemas.openxmlformats.org/officeDocument/2006/relationships/image" Target="../media/image76.emf"/></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vmlDrawing" Target="../drawings/vmlDrawing20.vml"/><Relationship Id="rId5" Type="http://schemas.openxmlformats.org/officeDocument/2006/relationships/image" Target="../media/image79.wmf"/><Relationship Id="rId4" Type="http://schemas.openxmlformats.org/officeDocument/2006/relationships/oleObject" Target="../embeddings/oleObject67.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70.bin"/><Relationship Id="rId3" Type="http://schemas.openxmlformats.org/officeDocument/2006/relationships/slideLayout" Target="../slideLayouts/slideLayout2.xml"/><Relationship Id="rId7" Type="http://schemas.openxmlformats.org/officeDocument/2006/relationships/image" Target="../media/image81.wmf"/><Relationship Id="rId2" Type="http://schemas.openxmlformats.org/officeDocument/2006/relationships/tags" Target="../tags/tag19.xml"/><Relationship Id="rId1" Type="http://schemas.openxmlformats.org/officeDocument/2006/relationships/vmlDrawing" Target="../drawings/vmlDrawing21.vml"/><Relationship Id="rId6" Type="http://schemas.openxmlformats.org/officeDocument/2006/relationships/oleObject" Target="../embeddings/oleObject69.bin"/><Relationship Id="rId11" Type="http://schemas.openxmlformats.org/officeDocument/2006/relationships/image" Target="../media/image83.emf"/><Relationship Id="rId5" Type="http://schemas.openxmlformats.org/officeDocument/2006/relationships/image" Target="../media/image80.wmf"/><Relationship Id="rId10" Type="http://schemas.openxmlformats.org/officeDocument/2006/relationships/oleObject" Target="../embeddings/oleObject71.bin"/><Relationship Id="rId4" Type="http://schemas.openxmlformats.org/officeDocument/2006/relationships/oleObject" Target="../embeddings/oleObject68.bin"/><Relationship Id="rId9" Type="http://schemas.openxmlformats.org/officeDocument/2006/relationships/image" Target="../media/image82.emf"/></Relationships>
</file>

<file path=ppt/slides/_rels/slide24.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72.bin"/><Relationship Id="rId7" Type="http://schemas.openxmlformats.org/officeDocument/2006/relationships/oleObject" Target="../embeddings/oleObject74.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80.wmf"/><Relationship Id="rId5" Type="http://schemas.openxmlformats.org/officeDocument/2006/relationships/oleObject" Target="../embeddings/oleObject73.bin"/><Relationship Id="rId4" Type="http://schemas.openxmlformats.org/officeDocument/2006/relationships/image" Target="../media/image84.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77.bin"/><Relationship Id="rId13" Type="http://schemas.openxmlformats.org/officeDocument/2006/relationships/image" Target="../media/image87.wmf"/><Relationship Id="rId18" Type="http://schemas.openxmlformats.org/officeDocument/2006/relationships/image" Target="../media/image89.wmf"/><Relationship Id="rId3" Type="http://schemas.openxmlformats.org/officeDocument/2006/relationships/slideLayout" Target="../slideLayouts/slideLayout2.xml"/><Relationship Id="rId21" Type="http://schemas.openxmlformats.org/officeDocument/2006/relationships/oleObject" Target="../embeddings/oleObject84.bin"/><Relationship Id="rId7" Type="http://schemas.openxmlformats.org/officeDocument/2006/relationships/image" Target="../media/image47.wmf"/><Relationship Id="rId12" Type="http://schemas.openxmlformats.org/officeDocument/2006/relationships/oleObject" Target="../embeddings/oleObject79.bin"/><Relationship Id="rId17" Type="http://schemas.openxmlformats.org/officeDocument/2006/relationships/oleObject" Target="../embeddings/oleObject82.bin"/><Relationship Id="rId2" Type="http://schemas.openxmlformats.org/officeDocument/2006/relationships/tags" Target="../tags/tag20.xml"/><Relationship Id="rId16" Type="http://schemas.openxmlformats.org/officeDocument/2006/relationships/image" Target="../media/image88.wmf"/><Relationship Id="rId20" Type="http://schemas.openxmlformats.org/officeDocument/2006/relationships/image" Target="../media/image90.wmf"/><Relationship Id="rId1" Type="http://schemas.openxmlformats.org/officeDocument/2006/relationships/vmlDrawing" Target="../drawings/vmlDrawing23.vml"/><Relationship Id="rId6" Type="http://schemas.openxmlformats.org/officeDocument/2006/relationships/oleObject" Target="../embeddings/oleObject76.bin"/><Relationship Id="rId11" Type="http://schemas.openxmlformats.org/officeDocument/2006/relationships/image" Target="../media/image86.wmf"/><Relationship Id="rId5" Type="http://schemas.openxmlformats.org/officeDocument/2006/relationships/image" Target="../media/image46.wmf"/><Relationship Id="rId15" Type="http://schemas.openxmlformats.org/officeDocument/2006/relationships/oleObject" Target="../embeddings/oleObject81.bin"/><Relationship Id="rId10" Type="http://schemas.openxmlformats.org/officeDocument/2006/relationships/oleObject" Target="../embeddings/oleObject78.bin"/><Relationship Id="rId19" Type="http://schemas.openxmlformats.org/officeDocument/2006/relationships/oleObject" Target="../embeddings/oleObject83.bin"/><Relationship Id="rId4" Type="http://schemas.openxmlformats.org/officeDocument/2006/relationships/oleObject" Target="../embeddings/oleObject75.bin"/><Relationship Id="rId9" Type="http://schemas.openxmlformats.org/officeDocument/2006/relationships/image" Target="../media/image85.wmf"/><Relationship Id="rId14" Type="http://schemas.openxmlformats.org/officeDocument/2006/relationships/oleObject" Target="../embeddings/oleObject80.bin"/><Relationship Id="rId22" Type="http://schemas.openxmlformats.org/officeDocument/2006/relationships/image" Target="../media/image91.wmf"/></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1.xml"/><Relationship Id="rId1" Type="http://schemas.openxmlformats.org/officeDocument/2006/relationships/vmlDrawing" Target="../drawings/vmlDrawing24.vml"/><Relationship Id="rId5" Type="http://schemas.openxmlformats.org/officeDocument/2006/relationships/image" Target="../media/image92.wmf"/><Relationship Id="rId4" Type="http://schemas.openxmlformats.org/officeDocument/2006/relationships/oleObject" Target="../embeddings/oleObject85.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2.xml"/><Relationship Id="rId1" Type="http://schemas.openxmlformats.org/officeDocument/2006/relationships/vmlDrawing" Target="../drawings/vmlDrawing25.vml"/><Relationship Id="rId5" Type="http://schemas.openxmlformats.org/officeDocument/2006/relationships/image" Target="../media/image93.wmf"/><Relationship Id="rId4" Type="http://schemas.openxmlformats.org/officeDocument/2006/relationships/oleObject" Target="../embeddings/oleObject86.bin"/></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89.bin"/><Relationship Id="rId13" Type="http://schemas.openxmlformats.org/officeDocument/2006/relationships/image" Target="../media/image98.wmf"/><Relationship Id="rId18" Type="http://schemas.openxmlformats.org/officeDocument/2006/relationships/oleObject" Target="../embeddings/oleObject94.bin"/><Relationship Id="rId3" Type="http://schemas.openxmlformats.org/officeDocument/2006/relationships/slideLayout" Target="../slideLayouts/slideLayout2.xml"/><Relationship Id="rId21" Type="http://schemas.openxmlformats.org/officeDocument/2006/relationships/image" Target="../media/image102.wmf"/><Relationship Id="rId7" Type="http://schemas.openxmlformats.org/officeDocument/2006/relationships/image" Target="../media/image95.wmf"/><Relationship Id="rId12" Type="http://schemas.openxmlformats.org/officeDocument/2006/relationships/oleObject" Target="../embeddings/oleObject91.bin"/><Relationship Id="rId17" Type="http://schemas.openxmlformats.org/officeDocument/2006/relationships/image" Target="../media/image100.wmf"/><Relationship Id="rId2" Type="http://schemas.openxmlformats.org/officeDocument/2006/relationships/tags" Target="../tags/tag24.xml"/><Relationship Id="rId16" Type="http://schemas.openxmlformats.org/officeDocument/2006/relationships/oleObject" Target="../embeddings/oleObject93.bin"/><Relationship Id="rId20" Type="http://schemas.openxmlformats.org/officeDocument/2006/relationships/oleObject" Target="../embeddings/oleObject95.bin"/><Relationship Id="rId1" Type="http://schemas.openxmlformats.org/officeDocument/2006/relationships/vmlDrawing" Target="../drawings/vmlDrawing26.vml"/><Relationship Id="rId6" Type="http://schemas.openxmlformats.org/officeDocument/2006/relationships/oleObject" Target="../embeddings/oleObject88.bin"/><Relationship Id="rId11" Type="http://schemas.openxmlformats.org/officeDocument/2006/relationships/image" Target="../media/image97.wmf"/><Relationship Id="rId5" Type="http://schemas.openxmlformats.org/officeDocument/2006/relationships/image" Target="../media/image94.emf"/><Relationship Id="rId15" Type="http://schemas.openxmlformats.org/officeDocument/2006/relationships/image" Target="../media/image99.wmf"/><Relationship Id="rId10" Type="http://schemas.openxmlformats.org/officeDocument/2006/relationships/oleObject" Target="../embeddings/oleObject90.bin"/><Relationship Id="rId19" Type="http://schemas.openxmlformats.org/officeDocument/2006/relationships/image" Target="../media/image101.wmf"/><Relationship Id="rId4" Type="http://schemas.openxmlformats.org/officeDocument/2006/relationships/oleObject" Target="../embeddings/oleObject87.bin"/><Relationship Id="rId9" Type="http://schemas.openxmlformats.org/officeDocument/2006/relationships/image" Target="../media/image96.wmf"/><Relationship Id="rId14" Type="http://schemas.openxmlformats.org/officeDocument/2006/relationships/oleObject" Target="../embeddings/oleObject92.bin"/></Relationships>
</file>

<file path=ppt/slides/_rels/slide31.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05.wmf"/><Relationship Id="rId2" Type="http://schemas.openxmlformats.org/officeDocument/2006/relationships/tags" Target="../tags/tag26.xml"/><Relationship Id="rId1" Type="http://schemas.openxmlformats.org/officeDocument/2006/relationships/vmlDrawing" Target="../drawings/vmlDrawing27.vml"/><Relationship Id="rId6" Type="http://schemas.openxmlformats.org/officeDocument/2006/relationships/oleObject" Target="../embeddings/oleObject97.bin"/><Relationship Id="rId5" Type="http://schemas.openxmlformats.org/officeDocument/2006/relationships/image" Target="../media/image104.emf"/><Relationship Id="rId4" Type="http://schemas.openxmlformats.org/officeDocument/2006/relationships/oleObject" Target="../embeddings/oleObject96.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00.bin"/><Relationship Id="rId13" Type="http://schemas.openxmlformats.org/officeDocument/2006/relationships/image" Target="../media/image110.wmf"/><Relationship Id="rId3" Type="http://schemas.openxmlformats.org/officeDocument/2006/relationships/slideLayout" Target="../slideLayouts/slideLayout2.xml"/><Relationship Id="rId7" Type="http://schemas.openxmlformats.org/officeDocument/2006/relationships/image" Target="../media/image107.wmf"/><Relationship Id="rId12" Type="http://schemas.openxmlformats.org/officeDocument/2006/relationships/oleObject" Target="../embeddings/oleObject102.bin"/><Relationship Id="rId2" Type="http://schemas.openxmlformats.org/officeDocument/2006/relationships/tags" Target="../tags/tag27.xml"/><Relationship Id="rId1" Type="http://schemas.openxmlformats.org/officeDocument/2006/relationships/vmlDrawing" Target="../drawings/vmlDrawing28.vml"/><Relationship Id="rId6" Type="http://schemas.openxmlformats.org/officeDocument/2006/relationships/oleObject" Target="../embeddings/oleObject99.bin"/><Relationship Id="rId11" Type="http://schemas.openxmlformats.org/officeDocument/2006/relationships/image" Target="../media/image109.wmf"/><Relationship Id="rId5" Type="http://schemas.openxmlformats.org/officeDocument/2006/relationships/image" Target="../media/image106.wmf"/><Relationship Id="rId10" Type="http://schemas.openxmlformats.org/officeDocument/2006/relationships/oleObject" Target="../embeddings/oleObject101.bin"/><Relationship Id="rId4" Type="http://schemas.openxmlformats.org/officeDocument/2006/relationships/oleObject" Target="../embeddings/oleObject98.bin"/><Relationship Id="rId9" Type="http://schemas.openxmlformats.org/officeDocument/2006/relationships/image" Target="../media/image108.wmf"/></Relationships>
</file>

<file path=ppt/slides/_rels/slide34.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05.bin"/><Relationship Id="rId13" Type="http://schemas.openxmlformats.org/officeDocument/2006/relationships/image" Target="../media/image116.wmf"/><Relationship Id="rId3" Type="http://schemas.openxmlformats.org/officeDocument/2006/relationships/slideLayout" Target="../slideLayouts/slideLayout2.xml"/><Relationship Id="rId7" Type="http://schemas.openxmlformats.org/officeDocument/2006/relationships/image" Target="../media/image113.emf"/><Relationship Id="rId12" Type="http://schemas.openxmlformats.org/officeDocument/2006/relationships/oleObject" Target="../embeddings/oleObject107.bin"/><Relationship Id="rId2" Type="http://schemas.openxmlformats.org/officeDocument/2006/relationships/tags" Target="../tags/tag29.xml"/><Relationship Id="rId1" Type="http://schemas.openxmlformats.org/officeDocument/2006/relationships/vmlDrawing" Target="../drawings/vmlDrawing29.vml"/><Relationship Id="rId6" Type="http://schemas.openxmlformats.org/officeDocument/2006/relationships/oleObject" Target="../embeddings/oleObject104.bin"/><Relationship Id="rId11" Type="http://schemas.openxmlformats.org/officeDocument/2006/relationships/image" Target="../media/image115.emf"/><Relationship Id="rId5" Type="http://schemas.openxmlformats.org/officeDocument/2006/relationships/image" Target="../media/image112.emf"/><Relationship Id="rId15" Type="http://schemas.openxmlformats.org/officeDocument/2006/relationships/image" Target="../media/image117.wmf"/><Relationship Id="rId10" Type="http://schemas.openxmlformats.org/officeDocument/2006/relationships/oleObject" Target="../embeddings/oleObject106.bin"/><Relationship Id="rId4" Type="http://schemas.openxmlformats.org/officeDocument/2006/relationships/oleObject" Target="../embeddings/oleObject103.bin"/><Relationship Id="rId9" Type="http://schemas.openxmlformats.org/officeDocument/2006/relationships/image" Target="../media/image114.wmf"/><Relationship Id="rId14" Type="http://schemas.openxmlformats.org/officeDocument/2006/relationships/oleObject" Target="../embeddings/oleObject108.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11.bin"/><Relationship Id="rId13" Type="http://schemas.openxmlformats.org/officeDocument/2006/relationships/image" Target="../media/image122.wmf"/><Relationship Id="rId18" Type="http://schemas.openxmlformats.org/officeDocument/2006/relationships/oleObject" Target="../embeddings/oleObject116.bin"/><Relationship Id="rId3" Type="http://schemas.openxmlformats.org/officeDocument/2006/relationships/slideLayout" Target="../slideLayouts/slideLayout2.xml"/><Relationship Id="rId21" Type="http://schemas.openxmlformats.org/officeDocument/2006/relationships/image" Target="../media/image126.wmf"/><Relationship Id="rId7" Type="http://schemas.openxmlformats.org/officeDocument/2006/relationships/image" Target="../media/image119.wmf"/><Relationship Id="rId12" Type="http://schemas.openxmlformats.org/officeDocument/2006/relationships/oleObject" Target="../embeddings/oleObject113.bin"/><Relationship Id="rId17" Type="http://schemas.openxmlformats.org/officeDocument/2006/relationships/image" Target="../media/image124.wmf"/><Relationship Id="rId2" Type="http://schemas.openxmlformats.org/officeDocument/2006/relationships/tags" Target="../tags/tag30.xml"/><Relationship Id="rId16" Type="http://schemas.openxmlformats.org/officeDocument/2006/relationships/oleObject" Target="../embeddings/oleObject115.bin"/><Relationship Id="rId20" Type="http://schemas.openxmlformats.org/officeDocument/2006/relationships/oleObject" Target="../embeddings/oleObject117.bin"/><Relationship Id="rId1" Type="http://schemas.openxmlformats.org/officeDocument/2006/relationships/vmlDrawing" Target="../drawings/vmlDrawing30.vml"/><Relationship Id="rId6" Type="http://schemas.openxmlformats.org/officeDocument/2006/relationships/oleObject" Target="../embeddings/oleObject110.bin"/><Relationship Id="rId11" Type="http://schemas.openxmlformats.org/officeDocument/2006/relationships/image" Target="../media/image121.wmf"/><Relationship Id="rId5" Type="http://schemas.openxmlformats.org/officeDocument/2006/relationships/image" Target="../media/image118.wmf"/><Relationship Id="rId15" Type="http://schemas.openxmlformats.org/officeDocument/2006/relationships/image" Target="../media/image123.wmf"/><Relationship Id="rId23" Type="http://schemas.openxmlformats.org/officeDocument/2006/relationships/image" Target="../media/image127.emf"/><Relationship Id="rId10" Type="http://schemas.openxmlformats.org/officeDocument/2006/relationships/oleObject" Target="../embeddings/oleObject112.bin"/><Relationship Id="rId19" Type="http://schemas.openxmlformats.org/officeDocument/2006/relationships/image" Target="../media/image125.wmf"/><Relationship Id="rId4" Type="http://schemas.openxmlformats.org/officeDocument/2006/relationships/oleObject" Target="../embeddings/oleObject109.bin"/><Relationship Id="rId9" Type="http://schemas.openxmlformats.org/officeDocument/2006/relationships/image" Target="../media/image120.wmf"/><Relationship Id="rId14" Type="http://schemas.openxmlformats.org/officeDocument/2006/relationships/oleObject" Target="../embeddings/oleObject114.bin"/><Relationship Id="rId22" Type="http://schemas.openxmlformats.org/officeDocument/2006/relationships/oleObject" Target="../embeddings/oleObject118.bin"/></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29.wmf"/><Relationship Id="rId2" Type="http://schemas.openxmlformats.org/officeDocument/2006/relationships/tags" Target="../tags/tag31.xml"/><Relationship Id="rId1" Type="http://schemas.openxmlformats.org/officeDocument/2006/relationships/vmlDrawing" Target="../drawings/vmlDrawing31.vml"/><Relationship Id="rId6" Type="http://schemas.openxmlformats.org/officeDocument/2006/relationships/oleObject" Target="../embeddings/oleObject120.bin"/><Relationship Id="rId5" Type="http://schemas.openxmlformats.org/officeDocument/2006/relationships/image" Target="../media/image128.emf"/><Relationship Id="rId4" Type="http://schemas.openxmlformats.org/officeDocument/2006/relationships/oleObject" Target="../embeddings/oleObject119.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23.bin"/><Relationship Id="rId3" Type="http://schemas.openxmlformats.org/officeDocument/2006/relationships/slideLayout" Target="../slideLayouts/slideLayout2.xml"/><Relationship Id="rId7" Type="http://schemas.openxmlformats.org/officeDocument/2006/relationships/image" Target="../media/image131.wmf"/><Relationship Id="rId2" Type="http://schemas.openxmlformats.org/officeDocument/2006/relationships/tags" Target="../tags/tag32.xml"/><Relationship Id="rId1" Type="http://schemas.openxmlformats.org/officeDocument/2006/relationships/vmlDrawing" Target="../drawings/vmlDrawing32.vml"/><Relationship Id="rId6" Type="http://schemas.openxmlformats.org/officeDocument/2006/relationships/oleObject" Target="../embeddings/oleObject122.bin"/><Relationship Id="rId11" Type="http://schemas.openxmlformats.org/officeDocument/2006/relationships/image" Target="../media/image133.wmf"/><Relationship Id="rId5" Type="http://schemas.openxmlformats.org/officeDocument/2006/relationships/image" Target="../media/image130.wmf"/><Relationship Id="rId10" Type="http://schemas.openxmlformats.org/officeDocument/2006/relationships/oleObject" Target="../embeddings/oleObject124.bin"/><Relationship Id="rId4" Type="http://schemas.openxmlformats.org/officeDocument/2006/relationships/oleObject" Target="../embeddings/oleObject121.bin"/><Relationship Id="rId9" Type="http://schemas.openxmlformats.org/officeDocument/2006/relationships/image" Target="../media/image132.wmf"/></Relationships>
</file>

<file path=ppt/slides/_rels/slide39.xml.rels><?xml version="1.0" encoding="UTF-8" standalone="yes"?>
<Relationships xmlns="http://schemas.openxmlformats.org/package/2006/relationships"><Relationship Id="rId13" Type="http://schemas.openxmlformats.org/officeDocument/2006/relationships/image" Target="../media/image138.wmf"/><Relationship Id="rId18" Type="http://schemas.openxmlformats.org/officeDocument/2006/relationships/oleObject" Target="../embeddings/oleObject132.bin"/><Relationship Id="rId26" Type="http://schemas.openxmlformats.org/officeDocument/2006/relationships/oleObject" Target="../embeddings/oleObject136.bin"/><Relationship Id="rId21" Type="http://schemas.openxmlformats.org/officeDocument/2006/relationships/image" Target="../media/image142.wmf"/><Relationship Id="rId34" Type="http://schemas.openxmlformats.org/officeDocument/2006/relationships/oleObject" Target="../embeddings/oleObject140.bin"/><Relationship Id="rId7" Type="http://schemas.openxmlformats.org/officeDocument/2006/relationships/image" Target="../media/image135.wmf"/><Relationship Id="rId12" Type="http://schemas.openxmlformats.org/officeDocument/2006/relationships/oleObject" Target="../embeddings/oleObject129.bin"/><Relationship Id="rId17" Type="http://schemas.openxmlformats.org/officeDocument/2006/relationships/image" Target="../media/image140.wmf"/><Relationship Id="rId25" Type="http://schemas.openxmlformats.org/officeDocument/2006/relationships/image" Target="../media/image144.wmf"/><Relationship Id="rId33" Type="http://schemas.openxmlformats.org/officeDocument/2006/relationships/image" Target="../media/image148.wmf"/><Relationship Id="rId2" Type="http://schemas.openxmlformats.org/officeDocument/2006/relationships/tags" Target="../tags/tag33.xml"/><Relationship Id="rId16" Type="http://schemas.openxmlformats.org/officeDocument/2006/relationships/oleObject" Target="../embeddings/oleObject131.bin"/><Relationship Id="rId20" Type="http://schemas.openxmlformats.org/officeDocument/2006/relationships/oleObject" Target="../embeddings/oleObject133.bin"/><Relationship Id="rId29" Type="http://schemas.openxmlformats.org/officeDocument/2006/relationships/image" Target="../media/image146.wmf"/><Relationship Id="rId1" Type="http://schemas.openxmlformats.org/officeDocument/2006/relationships/vmlDrawing" Target="../drawings/vmlDrawing33.vml"/><Relationship Id="rId6" Type="http://schemas.openxmlformats.org/officeDocument/2006/relationships/oleObject" Target="../embeddings/oleObject126.bin"/><Relationship Id="rId11" Type="http://schemas.openxmlformats.org/officeDocument/2006/relationships/image" Target="../media/image137.wmf"/><Relationship Id="rId24" Type="http://schemas.openxmlformats.org/officeDocument/2006/relationships/oleObject" Target="../embeddings/oleObject135.bin"/><Relationship Id="rId32" Type="http://schemas.openxmlformats.org/officeDocument/2006/relationships/oleObject" Target="../embeddings/oleObject139.bin"/><Relationship Id="rId37" Type="http://schemas.openxmlformats.org/officeDocument/2006/relationships/image" Target="../media/image150.wmf"/><Relationship Id="rId5" Type="http://schemas.openxmlformats.org/officeDocument/2006/relationships/image" Target="../media/image134.wmf"/><Relationship Id="rId15" Type="http://schemas.openxmlformats.org/officeDocument/2006/relationships/image" Target="../media/image139.wmf"/><Relationship Id="rId23" Type="http://schemas.openxmlformats.org/officeDocument/2006/relationships/image" Target="../media/image143.wmf"/><Relationship Id="rId28" Type="http://schemas.openxmlformats.org/officeDocument/2006/relationships/oleObject" Target="../embeddings/oleObject137.bin"/><Relationship Id="rId36" Type="http://schemas.openxmlformats.org/officeDocument/2006/relationships/oleObject" Target="../embeddings/oleObject141.bin"/><Relationship Id="rId10" Type="http://schemas.openxmlformats.org/officeDocument/2006/relationships/oleObject" Target="../embeddings/oleObject128.bin"/><Relationship Id="rId19" Type="http://schemas.openxmlformats.org/officeDocument/2006/relationships/image" Target="../media/image141.wmf"/><Relationship Id="rId31" Type="http://schemas.openxmlformats.org/officeDocument/2006/relationships/image" Target="../media/image147.wmf"/><Relationship Id="rId4" Type="http://schemas.openxmlformats.org/officeDocument/2006/relationships/oleObject" Target="../embeddings/oleObject125.bin"/><Relationship Id="rId9" Type="http://schemas.openxmlformats.org/officeDocument/2006/relationships/image" Target="../media/image136.wmf"/><Relationship Id="rId14" Type="http://schemas.openxmlformats.org/officeDocument/2006/relationships/oleObject" Target="../embeddings/oleObject130.bin"/><Relationship Id="rId22" Type="http://schemas.openxmlformats.org/officeDocument/2006/relationships/oleObject" Target="../embeddings/oleObject134.bin"/><Relationship Id="rId27" Type="http://schemas.openxmlformats.org/officeDocument/2006/relationships/image" Target="../media/image145.wmf"/><Relationship Id="rId30" Type="http://schemas.openxmlformats.org/officeDocument/2006/relationships/oleObject" Target="../embeddings/oleObject138.bin"/><Relationship Id="rId35" Type="http://schemas.openxmlformats.org/officeDocument/2006/relationships/image" Target="../media/image149.wmf"/><Relationship Id="rId8" Type="http://schemas.openxmlformats.org/officeDocument/2006/relationships/oleObject" Target="../embeddings/oleObject127.bin"/><Relationship Id="rId3"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44.bin"/><Relationship Id="rId3" Type="http://schemas.openxmlformats.org/officeDocument/2006/relationships/slideLayout" Target="../slideLayouts/slideLayout2.xml"/><Relationship Id="rId7" Type="http://schemas.openxmlformats.org/officeDocument/2006/relationships/image" Target="../media/image152.wmf"/><Relationship Id="rId2" Type="http://schemas.openxmlformats.org/officeDocument/2006/relationships/tags" Target="../tags/tag34.xml"/><Relationship Id="rId1" Type="http://schemas.openxmlformats.org/officeDocument/2006/relationships/vmlDrawing" Target="../drawings/vmlDrawing34.vml"/><Relationship Id="rId6" Type="http://schemas.openxmlformats.org/officeDocument/2006/relationships/oleObject" Target="../embeddings/oleObject143.bin"/><Relationship Id="rId5" Type="http://schemas.openxmlformats.org/officeDocument/2006/relationships/image" Target="../media/image151.wmf"/><Relationship Id="rId4" Type="http://schemas.openxmlformats.org/officeDocument/2006/relationships/oleObject" Target="../embeddings/oleObject142.bin"/><Relationship Id="rId9" Type="http://schemas.openxmlformats.org/officeDocument/2006/relationships/image" Target="../media/image153.wmf"/></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47.bin"/><Relationship Id="rId13" Type="http://schemas.openxmlformats.org/officeDocument/2006/relationships/image" Target="../media/image158.wmf"/><Relationship Id="rId18" Type="http://schemas.openxmlformats.org/officeDocument/2006/relationships/oleObject" Target="../embeddings/oleObject152.bin"/><Relationship Id="rId3" Type="http://schemas.openxmlformats.org/officeDocument/2006/relationships/slideLayout" Target="../slideLayouts/slideLayout2.xml"/><Relationship Id="rId7" Type="http://schemas.openxmlformats.org/officeDocument/2006/relationships/image" Target="../media/image155.wmf"/><Relationship Id="rId12" Type="http://schemas.openxmlformats.org/officeDocument/2006/relationships/oleObject" Target="../embeddings/oleObject149.bin"/><Relationship Id="rId17" Type="http://schemas.openxmlformats.org/officeDocument/2006/relationships/image" Target="../media/image160.wmf"/><Relationship Id="rId2" Type="http://schemas.openxmlformats.org/officeDocument/2006/relationships/tags" Target="../tags/tag35.xml"/><Relationship Id="rId16" Type="http://schemas.openxmlformats.org/officeDocument/2006/relationships/oleObject" Target="../embeddings/oleObject151.bin"/><Relationship Id="rId1" Type="http://schemas.openxmlformats.org/officeDocument/2006/relationships/vmlDrawing" Target="../drawings/vmlDrawing35.vml"/><Relationship Id="rId6" Type="http://schemas.openxmlformats.org/officeDocument/2006/relationships/oleObject" Target="../embeddings/oleObject146.bin"/><Relationship Id="rId11" Type="http://schemas.openxmlformats.org/officeDocument/2006/relationships/image" Target="../media/image157.wmf"/><Relationship Id="rId5" Type="http://schemas.openxmlformats.org/officeDocument/2006/relationships/image" Target="../media/image154.wmf"/><Relationship Id="rId15" Type="http://schemas.openxmlformats.org/officeDocument/2006/relationships/image" Target="../media/image159.wmf"/><Relationship Id="rId10" Type="http://schemas.openxmlformats.org/officeDocument/2006/relationships/oleObject" Target="../embeddings/oleObject148.bin"/><Relationship Id="rId19" Type="http://schemas.openxmlformats.org/officeDocument/2006/relationships/image" Target="../media/image161.wmf"/><Relationship Id="rId4" Type="http://schemas.openxmlformats.org/officeDocument/2006/relationships/oleObject" Target="../embeddings/oleObject145.bin"/><Relationship Id="rId9" Type="http://schemas.openxmlformats.org/officeDocument/2006/relationships/image" Target="../media/image156.wmf"/><Relationship Id="rId14" Type="http://schemas.openxmlformats.org/officeDocument/2006/relationships/oleObject" Target="../embeddings/oleObject150.bin"/></Relationships>
</file>

<file path=ppt/slides/_rels/slide42.xml.rels><?xml version="1.0" encoding="UTF-8" standalone="yes"?>
<Relationships xmlns="http://schemas.openxmlformats.org/package/2006/relationships"><Relationship Id="rId8" Type="http://schemas.openxmlformats.org/officeDocument/2006/relationships/image" Target="../media/image163.wmf"/><Relationship Id="rId13" Type="http://schemas.openxmlformats.org/officeDocument/2006/relationships/oleObject" Target="../embeddings/oleObject157.bin"/><Relationship Id="rId3" Type="http://schemas.openxmlformats.org/officeDocument/2006/relationships/slideLayout" Target="../slideLayouts/slideLayout2.xml"/><Relationship Id="rId7" Type="http://schemas.openxmlformats.org/officeDocument/2006/relationships/oleObject" Target="../embeddings/oleObject154.bin"/><Relationship Id="rId12" Type="http://schemas.openxmlformats.org/officeDocument/2006/relationships/image" Target="../media/image165.wmf"/><Relationship Id="rId2" Type="http://schemas.openxmlformats.org/officeDocument/2006/relationships/tags" Target="../tags/tag36.xml"/><Relationship Id="rId1" Type="http://schemas.openxmlformats.org/officeDocument/2006/relationships/vmlDrawing" Target="../drawings/vmlDrawing36.vml"/><Relationship Id="rId6" Type="http://schemas.openxmlformats.org/officeDocument/2006/relationships/image" Target="../media/image162.wmf"/><Relationship Id="rId11" Type="http://schemas.openxmlformats.org/officeDocument/2006/relationships/oleObject" Target="../embeddings/oleObject156.bin"/><Relationship Id="rId5" Type="http://schemas.openxmlformats.org/officeDocument/2006/relationships/oleObject" Target="../embeddings/oleObject153.bin"/><Relationship Id="rId10" Type="http://schemas.openxmlformats.org/officeDocument/2006/relationships/image" Target="../media/image164.wmf"/><Relationship Id="rId4" Type="http://schemas.openxmlformats.org/officeDocument/2006/relationships/image" Target="../media/image167.png"/><Relationship Id="rId9" Type="http://schemas.openxmlformats.org/officeDocument/2006/relationships/oleObject" Target="../embeddings/oleObject155.bin"/><Relationship Id="rId14" Type="http://schemas.openxmlformats.org/officeDocument/2006/relationships/image" Target="../media/image166.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162.wmf"/><Relationship Id="rId13" Type="http://schemas.openxmlformats.org/officeDocument/2006/relationships/oleObject" Target="../embeddings/oleObject162.bin"/><Relationship Id="rId3" Type="http://schemas.openxmlformats.org/officeDocument/2006/relationships/slideLayout" Target="../slideLayouts/slideLayout2.xml"/><Relationship Id="rId7" Type="http://schemas.openxmlformats.org/officeDocument/2006/relationships/oleObject" Target="../embeddings/oleObject159.bin"/><Relationship Id="rId12" Type="http://schemas.openxmlformats.org/officeDocument/2006/relationships/image" Target="../media/image165.wmf"/><Relationship Id="rId2" Type="http://schemas.openxmlformats.org/officeDocument/2006/relationships/tags" Target="../tags/tag37.xml"/><Relationship Id="rId1" Type="http://schemas.openxmlformats.org/officeDocument/2006/relationships/vmlDrawing" Target="../drawings/vmlDrawing37.vml"/><Relationship Id="rId6" Type="http://schemas.openxmlformats.org/officeDocument/2006/relationships/image" Target="../media/image163.wmf"/><Relationship Id="rId11" Type="http://schemas.openxmlformats.org/officeDocument/2006/relationships/oleObject" Target="../embeddings/oleObject161.bin"/><Relationship Id="rId5" Type="http://schemas.openxmlformats.org/officeDocument/2006/relationships/oleObject" Target="../embeddings/oleObject158.bin"/><Relationship Id="rId10" Type="http://schemas.openxmlformats.org/officeDocument/2006/relationships/image" Target="../media/image164.wmf"/><Relationship Id="rId4" Type="http://schemas.openxmlformats.org/officeDocument/2006/relationships/image" Target="../media/image167.png"/><Relationship Id="rId9" Type="http://schemas.openxmlformats.org/officeDocument/2006/relationships/oleObject" Target="../embeddings/oleObject160.bin"/><Relationship Id="rId14" Type="http://schemas.openxmlformats.org/officeDocument/2006/relationships/image" Target="../media/image166.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65.bin"/><Relationship Id="rId13" Type="http://schemas.openxmlformats.org/officeDocument/2006/relationships/oleObject" Target="../embeddings/oleObject167.bin"/><Relationship Id="rId3" Type="http://schemas.openxmlformats.org/officeDocument/2006/relationships/slideLayout" Target="../slideLayouts/slideLayout2.xml"/><Relationship Id="rId7" Type="http://schemas.openxmlformats.org/officeDocument/2006/relationships/image" Target="../media/image164.wmf"/><Relationship Id="rId12" Type="http://schemas.openxmlformats.org/officeDocument/2006/relationships/image" Target="../media/image167.png"/><Relationship Id="rId2" Type="http://schemas.openxmlformats.org/officeDocument/2006/relationships/tags" Target="../tags/tag38.xml"/><Relationship Id="rId1" Type="http://schemas.openxmlformats.org/officeDocument/2006/relationships/vmlDrawing" Target="../drawings/vmlDrawing38.vml"/><Relationship Id="rId6" Type="http://schemas.openxmlformats.org/officeDocument/2006/relationships/oleObject" Target="../embeddings/oleObject164.bin"/><Relationship Id="rId11" Type="http://schemas.openxmlformats.org/officeDocument/2006/relationships/image" Target="../media/image166.wmf"/><Relationship Id="rId5" Type="http://schemas.openxmlformats.org/officeDocument/2006/relationships/image" Target="../media/image162.wmf"/><Relationship Id="rId10" Type="http://schemas.openxmlformats.org/officeDocument/2006/relationships/oleObject" Target="../embeddings/oleObject166.bin"/><Relationship Id="rId4" Type="http://schemas.openxmlformats.org/officeDocument/2006/relationships/oleObject" Target="../embeddings/oleObject163.bin"/><Relationship Id="rId9" Type="http://schemas.openxmlformats.org/officeDocument/2006/relationships/image" Target="../media/image165.wmf"/><Relationship Id="rId14" Type="http://schemas.openxmlformats.org/officeDocument/2006/relationships/image" Target="../media/image168.w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170.bin"/><Relationship Id="rId13" Type="http://schemas.openxmlformats.org/officeDocument/2006/relationships/image" Target="../media/image173.wmf"/><Relationship Id="rId3" Type="http://schemas.openxmlformats.org/officeDocument/2006/relationships/slideLayout" Target="../slideLayouts/slideLayout2.xml"/><Relationship Id="rId7" Type="http://schemas.openxmlformats.org/officeDocument/2006/relationships/image" Target="../media/image170.wmf"/><Relationship Id="rId12" Type="http://schemas.openxmlformats.org/officeDocument/2006/relationships/oleObject" Target="../embeddings/oleObject172.bin"/><Relationship Id="rId2" Type="http://schemas.openxmlformats.org/officeDocument/2006/relationships/tags" Target="../tags/tag39.xml"/><Relationship Id="rId1" Type="http://schemas.openxmlformats.org/officeDocument/2006/relationships/vmlDrawing" Target="../drawings/vmlDrawing39.vml"/><Relationship Id="rId6" Type="http://schemas.openxmlformats.org/officeDocument/2006/relationships/oleObject" Target="../embeddings/oleObject169.bin"/><Relationship Id="rId11" Type="http://schemas.openxmlformats.org/officeDocument/2006/relationships/image" Target="../media/image172.wmf"/><Relationship Id="rId5" Type="http://schemas.openxmlformats.org/officeDocument/2006/relationships/image" Target="../media/image169.wmf"/><Relationship Id="rId10" Type="http://schemas.openxmlformats.org/officeDocument/2006/relationships/oleObject" Target="../embeddings/oleObject171.bin"/><Relationship Id="rId4" Type="http://schemas.openxmlformats.org/officeDocument/2006/relationships/oleObject" Target="../embeddings/oleObject168.bin"/><Relationship Id="rId9" Type="http://schemas.openxmlformats.org/officeDocument/2006/relationships/image" Target="../media/image171.wmf"/></Relationships>
</file>

<file path=ppt/slides/_rels/slide47.xml.rels><?xml version="1.0" encoding="UTF-8" standalone="yes"?>
<Relationships xmlns="http://schemas.openxmlformats.org/package/2006/relationships"><Relationship Id="rId8" Type="http://schemas.openxmlformats.org/officeDocument/2006/relationships/image" Target="../media/image176.wmf"/><Relationship Id="rId3" Type="http://schemas.openxmlformats.org/officeDocument/2006/relationships/oleObject" Target="../embeddings/oleObject173.bin"/><Relationship Id="rId7" Type="http://schemas.openxmlformats.org/officeDocument/2006/relationships/oleObject" Target="../embeddings/oleObject175.bin"/><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image" Target="../media/image175.wmf"/><Relationship Id="rId5" Type="http://schemas.openxmlformats.org/officeDocument/2006/relationships/oleObject" Target="../embeddings/oleObject174.bin"/><Relationship Id="rId4" Type="http://schemas.openxmlformats.org/officeDocument/2006/relationships/image" Target="../media/image174.wmf"/></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78.bin"/><Relationship Id="rId13" Type="http://schemas.openxmlformats.org/officeDocument/2006/relationships/image" Target="../media/image180.wmf"/><Relationship Id="rId18" Type="http://schemas.openxmlformats.org/officeDocument/2006/relationships/oleObject" Target="../embeddings/oleObject183.bin"/><Relationship Id="rId3" Type="http://schemas.openxmlformats.org/officeDocument/2006/relationships/slideLayout" Target="../slideLayouts/slideLayout2.xml"/><Relationship Id="rId21" Type="http://schemas.openxmlformats.org/officeDocument/2006/relationships/image" Target="../media/image184.wmf"/><Relationship Id="rId7" Type="http://schemas.openxmlformats.org/officeDocument/2006/relationships/image" Target="../media/image177.wmf"/><Relationship Id="rId12" Type="http://schemas.openxmlformats.org/officeDocument/2006/relationships/oleObject" Target="../embeddings/oleObject180.bin"/><Relationship Id="rId17" Type="http://schemas.openxmlformats.org/officeDocument/2006/relationships/image" Target="../media/image182.wmf"/><Relationship Id="rId2" Type="http://schemas.openxmlformats.org/officeDocument/2006/relationships/tags" Target="../tags/tag40.xml"/><Relationship Id="rId16" Type="http://schemas.openxmlformats.org/officeDocument/2006/relationships/oleObject" Target="../embeddings/oleObject182.bin"/><Relationship Id="rId20" Type="http://schemas.openxmlformats.org/officeDocument/2006/relationships/oleObject" Target="../embeddings/oleObject184.bin"/><Relationship Id="rId1" Type="http://schemas.openxmlformats.org/officeDocument/2006/relationships/vmlDrawing" Target="../drawings/vmlDrawing41.vml"/><Relationship Id="rId6" Type="http://schemas.openxmlformats.org/officeDocument/2006/relationships/oleObject" Target="../embeddings/oleObject177.bin"/><Relationship Id="rId11" Type="http://schemas.openxmlformats.org/officeDocument/2006/relationships/image" Target="../media/image179.wmf"/><Relationship Id="rId5" Type="http://schemas.openxmlformats.org/officeDocument/2006/relationships/image" Target="../media/image168.wmf"/><Relationship Id="rId15" Type="http://schemas.openxmlformats.org/officeDocument/2006/relationships/image" Target="../media/image181.wmf"/><Relationship Id="rId23" Type="http://schemas.openxmlformats.org/officeDocument/2006/relationships/image" Target="../media/image185.wmf"/><Relationship Id="rId10" Type="http://schemas.openxmlformats.org/officeDocument/2006/relationships/oleObject" Target="../embeddings/oleObject179.bin"/><Relationship Id="rId19" Type="http://schemas.openxmlformats.org/officeDocument/2006/relationships/image" Target="../media/image183.wmf"/><Relationship Id="rId4" Type="http://schemas.openxmlformats.org/officeDocument/2006/relationships/oleObject" Target="../embeddings/oleObject176.bin"/><Relationship Id="rId9" Type="http://schemas.openxmlformats.org/officeDocument/2006/relationships/image" Target="../media/image178.wmf"/><Relationship Id="rId14" Type="http://schemas.openxmlformats.org/officeDocument/2006/relationships/oleObject" Target="../embeddings/oleObject181.bin"/><Relationship Id="rId22" Type="http://schemas.openxmlformats.org/officeDocument/2006/relationships/oleObject" Target="../embeddings/oleObject185.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88.bin"/><Relationship Id="rId13" Type="http://schemas.openxmlformats.org/officeDocument/2006/relationships/image" Target="../media/image190.wmf"/><Relationship Id="rId3" Type="http://schemas.openxmlformats.org/officeDocument/2006/relationships/slideLayout" Target="../slideLayouts/slideLayout2.xml"/><Relationship Id="rId7" Type="http://schemas.openxmlformats.org/officeDocument/2006/relationships/image" Target="../media/image187.wmf"/><Relationship Id="rId12" Type="http://schemas.openxmlformats.org/officeDocument/2006/relationships/oleObject" Target="../embeddings/oleObject190.bin"/><Relationship Id="rId17" Type="http://schemas.openxmlformats.org/officeDocument/2006/relationships/image" Target="../media/image192.wmf"/><Relationship Id="rId2" Type="http://schemas.openxmlformats.org/officeDocument/2006/relationships/tags" Target="../tags/tag41.xml"/><Relationship Id="rId16" Type="http://schemas.openxmlformats.org/officeDocument/2006/relationships/oleObject" Target="../embeddings/oleObject192.bin"/><Relationship Id="rId1" Type="http://schemas.openxmlformats.org/officeDocument/2006/relationships/vmlDrawing" Target="../drawings/vmlDrawing42.vml"/><Relationship Id="rId6" Type="http://schemas.openxmlformats.org/officeDocument/2006/relationships/oleObject" Target="../embeddings/oleObject187.bin"/><Relationship Id="rId11" Type="http://schemas.openxmlformats.org/officeDocument/2006/relationships/image" Target="../media/image189.wmf"/><Relationship Id="rId5" Type="http://schemas.openxmlformats.org/officeDocument/2006/relationships/image" Target="../media/image186.wmf"/><Relationship Id="rId15" Type="http://schemas.openxmlformats.org/officeDocument/2006/relationships/image" Target="../media/image191.wmf"/><Relationship Id="rId10" Type="http://schemas.openxmlformats.org/officeDocument/2006/relationships/oleObject" Target="../embeddings/oleObject189.bin"/><Relationship Id="rId4" Type="http://schemas.openxmlformats.org/officeDocument/2006/relationships/oleObject" Target="../embeddings/oleObject186.bin"/><Relationship Id="rId9" Type="http://schemas.openxmlformats.org/officeDocument/2006/relationships/image" Target="../media/image188.wmf"/><Relationship Id="rId14" Type="http://schemas.openxmlformats.org/officeDocument/2006/relationships/oleObject" Target="../embeddings/oleObject191.bin"/></Relationships>
</file>

<file path=ppt/slides/_rels/slide50.xml.rels><?xml version="1.0" encoding="UTF-8" standalone="yes"?>
<Relationships xmlns="http://schemas.openxmlformats.org/package/2006/relationships"><Relationship Id="rId8" Type="http://schemas.openxmlformats.org/officeDocument/2006/relationships/image" Target="../media/image194.wmf"/><Relationship Id="rId3" Type="http://schemas.openxmlformats.org/officeDocument/2006/relationships/slideLayout" Target="../slideLayouts/slideLayout2.xml"/><Relationship Id="rId7" Type="http://schemas.openxmlformats.org/officeDocument/2006/relationships/oleObject" Target="../embeddings/oleObject194.bin"/><Relationship Id="rId12" Type="http://schemas.openxmlformats.org/officeDocument/2006/relationships/image" Target="../media/image196.wmf"/><Relationship Id="rId2" Type="http://schemas.openxmlformats.org/officeDocument/2006/relationships/tags" Target="../tags/tag42.xml"/><Relationship Id="rId1" Type="http://schemas.openxmlformats.org/officeDocument/2006/relationships/vmlDrawing" Target="../drawings/vmlDrawing43.vml"/><Relationship Id="rId6" Type="http://schemas.openxmlformats.org/officeDocument/2006/relationships/image" Target="../media/image193.wmf"/><Relationship Id="rId11" Type="http://schemas.openxmlformats.org/officeDocument/2006/relationships/oleObject" Target="../embeddings/oleObject196.bin"/><Relationship Id="rId5" Type="http://schemas.openxmlformats.org/officeDocument/2006/relationships/oleObject" Target="../embeddings/oleObject193.bin"/><Relationship Id="rId10" Type="http://schemas.openxmlformats.org/officeDocument/2006/relationships/image" Target="../media/image195.wmf"/><Relationship Id="rId4" Type="http://schemas.openxmlformats.org/officeDocument/2006/relationships/audio" Target="../media/audio2.wav"/><Relationship Id="rId9" Type="http://schemas.openxmlformats.org/officeDocument/2006/relationships/oleObject" Target="../embeddings/oleObject195.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199.bin"/><Relationship Id="rId13" Type="http://schemas.openxmlformats.org/officeDocument/2006/relationships/image" Target="../media/image201.wmf"/><Relationship Id="rId18" Type="http://schemas.openxmlformats.org/officeDocument/2006/relationships/oleObject" Target="../embeddings/oleObject204.bin"/><Relationship Id="rId26" Type="http://schemas.openxmlformats.org/officeDocument/2006/relationships/oleObject" Target="../embeddings/oleObject208.bin"/><Relationship Id="rId3" Type="http://schemas.openxmlformats.org/officeDocument/2006/relationships/slideLayout" Target="../slideLayouts/slideLayout2.xml"/><Relationship Id="rId21" Type="http://schemas.openxmlformats.org/officeDocument/2006/relationships/image" Target="../media/image205.wmf"/><Relationship Id="rId7" Type="http://schemas.openxmlformats.org/officeDocument/2006/relationships/image" Target="../media/image198.emf"/><Relationship Id="rId12" Type="http://schemas.openxmlformats.org/officeDocument/2006/relationships/oleObject" Target="../embeddings/oleObject201.bin"/><Relationship Id="rId17" Type="http://schemas.openxmlformats.org/officeDocument/2006/relationships/image" Target="../media/image203.wmf"/><Relationship Id="rId25" Type="http://schemas.openxmlformats.org/officeDocument/2006/relationships/image" Target="../media/image207.wmf"/><Relationship Id="rId2" Type="http://schemas.openxmlformats.org/officeDocument/2006/relationships/tags" Target="../tags/tag43.xml"/><Relationship Id="rId16" Type="http://schemas.openxmlformats.org/officeDocument/2006/relationships/oleObject" Target="../embeddings/oleObject203.bin"/><Relationship Id="rId20" Type="http://schemas.openxmlformats.org/officeDocument/2006/relationships/oleObject" Target="../embeddings/oleObject205.bin"/><Relationship Id="rId1" Type="http://schemas.openxmlformats.org/officeDocument/2006/relationships/vmlDrawing" Target="../drawings/vmlDrawing44.vml"/><Relationship Id="rId6" Type="http://schemas.openxmlformats.org/officeDocument/2006/relationships/oleObject" Target="../embeddings/oleObject198.bin"/><Relationship Id="rId11" Type="http://schemas.openxmlformats.org/officeDocument/2006/relationships/image" Target="../media/image200.wmf"/><Relationship Id="rId24" Type="http://schemas.openxmlformats.org/officeDocument/2006/relationships/oleObject" Target="../embeddings/oleObject207.bin"/><Relationship Id="rId5" Type="http://schemas.openxmlformats.org/officeDocument/2006/relationships/image" Target="../media/image197.wmf"/><Relationship Id="rId15" Type="http://schemas.openxmlformats.org/officeDocument/2006/relationships/image" Target="../media/image202.wmf"/><Relationship Id="rId23" Type="http://schemas.openxmlformats.org/officeDocument/2006/relationships/image" Target="../media/image206.emf"/><Relationship Id="rId10" Type="http://schemas.openxmlformats.org/officeDocument/2006/relationships/oleObject" Target="../embeddings/oleObject200.bin"/><Relationship Id="rId19" Type="http://schemas.openxmlformats.org/officeDocument/2006/relationships/image" Target="../media/image204.wmf"/><Relationship Id="rId4" Type="http://schemas.openxmlformats.org/officeDocument/2006/relationships/oleObject" Target="../embeddings/oleObject197.bin"/><Relationship Id="rId9" Type="http://schemas.openxmlformats.org/officeDocument/2006/relationships/image" Target="../media/image199.wmf"/><Relationship Id="rId14" Type="http://schemas.openxmlformats.org/officeDocument/2006/relationships/oleObject" Target="../embeddings/oleObject202.bin"/><Relationship Id="rId22" Type="http://schemas.openxmlformats.org/officeDocument/2006/relationships/oleObject" Target="../embeddings/oleObject206.bin"/><Relationship Id="rId27" Type="http://schemas.openxmlformats.org/officeDocument/2006/relationships/image" Target="../media/image208.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210.wmf"/><Relationship Id="rId3" Type="http://schemas.openxmlformats.org/officeDocument/2006/relationships/slideLayout" Target="../slideLayouts/slideLayout7.xml"/><Relationship Id="rId7" Type="http://schemas.openxmlformats.org/officeDocument/2006/relationships/oleObject" Target="../embeddings/oleObject210.bin"/><Relationship Id="rId2" Type="http://schemas.openxmlformats.org/officeDocument/2006/relationships/tags" Target="../tags/tag44.xml"/><Relationship Id="rId1" Type="http://schemas.openxmlformats.org/officeDocument/2006/relationships/vmlDrawing" Target="../drawings/vmlDrawing45.vml"/><Relationship Id="rId6" Type="http://schemas.openxmlformats.org/officeDocument/2006/relationships/image" Target="../media/image209.wmf"/><Relationship Id="rId11" Type="http://schemas.openxmlformats.org/officeDocument/2006/relationships/image" Target="../media/image211.wmf"/><Relationship Id="rId5" Type="http://schemas.openxmlformats.org/officeDocument/2006/relationships/oleObject" Target="../embeddings/oleObject209.bin"/><Relationship Id="rId10" Type="http://schemas.openxmlformats.org/officeDocument/2006/relationships/oleObject" Target="../embeddings/oleObject211.bin"/><Relationship Id="rId4" Type="http://schemas.openxmlformats.org/officeDocument/2006/relationships/image" Target="../media/image212.wmf"/><Relationship Id="rId9" Type="http://schemas.openxmlformats.org/officeDocument/2006/relationships/image" Target="../media/image213.wmf"/></Relationships>
</file>

<file path=ppt/slides/_rels/slide54.xml.rels><?xml version="1.0" encoding="UTF-8" standalone="yes"?>
<Relationships xmlns="http://schemas.openxmlformats.org/package/2006/relationships"><Relationship Id="rId8" Type="http://schemas.openxmlformats.org/officeDocument/2006/relationships/image" Target="../media/image216.wmf"/><Relationship Id="rId3" Type="http://schemas.openxmlformats.org/officeDocument/2006/relationships/slideLayout" Target="../slideLayouts/slideLayout7.xml"/><Relationship Id="rId7" Type="http://schemas.openxmlformats.org/officeDocument/2006/relationships/image" Target="../media/image215.emf"/><Relationship Id="rId2" Type="http://schemas.openxmlformats.org/officeDocument/2006/relationships/tags" Target="../tags/tag45.xml"/><Relationship Id="rId1" Type="http://schemas.openxmlformats.org/officeDocument/2006/relationships/vmlDrawing" Target="../drawings/vmlDrawing46.vml"/><Relationship Id="rId6" Type="http://schemas.openxmlformats.org/officeDocument/2006/relationships/oleObject" Target="../embeddings/oleObject213.bin"/><Relationship Id="rId5" Type="http://schemas.openxmlformats.org/officeDocument/2006/relationships/image" Target="../media/image214.emf"/><Relationship Id="rId4" Type="http://schemas.openxmlformats.org/officeDocument/2006/relationships/oleObject" Target="../embeddings/oleObject212.bin"/></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18.wmf"/><Relationship Id="rId2" Type="http://schemas.openxmlformats.org/officeDocument/2006/relationships/tags" Target="../tags/tag46.xml"/><Relationship Id="rId1" Type="http://schemas.openxmlformats.org/officeDocument/2006/relationships/vmlDrawing" Target="../drawings/vmlDrawing47.vml"/><Relationship Id="rId6" Type="http://schemas.openxmlformats.org/officeDocument/2006/relationships/oleObject" Target="../embeddings/oleObject215.bin"/><Relationship Id="rId5" Type="http://schemas.openxmlformats.org/officeDocument/2006/relationships/image" Target="../media/image217.wmf"/><Relationship Id="rId4" Type="http://schemas.openxmlformats.org/officeDocument/2006/relationships/oleObject" Target="../embeddings/oleObject214.bin"/></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216.bin"/><Relationship Id="rId2" Type="http://schemas.openxmlformats.org/officeDocument/2006/relationships/slideLayout" Target="../slideLayouts/slideLayout2.xml"/><Relationship Id="rId1" Type="http://schemas.openxmlformats.org/officeDocument/2006/relationships/vmlDrawing" Target="../drawings/vmlDrawing48.vml"/><Relationship Id="rId6" Type="http://schemas.openxmlformats.org/officeDocument/2006/relationships/image" Target="../media/image220.wmf"/><Relationship Id="rId5" Type="http://schemas.openxmlformats.org/officeDocument/2006/relationships/oleObject" Target="../embeddings/oleObject217.bin"/><Relationship Id="rId4" Type="http://schemas.openxmlformats.org/officeDocument/2006/relationships/image" Target="../media/image219.wmf"/></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220.bin"/><Relationship Id="rId13" Type="http://schemas.openxmlformats.org/officeDocument/2006/relationships/image" Target="../media/image225.wmf"/><Relationship Id="rId3" Type="http://schemas.openxmlformats.org/officeDocument/2006/relationships/slideLayout" Target="../slideLayouts/slideLayout2.xml"/><Relationship Id="rId7" Type="http://schemas.openxmlformats.org/officeDocument/2006/relationships/image" Target="../media/image222.wmf"/><Relationship Id="rId12" Type="http://schemas.openxmlformats.org/officeDocument/2006/relationships/oleObject" Target="../embeddings/oleObject222.bin"/><Relationship Id="rId2" Type="http://schemas.openxmlformats.org/officeDocument/2006/relationships/tags" Target="../tags/tag47.xml"/><Relationship Id="rId1" Type="http://schemas.openxmlformats.org/officeDocument/2006/relationships/vmlDrawing" Target="../drawings/vmlDrawing49.vml"/><Relationship Id="rId6" Type="http://schemas.openxmlformats.org/officeDocument/2006/relationships/oleObject" Target="../embeddings/oleObject219.bin"/><Relationship Id="rId11" Type="http://schemas.openxmlformats.org/officeDocument/2006/relationships/image" Target="../media/image224.wmf"/><Relationship Id="rId5" Type="http://schemas.openxmlformats.org/officeDocument/2006/relationships/image" Target="../media/image221.wmf"/><Relationship Id="rId10" Type="http://schemas.openxmlformats.org/officeDocument/2006/relationships/oleObject" Target="../embeddings/oleObject221.bin"/><Relationship Id="rId4" Type="http://schemas.openxmlformats.org/officeDocument/2006/relationships/oleObject" Target="../embeddings/oleObject218.bin"/><Relationship Id="rId9" Type="http://schemas.openxmlformats.org/officeDocument/2006/relationships/image" Target="../media/image223.wmf"/></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225.bin"/><Relationship Id="rId13" Type="http://schemas.openxmlformats.org/officeDocument/2006/relationships/image" Target="../media/image230.wmf"/><Relationship Id="rId3" Type="http://schemas.openxmlformats.org/officeDocument/2006/relationships/slideLayout" Target="../slideLayouts/slideLayout2.xml"/><Relationship Id="rId7" Type="http://schemas.openxmlformats.org/officeDocument/2006/relationships/image" Target="../media/image227.wmf"/><Relationship Id="rId12" Type="http://schemas.openxmlformats.org/officeDocument/2006/relationships/oleObject" Target="../embeddings/oleObject227.bin"/><Relationship Id="rId2" Type="http://schemas.openxmlformats.org/officeDocument/2006/relationships/tags" Target="../tags/tag48.xml"/><Relationship Id="rId1" Type="http://schemas.openxmlformats.org/officeDocument/2006/relationships/vmlDrawing" Target="../drawings/vmlDrawing50.vml"/><Relationship Id="rId6" Type="http://schemas.openxmlformats.org/officeDocument/2006/relationships/oleObject" Target="../embeddings/oleObject224.bin"/><Relationship Id="rId11" Type="http://schemas.openxmlformats.org/officeDocument/2006/relationships/image" Target="../media/image229.wmf"/><Relationship Id="rId5" Type="http://schemas.openxmlformats.org/officeDocument/2006/relationships/image" Target="../media/image226.wmf"/><Relationship Id="rId15" Type="http://schemas.openxmlformats.org/officeDocument/2006/relationships/image" Target="../media/image231.wmf"/><Relationship Id="rId10" Type="http://schemas.openxmlformats.org/officeDocument/2006/relationships/oleObject" Target="../embeddings/oleObject226.bin"/><Relationship Id="rId4" Type="http://schemas.openxmlformats.org/officeDocument/2006/relationships/oleObject" Target="../embeddings/oleObject223.bin"/><Relationship Id="rId9" Type="http://schemas.openxmlformats.org/officeDocument/2006/relationships/image" Target="../media/image228.wmf"/><Relationship Id="rId14" Type="http://schemas.openxmlformats.org/officeDocument/2006/relationships/oleObject" Target="../embeddings/oleObject228.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231.bin"/><Relationship Id="rId3" Type="http://schemas.openxmlformats.org/officeDocument/2006/relationships/slideLayout" Target="../slideLayouts/slideLayout2.xml"/><Relationship Id="rId7" Type="http://schemas.openxmlformats.org/officeDocument/2006/relationships/image" Target="../media/image233.wmf"/><Relationship Id="rId2" Type="http://schemas.openxmlformats.org/officeDocument/2006/relationships/tags" Target="../tags/tag49.xml"/><Relationship Id="rId1" Type="http://schemas.openxmlformats.org/officeDocument/2006/relationships/vmlDrawing" Target="../drawings/vmlDrawing51.vml"/><Relationship Id="rId6" Type="http://schemas.openxmlformats.org/officeDocument/2006/relationships/oleObject" Target="../embeddings/oleObject230.bin"/><Relationship Id="rId11" Type="http://schemas.openxmlformats.org/officeDocument/2006/relationships/image" Target="../media/image235.wmf"/><Relationship Id="rId5" Type="http://schemas.openxmlformats.org/officeDocument/2006/relationships/image" Target="../media/image232.wmf"/><Relationship Id="rId10" Type="http://schemas.openxmlformats.org/officeDocument/2006/relationships/oleObject" Target="../embeddings/oleObject232.bin"/><Relationship Id="rId4" Type="http://schemas.openxmlformats.org/officeDocument/2006/relationships/oleObject" Target="../embeddings/oleObject229.bin"/><Relationship Id="rId9" Type="http://schemas.openxmlformats.org/officeDocument/2006/relationships/image" Target="../media/image234.wmf"/></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235.bin"/><Relationship Id="rId13" Type="http://schemas.openxmlformats.org/officeDocument/2006/relationships/image" Target="../media/image240.wmf"/><Relationship Id="rId3" Type="http://schemas.openxmlformats.org/officeDocument/2006/relationships/slideLayout" Target="../slideLayouts/slideLayout2.xml"/><Relationship Id="rId7" Type="http://schemas.openxmlformats.org/officeDocument/2006/relationships/image" Target="../media/image237.wmf"/><Relationship Id="rId12" Type="http://schemas.openxmlformats.org/officeDocument/2006/relationships/oleObject" Target="../embeddings/oleObject237.bin"/><Relationship Id="rId2" Type="http://schemas.openxmlformats.org/officeDocument/2006/relationships/tags" Target="../tags/tag50.xml"/><Relationship Id="rId1" Type="http://schemas.openxmlformats.org/officeDocument/2006/relationships/vmlDrawing" Target="../drawings/vmlDrawing52.vml"/><Relationship Id="rId6" Type="http://schemas.openxmlformats.org/officeDocument/2006/relationships/oleObject" Target="../embeddings/oleObject234.bin"/><Relationship Id="rId11" Type="http://schemas.openxmlformats.org/officeDocument/2006/relationships/image" Target="../media/image239.wmf"/><Relationship Id="rId5" Type="http://schemas.openxmlformats.org/officeDocument/2006/relationships/image" Target="../media/image236.wmf"/><Relationship Id="rId15" Type="http://schemas.openxmlformats.org/officeDocument/2006/relationships/image" Target="../media/image241.wmf"/><Relationship Id="rId10" Type="http://schemas.openxmlformats.org/officeDocument/2006/relationships/oleObject" Target="../embeddings/oleObject236.bin"/><Relationship Id="rId4" Type="http://schemas.openxmlformats.org/officeDocument/2006/relationships/oleObject" Target="../embeddings/oleObject233.bin"/><Relationship Id="rId9" Type="http://schemas.openxmlformats.org/officeDocument/2006/relationships/image" Target="../media/image238.wmf"/><Relationship Id="rId14" Type="http://schemas.openxmlformats.org/officeDocument/2006/relationships/oleObject" Target="../embeddings/oleObject238.bin"/></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241.bin"/><Relationship Id="rId13" Type="http://schemas.openxmlformats.org/officeDocument/2006/relationships/image" Target="../media/image244.wmf"/><Relationship Id="rId3" Type="http://schemas.openxmlformats.org/officeDocument/2006/relationships/slideLayout" Target="../slideLayouts/slideLayout2.xml"/><Relationship Id="rId7" Type="http://schemas.openxmlformats.org/officeDocument/2006/relationships/image" Target="../media/image234.wmf"/><Relationship Id="rId12" Type="http://schemas.openxmlformats.org/officeDocument/2006/relationships/oleObject" Target="../embeddings/oleObject243.bin"/><Relationship Id="rId2" Type="http://schemas.openxmlformats.org/officeDocument/2006/relationships/tags" Target="../tags/tag51.xml"/><Relationship Id="rId1" Type="http://schemas.openxmlformats.org/officeDocument/2006/relationships/vmlDrawing" Target="../drawings/vmlDrawing53.vml"/><Relationship Id="rId6" Type="http://schemas.openxmlformats.org/officeDocument/2006/relationships/oleObject" Target="../embeddings/oleObject240.bin"/><Relationship Id="rId11" Type="http://schemas.openxmlformats.org/officeDocument/2006/relationships/image" Target="../media/image243.wmf"/><Relationship Id="rId5" Type="http://schemas.openxmlformats.org/officeDocument/2006/relationships/image" Target="../media/image233.wmf"/><Relationship Id="rId10" Type="http://schemas.openxmlformats.org/officeDocument/2006/relationships/oleObject" Target="../embeddings/oleObject242.bin"/><Relationship Id="rId4" Type="http://schemas.openxmlformats.org/officeDocument/2006/relationships/oleObject" Target="../embeddings/oleObject239.bin"/><Relationship Id="rId9" Type="http://schemas.openxmlformats.org/officeDocument/2006/relationships/image" Target="../media/image242.wmf"/></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246.bin"/><Relationship Id="rId13" Type="http://schemas.openxmlformats.org/officeDocument/2006/relationships/image" Target="../media/image248.wmf"/><Relationship Id="rId18" Type="http://schemas.openxmlformats.org/officeDocument/2006/relationships/oleObject" Target="../embeddings/oleObject251.bin"/><Relationship Id="rId3" Type="http://schemas.openxmlformats.org/officeDocument/2006/relationships/slideLayout" Target="../slideLayouts/slideLayout2.xml"/><Relationship Id="rId7" Type="http://schemas.openxmlformats.org/officeDocument/2006/relationships/image" Target="../media/image246.wmf"/><Relationship Id="rId12" Type="http://schemas.openxmlformats.org/officeDocument/2006/relationships/oleObject" Target="../embeddings/oleObject248.bin"/><Relationship Id="rId17" Type="http://schemas.openxmlformats.org/officeDocument/2006/relationships/image" Target="../media/image250.wmf"/><Relationship Id="rId2" Type="http://schemas.openxmlformats.org/officeDocument/2006/relationships/tags" Target="../tags/tag52.xml"/><Relationship Id="rId16" Type="http://schemas.openxmlformats.org/officeDocument/2006/relationships/oleObject" Target="../embeddings/oleObject250.bin"/><Relationship Id="rId20" Type="http://schemas.openxmlformats.org/officeDocument/2006/relationships/image" Target="../media/image252.png"/><Relationship Id="rId1" Type="http://schemas.openxmlformats.org/officeDocument/2006/relationships/vmlDrawing" Target="../drawings/vmlDrawing54.vml"/><Relationship Id="rId6" Type="http://schemas.openxmlformats.org/officeDocument/2006/relationships/oleObject" Target="../embeddings/oleObject245.bin"/><Relationship Id="rId11" Type="http://schemas.openxmlformats.org/officeDocument/2006/relationships/image" Target="../media/image247.wmf"/><Relationship Id="rId5" Type="http://schemas.openxmlformats.org/officeDocument/2006/relationships/image" Target="../media/image245.wmf"/><Relationship Id="rId15" Type="http://schemas.openxmlformats.org/officeDocument/2006/relationships/image" Target="../media/image249.wmf"/><Relationship Id="rId10" Type="http://schemas.openxmlformats.org/officeDocument/2006/relationships/oleObject" Target="../embeddings/oleObject247.bin"/><Relationship Id="rId19" Type="http://schemas.openxmlformats.org/officeDocument/2006/relationships/image" Target="../media/image251.wmf"/><Relationship Id="rId4" Type="http://schemas.openxmlformats.org/officeDocument/2006/relationships/oleObject" Target="../embeddings/oleObject244.bin"/><Relationship Id="rId9" Type="http://schemas.openxmlformats.org/officeDocument/2006/relationships/image" Target="../media/image156.wmf"/><Relationship Id="rId14" Type="http://schemas.openxmlformats.org/officeDocument/2006/relationships/oleObject" Target="../embeddings/oleObject249.bin"/></Relationships>
</file>

<file path=ppt/slides/_rels/slide63.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slideLayout" Target="../slideLayouts/slideLayout2.xml"/><Relationship Id="rId1" Type="http://schemas.openxmlformats.org/officeDocument/2006/relationships/tags" Target="../tags/tag53.xml"/><Relationship Id="rId4" Type="http://schemas.openxmlformats.org/officeDocument/2006/relationships/image" Target="../media/image254.png"/></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254.bin"/><Relationship Id="rId13" Type="http://schemas.openxmlformats.org/officeDocument/2006/relationships/image" Target="../media/image259.wmf"/><Relationship Id="rId18" Type="http://schemas.openxmlformats.org/officeDocument/2006/relationships/oleObject" Target="../embeddings/oleObject259.bin"/><Relationship Id="rId3" Type="http://schemas.openxmlformats.org/officeDocument/2006/relationships/slideLayout" Target="../slideLayouts/slideLayout2.xml"/><Relationship Id="rId21" Type="http://schemas.openxmlformats.org/officeDocument/2006/relationships/image" Target="../media/image263.wmf"/><Relationship Id="rId7" Type="http://schemas.openxmlformats.org/officeDocument/2006/relationships/image" Target="../media/image256.wmf"/><Relationship Id="rId12" Type="http://schemas.openxmlformats.org/officeDocument/2006/relationships/oleObject" Target="../embeddings/oleObject256.bin"/><Relationship Id="rId17" Type="http://schemas.openxmlformats.org/officeDocument/2006/relationships/image" Target="../media/image261.wmf"/><Relationship Id="rId2" Type="http://schemas.openxmlformats.org/officeDocument/2006/relationships/tags" Target="../tags/tag54.xml"/><Relationship Id="rId16" Type="http://schemas.openxmlformats.org/officeDocument/2006/relationships/oleObject" Target="../embeddings/oleObject258.bin"/><Relationship Id="rId20" Type="http://schemas.openxmlformats.org/officeDocument/2006/relationships/oleObject" Target="../embeddings/oleObject260.bin"/><Relationship Id="rId1" Type="http://schemas.openxmlformats.org/officeDocument/2006/relationships/vmlDrawing" Target="../drawings/vmlDrawing55.vml"/><Relationship Id="rId6" Type="http://schemas.openxmlformats.org/officeDocument/2006/relationships/oleObject" Target="../embeddings/oleObject253.bin"/><Relationship Id="rId11" Type="http://schemas.openxmlformats.org/officeDocument/2006/relationships/image" Target="../media/image258.wmf"/><Relationship Id="rId5" Type="http://schemas.openxmlformats.org/officeDocument/2006/relationships/image" Target="../media/image255.wmf"/><Relationship Id="rId15" Type="http://schemas.openxmlformats.org/officeDocument/2006/relationships/image" Target="../media/image260.wmf"/><Relationship Id="rId10" Type="http://schemas.openxmlformats.org/officeDocument/2006/relationships/oleObject" Target="../embeddings/oleObject255.bin"/><Relationship Id="rId19" Type="http://schemas.openxmlformats.org/officeDocument/2006/relationships/image" Target="../media/image262.wmf"/><Relationship Id="rId4" Type="http://schemas.openxmlformats.org/officeDocument/2006/relationships/oleObject" Target="../embeddings/oleObject252.bin"/><Relationship Id="rId9" Type="http://schemas.openxmlformats.org/officeDocument/2006/relationships/image" Target="../media/image257.wmf"/><Relationship Id="rId14" Type="http://schemas.openxmlformats.org/officeDocument/2006/relationships/oleObject" Target="../embeddings/oleObject257.bin"/></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263.bin"/><Relationship Id="rId13" Type="http://schemas.openxmlformats.org/officeDocument/2006/relationships/image" Target="../media/image268.wmf"/><Relationship Id="rId18" Type="http://schemas.openxmlformats.org/officeDocument/2006/relationships/oleObject" Target="../embeddings/oleObject268.bin"/><Relationship Id="rId3" Type="http://schemas.openxmlformats.org/officeDocument/2006/relationships/slideLayout" Target="../slideLayouts/slideLayout2.xml"/><Relationship Id="rId21" Type="http://schemas.openxmlformats.org/officeDocument/2006/relationships/image" Target="../media/image272.wmf"/><Relationship Id="rId7" Type="http://schemas.openxmlformats.org/officeDocument/2006/relationships/image" Target="../media/image265.wmf"/><Relationship Id="rId12" Type="http://schemas.openxmlformats.org/officeDocument/2006/relationships/oleObject" Target="../embeddings/oleObject265.bin"/><Relationship Id="rId17" Type="http://schemas.openxmlformats.org/officeDocument/2006/relationships/image" Target="../media/image270.wmf"/><Relationship Id="rId2" Type="http://schemas.openxmlformats.org/officeDocument/2006/relationships/tags" Target="../tags/tag55.xml"/><Relationship Id="rId16" Type="http://schemas.openxmlformats.org/officeDocument/2006/relationships/oleObject" Target="../embeddings/oleObject267.bin"/><Relationship Id="rId20" Type="http://schemas.openxmlformats.org/officeDocument/2006/relationships/oleObject" Target="../embeddings/oleObject269.bin"/><Relationship Id="rId1" Type="http://schemas.openxmlformats.org/officeDocument/2006/relationships/vmlDrawing" Target="../drawings/vmlDrawing56.vml"/><Relationship Id="rId6" Type="http://schemas.openxmlformats.org/officeDocument/2006/relationships/oleObject" Target="../embeddings/oleObject262.bin"/><Relationship Id="rId11" Type="http://schemas.openxmlformats.org/officeDocument/2006/relationships/image" Target="../media/image267.wmf"/><Relationship Id="rId5" Type="http://schemas.openxmlformats.org/officeDocument/2006/relationships/image" Target="../media/image264.wmf"/><Relationship Id="rId15" Type="http://schemas.openxmlformats.org/officeDocument/2006/relationships/image" Target="../media/image269.wmf"/><Relationship Id="rId23" Type="http://schemas.openxmlformats.org/officeDocument/2006/relationships/image" Target="../media/image273.wmf"/><Relationship Id="rId10" Type="http://schemas.openxmlformats.org/officeDocument/2006/relationships/oleObject" Target="../embeddings/oleObject264.bin"/><Relationship Id="rId19" Type="http://schemas.openxmlformats.org/officeDocument/2006/relationships/image" Target="../media/image271.wmf"/><Relationship Id="rId4" Type="http://schemas.openxmlformats.org/officeDocument/2006/relationships/oleObject" Target="../embeddings/oleObject261.bin"/><Relationship Id="rId9" Type="http://schemas.openxmlformats.org/officeDocument/2006/relationships/image" Target="../media/image266.wmf"/><Relationship Id="rId14" Type="http://schemas.openxmlformats.org/officeDocument/2006/relationships/oleObject" Target="../embeddings/oleObject266.bin"/><Relationship Id="rId22" Type="http://schemas.openxmlformats.org/officeDocument/2006/relationships/oleObject" Target="../embeddings/oleObject270.bin"/></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image" Target="../media/image276.wmf"/><Relationship Id="rId13" Type="http://schemas.openxmlformats.org/officeDocument/2006/relationships/oleObject" Target="../embeddings/oleObject276.bin"/><Relationship Id="rId18" Type="http://schemas.openxmlformats.org/officeDocument/2006/relationships/image" Target="../media/image281.wmf"/><Relationship Id="rId3" Type="http://schemas.openxmlformats.org/officeDocument/2006/relationships/oleObject" Target="../embeddings/oleObject271.bin"/><Relationship Id="rId7" Type="http://schemas.openxmlformats.org/officeDocument/2006/relationships/oleObject" Target="../embeddings/oleObject273.bin"/><Relationship Id="rId12" Type="http://schemas.openxmlformats.org/officeDocument/2006/relationships/image" Target="../media/image278.wmf"/><Relationship Id="rId17" Type="http://schemas.openxmlformats.org/officeDocument/2006/relationships/oleObject" Target="../embeddings/oleObject278.bin"/><Relationship Id="rId2" Type="http://schemas.openxmlformats.org/officeDocument/2006/relationships/slideLayout" Target="../slideLayouts/slideLayout2.xml"/><Relationship Id="rId16" Type="http://schemas.openxmlformats.org/officeDocument/2006/relationships/image" Target="../media/image280.wmf"/><Relationship Id="rId1" Type="http://schemas.openxmlformats.org/officeDocument/2006/relationships/vmlDrawing" Target="../drawings/vmlDrawing57.vml"/><Relationship Id="rId6" Type="http://schemas.openxmlformats.org/officeDocument/2006/relationships/image" Target="../media/image275.wmf"/><Relationship Id="rId11" Type="http://schemas.openxmlformats.org/officeDocument/2006/relationships/oleObject" Target="../embeddings/oleObject275.bin"/><Relationship Id="rId5" Type="http://schemas.openxmlformats.org/officeDocument/2006/relationships/oleObject" Target="../embeddings/oleObject272.bin"/><Relationship Id="rId15" Type="http://schemas.openxmlformats.org/officeDocument/2006/relationships/oleObject" Target="../embeddings/oleObject277.bin"/><Relationship Id="rId10" Type="http://schemas.openxmlformats.org/officeDocument/2006/relationships/image" Target="../media/image277.wmf"/><Relationship Id="rId4" Type="http://schemas.openxmlformats.org/officeDocument/2006/relationships/image" Target="../media/image274.wmf"/><Relationship Id="rId9" Type="http://schemas.openxmlformats.org/officeDocument/2006/relationships/oleObject" Target="../embeddings/oleObject274.bin"/><Relationship Id="rId14" Type="http://schemas.openxmlformats.org/officeDocument/2006/relationships/image" Target="../media/image279.wmf"/></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281.bin"/><Relationship Id="rId13" Type="http://schemas.openxmlformats.org/officeDocument/2006/relationships/image" Target="../media/image285.wmf"/><Relationship Id="rId3" Type="http://schemas.openxmlformats.org/officeDocument/2006/relationships/slideLayout" Target="../slideLayouts/slideLayout2.xml"/><Relationship Id="rId7" Type="http://schemas.openxmlformats.org/officeDocument/2006/relationships/image" Target="../media/image282.wmf"/><Relationship Id="rId12" Type="http://schemas.openxmlformats.org/officeDocument/2006/relationships/oleObject" Target="../embeddings/oleObject283.bin"/><Relationship Id="rId2" Type="http://schemas.openxmlformats.org/officeDocument/2006/relationships/tags" Target="../tags/tag56.xml"/><Relationship Id="rId1" Type="http://schemas.openxmlformats.org/officeDocument/2006/relationships/vmlDrawing" Target="../drawings/vmlDrawing58.vml"/><Relationship Id="rId6" Type="http://schemas.openxmlformats.org/officeDocument/2006/relationships/oleObject" Target="../embeddings/oleObject280.bin"/><Relationship Id="rId11" Type="http://schemas.openxmlformats.org/officeDocument/2006/relationships/image" Target="../media/image284.wmf"/><Relationship Id="rId5" Type="http://schemas.openxmlformats.org/officeDocument/2006/relationships/image" Target="../media/image274.wmf"/><Relationship Id="rId15" Type="http://schemas.openxmlformats.org/officeDocument/2006/relationships/image" Target="../media/image286.wmf"/><Relationship Id="rId10" Type="http://schemas.openxmlformats.org/officeDocument/2006/relationships/oleObject" Target="../embeddings/oleObject282.bin"/><Relationship Id="rId4" Type="http://schemas.openxmlformats.org/officeDocument/2006/relationships/oleObject" Target="../embeddings/oleObject279.bin"/><Relationship Id="rId9" Type="http://schemas.openxmlformats.org/officeDocument/2006/relationships/image" Target="../media/image283.wmf"/><Relationship Id="rId14" Type="http://schemas.openxmlformats.org/officeDocument/2006/relationships/oleObject" Target="../embeddings/oleObject284.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130" name="Rectangle 2"/>
          <p:cNvSpPr>
            <a:spLocks noGrp="1" noChangeArrowheads="1"/>
          </p:cNvSpPr>
          <p:nvPr>
            <p:ph type="ctrTitle"/>
          </p:nvPr>
        </p:nvSpPr>
        <p:spPr>
          <a:xfrm>
            <a:off x="825500" y="1447822"/>
            <a:ext cx="8337550" cy="2314575"/>
          </a:xfrm>
        </p:spPr>
        <p:txBody>
          <a:bodyPr/>
          <a:lstStyle/>
          <a:p>
            <a:pPr>
              <a:lnSpc>
                <a:spcPct val="115000"/>
              </a:lnSpc>
            </a:pPr>
            <a:r>
              <a:rPr lang="zh-CN" altLang="en-US" sz="6600"/>
              <a:t>第六章  </a:t>
            </a:r>
            <a:br>
              <a:rPr lang="zh-CN" altLang="en-US" sz="6600"/>
            </a:br>
            <a:r>
              <a:rPr lang="zh-CN" altLang="en-US" sz="6600"/>
              <a:t>数值微分和数值积分</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1FD3AD5E-EB37-4B40-946C-0BE087B1A2D3}" type="slidenum">
              <a:rPr lang="zh-CN" altLang="en-US"/>
              <a:pPr/>
              <a:t>2</a:t>
            </a:fld>
            <a:endParaRPr lang="en-US" altLang="zh-CN"/>
          </a:p>
        </p:txBody>
      </p:sp>
      <p:sp>
        <p:nvSpPr>
          <p:cNvPr id="5" name="日期占位符 4"/>
          <p:cNvSpPr>
            <a:spLocks noGrp="1"/>
          </p:cNvSpPr>
          <p:nvPr>
            <p:ph type="dt" sz="half" idx="11"/>
          </p:nvPr>
        </p:nvSpPr>
        <p:spPr/>
        <p:txBody>
          <a:bodyPr/>
          <a:lstStyle/>
          <a:p>
            <a:fld id="{55DFED97-27F2-4999-81C8-74925EA9152B}" type="datetime1">
              <a:rPr lang="zh-CN" altLang="en-US"/>
              <a:pPr/>
              <a:t>2024/11/11</a:t>
            </a:fld>
            <a:endParaRPr lang="en-US" altLang="zh-CN"/>
          </a:p>
        </p:txBody>
      </p:sp>
      <p:sp>
        <p:nvSpPr>
          <p:cNvPr id="818178" name="Rectangle 2"/>
          <p:cNvSpPr>
            <a:spLocks noGrp="1" noChangeArrowheads="1"/>
          </p:cNvSpPr>
          <p:nvPr>
            <p:ph type="title"/>
          </p:nvPr>
        </p:nvSpPr>
        <p:spPr/>
        <p:txBody>
          <a:bodyPr/>
          <a:lstStyle/>
          <a:p>
            <a:r>
              <a:rPr lang="zh-CN" altLang="en-US" dirty="0"/>
              <a:t>第六章 数值积分</a:t>
            </a:r>
          </a:p>
        </p:txBody>
      </p:sp>
      <p:sp>
        <p:nvSpPr>
          <p:cNvPr id="818179" name="Rectangle 3"/>
          <p:cNvSpPr>
            <a:spLocks noGrp="1" noChangeArrowheads="1"/>
          </p:cNvSpPr>
          <p:nvPr>
            <p:ph type="body" idx="1"/>
          </p:nvPr>
        </p:nvSpPr>
        <p:spPr>
          <a:xfrm>
            <a:off x="650878" y="1143008"/>
            <a:ext cx="8820150" cy="3080843"/>
          </a:xfrm>
        </p:spPr>
        <p:txBody>
          <a:bodyPr/>
          <a:lstStyle/>
          <a:p>
            <a:r>
              <a:rPr lang="en-US" altLang="zh-CN" dirty="0"/>
              <a:t>§1  </a:t>
            </a:r>
            <a:r>
              <a:rPr lang="zh-CN" altLang="en-US" dirty="0"/>
              <a:t>数值积分</a:t>
            </a:r>
          </a:p>
          <a:p>
            <a:pPr lvl="1"/>
            <a:r>
              <a:rPr lang="en-US" altLang="zh-CN" dirty="0"/>
              <a:t>1.2 </a:t>
            </a:r>
            <a:r>
              <a:rPr lang="zh-CN" altLang="en-US" dirty="0"/>
              <a:t>牛顿</a:t>
            </a:r>
            <a:r>
              <a:rPr lang="en-US" altLang="zh-CN" dirty="0"/>
              <a:t>—</a:t>
            </a:r>
            <a:r>
              <a:rPr lang="zh-CN" altLang="en-US" dirty="0"/>
              <a:t>柯特斯求积公式</a:t>
            </a:r>
          </a:p>
          <a:p>
            <a:pPr lvl="1"/>
            <a:r>
              <a:rPr lang="en-US" altLang="zh-CN" dirty="0"/>
              <a:t>1.3 </a:t>
            </a:r>
            <a:r>
              <a:rPr lang="zh-CN" altLang="en-US" dirty="0"/>
              <a:t>复化求积公式</a:t>
            </a:r>
          </a:p>
          <a:p>
            <a:pPr lvl="1"/>
            <a:r>
              <a:rPr lang="en-US" altLang="zh-CN" dirty="0"/>
              <a:t>1.4 </a:t>
            </a:r>
            <a:r>
              <a:rPr lang="zh-CN" altLang="en-US" dirty="0"/>
              <a:t>龙贝格法</a:t>
            </a:r>
          </a:p>
          <a:p>
            <a:pPr lvl="1"/>
            <a:r>
              <a:rPr lang="en-US" altLang="zh-CN" dirty="0"/>
              <a:t>1.7 </a:t>
            </a:r>
            <a:r>
              <a:rPr lang="zh-CN" altLang="en-US" dirty="0"/>
              <a:t>高斯求积公式</a:t>
            </a:r>
          </a:p>
          <a:p>
            <a:pPr lvl="1"/>
            <a:r>
              <a:rPr lang="en-US" altLang="zh-CN" dirty="0"/>
              <a:t>1.8 </a:t>
            </a:r>
            <a:r>
              <a:rPr lang="zh-CN" altLang="en-US" dirty="0"/>
              <a:t>重积分的求积公式</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93" name="Picture 29" descr="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8544" y="2463955"/>
            <a:ext cx="6064856" cy="1787153"/>
          </a:xfrm>
          <a:prstGeom prst="rect">
            <a:avLst/>
          </a:prstGeom>
          <a:noFill/>
          <a:extLst>
            <a:ext uri="{909E8E84-426E-40DD-AFC4-6F175D3DCCD1}">
              <a14:hiddenFill xmlns:a14="http://schemas.microsoft.com/office/drawing/2010/main">
                <a:solidFill>
                  <a:srgbClr val="FFFFFF"/>
                </a:solidFill>
              </a14:hiddenFill>
            </a:ext>
          </a:extLst>
        </p:spPr>
      </p:pic>
      <p:sp>
        <p:nvSpPr>
          <p:cNvPr id="11266" name="Rectangle 2"/>
          <p:cNvSpPr>
            <a:spLocks noGrp="1" noRot="1" noChangeArrowheads="1"/>
          </p:cNvSpPr>
          <p:nvPr>
            <p:ph type="title"/>
          </p:nvPr>
        </p:nvSpPr>
        <p:spPr/>
        <p:txBody>
          <a:bodyPr/>
          <a:lstStyle/>
          <a:p>
            <a:r>
              <a:rPr lang="en-US" altLang="zh-CN" sz="2800" dirty="0"/>
              <a:t/>
            </a:r>
            <a:br>
              <a:rPr lang="en-US" altLang="zh-CN" sz="2800" dirty="0"/>
            </a:br>
            <a:r>
              <a:rPr lang="en-US" altLang="zh-CN" sz="4000" dirty="0">
                <a:effectLst>
                  <a:outerShdw blurRad="38100" dist="38100" dir="2700000" algn="tl">
                    <a:srgbClr val="C0C0C0"/>
                  </a:outerShdw>
                </a:effectLst>
              </a:rPr>
              <a:t/>
            </a:r>
            <a:br>
              <a:rPr lang="en-US" altLang="zh-CN" sz="4000" dirty="0">
                <a:effectLst>
                  <a:outerShdw blurRad="38100" dist="38100" dir="2700000" algn="tl">
                    <a:srgbClr val="C0C0C0"/>
                  </a:outerShdw>
                </a:effectLst>
              </a:rPr>
            </a:br>
            <a:r>
              <a:rPr lang="en-US" altLang="zh-CN" sz="2800" b="1" dirty="0">
                <a:solidFill>
                  <a:schemeClr val="tx1"/>
                </a:solidFill>
              </a:rPr>
              <a:t/>
            </a:r>
            <a:br>
              <a:rPr lang="en-US" altLang="zh-CN" sz="2800" b="1" dirty="0">
                <a:solidFill>
                  <a:schemeClr val="tx1"/>
                </a:solidFill>
              </a:rPr>
            </a:br>
            <a:r>
              <a:rPr lang="en-US" altLang="zh-CN" sz="3600" b="1" dirty="0">
                <a:solidFill>
                  <a:schemeClr val="tx1"/>
                </a:solidFill>
              </a:rPr>
              <a:t/>
            </a:r>
            <a:br>
              <a:rPr lang="en-US" altLang="zh-CN" sz="3600" b="1" dirty="0">
                <a:solidFill>
                  <a:schemeClr val="tx1"/>
                </a:solidFill>
              </a:rPr>
            </a:br>
            <a:endParaRPr lang="en-US" altLang="zh-CN" sz="3600" b="1" dirty="0">
              <a:solidFill>
                <a:schemeClr val="tx1"/>
              </a:solidFill>
            </a:endParaRPr>
          </a:p>
        </p:txBody>
      </p:sp>
      <p:graphicFrame>
        <p:nvGraphicFramePr>
          <p:cNvPr id="11276" name="Object 12"/>
          <p:cNvGraphicFramePr>
            <a:graphicFrameLocks noGrp="1" noChangeAspect="1"/>
          </p:cNvGraphicFramePr>
          <p:nvPr>
            <p:ph sz="half" idx="1"/>
            <p:extLst>
              <p:ext uri="{D42A27DB-BD31-4B8C-83A1-F6EECF244321}">
                <p14:modId xmlns:p14="http://schemas.microsoft.com/office/powerpoint/2010/main" val="1892407652"/>
              </p:ext>
            </p:extLst>
          </p:nvPr>
        </p:nvGraphicFramePr>
        <p:xfrm>
          <a:off x="3910957" y="1086933"/>
          <a:ext cx="825500" cy="508000"/>
        </p:xfrm>
        <a:graphic>
          <a:graphicData uri="http://schemas.openxmlformats.org/presentationml/2006/ole">
            <mc:AlternateContent xmlns:mc="http://schemas.openxmlformats.org/markup-compatibility/2006">
              <mc:Choice xmlns:v="urn:schemas-microsoft-com:vml" Requires="v">
                <p:oleObj spid="_x0000_s874659" name="Equation" r:id="rId5" imgW="380880" imgH="253800" progId="Equation.DSMT4">
                  <p:embed/>
                </p:oleObj>
              </mc:Choice>
              <mc:Fallback>
                <p:oleObj name="Equation" r:id="rId5" imgW="380880" imgH="2538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10957" y="1086933"/>
                        <a:ext cx="8255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8" name="Object 14"/>
          <p:cNvGraphicFramePr>
            <a:graphicFrameLocks noGrp="1" noChangeAspect="1"/>
          </p:cNvGraphicFramePr>
          <p:nvPr>
            <p:ph sz="quarter" idx="2"/>
            <p:extLst>
              <p:ext uri="{D42A27DB-BD31-4B8C-83A1-F6EECF244321}">
                <p14:modId xmlns:p14="http://schemas.microsoft.com/office/powerpoint/2010/main" val="67352106"/>
              </p:ext>
            </p:extLst>
          </p:nvPr>
        </p:nvGraphicFramePr>
        <p:xfrm>
          <a:off x="1968593" y="1052125"/>
          <a:ext cx="742950" cy="473075"/>
        </p:xfrm>
        <a:graphic>
          <a:graphicData uri="http://schemas.openxmlformats.org/presentationml/2006/ole">
            <mc:AlternateContent xmlns:mc="http://schemas.openxmlformats.org/markup-compatibility/2006">
              <mc:Choice xmlns:v="urn:schemas-microsoft-com:vml" Requires="v">
                <p:oleObj spid="_x0000_s874660" name="Equation" r:id="rId7" imgW="368280" imgH="253800" progId="Equation.DSMT4">
                  <p:embed/>
                </p:oleObj>
              </mc:Choice>
              <mc:Fallback>
                <p:oleObj name="Equation" r:id="rId7" imgW="368280" imgH="2538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68593" y="1052125"/>
                        <a:ext cx="74295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1272" name="Picture 8" descr="BD10263_"/>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2950" y="533400"/>
            <a:ext cx="490141" cy="452438"/>
          </a:xfrm>
          <a:prstGeom prst="rect">
            <a:avLst/>
          </a:prstGeom>
          <a:noFill/>
          <a:extLst>
            <a:ext uri="{909E8E84-426E-40DD-AFC4-6F175D3DCCD1}">
              <a14:hiddenFill xmlns:a14="http://schemas.microsoft.com/office/drawing/2010/main">
                <a:solidFill>
                  <a:srgbClr val="FFFFFF"/>
                </a:solidFill>
              </a14:hiddenFill>
            </a:ext>
          </a:extLst>
        </p:spPr>
      </p:pic>
      <p:sp>
        <p:nvSpPr>
          <p:cNvPr id="11273" name="Rectangle 9"/>
          <p:cNvSpPr>
            <a:spLocks noChangeArrowheads="1"/>
          </p:cNvSpPr>
          <p:nvPr/>
        </p:nvSpPr>
        <p:spPr bwMode="auto">
          <a:xfrm>
            <a:off x="1320800" y="533425"/>
            <a:ext cx="2393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zh-CN" altLang="en-US" sz="2800" i="0" dirty="0">
                <a:solidFill>
                  <a:srgbClr val="000066"/>
                </a:solidFill>
                <a:ea typeface="楷体_GB2312" pitchFamily="49" charset="-122"/>
              </a:rPr>
              <a:t>实际问题</a:t>
            </a:r>
          </a:p>
        </p:txBody>
      </p:sp>
      <p:sp>
        <p:nvSpPr>
          <p:cNvPr id="11275" name="Rectangle 11"/>
          <p:cNvSpPr>
            <a:spLocks noChangeArrowheads="1"/>
          </p:cNvSpPr>
          <p:nvPr/>
        </p:nvSpPr>
        <p:spPr bwMode="auto">
          <a:xfrm>
            <a:off x="1424608" y="1069691"/>
            <a:ext cx="61622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zh-CN" sz="2400" i="0" dirty="0">
                <a:effectLst>
                  <a:outerShdw blurRad="38100" dist="38100" dir="2700000" algn="tl">
                    <a:srgbClr val="C0C0C0"/>
                  </a:outerShdw>
                </a:effectLst>
                <a:ea typeface="楷体_GB2312" pitchFamily="49" charset="-122"/>
              </a:rPr>
              <a:t>1.   </a:t>
            </a:r>
            <a:r>
              <a:rPr lang="en-US" altLang="zh-CN" sz="2400" dirty="0">
                <a:effectLst>
                  <a:outerShdw blurRad="38100" dist="38100" dir="2700000" algn="tl">
                    <a:srgbClr val="C0C0C0"/>
                  </a:outerShdw>
                </a:effectLst>
                <a:ea typeface="楷体_GB2312" pitchFamily="49" charset="-122"/>
              </a:rPr>
              <a:t>        </a:t>
            </a:r>
            <a:r>
              <a:rPr lang="zh-CN" altLang="en-US" sz="2400" i="0" dirty="0">
                <a:solidFill>
                  <a:srgbClr val="0033CC"/>
                </a:solidFill>
                <a:effectLst>
                  <a:outerShdw blurRad="38100" dist="38100" dir="2700000" algn="tl">
                    <a:srgbClr val="C0C0C0"/>
                  </a:outerShdw>
                </a:effectLst>
                <a:ea typeface="楷体_GB2312" pitchFamily="49" charset="-122"/>
              </a:rPr>
              <a:t>的原函数</a:t>
            </a:r>
            <a:r>
              <a:rPr lang="zh-CN" altLang="en-US" sz="2400" dirty="0">
                <a:solidFill>
                  <a:srgbClr val="0033CC"/>
                </a:solidFill>
                <a:effectLst>
                  <a:outerShdw blurRad="38100" dist="38100" dir="2700000" algn="tl">
                    <a:srgbClr val="C0C0C0"/>
                  </a:outerShdw>
                </a:effectLst>
                <a:ea typeface="楷体_GB2312" pitchFamily="49" charset="-122"/>
              </a:rPr>
              <a:t>         </a:t>
            </a:r>
            <a:r>
              <a:rPr lang="zh-CN" altLang="en-US" sz="2400" i="0" dirty="0">
                <a:solidFill>
                  <a:srgbClr val="0033CC"/>
                </a:solidFill>
                <a:effectLst>
                  <a:outerShdw blurRad="38100" dist="38100" dir="2700000" algn="tl">
                    <a:srgbClr val="C0C0C0"/>
                  </a:outerShdw>
                </a:effectLst>
                <a:ea typeface="楷体_GB2312" pitchFamily="49" charset="-122"/>
              </a:rPr>
              <a:t>不能用初等函数表示</a:t>
            </a:r>
          </a:p>
        </p:txBody>
      </p:sp>
      <p:sp>
        <p:nvSpPr>
          <p:cNvPr id="11289" name="Rectangle 25"/>
          <p:cNvSpPr>
            <a:spLocks noChangeArrowheads="1"/>
          </p:cNvSpPr>
          <p:nvPr/>
        </p:nvSpPr>
        <p:spPr bwMode="auto">
          <a:xfrm>
            <a:off x="359558" y="1464656"/>
            <a:ext cx="9219687"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hangingPunct="1">
              <a:lnSpc>
                <a:spcPct val="150000"/>
              </a:lnSpc>
            </a:pPr>
            <a:r>
              <a:rPr lang="zh-CN" altLang="en-US" sz="2400" i="0" dirty="0">
                <a:solidFill>
                  <a:srgbClr val="660066"/>
                </a:solidFill>
                <a:effectLst>
                  <a:outerShdw blurRad="38100" dist="38100" dir="2700000" algn="tl">
                    <a:srgbClr val="C0C0C0"/>
                  </a:outerShdw>
                </a:effectLst>
                <a:ea typeface="楷体_GB2312" pitchFamily="49" charset="-122"/>
              </a:rPr>
              <a:t>考虑一个实际问题</a:t>
            </a:r>
            <a:r>
              <a:rPr lang="en-US" altLang="zh-CN" sz="2400" i="0" dirty="0">
                <a:solidFill>
                  <a:srgbClr val="660066"/>
                </a:solidFill>
                <a:effectLst>
                  <a:outerShdw blurRad="38100" dist="38100" dir="2700000" algn="tl">
                    <a:srgbClr val="C0C0C0"/>
                  </a:outerShdw>
                </a:effectLst>
                <a:ea typeface="楷体_GB2312" pitchFamily="49" charset="-122"/>
              </a:rPr>
              <a:t>:</a:t>
            </a:r>
          </a:p>
          <a:p>
            <a:pPr algn="l" eaLnBrk="1" hangingPunct="1">
              <a:lnSpc>
                <a:spcPct val="150000"/>
              </a:lnSpc>
            </a:pPr>
            <a:r>
              <a:rPr lang="zh-CN" altLang="en-US" sz="2400" i="0" dirty="0">
                <a:solidFill>
                  <a:srgbClr val="0033CC"/>
                </a:solidFill>
                <a:effectLst>
                  <a:outerShdw blurRad="38100" dist="38100" dir="2700000" algn="tl">
                    <a:srgbClr val="C0C0C0"/>
                  </a:outerShdw>
                </a:effectLst>
                <a:ea typeface="楷体_GB2312" pitchFamily="49" charset="-122"/>
              </a:rPr>
              <a:t>建筑上用的一种铝制波纹瓦是用一种机器将一块平整的铝板压制而成</a:t>
            </a:r>
            <a:endParaRPr lang="en-US" altLang="zh-CN" sz="2400" b="0" i="0" dirty="0">
              <a:solidFill>
                <a:srgbClr val="0033CC"/>
              </a:solidFill>
              <a:effectLst>
                <a:outerShdw blurRad="38100" dist="38100" dir="2700000" algn="tl">
                  <a:srgbClr val="C0C0C0"/>
                </a:outerShdw>
              </a:effectLst>
              <a:ea typeface="楷体_GB2312" pitchFamily="49" charset="-122"/>
            </a:endParaRPr>
          </a:p>
          <a:p>
            <a:pPr algn="l" eaLnBrk="1" hangingPunct="1">
              <a:lnSpc>
                <a:spcPct val="150000"/>
              </a:lnSpc>
            </a:pPr>
            <a:endParaRPr lang="en-US" altLang="zh-CN" sz="2400" b="0" i="0" dirty="0">
              <a:solidFill>
                <a:srgbClr val="0033CC"/>
              </a:solidFill>
              <a:effectLst>
                <a:outerShdw blurRad="38100" dist="38100" dir="2700000" algn="tl">
                  <a:srgbClr val="C0C0C0"/>
                </a:outerShdw>
              </a:effectLst>
              <a:ea typeface="楷体_GB2312" pitchFamily="49" charset="-122"/>
            </a:endParaRPr>
          </a:p>
          <a:p>
            <a:pPr algn="l" eaLnBrk="1" hangingPunct="1">
              <a:lnSpc>
                <a:spcPct val="150000"/>
              </a:lnSpc>
            </a:pPr>
            <a:endParaRPr lang="en-US" altLang="zh-CN" sz="2400" b="0" i="0" dirty="0">
              <a:solidFill>
                <a:srgbClr val="0033CC"/>
              </a:solidFill>
              <a:effectLst>
                <a:outerShdw blurRad="38100" dist="38100" dir="2700000" algn="tl">
                  <a:srgbClr val="C0C0C0"/>
                </a:outerShdw>
              </a:effectLst>
              <a:ea typeface="楷体_GB2312" pitchFamily="49" charset="-122"/>
            </a:endParaRPr>
          </a:p>
          <a:p>
            <a:pPr algn="l" eaLnBrk="1" hangingPunct="1">
              <a:lnSpc>
                <a:spcPct val="150000"/>
              </a:lnSpc>
            </a:pPr>
            <a:r>
              <a:rPr lang="zh-CN" altLang="en-US" sz="2400" i="0" dirty="0">
                <a:solidFill>
                  <a:srgbClr val="040000"/>
                </a:solidFill>
                <a:effectLst>
                  <a:outerShdw blurRad="38100" dist="38100" dir="2700000" algn="tl">
                    <a:srgbClr val="C0C0C0"/>
                  </a:outerShdw>
                </a:effectLst>
                <a:ea typeface="楷体_GB2312" pitchFamily="49" charset="-122"/>
              </a:rPr>
              <a:t>假若要求波纹瓦长</a:t>
            </a:r>
            <a:r>
              <a:rPr lang="en-US" altLang="zh-CN" sz="2400" i="0" dirty="0">
                <a:solidFill>
                  <a:srgbClr val="040000"/>
                </a:solidFill>
                <a:effectLst>
                  <a:outerShdw blurRad="38100" dist="38100" dir="2700000" algn="tl">
                    <a:srgbClr val="C0C0C0"/>
                  </a:outerShdw>
                </a:effectLst>
                <a:ea typeface="楷体_GB2312" pitchFamily="49" charset="-122"/>
              </a:rPr>
              <a:t>4</a:t>
            </a:r>
            <a:r>
              <a:rPr lang="zh-CN" altLang="en-US" sz="2400" i="0" dirty="0">
                <a:solidFill>
                  <a:srgbClr val="040000"/>
                </a:solidFill>
                <a:effectLst>
                  <a:outerShdw blurRad="38100" dist="38100" dir="2700000" algn="tl">
                    <a:srgbClr val="C0C0C0"/>
                  </a:outerShdw>
                </a:effectLst>
                <a:ea typeface="楷体_GB2312" pitchFamily="49" charset="-122"/>
              </a:rPr>
              <a:t>英尺</a:t>
            </a:r>
            <a:r>
              <a:rPr lang="en-US" altLang="zh-CN" sz="2400" i="0" dirty="0">
                <a:solidFill>
                  <a:srgbClr val="040000"/>
                </a:solidFill>
                <a:effectLst>
                  <a:outerShdw blurRad="38100" dist="38100" dir="2700000" algn="tl">
                    <a:srgbClr val="C0C0C0"/>
                  </a:outerShdw>
                </a:effectLst>
                <a:ea typeface="楷体_GB2312" pitchFamily="49" charset="-122"/>
              </a:rPr>
              <a:t>,</a:t>
            </a:r>
            <a:r>
              <a:rPr lang="zh-CN" altLang="en-US" sz="2400" i="0" dirty="0">
                <a:solidFill>
                  <a:srgbClr val="040000"/>
                </a:solidFill>
                <a:effectLst>
                  <a:outerShdw blurRad="38100" dist="38100" dir="2700000" algn="tl">
                    <a:srgbClr val="C0C0C0"/>
                  </a:outerShdw>
                </a:effectLst>
                <a:ea typeface="楷体_GB2312" pitchFamily="49" charset="-122"/>
              </a:rPr>
              <a:t>每个波纹的高度</a:t>
            </a:r>
            <a:r>
              <a:rPr lang="en-US" altLang="zh-CN" sz="2400" i="0" dirty="0">
                <a:solidFill>
                  <a:srgbClr val="040000"/>
                </a:solidFill>
                <a:effectLst>
                  <a:outerShdw blurRad="38100" dist="38100" dir="2700000" algn="tl">
                    <a:srgbClr val="C0C0C0"/>
                  </a:outerShdw>
                </a:effectLst>
                <a:ea typeface="楷体_GB2312" pitchFamily="49" charset="-122"/>
              </a:rPr>
              <a:t>(</a:t>
            </a:r>
            <a:r>
              <a:rPr lang="zh-CN" altLang="en-US" sz="2400" i="0" dirty="0">
                <a:solidFill>
                  <a:srgbClr val="040000"/>
                </a:solidFill>
                <a:effectLst>
                  <a:outerShdw blurRad="38100" dist="38100" dir="2700000" algn="tl">
                    <a:srgbClr val="C0C0C0"/>
                  </a:outerShdw>
                </a:effectLst>
                <a:ea typeface="楷体_GB2312" pitchFamily="49" charset="-122"/>
              </a:rPr>
              <a:t>从中心线</a:t>
            </a:r>
            <a:r>
              <a:rPr lang="en-US" altLang="zh-CN" sz="2400" i="0" dirty="0">
                <a:solidFill>
                  <a:srgbClr val="040000"/>
                </a:solidFill>
                <a:effectLst>
                  <a:outerShdw blurRad="38100" dist="38100" dir="2700000" algn="tl">
                    <a:srgbClr val="C0C0C0"/>
                  </a:outerShdw>
                </a:effectLst>
                <a:ea typeface="楷体_GB2312" pitchFamily="49" charset="-122"/>
              </a:rPr>
              <a:t>)</a:t>
            </a:r>
            <a:r>
              <a:rPr lang="zh-CN" altLang="en-US" sz="2400" i="0" dirty="0">
                <a:solidFill>
                  <a:srgbClr val="040000"/>
                </a:solidFill>
                <a:effectLst>
                  <a:outerShdw blurRad="38100" dist="38100" dir="2700000" algn="tl">
                    <a:srgbClr val="C0C0C0"/>
                  </a:outerShdw>
                </a:effectLst>
                <a:ea typeface="楷体_GB2312" pitchFamily="49" charset="-122"/>
              </a:rPr>
              <a:t>为</a:t>
            </a:r>
            <a:r>
              <a:rPr lang="en-US" altLang="zh-CN" sz="2400" i="0" dirty="0">
                <a:solidFill>
                  <a:srgbClr val="040000"/>
                </a:solidFill>
                <a:effectLst>
                  <a:outerShdw blurRad="38100" dist="38100" dir="2700000" algn="tl">
                    <a:srgbClr val="C0C0C0"/>
                  </a:outerShdw>
                </a:effectLst>
                <a:ea typeface="楷体_GB2312" pitchFamily="49" charset="-122"/>
              </a:rPr>
              <a:t>1</a:t>
            </a:r>
            <a:r>
              <a:rPr lang="zh-CN" altLang="en-US" sz="2400" i="0" dirty="0">
                <a:solidFill>
                  <a:srgbClr val="040000"/>
                </a:solidFill>
                <a:effectLst>
                  <a:outerShdw blurRad="38100" dist="38100" dir="2700000" algn="tl">
                    <a:srgbClr val="C0C0C0"/>
                  </a:outerShdw>
                </a:effectLst>
                <a:ea typeface="楷体_GB2312" pitchFamily="49" charset="-122"/>
              </a:rPr>
              <a:t>英寸，且每个波纹以近似      英寸为一个周期</a:t>
            </a:r>
            <a:r>
              <a:rPr lang="en-US" altLang="zh-CN" sz="2400" i="0" dirty="0">
                <a:solidFill>
                  <a:srgbClr val="040000"/>
                </a:solidFill>
                <a:effectLst>
                  <a:outerShdw blurRad="38100" dist="38100" dir="2700000" algn="tl">
                    <a:srgbClr val="C0C0C0"/>
                  </a:outerShdw>
                </a:effectLst>
                <a:ea typeface="楷体_GB2312" pitchFamily="49" charset="-122"/>
              </a:rPr>
              <a:t>.</a:t>
            </a:r>
          </a:p>
          <a:p>
            <a:pPr algn="l" eaLnBrk="1" hangingPunct="1">
              <a:lnSpc>
                <a:spcPct val="150000"/>
              </a:lnSpc>
            </a:pPr>
            <a:r>
              <a:rPr lang="zh-CN" altLang="en-US" sz="2400" i="0" dirty="0">
                <a:solidFill>
                  <a:srgbClr val="CC0066"/>
                </a:solidFill>
                <a:effectLst>
                  <a:outerShdw blurRad="38100" dist="38100" dir="2700000" algn="tl">
                    <a:srgbClr val="C0C0C0"/>
                  </a:outerShdw>
                </a:effectLst>
                <a:ea typeface="楷体_GB2312" pitchFamily="49" charset="-122"/>
              </a:rPr>
              <a:t>求制做一块波纹瓦所需铝板的长度</a:t>
            </a:r>
            <a:r>
              <a:rPr lang="en-US" altLang="zh-CN" sz="2400" i="0" dirty="0">
                <a:solidFill>
                  <a:srgbClr val="CC0066"/>
                </a:solidFill>
                <a:effectLst>
                  <a:outerShdw blurRad="38100" dist="38100" dir="2700000" algn="tl">
                    <a:srgbClr val="C0C0C0"/>
                  </a:outerShdw>
                </a:effectLst>
                <a:ea typeface="楷体_GB2312" pitchFamily="49" charset="-122"/>
              </a:rPr>
              <a:t>L.</a:t>
            </a:r>
          </a:p>
          <a:p>
            <a:pPr algn="l" eaLnBrk="1" hangingPunct="1">
              <a:lnSpc>
                <a:spcPct val="150000"/>
              </a:lnSpc>
            </a:pPr>
            <a:endParaRPr lang="zh-CN" altLang="en-US" sz="2400" i="0" dirty="0">
              <a:solidFill>
                <a:srgbClr val="CC0066"/>
              </a:solidFill>
              <a:effectLst>
                <a:outerShdw blurRad="38100" dist="38100" dir="2700000" algn="tl">
                  <a:srgbClr val="C0C0C0"/>
                </a:outerShdw>
              </a:effectLst>
              <a:ea typeface="楷体_GB2312" pitchFamily="49" charset="-122"/>
            </a:endParaRPr>
          </a:p>
          <a:p>
            <a:pPr algn="l" eaLnBrk="1" hangingPunct="1">
              <a:lnSpc>
                <a:spcPct val="150000"/>
              </a:lnSpc>
            </a:pPr>
            <a:endParaRPr lang="en-US" altLang="zh-CN" sz="2400" i="0" dirty="0">
              <a:solidFill>
                <a:srgbClr val="040000"/>
              </a:solidFill>
              <a:effectLst>
                <a:outerShdw blurRad="38100" dist="38100" dir="2700000" algn="tl">
                  <a:srgbClr val="C0C0C0"/>
                </a:outerShdw>
              </a:effectLst>
              <a:ea typeface="楷体_GB2312" pitchFamily="49" charset="-122"/>
            </a:endParaRPr>
          </a:p>
          <a:p>
            <a:pPr algn="l" eaLnBrk="1" hangingPunct="1">
              <a:lnSpc>
                <a:spcPct val="150000"/>
              </a:lnSpc>
            </a:pPr>
            <a:endParaRPr lang="en-US" altLang="zh-CN" sz="2400" i="0" dirty="0">
              <a:solidFill>
                <a:srgbClr val="040000"/>
              </a:solidFill>
              <a:effectLst>
                <a:outerShdw blurRad="38100" dist="38100" dir="2700000" algn="tl">
                  <a:srgbClr val="C0C0C0"/>
                </a:outerShdw>
              </a:effectLst>
              <a:ea typeface="楷体_GB2312" pitchFamily="49" charset="-122"/>
            </a:endParaRPr>
          </a:p>
          <a:p>
            <a:pPr algn="l" eaLnBrk="1" hangingPunct="1">
              <a:lnSpc>
                <a:spcPct val="150000"/>
              </a:lnSpc>
            </a:pPr>
            <a:endParaRPr lang="en-US" altLang="zh-CN" sz="2400" b="0" i="0" dirty="0">
              <a:solidFill>
                <a:srgbClr val="0033CC"/>
              </a:solidFill>
              <a:effectLst>
                <a:outerShdw blurRad="38100" dist="38100" dir="2700000" algn="tl">
                  <a:srgbClr val="C0C0C0"/>
                </a:outerShdw>
              </a:effectLst>
              <a:ea typeface="楷体_GB2312" pitchFamily="49" charset="-122"/>
            </a:endParaRPr>
          </a:p>
        </p:txBody>
      </p:sp>
      <p:pic>
        <p:nvPicPr>
          <p:cNvPr id="11291" name="Picture 27" descr="MCj04344110000[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830191" y="5157192"/>
            <a:ext cx="1446417" cy="131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Object 10"/>
          <p:cNvGraphicFramePr>
            <a:graphicFrameLocks noGrp="1" noChangeAspect="1"/>
          </p:cNvGraphicFramePr>
          <p:nvPr>
            <p:ph sz="quarter" idx="2"/>
            <p:extLst>
              <p:ext uri="{D42A27DB-BD31-4B8C-83A1-F6EECF244321}">
                <p14:modId xmlns:p14="http://schemas.microsoft.com/office/powerpoint/2010/main" val="3082203031"/>
              </p:ext>
            </p:extLst>
          </p:nvPr>
        </p:nvGraphicFramePr>
        <p:xfrm>
          <a:off x="2340068" y="4887914"/>
          <a:ext cx="495300" cy="355600"/>
        </p:xfrm>
        <a:graphic>
          <a:graphicData uri="http://schemas.openxmlformats.org/presentationml/2006/ole">
            <mc:AlternateContent xmlns:mc="http://schemas.openxmlformats.org/markup-compatibility/2006">
              <mc:Choice xmlns:v="urn:schemas-microsoft-com:vml" Requires="v">
                <p:oleObj spid="_x0000_s874661" name="Equation" r:id="rId11" imgW="228600" imgH="177480" progId="Equation.DSMT4">
                  <p:embed/>
                </p:oleObj>
              </mc:Choice>
              <mc:Fallback>
                <p:oleObj name="Equation" r:id="rId11" imgW="228600" imgH="17748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40068" y="4887914"/>
                        <a:ext cx="495300"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11210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309" name="Object 21"/>
          <p:cNvGraphicFramePr>
            <a:graphicFrameLocks noGrp="1" noChangeAspect="1"/>
          </p:cNvGraphicFramePr>
          <p:nvPr>
            <p:ph sz="quarter" idx="3"/>
            <p:extLst>
              <p:ext uri="{D42A27DB-BD31-4B8C-83A1-F6EECF244321}">
                <p14:modId xmlns:p14="http://schemas.microsoft.com/office/powerpoint/2010/main" val="2713786541"/>
              </p:ext>
            </p:extLst>
          </p:nvPr>
        </p:nvGraphicFramePr>
        <p:xfrm>
          <a:off x="5378239" y="2185243"/>
          <a:ext cx="1816100" cy="533400"/>
        </p:xfrm>
        <a:graphic>
          <a:graphicData uri="http://schemas.openxmlformats.org/presentationml/2006/ole">
            <mc:AlternateContent xmlns:mc="http://schemas.openxmlformats.org/markup-compatibility/2006">
              <mc:Choice xmlns:v="urn:schemas-microsoft-com:vml" Requires="v">
                <p:oleObj spid="_x0000_s875781" name="Equation" r:id="rId4" imgW="799920" imgH="253800" progId="Equation.DSMT4">
                  <p:embed/>
                </p:oleObj>
              </mc:Choice>
              <mc:Fallback>
                <p:oleObj name="Equation" r:id="rId4" imgW="799920" imgH="2538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78239" y="2185243"/>
                        <a:ext cx="18161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2" name="Rectangle 4"/>
          <p:cNvSpPr>
            <a:spLocks noChangeArrowheads="1"/>
          </p:cNvSpPr>
          <p:nvPr/>
        </p:nvSpPr>
        <p:spPr bwMode="auto">
          <a:xfrm>
            <a:off x="4893782" y="1210916"/>
            <a:ext cx="1847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sz="2400" b="0" i="0">
              <a:solidFill>
                <a:srgbClr val="0033CC"/>
              </a:solidFill>
              <a:ea typeface="楷体_GB2312" pitchFamily="49" charset="-122"/>
            </a:endParaRPr>
          </a:p>
        </p:txBody>
      </p:sp>
      <p:pic>
        <p:nvPicPr>
          <p:cNvPr id="12307" name="Picture 19" descr="MMj03237630000[1]"/>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7243763" y="4267225"/>
            <a:ext cx="2242608"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8" name="Rectangle 20"/>
          <p:cNvSpPr>
            <a:spLocks noChangeArrowheads="1"/>
          </p:cNvSpPr>
          <p:nvPr/>
        </p:nvSpPr>
        <p:spPr bwMode="auto">
          <a:xfrm>
            <a:off x="920539" y="3099668"/>
            <a:ext cx="6108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zh-CN" altLang="en-US" sz="2800" i="0">
                <a:solidFill>
                  <a:srgbClr val="0033CC"/>
                </a:solidFill>
                <a:effectLst>
                  <a:outerShdw blurRad="38100" dist="38100" dir="2700000" algn="tl">
                    <a:srgbClr val="C0C0C0"/>
                  </a:outerShdw>
                </a:effectLst>
                <a:ea typeface="楷体_GB2312" pitchFamily="49" charset="-122"/>
              </a:rPr>
              <a:t>从         到          英寸间的</a:t>
            </a:r>
            <a:r>
              <a:rPr lang="zh-CN" altLang="en-US" sz="2800" i="0">
                <a:solidFill>
                  <a:srgbClr val="000099"/>
                </a:solidFill>
                <a:effectLst>
                  <a:outerShdw blurRad="38100" dist="38100" dir="2700000" algn="tl">
                    <a:srgbClr val="C0C0C0"/>
                  </a:outerShdw>
                </a:effectLst>
                <a:ea typeface="楷体_GB2312" pitchFamily="49" charset="-122"/>
              </a:rPr>
              <a:t>弧长</a:t>
            </a:r>
            <a:r>
              <a:rPr lang="en-US" altLang="zh-CN" sz="2800" i="0">
                <a:solidFill>
                  <a:srgbClr val="000099"/>
                </a:solidFill>
                <a:effectLst>
                  <a:outerShdw blurRad="38100" dist="38100" dir="2700000" algn="tl">
                    <a:srgbClr val="C0C0C0"/>
                  </a:outerShdw>
                </a:effectLst>
                <a:ea typeface="楷体_GB2312" pitchFamily="49" charset="-122"/>
              </a:rPr>
              <a:t>L</a:t>
            </a:r>
            <a:r>
              <a:rPr lang="en-US" altLang="zh-CN" sz="2800" i="0">
                <a:solidFill>
                  <a:srgbClr val="0033CC"/>
                </a:solidFill>
                <a:effectLst>
                  <a:outerShdw blurRad="38100" dist="38100" dir="2700000" algn="tl">
                    <a:srgbClr val="C0C0C0"/>
                  </a:outerShdw>
                </a:effectLst>
                <a:ea typeface="楷体_GB2312" pitchFamily="49" charset="-122"/>
              </a:rPr>
              <a:t>.</a:t>
            </a:r>
          </a:p>
        </p:txBody>
      </p:sp>
      <p:sp>
        <p:nvSpPr>
          <p:cNvPr id="12312" name="Rectangle 24"/>
          <p:cNvSpPr>
            <a:spLocks noChangeArrowheads="1"/>
          </p:cNvSpPr>
          <p:nvPr/>
        </p:nvSpPr>
        <p:spPr bwMode="auto">
          <a:xfrm>
            <a:off x="920552" y="2132856"/>
            <a:ext cx="415209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zh-CN" altLang="en-US" sz="2800" i="0" dirty="0">
                <a:solidFill>
                  <a:srgbClr val="0033CC"/>
                </a:solidFill>
                <a:ea typeface="楷体_GB2312" pitchFamily="49" charset="-122"/>
              </a:rPr>
              <a:t>这个问题就是要求由函数</a:t>
            </a:r>
          </a:p>
        </p:txBody>
      </p:sp>
      <p:sp>
        <p:nvSpPr>
          <p:cNvPr id="12313" name="Rectangle 25"/>
          <p:cNvSpPr>
            <a:spLocks noChangeArrowheads="1"/>
          </p:cNvSpPr>
          <p:nvPr/>
        </p:nvSpPr>
        <p:spPr bwMode="auto">
          <a:xfrm>
            <a:off x="7276903" y="2134444"/>
            <a:ext cx="20874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zh-CN" altLang="en-US" sz="2800" i="0">
                <a:solidFill>
                  <a:srgbClr val="0033CC"/>
                </a:solidFill>
                <a:effectLst>
                  <a:outerShdw blurRad="38100" dist="38100" dir="2700000" algn="tl">
                    <a:srgbClr val="C0C0C0"/>
                  </a:outerShdw>
                </a:effectLst>
                <a:ea typeface="楷体_GB2312" pitchFamily="49" charset="-122"/>
              </a:rPr>
              <a:t>给定的曲线</a:t>
            </a:r>
            <a:r>
              <a:rPr lang="en-US" altLang="zh-CN" sz="2800" i="0">
                <a:solidFill>
                  <a:srgbClr val="0033CC"/>
                </a:solidFill>
                <a:effectLst>
                  <a:outerShdw blurRad="38100" dist="38100" dir="2700000" algn="tl">
                    <a:srgbClr val="C0C0C0"/>
                  </a:outerShdw>
                </a:effectLst>
                <a:ea typeface="楷体_GB2312" pitchFamily="49" charset="-122"/>
              </a:rPr>
              <a:t>,</a:t>
            </a:r>
          </a:p>
        </p:txBody>
      </p:sp>
      <p:graphicFrame>
        <p:nvGraphicFramePr>
          <p:cNvPr id="12314" name="Object 26"/>
          <p:cNvGraphicFramePr>
            <a:graphicFrameLocks noChangeAspect="1"/>
          </p:cNvGraphicFramePr>
          <p:nvPr>
            <p:extLst>
              <p:ext uri="{D42A27DB-BD31-4B8C-83A1-F6EECF244321}">
                <p14:modId xmlns:p14="http://schemas.microsoft.com/office/powerpoint/2010/main" val="3119935623"/>
              </p:ext>
            </p:extLst>
          </p:nvPr>
        </p:nvGraphicFramePr>
        <p:xfrm>
          <a:off x="1498389" y="3175843"/>
          <a:ext cx="825500" cy="381000"/>
        </p:xfrm>
        <a:graphic>
          <a:graphicData uri="http://schemas.openxmlformats.org/presentationml/2006/ole">
            <mc:AlternateContent xmlns:mc="http://schemas.openxmlformats.org/markup-compatibility/2006">
              <mc:Choice xmlns:v="urn:schemas-microsoft-com:vml" Requires="v">
                <p:oleObj spid="_x0000_s875782" name="Equation" r:id="rId7" imgW="355320" imgH="177480" progId="Equation.DSMT4">
                  <p:embed/>
                </p:oleObj>
              </mc:Choice>
              <mc:Fallback>
                <p:oleObj name="Equation" r:id="rId7" imgW="355320" imgH="17748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98389" y="3175843"/>
                        <a:ext cx="8255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316" name="Object 28"/>
          <p:cNvGraphicFramePr>
            <a:graphicFrameLocks noGrp="1" noChangeAspect="1"/>
          </p:cNvGraphicFramePr>
          <p:nvPr>
            <p:ph sz="half" idx="1"/>
            <p:extLst>
              <p:ext uri="{D42A27DB-BD31-4B8C-83A1-F6EECF244321}">
                <p14:modId xmlns:p14="http://schemas.microsoft.com/office/powerpoint/2010/main" val="1410657229"/>
              </p:ext>
            </p:extLst>
          </p:nvPr>
        </p:nvGraphicFramePr>
        <p:xfrm>
          <a:off x="2641935" y="3175843"/>
          <a:ext cx="990600" cy="376238"/>
        </p:xfrm>
        <a:graphic>
          <a:graphicData uri="http://schemas.openxmlformats.org/presentationml/2006/ole">
            <mc:AlternateContent xmlns:mc="http://schemas.openxmlformats.org/markup-compatibility/2006">
              <mc:Choice xmlns:v="urn:schemas-microsoft-com:vml" Requires="v">
                <p:oleObj spid="_x0000_s875783" name="Equation" r:id="rId9" imgW="431640" imgH="177480" progId="Equation.DSMT4">
                  <p:embed/>
                </p:oleObj>
              </mc:Choice>
              <mc:Fallback>
                <p:oleObj name="Equation" r:id="rId9" imgW="431640" imgH="1774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41935" y="3175843"/>
                        <a:ext cx="990600"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2"/>
    </p:custDataLst>
    <p:extLst>
      <p:ext uri="{BB962C8B-B14F-4D97-AF65-F5344CB8AC3E}">
        <p14:creationId xmlns:p14="http://schemas.microsoft.com/office/powerpoint/2010/main" val="22055842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30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2312"/>
                                        </p:tgtEl>
                                        <p:attrNameLst>
                                          <p:attrName>style.visibility</p:attrName>
                                        </p:attrNameLst>
                                      </p:cBhvr>
                                      <p:to>
                                        <p:strVal val="visible"/>
                                      </p:to>
                                    </p:set>
                                    <p:animEffect transition="in" filter="blinds(horizontal)">
                                      <p:cBhvr>
                                        <p:cTn id="11" dur="500"/>
                                        <p:tgtEl>
                                          <p:spTgt spid="12312"/>
                                        </p:tgtEl>
                                      </p:cBhvr>
                                    </p:animEffect>
                                  </p:childTnLst>
                                </p:cTn>
                              </p:par>
                              <p:par>
                                <p:cTn id="12" presetID="3" presetClass="entr" presetSubtype="10" fill="hold" nodeType="withEffect">
                                  <p:stCondLst>
                                    <p:cond delay="0"/>
                                  </p:stCondLst>
                                  <p:childTnLst>
                                    <p:set>
                                      <p:cBhvr>
                                        <p:cTn id="13" dur="1" fill="hold">
                                          <p:stCondLst>
                                            <p:cond delay="0"/>
                                          </p:stCondLst>
                                        </p:cTn>
                                        <p:tgtEl>
                                          <p:spTgt spid="12309"/>
                                        </p:tgtEl>
                                        <p:attrNameLst>
                                          <p:attrName>style.visibility</p:attrName>
                                        </p:attrNameLst>
                                      </p:cBhvr>
                                      <p:to>
                                        <p:strVal val="visible"/>
                                      </p:to>
                                    </p:set>
                                    <p:animEffect transition="in" filter="blinds(horizontal)">
                                      <p:cBhvr>
                                        <p:cTn id="14" dur="500"/>
                                        <p:tgtEl>
                                          <p:spTgt spid="12309"/>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12313"/>
                                        </p:tgtEl>
                                        <p:attrNameLst>
                                          <p:attrName>style.visibility</p:attrName>
                                        </p:attrNameLst>
                                      </p:cBhvr>
                                      <p:to>
                                        <p:strVal val="visible"/>
                                      </p:to>
                                    </p:set>
                                    <p:animEffect transition="in" filter="blinds(horizontal)">
                                      <p:cBhvr>
                                        <p:cTn id="17" dur="500"/>
                                        <p:tgtEl>
                                          <p:spTgt spid="123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2314"/>
                                        </p:tgtEl>
                                        <p:attrNameLst>
                                          <p:attrName>style.visibility</p:attrName>
                                        </p:attrNameLst>
                                      </p:cBhvr>
                                      <p:to>
                                        <p:strVal val="visible"/>
                                      </p:to>
                                    </p:set>
                                    <p:animEffect transition="in" filter="blinds(horizontal)">
                                      <p:cBhvr>
                                        <p:cTn id="22" dur="500"/>
                                        <p:tgtEl>
                                          <p:spTgt spid="12314"/>
                                        </p:tgtEl>
                                      </p:cBhvr>
                                    </p:animEffect>
                                  </p:childTnLst>
                                </p:cTn>
                              </p:par>
                              <p:par>
                                <p:cTn id="23" presetID="3" presetClass="entr" presetSubtype="10" fill="hold" nodeType="withEffect">
                                  <p:stCondLst>
                                    <p:cond delay="0"/>
                                  </p:stCondLst>
                                  <p:childTnLst>
                                    <p:set>
                                      <p:cBhvr>
                                        <p:cTn id="24" dur="1" fill="hold">
                                          <p:stCondLst>
                                            <p:cond delay="0"/>
                                          </p:stCondLst>
                                        </p:cTn>
                                        <p:tgtEl>
                                          <p:spTgt spid="12316"/>
                                        </p:tgtEl>
                                        <p:attrNameLst>
                                          <p:attrName>style.visibility</p:attrName>
                                        </p:attrNameLst>
                                      </p:cBhvr>
                                      <p:to>
                                        <p:strVal val="visible"/>
                                      </p:to>
                                    </p:set>
                                    <p:animEffect transition="in" filter="blinds(horizontal)">
                                      <p:cBhvr>
                                        <p:cTn id="25" dur="500"/>
                                        <p:tgtEl>
                                          <p:spTgt spid="12316"/>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2308"/>
                                        </p:tgtEl>
                                        <p:attrNameLst>
                                          <p:attrName>style.visibility</p:attrName>
                                        </p:attrNameLst>
                                      </p:cBhvr>
                                      <p:to>
                                        <p:strVal val="visible"/>
                                      </p:to>
                                    </p:set>
                                    <p:animEffect transition="in" filter="blinds(horizontal)">
                                      <p:cBhvr>
                                        <p:cTn id="28" dur="500"/>
                                        <p:tgtEl>
                                          <p:spTgt spid="12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8" grpId="0"/>
      <p:bldP spid="12312" grpId="0"/>
      <p:bldP spid="123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5" name="Object 3"/>
          <p:cNvGraphicFramePr>
            <a:graphicFrameLocks noGrp="1" noChangeAspect="1"/>
          </p:cNvGraphicFramePr>
          <p:nvPr>
            <p:ph sz="half" idx="2"/>
          </p:nvPr>
        </p:nvGraphicFramePr>
        <p:xfrm>
          <a:off x="742963" y="1752625"/>
          <a:ext cx="7886965" cy="758825"/>
        </p:xfrm>
        <a:graphic>
          <a:graphicData uri="http://schemas.openxmlformats.org/presentationml/2006/ole">
            <mc:AlternateContent xmlns:mc="http://schemas.openxmlformats.org/markup-compatibility/2006">
              <mc:Choice xmlns:v="urn:schemas-microsoft-com:vml" Requires="v">
                <p:oleObj spid="_x0000_s876617" name="Equation" r:id="rId4" imgW="2717800" imgH="330200" progId="Equation.DSMT4">
                  <p:embed/>
                </p:oleObj>
              </mc:Choice>
              <mc:Fallback>
                <p:oleObj name="Equation" r:id="rId4" imgW="2717800" imgH="3302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963" y="1752625"/>
                        <a:ext cx="7886965"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6" name="Text Box 4"/>
          <p:cNvSpPr txBox="1">
            <a:spLocks noChangeArrowheads="1"/>
          </p:cNvSpPr>
          <p:nvPr/>
        </p:nvSpPr>
        <p:spPr bwMode="auto">
          <a:xfrm>
            <a:off x="577850" y="2819424"/>
            <a:ext cx="873654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endParaRPr lang="en-US" altLang="zh-CN" sz="2400" b="0" i="0">
              <a:solidFill>
                <a:srgbClr val="000099"/>
              </a:solidFill>
              <a:effectLst>
                <a:outerShdw blurRad="38100" dist="38100" dir="2700000" algn="tl">
                  <a:srgbClr val="C0C0C0"/>
                </a:outerShdw>
              </a:effectLst>
              <a:latin typeface="楷体_GB2312" pitchFamily="49" charset="-122"/>
              <a:ea typeface="楷体_GB2312" pitchFamily="49" charset="-122"/>
            </a:endParaRPr>
          </a:p>
          <a:p>
            <a:pPr algn="l" eaLnBrk="1" hangingPunct="1">
              <a:spcBef>
                <a:spcPct val="50000"/>
              </a:spcBef>
            </a:pPr>
            <a:endParaRPr kumimoji="1" lang="en-US" altLang="zh-CN" sz="2400" b="0" i="0">
              <a:solidFill>
                <a:srgbClr val="000099"/>
              </a:solidFill>
              <a:latin typeface="楷体_GB2312" pitchFamily="49" charset="-122"/>
              <a:ea typeface="楷体_GB2312" pitchFamily="49" charset="-122"/>
            </a:endParaRPr>
          </a:p>
        </p:txBody>
      </p:sp>
      <p:sp>
        <p:nvSpPr>
          <p:cNvPr id="13317" name="Rectangle 5"/>
          <p:cNvSpPr>
            <a:spLocks noChangeArrowheads="1"/>
          </p:cNvSpPr>
          <p:nvPr/>
        </p:nvSpPr>
        <p:spPr bwMode="auto">
          <a:xfrm>
            <a:off x="660415" y="762003"/>
            <a:ext cx="60260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zh-CN" sz="2400" i="0">
                <a:solidFill>
                  <a:srgbClr val="0033CC"/>
                </a:solidFill>
                <a:ea typeface="楷体_GB2312" pitchFamily="49" charset="-122"/>
              </a:rPr>
              <a:t> </a:t>
            </a:r>
            <a:r>
              <a:rPr lang="zh-CN" altLang="en-US" sz="2400" i="0">
                <a:solidFill>
                  <a:srgbClr val="0033CC"/>
                </a:solidFill>
                <a:effectLst>
                  <a:outerShdw blurRad="38100" dist="38100" dir="2700000" algn="tl">
                    <a:srgbClr val="C0C0C0"/>
                  </a:outerShdw>
                </a:effectLst>
                <a:ea typeface="楷体_GB2312" pitchFamily="49" charset="-122"/>
              </a:rPr>
              <a:t>由微积分学我们知道</a:t>
            </a:r>
            <a:r>
              <a:rPr lang="en-US" altLang="zh-CN" sz="2400" i="0">
                <a:solidFill>
                  <a:srgbClr val="0033CC"/>
                </a:solidFill>
                <a:effectLst>
                  <a:outerShdw blurRad="38100" dist="38100" dir="2700000" algn="tl">
                    <a:srgbClr val="C0C0C0"/>
                  </a:outerShdw>
                </a:effectLst>
                <a:ea typeface="楷体_GB2312" pitchFamily="49" charset="-122"/>
              </a:rPr>
              <a:t>,</a:t>
            </a:r>
            <a:r>
              <a:rPr lang="zh-CN" altLang="en-US" sz="2400" i="0">
                <a:solidFill>
                  <a:srgbClr val="0033CC"/>
                </a:solidFill>
                <a:effectLst>
                  <a:outerShdw blurRad="38100" dist="38100" dir="2700000" algn="tl">
                    <a:srgbClr val="C0C0C0"/>
                  </a:outerShdw>
                </a:effectLst>
                <a:ea typeface="楷体_GB2312" pitchFamily="49" charset="-122"/>
              </a:rPr>
              <a:t>所求的弧长可表示为</a:t>
            </a:r>
            <a:r>
              <a:rPr lang="en-US" altLang="zh-CN" sz="2400" i="0">
                <a:solidFill>
                  <a:srgbClr val="0033CC"/>
                </a:solidFill>
                <a:effectLst>
                  <a:outerShdw blurRad="38100" dist="38100" dir="2700000" algn="tl">
                    <a:srgbClr val="C0C0C0"/>
                  </a:outerShdw>
                </a:effectLst>
                <a:ea typeface="楷体_GB2312" pitchFamily="49" charset="-122"/>
              </a:rPr>
              <a:t>:</a:t>
            </a:r>
          </a:p>
        </p:txBody>
      </p:sp>
      <p:sp>
        <p:nvSpPr>
          <p:cNvPr id="13319" name="Rectangle 7"/>
          <p:cNvSpPr>
            <a:spLocks noChangeArrowheads="1"/>
          </p:cNvSpPr>
          <p:nvPr/>
        </p:nvSpPr>
        <p:spPr bwMode="auto">
          <a:xfrm>
            <a:off x="577850" y="2819400"/>
            <a:ext cx="5200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zh-CN" altLang="en-US" sz="2400" i="0">
                <a:solidFill>
                  <a:srgbClr val="000099"/>
                </a:solidFill>
                <a:effectLst>
                  <a:outerShdw blurRad="38100" dist="38100" dir="2700000" algn="tl">
                    <a:srgbClr val="C0C0C0"/>
                  </a:outerShdw>
                </a:effectLst>
                <a:ea typeface="楷体_GB2312" pitchFamily="49" charset="-122"/>
              </a:rPr>
              <a:t>上述积分称为</a:t>
            </a:r>
            <a:r>
              <a:rPr lang="zh-CN" altLang="en-US" sz="2400" i="0">
                <a:solidFill>
                  <a:srgbClr val="FF00FF"/>
                </a:solidFill>
                <a:effectLst>
                  <a:outerShdw blurRad="38100" dist="38100" dir="2700000" algn="tl">
                    <a:srgbClr val="C0C0C0"/>
                  </a:outerShdw>
                </a:effectLst>
                <a:ea typeface="楷体_GB2312" pitchFamily="49" charset="-122"/>
              </a:rPr>
              <a:t>第二类椭圆积分</a:t>
            </a:r>
            <a:r>
              <a:rPr lang="zh-CN" altLang="en-US" sz="2400" i="0">
                <a:solidFill>
                  <a:srgbClr val="000099"/>
                </a:solidFill>
                <a:effectLst>
                  <a:outerShdw blurRad="38100" dist="38100" dir="2700000" algn="tl">
                    <a:srgbClr val="C0C0C0"/>
                  </a:outerShdw>
                </a:effectLst>
                <a:ea typeface="楷体_GB2312" pitchFamily="49" charset="-122"/>
              </a:rPr>
              <a:t>。</a:t>
            </a:r>
            <a:endParaRPr lang="zh-CN" altLang="en-US" sz="2400" b="0" i="0">
              <a:solidFill>
                <a:srgbClr val="000099"/>
              </a:solidFill>
              <a:effectLst>
                <a:outerShdw blurRad="38100" dist="38100" dir="2700000" algn="tl">
                  <a:srgbClr val="C0C0C0"/>
                </a:outerShdw>
              </a:effectLst>
              <a:ea typeface="楷体_GB2312" pitchFamily="49" charset="-122"/>
            </a:endParaRPr>
          </a:p>
        </p:txBody>
      </p:sp>
      <p:sp>
        <p:nvSpPr>
          <p:cNvPr id="13369" name="AutoShape 57"/>
          <p:cNvSpPr>
            <a:spLocks noChangeArrowheads="1"/>
          </p:cNvSpPr>
          <p:nvPr/>
        </p:nvSpPr>
        <p:spPr bwMode="auto">
          <a:xfrm flipH="1">
            <a:off x="3136900" y="3478238"/>
            <a:ext cx="2890970" cy="1690687"/>
          </a:xfrm>
          <a:prstGeom prst="cloudCallout">
            <a:avLst>
              <a:gd name="adj1" fmla="val 83310"/>
              <a:gd name="adj2" fmla="val 13190"/>
            </a:avLst>
          </a:prstGeom>
          <a:gradFill rotWithShape="0">
            <a:gsLst>
              <a:gs pos="0">
                <a:srgbClr val="FFFFFF">
                  <a:gamma/>
                  <a:shade val="75686"/>
                  <a:invGamma/>
                </a:srgbClr>
              </a:gs>
              <a:gs pos="50000">
                <a:srgbClr val="FFFFFF"/>
              </a:gs>
              <a:gs pos="100000">
                <a:srgbClr val="FFFFFF">
                  <a:gamma/>
                  <a:shade val="75686"/>
                  <a:invGamma/>
                </a:srgbClr>
              </a:gs>
            </a:gsLst>
            <a:lin ang="0" scaled="1"/>
          </a:gra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r>
              <a:rPr kumimoji="1" lang="en-US" altLang="zh-CN" sz="2400" i="0">
                <a:solidFill>
                  <a:srgbClr val="0033CC"/>
                </a:solidFill>
                <a:latin typeface="Times New Roman" pitchFamily="18" charset="0"/>
                <a:ea typeface="楷体_GB2312" pitchFamily="49" charset="-122"/>
              </a:rPr>
              <a:t>What’s the Original function?!</a:t>
            </a:r>
          </a:p>
        </p:txBody>
      </p:sp>
      <p:sp>
        <p:nvSpPr>
          <p:cNvPr id="13372" name="AutoShape 60"/>
          <p:cNvSpPr>
            <a:spLocks noChangeArrowheads="1"/>
          </p:cNvSpPr>
          <p:nvPr/>
        </p:nvSpPr>
        <p:spPr bwMode="auto">
          <a:xfrm flipH="1">
            <a:off x="3549655" y="3429025"/>
            <a:ext cx="3491582" cy="1686639"/>
          </a:xfrm>
          <a:prstGeom prst="cloudCallout">
            <a:avLst>
              <a:gd name="adj1" fmla="val -83912"/>
              <a:gd name="adj2" fmla="val 18685"/>
            </a:avLst>
          </a:prstGeom>
          <a:gradFill rotWithShape="0">
            <a:gsLst>
              <a:gs pos="0">
                <a:srgbClr val="FFFFFF">
                  <a:gamma/>
                  <a:shade val="75686"/>
                  <a:invGamma/>
                </a:srgbClr>
              </a:gs>
              <a:gs pos="50000">
                <a:srgbClr val="FFFFFF"/>
              </a:gs>
              <a:gs pos="100000">
                <a:srgbClr val="FFFFFF">
                  <a:gamma/>
                  <a:shade val="75686"/>
                  <a:invGamma/>
                </a:srgbClr>
              </a:gs>
            </a:gsLst>
            <a:lin ang="0" scaled="1"/>
          </a:gra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eaLnBrk="1" hangingPunct="1"/>
            <a:r>
              <a:rPr kumimoji="1" lang="en-US" altLang="zh-CN" sz="2400" i="0" dirty="0">
                <a:solidFill>
                  <a:srgbClr val="0033CC"/>
                </a:solidFill>
                <a:latin typeface="Times New Roman" pitchFamily="18" charset="0"/>
                <a:ea typeface="楷体_GB2312" pitchFamily="49" charset="-122"/>
              </a:rPr>
              <a:t>It’s so complex that we can not get it.</a:t>
            </a:r>
          </a:p>
        </p:txBody>
      </p:sp>
      <p:grpSp>
        <p:nvGrpSpPr>
          <p:cNvPr id="13373" name="Group 61"/>
          <p:cNvGrpSpPr>
            <a:grpSpLocks/>
          </p:cNvGrpSpPr>
          <p:nvPr/>
        </p:nvGrpSpPr>
        <p:grpSpPr bwMode="auto">
          <a:xfrm flipH="1">
            <a:off x="412750" y="4191000"/>
            <a:ext cx="2641600" cy="1543050"/>
            <a:chOff x="1303" y="1686"/>
            <a:chExt cx="2573" cy="1669"/>
          </a:xfrm>
        </p:grpSpPr>
        <p:grpSp>
          <p:nvGrpSpPr>
            <p:cNvPr id="13374" name="Group 62"/>
            <p:cNvGrpSpPr>
              <a:grpSpLocks/>
            </p:cNvGrpSpPr>
            <p:nvPr/>
          </p:nvGrpSpPr>
          <p:grpSpPr bwMode="auto">
            <a:xfrm>
              <a:off x="1303" y="2760"/>
              <a:ext cx="2573" cy="595"/>
              <a:chOff x="1303" y="2760"/>
              <a:chExt cx="2573" cy="595"/>
            </a:xfrm>
          </p:grpSpPr>
          <p:sp>
            <p:nvSpPr>
              <p:cNvPr id="13375" name="Freeform 63"/>
              <p:cNvSpPr>
                <a:spLocks/>
              </p:cNvSpPr>
              <p:nvPr/>
            </p:nvSpPr>
            <p:spPr bwMode="auto">
              <a:xfrm>
                <a:off x="1303" y="2760"/>
                <a:ext cx="2573" cy="481"/>
              </a:xfrm>
              <a:custGeom>
                <a:avLst/>
                <a:gdLst>
                  <a:gd name="T0" fmla="*/ 1570 w 5145"/>
                  <a:gd name="T1" fmla="*/ 0 h 963"/>
                  <a:gd name="T2" fmla="*/ 5145 w 5145"/>
                  <a:gd name="T3" fmla="*/ 0 h 963"/>
                  <a:gd name="T4" fmla="*/ 4182 w 5145"/>
                  <a:gd name="T5" fmla="*/ 963 h 963"/>
                  <a:gd name="T6" fmla="*/ 0 w 5145"/>
                  <a:gd name="T7" fmla="*/ 963 h 963"/>
                  <a:gd name="T8" fmla="*/ 1570 w 5145"/>
                  <a:gd name="T9" fmla="*/ 0 h 963"/>
                </a:gdLst>
                <a:ahLst/>
                <a:cxnLst>
                  <a:cxn ang="0">
                    <a:pos x="T0" y="T1"/>
                  </a:cxn>
                  <a:cxn ang="0">
                    <a:pos x="T2" y="T3"/>
                  </a:cxn>
                  <a:cxn ang="0">
                    <a:pos x="T4" y="T5"/>
                  </a:cxn>
                  <a:cxn ang="0">
                    <a:pos x="T6" y="T7"/>
                  </a:cxn>
                  <a:cxn ang="0">
                    <a:pos x="T8" y="T9"/>
                  </a:cxn>
                </a:cxnLst>
                <a:rect l="0" t="0" r="r" b="b"/>
                <a:pathLst>
                  <a:path w="5145" h="963">
                    <a:moveTo>
                      <a:pt x="1570" y="0"/>
                    </a:moveTo>
                    <a:lnTo>
                      <a:pt x="5145" y="0"/>
                    </a:lnTo>
                    <a:lnTo>
                      <a:pt x="4182" y="963"/>
                    </a:lnTo>
                    <a:lnTo>
                      <a:pt x="0" y="963"/>
                    </a:lnTo>
                    <a:lnTo>
                      <a:pt x="1570" y="0"/>
                    </a:lnTo>
                    <a:close/>
                  </a:path>
                </a:pathLst>
              </a:custGeom>
              <a:solidFill>
                <a:srgbClr val="C0600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376" name="Rectangle 64"/>
              <p:cNvSpPr>
                <a:spLocks noChangeArrowheads="1"/>
              </p:cNvSpPr>
              <p:nvPr/>
            </p:nvSpPr>
            <p:spPr bwMode="auto">
              <a:xfrm>
                <a:off x="1305" y="3243"/>
                <a:ext cx="2088" cy="110"/>
              </a:xfrm>
              <a:prstGeom prst="rect">
                <a:avLst/>
              </a:prstGeom>
              <a:solidFill>
                <a:srgbClr val="804000"/>
              </a:solidFill>
              <a:ln w="7938">
                <a:solidFill>
                  <a:srgbClr val="000000"/>
                </a:solidFill>
                <a:miter lim="800000"/>
                <a:headEnd/>
                <a:tailEnd/>
              </a:ln>
            </p:spPr>
            <p:txBody>
              <a:bodyPr/>
              <a:lstStyle/>
              <a:p>
                <a:pPr eaLnBrk="1" hangingPunct="1"/>
                <a:endParaRPr lang="zh-CN" altLang="en-US" sz="2400" b="0" i="0">
                  <a:solidFill>
                    <a:srgbClr val="0033CC"/>
                  </a:solidFill>
                  <a:ea typeface="楷体_GB2312" pitchFamily="49" charset="-122"/>
                </a:endParaRPr>
              </a:p>
            </p:txBody>
          </p:sp>
          <p:sp>
            <p:nvSpPr>
              <p:cNvPr id="13377" name="Freeform 65"/>
              <p:cNvSpPr>
                <a:spLocks/>
              </p:cNvSpPr>
              <p:nvPr/>
            </p:nvSpPr>
            <p:spPr bwMode="auto">
              <a:xfrm>
                <a:off x="3394" y="2760"/>
                <a:ext cx="482" cy="595"/>
              </a:xfrm>
              <a:custGeom>
                <a:avLst/>
                <a:gdLst>
                  <a:gd name="T0" fmla="*/ 963 w 963"/>
                  <a:gd name="T1" fmla="*/ 0 h 1192"/>
                  <a:gd name="T2" fmla="*/ 0 w 963"/>
                  <a:gd name="T3" fmla="*/ 963 h 1192"/>
                  <a:gd name="T4" fmla="*/ 0 w 963"/>
                  <a:gd name="T5" fmla="*/ 1192 h 1192"/>
                  <a:gd name="T6" fmla="*/ 963 w 963"/>
                  <a:gd name="T7" fmla="*/ 223 h 1192"/>
                  <a:gd name="T8" fmla="*/ 963 w 963"/>
                  <a:gd name="T9" fmla="*/ 0 h 1192"/>
                </a:gdLst>
                <a:ahLst/>
                <a:cxnLst>
                  <a:cxn ang="0">
                    <a:pos x="T0" y="T1"/>
                  </a:cxn>
                  <a:cxn ang="0">
                    <a:pos x="T2" y="T3"/>
                  </a:cxn>
                  <a:cxn ang="0">
                    <a:pos x="T4" y="T5"/>
                  </a:cxn>
                  <a:cxn ang="0">
                    <a:pos x="T6" y="T7"/>
                  </a:cxn>
                  <a:cxn ang="0">
                    <a:pos x="T8" y="T9"/>
                  </a:cxn>
                </a:cxnLst>
                <a:rect l="0" t="0" r="r" b="b"/>
                <a:pathLst>
                  <a:path w="963" h="1192">
                    <a:moveTo>
                      <a:pt x="963" y="0"/>
                    </a:moveTo>
                    <a:lnTo>
                      <a:pt x="0" y="963"/>
                    </a:lnTo>
                    <a:lnTo>
                      <a:pt x="0" y="1192"/>
                    </a:lnTo>
                    <a:lnTo>
                      <a:pt x="963" y="223"/>
                    </a:lnTo>
                    <a:lnTo>
                      <a:pt x="963" y="0"/>
                    </a:lnTo>
                    <a:close/>
                  </a:path>
                </a:pathLst>
              </a:custGeom>
              <a:solidFill>
                <a:srgbClr val="60300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sp>
          <p:nvSpPr>
            <p:cNvPr id="13378" name="Freeform 66"/>
            <p:cNvSpPr>
              <a:spLocks/>
            </p:cNvSpPr>
            <p:nvPr/>
          </p:nvSpPr>
          <p:spPr bwMode="auto">
            <a:xfrm>
              <a:off x="2239" y="2128"/>
              <a:ext cx="20" cy="48"/>
            </a:xfrm>
            <a:custGeom>
              <a:avLst/>
              <a:gdLst>
                <a:gd name="T0" fmla="*/ 0 w 39"/>
                <a:gd name="T1" fmla="*/ 29 h 95"/>
                <a:gd name="T2" fmla="*/ 11 w 39"/>
                <a:gd name="T3" fmla="*/ 15 h 95"/>
                <a:gd name="T4" fmla="*/ 39 w 39"/>
                <a:gd name="T5" fmla="*/ 0 h 95"/>
                <a:gd name="T6" fmla="*/ 38 w 39"/>
                <a:gd name="T7" fmla="*/ 95 h 95"/>
                <a:gd name="T8" fmla="*/ 30 w 39"/>
                <a:gd name="T9" fmla="*/ 83 h 95"/>
                <a:gd name="T10" fmla="*/ 21 w 39"/>
                <a:gd name="T11" fmla="*/ 70 h 95"/>
                <a:gd name="T12" fmla="*/ 8 w 39"/>
                <a:gd name="T13" fmla="*/ 49 h 95"/>
                <a:gd name="T14" fmla="*/ 0 w 39"/>
                <a:gd name="T15" fmla="*/ 29 h 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95">
                  <a:moveTo>
                    <a:pt x="0" y="29"/>
                  </a:moveTo>
                  <a:lnTo>
                    <a:pt x="11" y="15"/>
                  </a:lnTo>
                  <a:lnTo>
                    <a:pt x="39" y="0"/>
                  </a:lnTo>
                  <a:lnTo>
                    <a:pt x="38" y="95"/>
                  </a:lnTo>
                  <a:lnTo>
                    <a:pt x="30" y="83"/>
                  </a:lnTo>
                  <a:lnTo>
                    <a:pt x="21" y="70"/>
                  </a:lnTo>
                  <a:lnTo>
                    <a:pt x="8" y="49"/>
                  </a:lnTo>
                  <a:lnTo>
                    <a:pt x="0" y="29"/>
                  </a:lnTo>
                  <a:close/>
                </a:path>
              </a:pathLst>
            </a:custGeom>
            <a:solidFill>
              <a:srgbClr val="E0E0E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nvGrpSpPr>
            <p:cNvPr id="13379" name="Group 67"/>
            <p:cNvGrpSpPr>
              <a:grpSpLocks/>
            </p:cNvGrpSpPr>
            <p:nvPr/>
          </p:nvGrpSpPr>
          <p:grpSpPr bwMode="auto">
            <a:xfrm>
              <a:off x="2801" y="1975"/>
              <a:ext cx="67" cy="57"/>
              <a:chOff x="2801" y="1975"/>
              <a:chExt cx="67" cy="57"/>
            </a:xfrm>
          </p:grpSpPr>
          <p:sp>
            <p:nvSpPr>
              <p:cNvPr id="13380" name="Oval 68"/>
              <p:cNvSpPr>
                <a:spLocks noChangeArrowheads="1"/>
              </p:cNvSpPr>
              <p:nvPr/>
            </p:nvSpPr>
            <p:spPr bwMode="auto">
              <a:xfrm>
                <a:off x="2801" y="1975"/>
                <a:ext cx="67" cy="57"/>
              </a:xfrm>
              <a:prstGeom prst="ellipse">
                <a:avLst/>
              </a:prstGeom>
              <a:solidFill>
                <a:srgbClr val="FFFFFF"/>
              </a:solidFill>
              <a:ln w="7938">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381" name="Oval 69"/>
              <p:cNvSpPr>
                <a:spLocks noChangeArrowheads="1"/>
              </p:cNvSpPr>
              <p:nvPr/>
            </p:nvSpPr>
            <p:spPr bwMode="auto">
              <a:xfrm>
                <a:off x="2825" y="1982"/>
                <a:ext cx="34" cy="35"/>
              </a:xfrm>
              <a:prstGeom prst="ellipse">
                <a:avLst/>
              </a:prstGeom>
              <a:solidFill>
                <a:srgbClr val="618FFD"/>
              </a:solidFill>
              <a:ln w="7938">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grpSp>
        <p:grpSp>
          <p:nvGrpSpPr>
            <p:cNvPr id="13382" name="Group 70"/>
            <p:cNvGrpSpPr>
              <a:grpSpLocks/>
            </p:cNvGrpSpPr>
            <p:nvPr/>
          </p:nvGrpSpPr>
          <p:grpSpPr bwMode="auto">
            <a:xfrm>
              <a:off x="2973" y="1980"/>
              <a:ext cx="67" cy="57"/>
              <a:chOff x="2973" y="1980"/>
              <a:chExt cx="67" cy="57"/>
            </a:xfrm>
          </p:grpSpPr>
          <p:sp>
            <p:nvSpPr>
              <p:cNvPr id="13383" name="Oval 71"/>
              <p:cNvSpPr>
                <a:spLocks noChangeArrowheads="1"/>
              </p:cNvSpPr>
              <p:nvPr/>
            </p:nvSpPr>
            <p:spPr bwMode="auto">
              <a:xfrm>
                <a:off x="2973" y="1980"/>
                <a:ext cx="67" cy="57"/>
              </a:xfrm>
              <a:prstGeom prst="ellipse">
                <a:avLst/>
              </a:prstGeom>
              <a:solidFill>
                <a:srgbClr val="FFFFFF"/>
              </a:solidFill>
              <a:ln w="7938">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384" name="Oval 72"/>
              <p:cNvSpPr>
                <a:spLocks noChangeArrowheads="1"/>
              </p:cNvSpPr>
              <p:nvPr/>
            </p:nvSpPr>
            <p:spPr bwMode="auto">
              <a:xfrm>
                <a:off x="2996" y="1987"/>
                <a:ext cx="35" cy="36"/>
              </a:xfrm>
              <a:prstGeom prst="ellipse">
                <a:avLst/>
              </a:prstGeom>
              <a:solidFill>
                <a:srgbClr val="618FFD"/>
              </a:solidFill>
              <a:ln w="7938">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grpSp>
        <p:grpSp>
          <p:nvGrpSpPr>
            <p:cNvPr id="13385" name="Group 73"/>
            <p:cNvGrpSpPr>
              <a:grpSpLocks/>
            </p:cNvGrpSpPr>
            <p:nvPr/>
          </p:nvGrpSpPr>
          <p:grpSpPr bwMode="auto">
            <a:xfrm>
              <a:off x="2169" y="1686"/>
              <a:ext cx="1380" cy="1387"/>
              <a:chOff x="2169" y="1686"/>
              <a:chExt cx="1380" cy="1387"/>
            </a:xfrm>
          </p:grpSpPr>
          <p:grpSp>
            <p:nvGrpSpPr>
              <p:cNvPr id="13386" name="Group 74"/>
              <p:cNvGrpSpPr>
                <a:grpSpLocks/>
              </p:cNvGrpSpPr>
              <p:nvPr/>
            </p:nvGrpSpPr>
            <p:grpSpPr bwMode="auto">
              <a:xfrm>
                <a:off x="2169" y="1686"/>
                <a:ext cx="1236" cy="1387"/>
                <a:chOff x="2169" y="1686"/>
                <a:chExt cx="1236" cy="1387"/>
              </a:xfrm>
            </p:grpSpPr>
            <p:sp>
              <p:nvSpPr>
                <p:cNvPr id="13387" name="Freeform 75"/>
                <p:cNvSpPr>
                  <a:spLocks/>
                </p:cNvSpPr>
                <p:nvPr/>
              </p:nvSpPr>
              <p:spPr bwMode="auto">
                <a:xfrm>
                  <a:off x="3081" y="1941"/>
                  <a:ext cx="64" cy="155"/>
                </a:xfrm>
                <a:custGeom>
                  <a:avLst/>
                  <a:gdLst>
                    <a:gd name="T0" fmla="*/ 58 w 128"/>
                    <a:gd name="T1" fmla="*/ 18 h 311"/>
                    <a:gd name="T2" fmla="*/ 93 w 128"/>
                    <a:gd name="T3" fmla="*/ 0 h 311"/>
                    <a:gd name="T4" fmla="*/ 110 w 128"/>
                    <a:gd name="T5" fmla="*/ 18 h 311"/>
                    <a:gd name="T6" fmla="*/ 122 w 128"/>
                    <a:gd name="T7" fmla="*/ 63 h 311"/>
                    <a:gd name="T8" fmla="*/ 128 w 128"/>
                    <a:gd name="T9" fmla="*/ 126 h 311"/>
                    <a:gd name="T10" fmla="*/ 122 w 128"/>
                    <a:gd name="T11" fmla="*/ 195 h 311"/>
                    <a:gd name="T12" fmla="*/ 104 w 128"/>
                    <a:gd name="T13" fmla="*/ 259 h 311"/>
                    <a:gd name="T14" fmla="*/ 75 w 128"/>
                    <a:gd name="T15" fmla="*/ 305 h 311"/>
                    <a:gd name="T16" fmla="*/ 35 w 128"/>
                    <a:gd name="T17" fmla="*/ 311 h 311"/>
                    <a:gd name="T18" fmla="*/ 0 w 128"/>
                    <a:gd name="T19" fmla="*/ 218 h 311"/>
                    <a:gd name="T20" fmla="*/ 58 w 128"/>
                    <a:gd name="T21" fmla="*/ 18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 h="311">
                      <a:moveTo>
                        <a:pt x="58" y="18"/>
                      </a:moveTo>
                      <a:lnTo>
                        <a:pt x="93" y="0"/>
                      </a:lnTo>
                      <a:lnTo>
                        <a:pt x="110" y="18"/>
                      </a:lnTo>
                      <a:lnTo>
                        <a:pt x="122" y="63"/>
                      </a:lnTo>
                      <a:lnTo>
                        <a:pt x="128" y="126"/>
                      </a:lnTo>
                      <a:lnTo>
                        <a:pt x="122" y="195"/>
                      </a:lnTo>
                      <a:lnTo>
                        <a:pt x="104" y="259"/>
                      </a:lnTo>
                      <a:lnTo>
                        <a:pt x="75" y="305"/>
                      </a:lnTo>
                      <a:lnTo>
                        <a:pt x="35" y="311"/>
                      </a:lnTo>
                      <a:lnTo>
                        <a:pt x="0" y="218"/>
                      </a:lnTo>
                      <a:lnTo>
                        <a:pt x="58" y="18"/>
                      </a:lnTo>
                      <a:close/>
                    </a:path>
                  </a:pathLst>
                </a:custGeom>
                <a:solidFill>
                  <a:srgbClr val="FFE0C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388" name="Freeform 76"/>
                <p:cNvSpPr>
                  <a:spLocks/>
                </p:cNvSpPr>
                <p:nvPr/>
              </p:nvSpPr>
              <p:spPr bwMode="auto">
                <a:xfrm>
                  <a:off x="2667" y="1945"/>
                  <a:ext cx="63" cy="155"/>
                </a:xfrm>
                <a:custGeom>
                  <a:avLst/>
                  <a:gdLst>
                    <a:gd name="T0" fmla="*/ 69 w 126"/>
                    <a:gd name="T1" fmla="*/ 16 h 311"/>
                    <a:gd name="T2" fmla="*/ 33 w 126"/>
                    <a:gd name="T3" fmla="*/ 0 h 311"/>
                    <a:gd name="T4" fmla="*/ 17 w 126"/>
                    <a:gd name="T5" fmla="*/ 16 h 311"/>
                    <a:gd name="T6" fmla="*/ 5 w 126"/>
                    <a:gd name="T7" fmla="*/ 62 h 311"/>
                    <a:gd name="T8" fmla="*/ 0 w 126"/>
                    <a:gd name="T9" fmla="*/ 126 h 311"/>
                    <a:gd name="T10" fmla="*/ 5 w 126"/>
                    <a:gd name="T11" fmla="*/ 195 h 311"/>
                    <a:gd name="T12" fmla="*/ 23 w 126"/>
                    <a:gd name="T13" fmla="*/ 259 h 311"/>
                    <a:gd name="T14" fmla="*/ 51 w 126"/>
                    <a:gd name="T15" fmla="*/ 305 h 311"/>
                    <a:gd name="T16" fmla="*/ 91 w 126"/>
                    <a:gd name="T17" fmla="*/ 311 h 311"/>
                    <a:gd name="T18" fmla="*/ 126 w 126"/>
                    <a:gd name="T19" fmla="*/ 218 h 311"/>
                    <a:gd name="T20" fmla="*/ 69 w 126"/>
                    <a:gd name="T21" fmla="*/ 16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311">
                      <a:moveTo>
                        <a:pt x="69" y="16"/>
                      </a:moveTo>
                      <a:lnTo>
                        <a:pt x="33" y="0"/>
                      </a:lnTo>
                      <a:lnTo>
                        <a:pt x="17" y="16"/>
                      </a:lnTo>
                      <a:lnTo>
                        <a:pt x="5" y="62"/>
                      </a:lnTo>
                      <a:lnTo>
                        <a:pt x="0" y="126"/>
                      </a:lnTo>
                      <a:lnTo>
                        <a:pt x="5" y="195"/>
                      </a:lnTo>
                      <a:lnTo>
                        <a:pt x="23" y="259"/>
                      </a:lnTo>
                      <a:lnTo>
                        <a:pt x="51" y="305"/>
                      </a:lnTo>
                      <a:lnTo>
                        <a:pt x="91" y="311"/>
                      </a:lnTo>
                      <a:lnTo>
                        <a:pt x="126" y="218"/>
                      </a:lnTo>
                      <a:lnTo>
                        <a:pt x="69" y="16"/>
                      </a:lnTo>
                      <a:close/>
                    </a:path>
                  </a:pathLst>
                </a:custGeom>
                <a:solidFill>
                  <a:srgbClr val="FFE0C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nvGrpSpPr>
                <p:cNvPr id="13389" name="Group 77"/>
                <p:cNvGrpSpPr>
                  <a:grpSpLocks/>
                </p:cNvGrpSpPr>
                <p:nvPr/>
              </p:nvGrpSpPr>
              <p:grpSpPr bwMode="auto">
                <a:xfrm>
                  <a:off x="2169" y="2067"/>
                  <a:ext cx="1236" cy="1006"/>
                  <a:chOff x="2169" y="2067"/>
                  <a:chExt cx="1236" cy="1006"/>
                </a:xfrm>
              </p:grpSpPr>
              <p:sp>
                <p:nvSpPr>
                  <p:cNvPr id="13390" name="Freeform 78"/>
                  <p:cNvSpPr>
                    <a:spLocks/>
                  </p:cNvSpPr>
                  <p:nvPr/>
                </p:nvSpPr>
                <p:spPr bwMode="auto">
                  <a:xfrm>
                    <a:off x="2169" y="2107"/>
                    <a:ext cx="1236" cy="655"/>
                  </a:xfrm>
                  <a:custGeom>
                    <a:avLst/>
                    <a:gdLst>
                      <a:gd name="T0" fmla="*/ 555 w 2472"/>
                      <a:gd name="T1" fmla="*/ 1310 h 1310"/>
                      <a:gd name="T2" fmla="*/ 553 w 2472"/>
                      <a:gd name="T3" fmla="*/ 1263 h 1310"/>
                      <a:gd name="T4" fmla="*/ 555 w 2472"/>
                      <a:gd name="T5" fmla="*/ 1180 h 1310"/>
                      <a:gd name="T6" fmla="*/ 565 w 2472"/>
                      <a:gd name="T7" fmla="*/ 1093 h 1310"/>
                      <a:gd name="T8" fmla="*/ 510 w 2472"/>
                      <a:gd name="T9" fmla="*/ 1128 h 1310"/>
                      <a:gd name="T10" fmla="*/ 461 w 2472"/>
                      <a:gd name="T11" fmla="*/ 1159 h 1310"/>
                      <a:gd name="T12" fmla="*/ 359 w 2472"/>
                      <a:gd name="T13" fmla="*/ 1194 h 1310"/>
                      <a:gd name="T14" fmla="*/ 267 w 2472"/>
                      <a:gd name="T15" fmla="*/ 1206 h 1310"/>
                      <a:gd name="T16" fmla="*/ 206 w 2472"/>
                      <a:gd name="T17" fmla="*/ 1203 h 1310"/>
                      <a:gd name="T18" fmla="*/ 164 w 2472"/>
                      <a:gd name="T19" fmla="*/ 1183 h 1310"/>
                      <a:gd name="T20" fmla="*/ 117 w 2472"/>
                      <a:gd name="T21" fmla="*/ 1124 h 1310"/>
                      <a:gd name="T22" fmla="*/ 65 w 2472"/>
                      <a:gd name="T23" fmla="*/ 1032 h 1310"/>
                      <a:gd name="T24" fmla="*/ 39 w 2472"/>
                      <a:gd name="T25" fmla="*/ 955 h 1310"/>
                      <a:gd name="T26" fmla="*/ 24 w 2472"/>
                      <a:gd name="T27" fmla="*/ 890 h 1310"/>
                      <a:gd name="T28" fmla="*/ 11 w 2472"/>
                      <a:gd name="T29" fmla="*/ 828 h 1310"/>
                      <a:gd name="T30" fmla="*/ 5 w 2472"/>
                      <a:gd name="T31" fmla="*/ 773 h 1310"/>
                      <a:gd name="T32" fmla="*/ 0 w 2472"/>
                      <a:gd name="T33" fmla="*/ 705 h 1310"/>
                      <a:gd name="T34" fmla="*/ 0 w 2472"/>
                      <a:gd name="T35" fmla="*/ 622 h 1310"/>
                      <a:gd name="T36" fmla="*/ 2 w 2472"/>
                      <a:gd name="T37" fmla="*/ 546 h 1310"/>
                      <a:gd name="T38" fmla="*/ 14 w 2472"/>
                      <a:gd name="T39" fmla="*/ 475 h 1310"/>
                      <a:gd name="T40" fmla="*/ 25 w 2472"/>
                      <a:gd name="T41" fmla="*/ 403 h 1310"/>
                      <a:gd name="T42" fmla="*/ 39 w 2472"/>
                      <a:gd name="T43" fmla="*/ 336 h 1310"/>
                      <a:gd name="T44" fmla="*/ 57 w 2472"/>
                      <a:gd name="T45" fmla="*/ 271 h 1310"/>
                      <a:gd name="T46" fmla="*/ 82 w 2472"/>
                      <a:gd name="T47" fmla="*/ 183 h 1310"/>
                      <a:gd name="T48" fmla="*/ 112 w 2472"/>
                      <a:gd name="T49" fmla="*/ 133 h 1310"/>
                      <a:gd name="T50" fmla="*/ 142 w 2472"/>
                      <a:gd name="T51" fmla="*/ 79 h 1310"/>
                      <a:gd name="T52" fmla="*/ 164 w 2472"/>
                      <a:gd name="T53" fmla="*/ 114 h 1310"/>
                      <a:gd name="T54" fmla="*/ 189 w 2472"/>
                      <a:gd name="T55" fmla="*/ 152 h 1310"/>
                      <a:gd name="T56" fmla="*/ 234 w 2472"/>
                      <a:gd name="T57" fmla="*/ 202 h 1310"/>
                      <a:gd name="T58" fmla="*/ 272 w 2472"/>
                      <a:gd name="T59" fmla="*/ 225 h 1310"/>
                      <a:gd name="T60" fmla="*/ 315 w 2472"/>
                      <a:gd name="T61" fmla="*/ 237 h 1310"/>
                      <a:gd name="T62" fmla="*/ 393 w 2472"/>
                      <a:gd name="T63" fmla="*/ 218 h 1310"/>
                      <a:gd name="T64" fmla="*/ 478 w 2472"/>
                      <a:gd name="T65" fmla="*/ 176 h 1310"/>
                      <a:gd name="T66" fmla="*/ 484 w 2472"/>
                      <a:gd name="T67" fmla="*/ 275 h 1310"/>
                      <a:gd name="T68" fmla="*/ 518 w 2472"/>
                      <a:gd name="T69" fmla="*/ 505 h 1310"/>
                      <a:gd name="T70" fmla="*/ 507 w 2472"/>
                      <a:gd name="T71" fmla="*/ 621 h 1310"/>
                      <a:gd name="T72" fmla="*/ 588 w 2472"/>
                      <a:gd name="T73" fmla="*/ 460 h 1310"/>
                      <a:gd name="T74" fmla="*/ 657 w 2472"/>
                      <a:gd name="T75" fmla="*/ 345 h 1310"/>
                      <a:gd name="T76" fmla="*/ 726 w 2472"/>
                      <a:gd name="T77" fmla="*/ 265 h 1310"/>
                      <a:gd name="T78" fmla="*/ 818 w 2472"/>
                      <a:gd name="T79" fmla="*/ 173 h 1310"/>
                      <a:gd name="T80" fmla="*/ 899 w 2472"/>
                      <a:gd name="T81" fmla="*/ 102 h 1310"/>
                      <a:gd name="T82" fmla="*/ 1060 w 2472"/>
                      <a:gd name="T83" fmla="*/ 34 h 1310"/>
                      <a:gd name="T84" fmla="*/ 1244 w 2472"/>
                      <a:gd name="T85" fmla="*/ 0 h 1310"/>
                      <a:gd name="T86" fmla="*/ 1461 w 2472"/>
                      <a:gd name="T87" fmla="*/ 0 h 1310"/>
                      <a:gd name="T88" fmla="*/ 1830 w 2472"/>
                      <a:gd name="T89" fmla="*/ 57 h 1310"/>
                      <a:gd name="T90" fmla="*/ 2071 w 2472"/>
                      <a:gd name="T91" fmla="*/ 161 h 1310"/>
                      <a:gd name="T92" fmla="*/ 2219 w 2472"/>
                      <a:gd name="T93" fmla="*/ 287 h 1310"/>
                      <a:gd name="T94" fmla="*/ 2323 w 2472"/>
                      <a:gd name="T95" fmla="*/ 439 h 1310"/>
                      <a:gd name="T96" fmla="*/ 2415 w 2472"/>
                      <a:gd name="T97" fmla="*/ 587 h 1310"/>
                      <a:gd name="T98" fmla="*/ 2461 w 2472"/>
                      <a:gd name="T99" fmla="*/ 737 h 1310"/>
                      <a:gd name="T100" fmla="*/ 2472 w 2472"/>
                      <a:gd name="T101" fmla="*/ 1059 h 1310"/>
                      <a:gd name="T102" fmla="*/ 2461 w 2472"/>
                      <a:gd name="T103" fmla="*/ 1310 h 1310"/>
                      <a:gd name="T104" fmla="*/ 555 w 2472"/>
                      <a:gd name="T105" fmla="*/ 1310 h 1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472" h="1310">
                        <a:moveTo>
                          <a:pt x="555" y="1310"/>
                        </a:moveTo>
                        <a:lnTo>
                          <a:pt x="553" y="1263"/>
                        </a:lnTo>
                        <a:lnTo>
                          <a:pt x="555" y="1180"/>
                        </a:lnTo>
                        <a:lnTo>
                          <a:pt x="565" y="1093"/>
                        </a:lnTo>
                        <a:lnTo>
                          <a:pt x="510" y="1128"/>
                        </a:lnTo>
                        <a:lnTo>
                          <a:pt x="461" y="1159"/>
                        </a:lnTo>
                        <a:lnTo>
                          <a:pt x="359" y="1194"/>
                        </a:lnTo>
                        <a:lnTo>
                          <a:pt x="267" y="1206"/>
                        </a:lnTo>
                        <a:lnTo>
                          <a:pt x="206" y="1203"/>
                        </a:lnTo>
                        <a:lnTo>
                          <a:pt x="164" y="1183"/>
                        </a:lnTo>
                        <a:lnTo>
                          <a:pt x="117" y="1124"/>
                        </a:lnTo>
                        <a:lnTo>
                          <a:pt x="65" y="1032"/>
                        </a:lnTo>
                        <a:lnTo>
                          <a:pt x="39" y="955"/>
                        </a:lnTo>
                        <a:lnTo>
                          <a:pt x="24" y="890"/>
                        </a:lnTo>
                        <a:lnTo>
                          <a:pt x="11" y="828"/>
                        </a:lnTo>
                        <a:lnTo>
                          <a:pt x="5" y="773"/>
                        </a:lnTo>
                        <a:lnTo>
                          <a:pt x="0" y="705"/>
                        </a:lnTo>
                        <a:lnTo>
                          <a:pt x="0" y="622"/>
                        </a:lnTo>
                        <a:lnTo>
                          <a:pt x="2" y="546"/>
                        </a:lnTo>
                        <a:lnTo>
                          <a:pt x="14" y="475"/>
                        </a:lnTo>
                        <a:lnTo>
                          <a:pt x="25" y="403"/>
                        </a:lnTo>
                        <a:lnTo>
                          <a:pt x="39" y="336"/>
                        </a:lnTo>
                        <a:lnTo>
                          <a:pt x="57" y="271"/>
                        </a:lnTo>
                        <a:lnTo>
                          <a:pt x="82" y="183"/>
                        </a:lnTo>
                        <a:lnTo>
                          <a:pt x="112" y="133"/>
                        </a:lnTo>
                        <a:lnTo>
                          <a:pt x="142" y="79"/>
                        </a:lnTo>
                        <a:lnTo>
                          <a:pt x="164" y="114"/>
                        </a:lnTo>
                        <a:lnTo>
                          <a:pt x="189" y="152"/>
                        </a:lnTo>
                        <a:lnTo>
                          <a:pt x="234" y="202"/>
                        </a:lnTo>
                        <a:lnTo>
                          <a:pt x="272" y="225"/>
                        </a:lnTo>
                        <a:lnTo>
                          <a:pt x="315" y="237"/>
                        </a:lnTo>
                        <a:lnTo>
                          <a:pt x="393" y="218"/>
                        </a:lnTo>
                        <a:lnTo>
                          <a:pt x="478" y="176"/>
                        </a:lnTo>
                        <a:lnTo>
                          <a:pt x="484" y="275"/>
                        </a:lnTo>
                        <a:lnTo>
                          <a:pt x="518" y="505"/>
                        </a:lnTo>
                        <a:lnTo>
                          <a:pt x="507" y="621"/>
                        </a:lnTo>
                        <a:lnTo>
                          <a:pt x="588" y="460"/>
                        </a:lnTo>
                        <a:lnTo>
                          <a:pt x="657" y="345"/>
                        </a:lnTo>
                        <a:lnTo>
                          <a:pt x="726" y="265"/>
                        </a:lnTo>
                        <a:lnTo>
                          <a:pt x="818" y="173"/>
                        </a:lnTo>
                        <a:lnTo>
                          <a:pt x="899" y="102"/>
                        </a:lnTo>
                        <a:lnTo>
                          <a:pt x="1060" y="34"/>
                        </a:lnTo>
                        <a:lnTo>
                          <a:pt x="1244" y="0"/>
                        </a:lnTo>
                        <a:lnTo>
                          <a:pt x="1461" y="0"/>
                        </a:lnTo>
                        <a:lnTo>
                          <a:pt x="1830" y="57"/>
                        </a:lnTo>
                        <a:lnTo>
                          <a:pt x="2071" y="161"/>
                        </a:lnTo>
                        <a:lnTo>
                          <a:pt x="2219" y="287"/>
                        </a:lnTo>
                        <a:lnTo>
                          <a:pt x="2323" y="439"/>
                        </a:lnTo>
                        <a:lnTo>
                          <a:pt x="2415" y="587"/>
                        </a:lnTo>
                        <a:lnTo>
                          <a:pt x="2461" y="737"/>
                        </a:lnTo>
                        <a:lnTo>
                          <a:pt x="2472" y="1059"/>
                        </a:lnTo>
                        <a:lnTo>
                          <a:pt x="2461" y="1310"/>
                        </a:lnTo>
                        <a:lnTo>
                          <a:pt x="555" y="1310"/>
                        </a:lnTo>
                        <a:close/>
                      </a:path>
                    </a:pathLst>
                  </a:custGeom>
                  <a:solidFill>
                    <a:srgbClr val="C0C0FF"/>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nvGrpSpPr>
                  <p:cNvPr id="13391" name="Group 79"/>
                  <p:cNvGrpSpPr>
                    <a:grpSpLocks/>
                  </p:cNvGrpSpPr>
                  <p:nvPr/>
                </p:nvGrpSpPr>
                <p:grpSpPr bwMode="auto">
                  <a:xfrm>
                    <a:off x="2681" y="2067"/>
                    <a:ext cx="449" cy="1006"/>
                    <a:chOff x="2681" y="2067"/>
                    <a:chExt cx="449" cy="1006"/>
                  </a:xfrm>
                </p:grpSpPr>
                <p:sp>
                  <p:nvSpPr>
                    <p:cNvPr id="13392" name="Freeform 80"/>
                    <p:cNvSpPr>
                      <a:spLocks/>
                    </p:cNvSpPr>
                    <p:nvPr/>
                  </p:nvSpPr>
                  <p:spPr bwMode="auto">
                    <a:xfrm>
                      <a:off x="2681" y="2067"/>
                      <a:ext cx="449" cy="404"/>
                    </a:xfrm>
                    <a:custGeom>
                      <a:avLst/>
                      <a:gdLst>
                        <a:gd name="T0" fmla="*/ 23 w 896"/>
                        <a:gd name="T1" fmla="*/ 161 h 808"/>
                        <a:gd name="T2" fmla="*/ 0 w 896"/>
                        <a:gd name="T3" fmla="*/ 299 h 808"/>
                        <a:gd name="T4" fmla="*/ 35 w 896"/>
                        <a:gd name="T5" fmla="*/ 449 h 808"/>
                        <a:gd name="T6" fmla="*/ 46 w 896"/>
                        <a:gd name="T7" fmla="*/ 541 h 808"/>
                        <a:gd name="T8" fmla="*/ 52 w 896"/>
                        <a:gd name="T9" fmla="*/ 578 h 808"/>
                        <a:gd name="T10" fmla="*/ 72 w 896"/>
                        <a:gd name="T11" fmla="*/ 631 h 808"/>
                        <a:gd name="T12" fmla="*/ 90 w 896"/>
                        <a:gd name="T13" fmla="*/ 677 h 808"/>
                        <a:gd name="T14" fmla="*/ 133 w 896"/>
                        <a:gd name="T15" fmla="*/ 731 h 808"/>
                        <a:gd name="T16" fmla="*/ 163 w 896"/>
                        <a:gd name="T17" fmla="*/ 769 h 808"/>
                        <a:gd name="T18" fmla="*/ 207 w 896"/>
                        <a:gd name="T19" fmla="*/ 805 h 808"/>
                        <a:gd name="T20" fmla="*/ 391 w 896"/>
                        <a:gd name="T21" fmla="*/ 587 h 808"/>
                        <a:gd name="T22" fmla="*/ 595 w 896"/>
                        <a:gd name="T23" fmla="*/ 808 h 808"/>
                        <a:gd name="T24" fmla="*/ 641 w 896"/>
                        <a:gd name="T25" fmla="*/ 765 h 808"/>
                        <a:gd name="T26" fmla="*/ 680 w 896"/>
                        <a:gd name="T27" fmla="*/ 716 h 808"/>
                        <a:gd name="T28" fmla="*/ 714 w 896"/>
                        <a:gd name="T29" fmla="*/ 654 h 808"/>
                        <a:gd name="T30" fmla="*/ 759 w 896"/>
                        <a:gd name="T31" fmla="*/ 587 h 808"/>
                        <a:gd name="T32" fmla="*/ 827 w 896"/>
                        <a:gd name="T33" fmla="*/ 449 h 808"/>
                        <a:gd name="T34" fmla="*/ 873 w 896"/>
                        <a:gd name="T35" fmla="*/ 242 h 808"/>
                        <a:gd name="T36" fmla="*/ 896 w 896"/>
                        <a:gd name="T37" fmla="*/ 138 h 808"/>
                        <a:gd name="T38" fmla="*/ 747 w 896"/>
                        <a:gd name="T39" fmla="*/ 47 h 808"/>
                        <a:gd name="T40" fmla="*/ 586 w 896"/>
                        <a:gd name="T41" fmla="*/ 0 h 808"/>
                        <a:gd name="T42" fmla="*/ 332 w 896"/>
                        <a:gd name="T43" fmla="*/ 13 h 808"/>
                        <a:gd name="T44" fmla="*/ 149 w 896"/>
                        <a:gd name="T45" fmla="*/ 59 h 808"/>
                        <a:gd name="T46" fmla="*/ 23 w 896"/>
                        <a:gd name="T47" fmla="*/ 161 h 8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6" h="808">
                          <a:moveTo>
                            <a:pt x="23" y="161"/>
                          </a:moveTo>
                          <a:lnTo>
                            <a:pt x="0" y="299"/>
                          </a:lnTo>
                          <a:lnTo>
                            <a:pt x="35" y="449"/>
                          </a:lnTo>
                          <a:lnTo>
                            <a:pt x="46" y="541"/>
                          </a:lnTo>
                          <a:lnTo>
                            <a:pt x="52" y="578"/>
                          </a:lnTo>
                          <a:lnTo>
                            <a:pt x="72" y="631"/>
                          </a:lnTo>
                          <a:lnTo>
                            <a:pt x="90" y="677"/>
                          </a:lnTo>
                          <a:lnTo>
                            <a:pt x="133" y="731"/>
                          </a:lnTo>
                          <a:lnTo>
                            <a:pt x="163" y="769"/>
                          </a:lnTo>
                          <a:lnTo>
                            <a:pt x="207" y="805"/>
                          </a:lnTo>
                          <a:lnTo>
                            <a:pt x="391" y="587"/>
                          </a:lnTo>
                          <a:lnTo>
                            <a:pt x="595" y="808"/>
                          </a:lnTo>
                          <a:lnTo>
                            <a:pt x="641" y="765"/>
                          </a:lnTo>
                          <a:lnTo>
                            <a:pt x="680" y="716"/>
                          </a:lnTo>
                          <a:lnTo>
                            <a:pt x="714" y="654"/>
                          </a:lnTo>
                          <a:lnTo>
                            <a:pt x="759" y="587"/>
                          </a:lnTo>
                          <a:lnTo>
                            <a:pt x="827" y="449"/>
                          </a:lnTo>
                          <a:lnTo>
                            <a:pt x="873" y="242"/>
                          </a:lnTo>
                          <a:lnTo>
                            <a:pt x="896" y="138"/>
                          </a:lnTo>
                          <a:lnTo>
                            <a:pt x="747" y="47"/>
                          </a:lnTo>
                          <a:lnTo>
                            <a:pt x="586" y="0"/>
                          </a:lnTo>
                          <a:lnTo>
                            <a:pt x="332" y="13"/>
                          </a:lnTo>
                          <a:lnTo>
                            <a:pt x="149" y="59"/>
                          </a:lnTo>
                          <a:lnTo>
                            <a:pt x="23" y="161"/>
                          </a:lnTo>
                          <a:close/>
                        </a:path>
                      </a:pathLst>
                    </a:custGeom>
                    <a:solidFill>
                      <a:srgbClr val="FFFFFF"/>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393" name="Freeform 81"/>
                    <p:cNvSpPr>
                      <a:spLocks/>
                    </p:cNvSpPr>
                    <p:nvPr/>
                  </p:nvSpPr>
                  <p:spPr bwMode="auto">
                    <a:xfrm>
                      <a:off x="2750" y="2360"/>
                      <a:ext cx="276" cy="713"/>
                    </a:xfrm>
                    <a:custGeom>
                      <a:avLst/>
                      <a:gdLst>
                        <a:gd name="T0" fmla="*/ 254 w 553"/>
                        <a:gd name="T1" fmla="*/ 0 h 1424"/>
                        <a:gd name="T2" fmla="*/ 121 w 553"/>
                        <a:gd name="T3" fmla="*/ 160 h 1424"/>
                        <a:gd name="T4" fmla="*/ 173 w 553"/>
                        <a:gd name="T5" fmla="*/ 287 h 1424"/>
                        <a:gd name="T6" fmla="*/ 82 w 553"/>
                        <a:gd name="T7" fmla="*/ 460 h 1424"/>
                        <a:gd name="T8" fmla="*/ 25 w 553"/>
                        <a:gd name="T9" fmla="*/ 700 h 1424"/>
                        <a:gd name="T10" fmla="*/ 0 w 553"/>
                        <a:gd name="T11" fmla="*/ 861 h 1424"/>
                        <a:gd name="T12" fmla="*/ 25 w 553"/>
                        <a:gd name="T13" fmla="*/ 1011 h 1424"/>
                        <a:gd name="T14" fmla="*/ 70 w 553"/>
                        <a:gd name="T15" fmla="*/ 1194 h 1424"/>
                        <a:gd name="T16" fmla="*/ 288 w 553"/>
                        <a:gd name="T17" fmla="*/ 1424 h 1424"/>
                        <a:gd name="T18" fmla="*/ 506 w 553"/>
                        <a:gd name="T19" fmla="*/ 1149 h 1424"/>
                        <a:gd name="T20" fmla="*/ 553 w 553"/>
                        <a:gd name="T21" fmla="*/ 895 h 1424"/>
                        <a:gd name="T22" fmla="*/ 518 w 553"/>
                        <a:gd name="T23" fmla="*/ 654 h 1424"/>
                        <a:gd name="T24" fmla="*/ 460 w 553"/>
                        <a:gd name="T25" fmla="*/ 448 h 1424"/>
                        <a:gd name="T26" fmla="*/ 368 w 553"/>
                        <a:gd name="T27" fmla="*/ 275 h 1424"/>
                        <a:gd name="T28" fmla="*/ 437 w 553"/>
                        <a:gd name="T29" fmla="*/ 195 h 1424"/>
                        <a:gd name="T30" fmla="*/ 254 w 553"/>
                        <a:gd name="T31" fmla="*/ 0 h 1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3" h="1424">
                          <a:moveTo>
                            <a:pt x="254" y="0"/>
                          </a:moveTo>
                          <a:lnTo>
                            <a:pt x="121" y="160"/>
                          </a:lnTo>
                          <a:lnTo>
                            <a:pt x="173" y="287"/>
                          </a:lnTo>
                          <a:lnTo>
                            <a:pt x="82" y="460"/>
                          </a:lnTo>
                          <a:lnTo>
                            <a:pt x="25" y="700"/>
                          </a:lnTo>
                          <a:lnTo>
                            <a:pt x="0" y="861"/>
                          </a:lnTo>
                          <a:lnTo>
                            <a:pt x="25" y="1011"/>
                          </a:lnTo>
                          <a:lnTo>
                            <a:pt x="70" y="1194"/>
                          </a:lnTo>
                          <a:lnTo>
                            <a:pt x="288" y="1424"/>
                          </a:lnTo>
                          <a:lnTo>
                            <a:pt x="506" y="1149"/>
                          </a:lnTo>
                          <a:lnTo>
                            <a:pt x="553" y="895"/>
                          </a:lnTo>
                          <a:lnTo>
                            <a:pt x="518" y="654"/>
                          </a:lnTo>
                          <a:lnTo>
                            <a:pt x="460" y="448"/>
                          </a:lnTo>
                          <a:lnTo>
                            <a:pt x="368" y="275"/>
                          </a:lnTo>
                          <a:lnTo>
                            <a:pt x="437" y="195"/>
                          </a:lnTo>
                          <a:lnTo>
                            <a:pt x="254" y="0"/>
                          </a:lnTo>
                          <a:close/>
                        </a:path>
                      </a:pathLst>
                    </a:custGeom>
                    <a:solidFill>
                      <a:srgbClr val="A000A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grpSp>
            <p:sp>
              <p:nvSpPr>
                <p:cNvPr id="13394" name="Freeform 82"/>
                <p:cNvSpPr>
                  <a:spLocks/>
                </p:cNvSpPr>
                <p:nvPr/>
              </p:nvSpPr>
              <p:spPr bwMode="auto">
                <a:xfrm>
                  <a:off x="2939" y="2008"/>
                  <a:ext cx="347" cy="436"/>
                </a:xfrm>
                <a:custGeom>
                  <a:avLst/>
                  <a:gdLst>
                    <a:gd name="T0" fmla="*/ 331 w 693"/>
                    <a:gd name="T1" fmla="*/ 38 h 873"/>
                    <a:gd name="T2" fmla="*/ 352 w 693"/>
                    <a:gd name="T3" fmla="*/ 11 h 873"/>
                    <a:gd name="T4" fmla="*/ 388 w 693"/>
                    <a:gd name="T5" fmla="*/ 0 h 873"/>
                    <a:gd name="T6" fmla="*/ 411 w 693"/>
                    <a:gd name="T7" fmla="*/ 3 h 873"/>
                    <a:gd name="T8" fmla="*/ 422 w 693"/>
                    <a:gd name="T9" fmla="*/ 18 h 873"/>
                    <a:gd name="T10" fmla="*/ 435 w 693"/>
                    <a:gd name="T11" fmla="*/ 51 h 873"/>
                    <a:gd name="T12" fmla="*/ 439 w 693"/>
                    <a:gd name="T13" fmla="*/ 114 h 873"/>
                    <a:gd name="T14" fmla="*/ 434 w 693"/>
                    <a:gd name="T15" fmla="*/ 174 h 873"/>
                    <a:gd name="T16" fmla="*/ 432 w 693"/>
                    <a:gd name="T17" fmla="*/ 212 h 873"/>
                    <a:gd name="T18" fmla="*/ 444 w 693"/>
                    <a:gd name="T19" fmla="*/ 300 h 873"/>
                    <a:gd name="T20" fmla="*/ 460 w 693"/>
                    <a:gd name="T21" fmla="*/ 366 h 873"/>
                    <a:gd name="T22" fmla="*/ 468 w 693"/>
                    <a:gd name="T23" fmla="*/ 389 h 873"/>
                    <a:gd name="T24" fmla="*/ 489 w 693"/>
                    <a:gd name="T25" fmla="*/ 429 h 873"/>
                    <a:gd name="T26" fmla="*/ 531 w 693"/>
                    <a:gd name="T27" fmla="*/ 561 h 873"/>
                    <a:gd name="T28" fmla="*/ 563 w 693"/>
                    <a:gd name="T29" fmla="*/ 597 h 873"/>
                    <a:gd name="T30" fmla="*/ 617 w 693"/>
                    <a:gd name="T31" fmla="*/ 653 h 873"/>
                    <a:gd name="T32" fmla="*/ 693 w 693"/>
                    <a:gd name="T33" fmla="*/ 727 h 873"/>
                    <a:gd name="T34" fmla="*/ 422 w 693"/>
                    <a:gd name="T35" fmla="*/ 873 h 873"/>
                    <a:gd name="T36" fmla="*/ 259 w 693"/>
                    <a:gd name="T37" fmla="*/ 689 h 873"/>
                    <a:gd name="T38" fmla="*/ 195 w 693"/>
                    <a:gd name="T39" fmla="*/ 717 h 873"/>
                    <a:gd name="T40" fmla="*/ 96 w 693"/>
                    <a:gd name="T41" fmla="*/ 736 h 873"/>
                    <a:gd name="T42" fmla="*/ 31 w 693"/>
                    <a:gd name="T43" fmla="*/ 727 h 873"/>
                    <a:gd name="T44" fmla="*/ 0 w 693"/>
                    <a:gd name="T45" fmla="*/ 699 h 873"/>
                    <a:gd name="T46" fmla="*/ 0 w 693"/>
                    <a:gd name="T47" fmla="*/ 671 h 873"/>
                    <a:gd name="T48" fmla="*/ 18 w 693"/>
                    <a:gd name="T49" fmla="*/ 632 h 873"/>
                    <a:gd name="T50" fmla="*/ 77 w 693"/>
                    <a:gd name="T51" fmla="*/ 612 h 873"/>
                    <a:gd name="T52" fmla="*/ 157 w 693"/>
                    <a:gd name="T53" fmla="*/ 595 h 873"/>
                    <a:gd name="T54" fmla="*/ 214 w 693"/>
                    <a:gd name="T55" fmla="*/ 574 h 873"/>
                    <a:gd name="T56" fmla="*/ 241 w 693"/>
                    <a:gd name="T57" fmla="*/ 547 h 873"/>
                    <a:gd name="T58" fmla="*/ 280 w 693"/>
                    <a:gd name="T59" fmla="*/ 508 h 873"/>
                    <a:gd name="T60" fmla="*/ 303 w 693"/>
                    <a:gd name="T61" fmla="*/ 485 h 873"/>
                    <a:gd name="T62" fmla="*/ 326 w 693"/>
                    <a:gd name="T63" fmla="*/ 450 h 873"/>
                    <a:gd name="T64" fmla="*/ 326 w 693"/>
                    <a:gd name="T65" fmla="*/ 378 h 873"/>
                    <a:gd name="T66" fmla="*/ 319 w 693"/>
                    <a:gd name="T67" fmla="*/ 302 h 873"/>
                    <a:gd name="T68" fmla="*/ 303 w 693"/>
                    <a:gd name="T69" fmla="*/ 219 h 873"/>
                    <a:gd name="T70" fmla="*/ 315 w 693"/>
                    <a:gd name="T71" fmla="*/ 101 h 873"/>
                    <a:gd name="T72" fmla="*/ 331 w 693"/>
                    <a:gd name="T73" fmla="*/ 38 h 8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93" h="873">
                      <a:moveTo>
                        <a:pt x="331" y="38"/>
                      </a:moveTo>
                      <a:lnTo>
                        <a:pt x="352" y="11"/>
                      </a:lnTo>
                      <a:lnTo>
                        <a:pt x="388" y="0"/>
                      </a:lnTo>
                      <a:lnTo>
                        <a:pt x="411" y="3"/>
                      </a:lnTo>
                      <a:lnTo>
                        <a:pt x="422" y="18"/>
                      </a:lnTo>
                      <a:lnTo>
                        <a:pt x="435" y="51"/>
                      </a:lnTo>
                      <a:lnTo>
                        <a:pt x="439" y="114"/>
                      </a:lnTo>
                      <a:lnTo>
                        <a:pt x="434" y="174"/>
                      </a:lnTo>
                      <a:lnTo>
                        <a:pt x="432" y="212"/>
                      </a:lnTo>
                      <a:lnTo>
                        <a:pt x="444" y="300"/>
                      </a:lnTo>
                      <a:lnTo>
                        <a:pt x="460" y="366"/>
                      </a:lnTo>
                      <a:lnTo>
                        <a:pt x="468" y="389"/>
                      </a:lnTo>
                      <a:lnTo>
                        <a:pt x="489" y="429"/>
                      </a:lnTo>
                      <a:lnTo>
                        <a:pt x="531" y="561"/>
                      </a:lnTo>
                      <a:lnTo>
                        <a:pt x="563" y="597"/>
                      </a:lnTo>
                      <a:lnTo>
                        <a:pt x="617" y="653"/>
                      </a:lnTo>
                      <a:lnTo>
                        <a:pt x="693" y="727"/>
                      </a:lnTo>
                      <a:lnTo>
                        <a:pt x="422" y="873"/>
                      </a:lnTo>
                      <a:lnTo>
                        <a:pt x="259" y="689"/>
                      </a:lnTo>
                      <a:lnTo>
                        <a:pt x="195" y="717"/>
                      </a:lnTo>
                      <a:lnTo>
                        <a:pt x="96" y="736"/>
                      </a:lnTo>
                      <a:lnTo>
                        <a:pt x="31" y="727"/>
                      </a:lnTo>
                      <a:lnTo>
                        <a:pt x="0" y="699"/>
                      </a:lnTo>
                      <a:lnTo>
                        <a:pt x="0" y="671"/>
                      </a:lnTo>
                      <a:lnTo>
                        <a:pt x="18" y="632"/>
                      </a:lnTo>
                      <a:lnTo>
                        <a:pt x="77" y="612"/>
                      </a:lnTo>
                      <a:lnTo>
                        <a:pt x="157" y="595"/>
                      </a:lnTo>
                      <a:lnTo>
                        <a:pt x="214" y="574"/>
                      </a:lnTo>
                      <a:lnTo>
                        <a:pt x="241" y="547"/>
                      </a:lnTo>
                      <a:lnTo>
                        <a:pt x="280" y="508"/>
                      </a:lnTo>
                      <a:lnTo>
                        <a:pt x="303" y="485"/>
                      </a:lnTo>
                      <a:lnTo>
                        <a:pt x="326" y="450"/>
                      </a:lnTo>
                      <a:lnTo>
                        <a:pt x="326" y="378"/>
                      </a:lnTo>
                      <a:lnTo>
                        <a:pt x="319" y="302"/>
                      </a:lnTo>
                      <a:lnTo>
                        <a:pt x="303" y="219"/>
                      </a:lnTo>
                      <a:lnTo>
                        <a:pt x="315" y="101"/>
                      </a:lnTo>
                      <a:lnTo>
                        <a:pt x="331" y="38"/>
                      </a:lnTo>
                      <a:close/>
                    </a:path>
                  </a:pathLst>
                </a:custGeom>
                <a:solidFill>
                  <a:srgbClr val="FFE0C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395" name="Freeform 83"/>
                <p:cNvSpPr>
                  <a:spLocks/>
                </p:cNvSpPr>
                <p:nvPr/>
              </p:nvSpPr>
              <p:spPr bwMode="auto">
                <a:xfrm>
                  <a:off x="2681" y="1740"/>
                  <a:ext cx="438" cy="621"/>
                </a:xfrm>
                <a:custGeom>
                  <a:avLst/>
                  <a:gdLst>
                    <a:gd name="T0" fmla="*/ 254 w 874"/>
                    <a:gd name="T1" fmla="*/ 21 h 1244"/>
                    <a:gd name="T2" fmla="*/ 192 w 874"/>
                    <a:gd name="T3" fmla="*/ 64 h 1244"/>
                    <a:gd name="T4" fmla="*/ 149 w 874"/>
                    <a:gd name="T5" fmla="*/ 101 h 1244"/>
                    <a:gd name="T6" fmla="*/ 118 w 874"/>
                    <a:gd name="T7" fmla="*/ 150 h 1244"/>
                    <a:gd name="T8" fmla="*/ 80 w 874"/>
                    <a:gd name="T9" fmla="*/ 203 h 1244"/>
                    <a:gd name="T10" fmla="*/ 63 w 874"/>
                    <a:gd name="T11" fmla="*/ 277 h 1244"/>
                    <a:gd name="T12" fmla="*/ 46 w 874"/>
                    <a:gd name="T13" fmla="*/ 335 h 1244"/>
                    <a:gd name="T14" fmla="*/ 46 w 874"/>
                    <a:gd name="T15" fmla="*/ 405 h 1244"/>
                    <a:gd name="T16" fmla="*/ 63 w 874"/>
                    <a:gd name="T17" fmla="*/ 501 h 1244"/>
                    <a:gd name="T18" fmla="*/ 67 w 874"/>
                    <a:gd name="T19" fmla="*/ 590 h 1244"/>
                    <a:gd name="T20" fmla="*/ 43 w 874"/>
                    <a:gd name="T21" fmla="*/ 683 h 1244"/>
                    <a:gd name="T22" fmla="*/ 17 w 874"/>
                    <a:gd name="T23" fmla="*/ 772 h 1244"/>
                    <a:gd name="T24" fmla="*/ 0 w 874"/>
                    <a:gd name="T25" fmla="*/ 853 h 1244"/>
                    <a:gd name="T26" fmla="*/ 0 w 874"/>
                    <a:gd name="T27" fmla="*/ 922 h 1244"/>
                    <a:gd name="T28" fmla="*/ 5 w 874"/>
                    <a:gd name="T29" fmla="*/ 985 h 1244"/>
                    <a:gd name="T30" fmla="*/ 17 w 874"/>
                    <a:gd name="T31" fmla="*/ 1036 h 1244"/>
                    <a:gd name="T32" fmla="*/ 41 w 874"/>
                    <a:gd name="T33" fmla="*/ 1089 h 1244"/>
                    <a:gd name="T34" fmla="*/ 74 w 874"/>
                    <a:gd name="T35" fmla="*/ 1128 h 1244"/>
                    <a:gd name="T36" fmla="*/ 115 w 874"/>
                    <a:gd name="T37" fmla="*/ 1157 h 1244"/>
                    <a:gd name="T38" fmla="*/ 196 w 874"/>
                    <a:gd name="T39" fmla="*/ 1207 h 1244"/>
                    <a:gd name="T40" fmla="*/ 286 w 874"/>
                    <a:gd name="T41" fmla="*/ 1230 h 1244"/>
                    <a:gd name="T42" fmla="*/ 378 w 874"/>
                    <a:gd name="T43" fmla="*/ 1244 h 1244"/>
                    <a:gd name="T44" fmla="*/ 465 w 874"/>
                    <a:gd name="T45" fmla="*/ 1232 h 1244"/>
                    <a:gd name="T46" fmla="*/ 540 w 874"/>
                    <a:gd name="T47" fmla="*/ 1218 h 1244"/>
                    <a:gd name="T48" fmla="*/ 621 w 874"/>
                    <a:gd name="T49" fmla="*/ 1183 h 1244"/>
                    <a:gd name="T50" fmla="*/ 690 w 874"/>
                    <a:gd name="T51" fmla="*/ 1149 h 1244"/>
                    <a:gd name="T52" fmla="*/ 747 w 874"/>
                    <a:gd name="T53" fmla="*/ 1103 h 1244"/>
                    <a:gd name="T54" fmla="*/ 816 w 874"/>
                    <a:gd name="T55" fmla="*/ 1022 h 1244"/>
                    <a:gd name="T56" fmla="*/ 845 w 874"/>
                    <a:gd name="T57" fmla="*/ 979 h 1244"/>
                    <a:gd name="T58" fmla="*/ 862 w 874"/>
                    <a:gd name="T59" fmla="*/ 922 h 1244"/>
                    <a:gd name="T60" fmla="*/ 873 w 874"/>
                    <a:gd name="T61" fmla="*/ 864 h 1244"/>
                    <a:gd name="T62" fmla="*/ 874 w 874"/>
                    <a:gd name="T63" fmla="*/ 811 h 1244"/>
                    <a:gd name="T64" fmla="*/ 864 w 874"/>
                    <a:gd name="T65" fmla="*/ 745 h 1244"/>
                    <a:gd name="T66" fmla="*/ 853 w 874"/>
                    <a:gd name="T67" fmla="*/ 683 h 1244"/>
                    <a:gd name="T68" fmla="*/ 837 w 874"/>
                    <a:gd name="T69" fmla="*/ 563 h 1244"/>
                    <a:gd name="T70" fmla="*/ 845 w 874"/>
                    <a:gd name="T71" fmla="*/ 503 h 1244"/>
                    <a:gd name="T72" fmla="*/ 864 w 874"/>
                    <a:gd name="T73" fmla="*/ 437 h 1244"/>
                    <a:gd name="T74" fmla="*/ 873 w 874"/>
                    <a:gd name="T75" fmla="*/ 319 h 1244"/>
                    <a:gd name="T76" fmla="*/ 864 w 874"/>
                    <a:gd name="T77" fmla="*/ 213 h 1244"/>
                    <a:gd name="T78" fmla="*/ 845 w 874"/>
                    <a:gd name="T79" fmla="*/ 141 h 1244"/>
                    <a:gd name="T80" fmla="*/ 805 w 874"/>
                    <a:gd name="T81" fmla="*/ 92 h 1244"/>
                    <a:gd name="T82" fmla="*/ 704 w 874"/>
                    <a:gd name="T83" fmla="*/ 42 h 1244"/>
                    <a:gd name="T84" fmla="*/ 586 w 874"/>
                    <a:gd name="T85" fmla="*/ 11 h 1244"/>
                    <a:gd name="T86" fmla="*/ 393 w 874"/>
                    <a:gd name="T87" fmla="*/ 0 h 1244"/>
                    <a:gd name="T88" fmla="*/ 254 w 874"/>
                    <a:gd name="T89" fmla="*/ 21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4" h="1244">
                      <a:moveTo>
                        <a:pt x="254" y="21"/>
                      </a:moveTo>
                      <a:lnTo>
                        <a:pt x="192" y="64"/>
                      </a:lnTo>
                      <a:lnTo>
                        <a:pt x="149" y="101"/>
                      </a:lnTo>
                      <a:lnTo>
                        <a:pt x="118" y="150"/>
                      </a:lnTo>
                      <a:lnTo>
                        <a:pt x="80" y="203"/>
                      </a:lnTo>
                      <a:lnTo>
                        <a:pt x="63" y="277"/>
                      </a:lnTo>
                      <a:lnTo>
                        <a:pt x="46" y="335"/>
                      </a:lnTo>
                      <a:lnTo>
                        <a:pt x="46" y="405"/>
                      </a:lnTo>
                      <a:lnTo>
                        <a:pt x="63" y="501"/>
                      </a:lnTo>
                      <a:lnTo>
                        <a:pt x="67" y="590"/>
                      </a:lnTo>
                      <a:lnTo>
                        <a:pt x="43" y="683"/>
                      </a:lnTo>
                      <a:lnTo>
                        <a:pt x="17" y="772"/>
                      </a:lnTo>
                      <a:lnTo>
                        <a:pt x="0" y="853"/>
                      </a:lnTo>
                      <a:lnTo>
                        <a:pt x="0" y="922"/>
                      </a:lnTo>
                      <a:lnTo>
                        <a:pt x="5" y="985"/>
                      </a:lnTo>
                      <a:lnTo>
                        <a:pt x="17" y="1036"/>
                      </a:lnTo>
                      <a:lnTo>
                        <a:pt x="41" y="1089"/>
                      </a:lnTo>
                      <a:lnTo>
                        <a:pt x="74" y="1128"/>
                      </a:lnTo>
                      <a:lnTo>
                        <a:pt x="115" y="1157"/>
                      </a:lnTo>
                      <a:lnTo>
                        <a:pt x="196" y="1207"/>
                      </a:lnTo>
                      <a:lnTo>
                        <a:pt x="286" y="1230"/>
                      </a:lnTo>
                      <a:lnTo>
                        <a:pt x="378" y="1244"/>
                      </a:lnTo>
                      <a:lnTo>
                        <a:pt x="465" y="1232"/>
                      </a:lnTo>
                      <a:lnTo>
                        <a:pt x="540" y="1218"/>
                      </a:lnTo>
                      <a:lnTo>
                        <a:pt x="621" y="1183"/>
                      </a:lnTo>
                      <a:lnTo>
                        <a:pt x="690" y="1149"/>
                      </a:lnTo>
                      <a:lnTo>
                        <a:pt x="747" y="1103"/>
                      </a:lnTo>
                      <a:lnTo>
                        <a:pt x="816" y="1022"/>
                      </a:lnTo>
                      <a:lnTo>
                        <a:pt x="845" y="979"/>
                      </a:lnTo>
                      <a:lnTo>
                        <a:pt x="862" y="922"/>
                      </a:lnTo>
                      <a:lnTo>
                        <a:pt x="873" y="864"/>
                      </a:lnTo>
                      <a:lnTo>
                        <a:pt x="874" y="811"/>
                      </a:lnTo>
                      <a:lnTo>
                        <a:pt x="864" y="745"/>
                      </a:lnTo>
                      <a:lnTo>
                        <a:pt x="853" y="683"/>
                      </a:lnTo>
                      <a:lnTo>
                        <a:pt x="837" y="563"/>
                      </a:lnTo>
                      <a:lnTo>
                        <a:pt x="845" y="503"/>
                      </a:lnTo>
                      <a:lnTo>
                        <a:pt x="864" y="437"/>
                      </a:lnTo>
                      <a:lnTo>
                        <a:pt x="873" y="319"/>
                      </a:lnTo>
                      <a:lnTo>
                        <a:pt x="864" y="213"/>
                      </a:lnTo>
                      <a:lnTo>
                        <a:pt x="845" y="141"/>
                      </a:lnTo>
                      <a:lnTo>
                        <a:pt x="805" y="92"/>
                      </a:lnTo>
                      <a:lnTo>
                        <a:pt x="704" y="42"/>
                      </a:lnTo>
                      <a:lnTo>
                        <a:pt x="586" y="11"/>
                      </a:lnTo>
                      <a:lnTo>
                        <a:pt x="393" y="0"/>
                      </a:lnTo>
                      <a:lnTo>
                        <a:pt x="254" y="21"/>
                      </a:lnTo>
                      <a:close/>
                    </a:path>
                  </a:pathLst>
                </a:custGeom>
                <a:solidFill>
                  <a:srgbClr val="FFE0C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nvGrpSpPr>
                <p:cNvPr id="13396" name="Group 84"/>
                <p:cNvGrpSpPr>
                  <a:grpSpLocks/>
                </p:cNvGrpSpPr>
                <p:nvPr/>
              </p:nvGrpSpPr>
              <p:grpSpPr bwMode="auto">
                <a:xfrm>
                  <a:off x="2802" y="2002"/>
                  <a:ext cx="216" cy="233"/>
                  <a:chOff x="2802" y="2002"/>
                  <a:chExt cx="216" cy="233"/>
                </a:xfrm>
              </p:grpSpPr>
              <p:sp>
                <p:nvSpPr>
                  <p:cNvPr id="13397" name="Freeform 85"/>
                  <p:cNvSpPr>
                    <a:spLocks/>
                  </p:cNvSpPr>
                  <p:nvPr/>
                </p:nvSpPr>
                <p:spPr bwMode="auto">
                  <a:xfrm>
                    <a:off x="2802" y="2206"/>
                    <a:ext cx="216" cy="9"/>
                  </a:xfrm>
                  <a:custGeom>
                    <a:avLst/>
                    <a:gdLst>
                      <a:gd name="T0" fmla="*/ 0 w 431"/>
                      <a:gd name="T1" fmla="*/ 4 h 19"/>
                      <a:gd name="T2" fmla="*/ 39 w 431"/>
                      <a:gd name="T3" fmla="*/ 0 h 19"/>
                      <a:gd name="T4" fmla="*/ 98 w 431"/>
                      <a:gd name="T5" fmla="*/ 0 h 19"/>
                      <a:gd name="T6" fmla="*/ 151 w 431"/>
                      <a:gd name="T7" fmla="*/ 0 h 19"/>
                      <a:gd name="T8" fmla="*/ 217 w 431"/>
                      <a:gd name="T9" fmla="*/ 11 h 19"/>
                      <a:gd name="T10" fmla="*/ 292 w 431"/>
                      <a:gd name="T11" fmla="*/ 11 h 19"/>
                      <a:gd name="T12" fmla="*/ 365 w 431"/>
                      <a:gd name="T13" fmla="*/ 11 h 19"/>
                      <a:gd name="T14" fmla="*/ 431 w 431"/>
                      <a:gd name="T15" fmla="*/ 19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1" h="19">
                        <a:moveTo>
                          <a:pt x="0" y="4"/>
                        </a:moveTo>
                        <a:lnTo>
                          <a:pt x="39" y="0"/>
                        </a:lnTo>
                        <a:lnTo>
                          <a:pt x="98" y="0"/>
                        </a:lnTo>
                        <a:lnTo>
                          <a:pt x="151" y="0"/>
                        </a:lnTo>
                        <a:lnTo>
                          <a:pt x="217" y="11"/>
                        </a:lnTo>
                        <a:lnTo>
                          <a:pt x="292" y="11"/>
                        </a:lnTo>
                        <a:lnTo>
                          <a:pt x="365" y="11"/>
                        </a:lnTo>
                        <a:lnTo>
                          <a:pt x="431" y="19"/>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sz="2400" b="0" i="0">
                      <a:solidFill>
                        <a:srgbClr val="0033CC"/>
                      </a:solidFill>
                      <a:ea typeface="楷体_GB2312" pitchFamily="49" charset="-122"/>
                    </a:endParaRPr>
                  </a:p>
                </p:txBody>
              </p:sp>
              <p:sp>
                <p:nvSpPr>
                  <p:cNvPr id="13398" name="Freeform 86"/>
                  <p:cNvSpPr>
                    <a:spLocks/>
                  </p:cNvSpPr>
                  <p:nvPr/>
                </p:nvSpPr>
                <p:spPr bwMode="auto">
                  <a:xfrm>
                    <a:off x="2877" y="2232"/>
                    <a:ext cx="46" cy="3"/>
                  </a:xfrm>
                  <a:custGeom>
                    <a:avLst/>
                    <a:gdLst>
                      <a:gd name="T0" fmla="*/ 0 w 92"/>
                      <a:gd name="T1" fmla="*/ 5 h 5"/>
                      <a:gd name="T2" fmla="*/ 67 w 92"/>
                      <a:gd name="T3" fmla="*/ 0 h 5"/>
                      <a:gd name="T4" fmla="*/ 92 w 92"/>
                      <a:gd name="T5" fmla="*/ 5 h 5"/>
                    </a:gdLst>
                    <a:ahLst/>
                    <a:cxnLst>
                      <a:cxn ang="0">
                        <a:pos x="T0" y="T1"/>
                      </a:cxn>
                      <a:cxn ang="0">
                        <a:pos x="T2" y="T3"/>
                      </a:cxn>
                      <a:cxn ang="0">
                        <a:pos x="T4" y="T5"/>
                      </a:cxn>
                    </a:cxnLst>
                    <a:rect l="0" t="0" r="r" b="b"/>
                    <a:pathLst>
                      <a:path w="92" h="5">
                        <a:moveTo>
                          <a:pt x="0" y="5"/>
                        </a:moveTo>
                        <a:lnTo>
                          <a:pt x="67" y="0"/>
                        </a:lnTo>
                        <a:lnTo>
                          <a:pt x="92" y="5"/>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sz="2400" b="0" i="0">
                      <a:solidFill>
                        <a:srgbClr val="0033CC"/>
                      </a:solidFill>
                      <a:ea typeface="楷体_GB2312" pitchFamily="49" charset="-122"/>
                    </a:endParaRPr>
                  </a:p>
                </p:txBody>
              </p:sp>
              <p:sp>
                <p:nvSpPr>
                  <p:cNvPr id="13399" name="Freeform 87"/>
                  <p:cNvSpPr>
                    <a:spLocks/>
                  </p:cNvSpPr>
                  <p:nvPr/>
                </p:nvSpPr>
                <p:spPr bwMode="auto">
                  <a:xfrm>
                    <a:off x="2859" y="2002"/>
                    <a:ext cx="101" cy="155"/>
                  </a:xfrm>
                  <a:custGeom>
                    <a:avLst/>
                    <a:gdLst>
                      <a:gd name="T0" fmla="*/ 138 w 202"/>
                      <a:gd name="T1" fmla="*/ 0 h 309"/>
                      <a:gd name="T2" fmla="*/ 132 w 202"/>
                      <a:gd name="T3" fmla="*/ 53 h 309"/>
                      <a:gd name="T4" fmla="*/ 143 w 202"/>
                      <a:gd name="T5" fmla="*/ 104 h 309"/>
                      <a:gd name="T6" fmla="*/ 155 w 202"/>
                      <a:gd name="T7" fmla="*/ 139 h 309"/>
                      <a:gd name="T8" fmla="*/ 177 w 202"/>
                      <a:gd name="T9" fmla="*/ 190 h 309"/>
                      <a:gd name="T10" fmla="*/ 189 w 202"/>
                      <a:gd name="T11" fmla="*/ 223 h 309"/>
                      <a:gd name="T12" fmla="*/ 202 w 202"/>
                      <a:gd name="T13" fmla="*/ 264 h 309"/>
                      <a:gd name="T14" fmla="*/ 189 w 202"/>
                      <a:gd name="T15" fmla="*/ 293 h 309"/>
                      <a:gd name="T16" fmla="*/ 173 w 202"/>
                      <a:gd name="T17" fmla="*/ 303 h 309"/>
                      <a:gd name="T18" fmla="*/ 143 w 202"/>
                      <a:gd name="T19" fmla="*/ 309 h 309"/>
                      <a:gd name="T20" fmla="*/ 109 w 202"/>
                      <a:gd name="T21" fmla="*/ 293 h 309"/>
                      <a:gd name="T22" fmla="*/ 63 w 202"/>
                      <a:gd name="T23" fmla="*/ 287 h 309"/>
                      <a:gd name="T24" fmla="*/ 0 w 202"/>
                      <a:gd name="T25" fmla="*/ 297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2" h="309">
                        <a:moveTo>
                          <a:pt x="138" y="0"/>
                        </a:moveTo>
                        <a:lnTo>
                          <a:pt x="132" y="53"/>
                        </a:lnTo>
                        <a:lnTo>
                          <a:pt x="143" y="104"/>
                        </a:lnTo>
                        <a:lnTo>
                          <a:pt x="155" y="139"/>
                        </a:lnTo>
                        <a:lnTo>
                          <a:pt x="177" y="190"/>
                        </a:lnTo>
                        <a:lnTo>
                          <a:pt x="189" y="223"/>
                        </a:lnTo>
                        <a:lnTo>
                          <a:pt x="202" y="264"/>
                        </a:lnTo>
                        <a:lnTo>
                          <a:pt x="189" y="293"/>
                        </a:lnTo>
                        <a:lnTo>
                          <a:pt x="173" y="303"/>
                        </a:lnTo>
                        <a:lnTo>
                          <a:pt x="143" y="309"/>
                        </a:lnTo>
                        <a:lnTo>
                          <a:pt x="109" y="293"/>
                        </a:lnTo>
                        <a:lnTo>
                          <a:pt x="63" y="287"/>
                        </a:lnTo>
                        <a:lnTo>
                          <a:pt x="0" y="2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sz="2400" b="0" i="0">
                      <a:solidFill>
                        <a:srgbClr val="0033CC"/>
                      </a:solidFill>
                      <a:ea typeface="楷体_GB2312" pitchFamily="49" charset="-122"/>
                    </a:endParaRPr>
                  </a:p>
                </p:txBody>
              </p:sp>
            </p:grpSp>
            <p:grpSp>
              <p:nvGrpSpPr>
                <p:cNvPr id="13400" name="Group 88"/>
                <p:cNvGrpSpPr>
                  <a:grpSpLocks/>
                </p:cNvGrpSpPr>
                <p:nvPr/>
              </p:nvGrpSpPr>
              <p:grpSpPr bwMode="auto">
                <a:xfrm>
                  <a:off x="2780" y="1904"/>
                  <a:ext cx="287" cy="26"/>
                  <a:chOff x="2780" y="1904"/>
                  <a:chExt cx="287" cy="26"/>
                </a:xfrm>
              </p:grpSpPr>
              <p:sp>
                <p:nvSpPr>
                  <p:cNvPr id="13401" name="Freeform 89"/>
                  <p:cNvSpPr>
                    <a:spLocks/>
                  </p:cNvSpPr>
                  <p:nvPr/>
                </p:nvSpPr>
                <p:spPr bwMode="auto">
                  <a:xfrm>
                    <a:off x="2780" y="1904"/>
                    <a:ext cx="116" cy="24"/>
                  </a:xfrm>
                  <a:custGeom>
                    <a:avLst/>
                    <a:gdLst>
                      <a:gd name="T0" fmla="*/ 0 w 232"/>
                      <a:gd name="T1" fmla="*/ 49 h 49"/>
                      <a:gd name="T2" fmla="*/ 33 w 232"/>
                      <a:gd name="T3" fmla="*/ 28 h 49"/>
                      <a:gd name="T4" fmla="*/ 64 w 232"/>
                      <a:gd name="T5" fmla="*/ 14 h 49"/>
                      <a:gd name="T6" fmla="*/ 98 w 232"/>
                      <a:gd name="T7" fmla="*/ 6 h 49"/>
                      <a:gd name="T8" fmla="*/ 126 w 232"/>
                      <a:gd name="T9" fmla="*/ 3 h 49"/>
                      <a:gd name="T10" fmla="*/ 148 w 232"/>
                      <a:gd name="T11" fmla="*/ 0 h 49"/>
                      <a:gd name="T12" fmla="*/ 187 w 232"/>
                      <a:gd name="T13" fmla="*/ 11 h 49"/>
                      <a:gd name="T14" fmla="*/ 232 w 232"/>
                      <a:gd name="T15" fmla="*/ 25 h 49"/>
                      <a:gd name="T16" fmla="*/ 230 w 232"/>
                      <a:gd name="T17" fmla="*/ 38 h 49"/>
                      <a:gd name="T18" fmla="*/ 211 w 232"/>
                      <a:gd name="T19" fmla="*/ 41 h 49"/>
                      <a:gd name="T20" fmla="*/ 187 w 232"/>
                      <a:gd name="T21" fmla="*/ 33 h 49"/>
                      <a:gd name="T22" fmla="*/ 146 w 232"/>
                      <a:gd name="T23" fmla="*/ 29 h 49"/>
                      <a:gd name="T24" fmla="*/ 120 w 232"/>
                      <a:gd name="T25" fmla="*/ 28 h 49"/>
                      <a:gd name="T26" fmla="*/ 96 w 232"/>
                      <a:gd name="T27" fmla="*/ 33 h 49"/>
                      <a:gd name="T28" fmla="*/ 64 w 232"/>
                      <a:gd name="T29" fmla="*/ 41 h 49"/>
                      <a:gd name="T30" fmla="*/ 36 w 232"/>
                      <a:gd name="T31" fmla="*/ 46 h 49"/>
                      <a:gd name="T32" fmla="*/ 0 w 232"/>
                      <a:gd name="T33"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2" h="49">
                        <a:moveTo>
                          <a:pt x="0" y="49"/>
                        </a:moveTo>
                        <a:lnTo>
                          <a:pt x="33" y="28"/>
                        </a:lnTo>
                        <a:lnTo>
                          <a:pt x="64" y="14"/>
                        </a:lnTo>
                        <a:lnTo>
                          <a:pt x="98" y="6"/>
                        </a:lnTo>
                        <a:lnTo>
                          <a:pt x="126" y="3"/>
                        </a:lnTo>
                        <a:lnTo>
                          <a:pt x="148" y="0"/>
                        </a:lnTo>
                        <a:lnTo>
                          <a:pt x="187" y="11"/>
                        </a:lnTo>
                        <a:lnTo>
                          <a:pt x="232" y="25"/>
                        </a:lnTo>
                        <a:lnTo>
                          <a:pt x="230" y="38"/>
                        </a:lnTo>
                        <a:lnTo>
                          <a:pt x="211" y="41"/>
                        </a:lnTo>
                        <a:lnTo>
                          <a:pt x="187" y="33"/>
                        </a:lnTo>
                        <a:lnTo>
                          <a:pt x="146" y="29"/>
                        </a:lnTo>
                        <a:lnTo>
                          <a:pt x="120" y="28"/>
                        </a:lnTo>
                        <a:lnTo>
                          <a:pt x="96" y="33"/>
                        </a:lnTo>
                        <a:lnTo>
                          <a:pt x="64" y="41"/>
                        </a:lnTo>
                        <a:lnTo>
                          <a:pt x="36" y="46"/>
                        </a:lnTo>
                        <a:lnTo>
                          <a:pt x="0" y="49"/>
                        </a:lnTo>
                        <a:close/>
                      </a:path>
                    </a:pathLst>
                  </a:custGeom>
                  <a:solidFill>
                    <a:srgbClr val="80400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02" name="Freeform 90"/>
                  <p:cNvSpPr>
                    <a:spLocks/>
                  </p:cNvSpPr>
                  <p:nvPr/>
                </p:nvSpPr>
                <p:spPr bwMode="auto">
                  <a:xfrm>
                    <a:off x="2954" y="1906"/>
                    <a:ext cx="113" cy="24"/>
                  </a:xfrm>
                  <a:custGeom>
                    <a:avLst/>
                    <a:gdLst>
                      <a:gd name="T0" fmla="*/ 226 w 226"/>
                      <a:gd name="T1" fmla="*/ 48 h 48"/>
                      <a:gd name="T2" fmla="*/ 194 w 226"/>
                      <a:gd name="T3" fmla="*/ 26 h 48"/>
                      <a:gd name="T4" fmla="*/ 162 w 226"/>
                      <a:gd name="T5" fmla="*/ 13 h 48"/>
                      <a:gd name="T6" fmla="*/ 131 w 226"/>
                      <a:gd name="T7" fmla="*/ 6 h 48"/>
                      <a:gd name="T8" fmla="*/ 104 w 226"/>
                      <a:gd name="T9" fmla="*/ 2 h 48"/>
                      <a:gd name="T10" fmla="*/ 83 w 226"/>
                      <a:gd name="T11" fmla="*/ 0 h 48"/>
                      <a:gd name="T12" fmla="*/ 45 w 226"/>
                      <a:gd name="T13" fmla="*/ 10 h 48"/>
                      <a:gd name="T14" fmla="*/ 0 w 226"/>
                      <a:gd name="T15" fmla="*/ 23 h 48"/>
                      <a:gd name="T16" fmla="*/ 3 w 226"/>
                      <a:gd name="T17" fmla="*/ 37 h 48"/>
                      <a:gd name="T18" fmla="*/ 21 w 226"/>
                      <a:gd name="T19" fmla="*/ 40 h 48"/>
                      <a:gd name="T20" fmla="*/ 45 w 226"/>
                      <a:gd name="T21" fmla="*/ 32 h 48"/>
                      <a:gd name="T22" fmla="*/ 85 w 226"/>
                      <a:gd name="T23" fmla="*/ 29 h 48"/>
                      <a:gd name="T24" fmla="*/ 110 w 226"/>
                      <a:gd name="T25" fmla="*/ 26 h 48"/>
                      <a:gd name="T26" fmla="*/ 133 w 226"/>
                      <a:gd name="T27" fmla="*/ 32 h 48"/>
                      <a:gd name="T28" fmla="*/ 162 w 226"/>
                      <a:gd name="T29" fmla="*/ 40 h 48"/>
                      <a:gd name="T30" fmla="*/ 191 w 226"/>
                      <a:gd name="T31" fmla="*/ 46 h 48"/>
                      <a:gd name="T32" fmla="*/ 226 w 226"/>
                      <a:gd name="T33"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6" h="48">
                        <a:moveTo>
                          <a:pt x="226" y="48"/>
                        </a:moveTo>
                        <a:lnTo>
                          <a:pt x="194" y="26"/>
                        </a:lnTo>
                        <a:lnTo>
                          <a:pt x="162" y="13"/>
                        </a:lnTo>
                        <a:lnTo>
                          <a:pt x="131" y="6"/>
                        </a:lnTo>
                        <a:lnTo>
                          <a:pt x="104" y="2"/>
                        </a:lnTo>
                        <a:lnTo>
                          <a:pt x="83" y="0"/>
                        </a:lnTo>
                        <a:lnTo>
                          <a:pt x="45" y="10"/>
                        </a:lnTo>
                        <a:lnTo>
                          <a:pt x="0" y="23"/>
                        </a:lnTo>
                        <a:lnTo>
                          <a:pt x="3" y="37"/>
                        </a:lnTo>
                        <a:lnTo>
                          <a:pt x="21" y="40"/>
                        </a:lnTo>
                        <a:lnTo>
                          <a:pt x="45" y="32"/>
                        </a:lnTo>
                        <a:lnTo>
                          <a:pt x="85" y="29"/>
                        </a:lnTo>
                        <a:lnTo>
                          <a:pt x="110" y="26"/>
                        </a:lnTo>
                        <a:lnTo>
                          <a:pt x="133" y="32"/>
                        </a:lnTo>
                        <a:lnTo>
                          <a:pt x="162" y="40"/>
                        </a:lnTo>
                        <a:lnTo>
                          <a:pt x="191" y="46"/>
                        </a:lnTo>
                        <a:lnTo>
                          <a:pt x="226" y="48"/>
                        </a:lnTo>
                        <a:close/>
                      </a:path>
                    </a:pathLst>
                  </a:custGeom>
                  <a:solidFill>
                    <a:srgbClr val="80400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sp>
              <p:nvSpPr>
                <p:cNvPr id="13403" name="Freeform 91"/>
                <p:cNvSpPr>
                  <a:spLocks/>
                </p:cNvSpPr>
                <p:nvPr/>
              </p:nvSpPr>
              <p:spPr bwMode="auto">
                <a:xfrm>
                  <a:off x="2693" y="1686"/>
                  <a:ext cx="451" cy="294"/>
                </a:xfrm>
                <a:custGeom>
                  <a:avLst/>
                  <a:gdLst>
                    <a:gd name="T0" fmla="*/ 23 w 903"/>
                    <a:gd name="T1" fmla="*/ 580 h 586"/>
                    <a:gd name="T2" fmla="*/ 67 w 903"/>
                    <a:gd name="T3" fmla="*/ 586 h 586"/>
                    <a:gd name="T4" fmla="*/ 57 w 903"/>
                    <a:gd name="T5" fmla="*/ 503 h 586"/>
                    <a:gd name="T6" fmla="*/ 110 w 903"/>
                    <a:gd name="T7" fmla="*/ 428 h 586"/>
                    <a:gd name="T8" fmla="*/ 114 w 903"/>
                    <a:gd name="T9" fmla="*/ 337 h 586"/>
                    <a:gd name="T10" fmla="*/ 179 w 903"/>
                    <a:gd name="T11" fmla="*/ 286 h 586"/>
                    <a:gd name="T12" fmla="*/ 179 w 903"/>
                    <a:gd name="T13" fmla="*/ 212 h 586"/>
                    <a:gd name="T14" fmla="*/ 235 w 903"/>
                    <a:gd name="T15" fmla="*/ 207 h 586"/>
                    <a:gd name="T16" fmla="*/ 287 w 903"/>
                    <a:gd name="T17" fmla="*/ 166 h 586"/>
                    <a:gd name="T18" fmla="*/ 372 w 903"/>
                    <a:gd name="T19" fmla="*/ 217 h 586"/>
                    <a:gd name="T20" fmla="*/ 390 w 903"/>
                    <a:gd name="T21" fmla="*/ 189 h 586"/>
                    <a:gd name="T22" fmla="*/ 476 w 903"/>
                    <a:gd name="T23" fmla="*/ 217 h 586"/>
                    <a:gd name="T24" fmla="*/ 453 w 903"/>
                    <a:gd name="T25" fmla="*/ 166 h 586"/>
                    <a:gd name="T26" fmla="*/ 563 w 903"/>
                    <a:gd name="T27" fmla="*/ 229 h 586"/>
                    <a:gd name="T28" fmla="*/ 574 w 903"/>
                    <a:gd name="T29" fmla="*/ 189 h 586"/>
                    <a:gd name="T30" fmla="*/ 673 w 903"/>
                    <a:gd name="T31" fmla="*/ 252 h 586"/>
                    <a:gd name="T32" fmla="*/ 724 w 903"/>
                    <a:gd name="T33" fmla="*/ 240 h 586"/>
                    <a:gd name="T34" fmla="*/ 752 w 903"/>
                    <a:gd name="T35" fmla="*/ 303 h 586"/>
                    <a:gd name="T36" fmla="*/ 787 w 903"/>
                    <a:gd name="T37" fmla="*/ 296 h 586"/>
                    <a:gd name="T38" fmla="*/ 814 w 903"/>
                    <a:gd name="T39" fmla="*/ 341 h 586"/>
                    <a:gd name="T40" fmla="*/ 790 w 903"/>
                    <a:gd name="T41" fmla="*/ 421 h 586"/>
                    <a:gd name="T42" fmla="*/ 799 w 903"/>
                    <a:gd name="T43" fmla="*/ 488 h 586"/>
                    <a:gd name="T44" fmla="*/ 820 w 903"/>
                    <a:gd name="T45" fmla="*/ 574 h 586"/>
                    <a:gd name="T46" fmla="*/ 845 w 903"/>
                    <a:gd name="T47" fmla="*/ 574 h 586"/>
                    <a:gd name="T48" fmla="*/ 872 w 903"/>
                    <a:gd name="T49" fmla="*/ 517 h 586"/>
                    <a:gd name="T50" fmla="*/ 890 w 903"/>
                    <a:gd name="T51" fmla="*/ 463 h 586"/>
                    <a:gd name="T52" fmla="*/ 903 w 903"/>
                    <a:gd name="T53" fmla="*/ 383 h 586"/>
                    <a:gd name="T54" fmla="*/ 890 w 903"/>
                    <a:gd name="T55" fmla="*/ 264 h 586"/>
                    <a:gd name="T56" fmla="*/ 844 w 903"/>
                    <a:gd name="T57" fmla="*/ 182 h 586"/>
                    <a:gd name="T58" fmla="*/ 810 w 903"/>
                    <a:gd name="T59" fmla="*/ 132 h 586"/>
                    <a:gd name="T60" fmla="*/ 752 w 903"/>
                    <a:gd name="T61" fmla="*/ 79 h 586"/>
                    <a:gd name="T62" fmla="*/ 667 w 903"/>
                    <a:gd name="T63" fmla="*/ 40 h 586"/>
                    <a:gd name="T64" fmla="*/ 580 w 903"/>
                    <a:gd name="T65" fmla="*/ 16 h 586"/>
                    <a:gd name="T66" fmla="*/ 453 w 903"/>
                    <a:gd name="T67" fmla="*/ 0 h 586"/>
                    <a:gd name="T68" fmla="*/ 337 w 903"/>
                    <a:gd name="T69" fmla="*/ 16 h 586"/>
                    <a:gd name="T70" fmla="*/ 258 w 903"/>
                    <a:gd name="T71" fmla="*/ 22 h 586"/>
                    <a:gd name="T72" fmla="*/ 196 w 903"/>
                    <a:gd name="T73" fmla="*/ 44 h 586"/>
                    <a:gd name="T74" fmla="*/ 121 w 903"/>
                    <a:gd name="T75" fmla="*/ 90 h 586"/>
                    <a:gd name="T76" fmla="*/ 57 w 903"/>
                    <a:gd name="T77" fmla="*/ 172 h 586"/>
                    <a:gd name="T78" fmla="*/ 29 w 903"/>
                    <a:gd name="T79" fmla="*/ 223 h 586"/>
                    <a:gd name="T80" fmla="*/ 0 w 903"/>
                    <a:gd name="T81" fmla="*/ 326 h 586"/>
                    <a:gd name="T82" fmla="*/ 0 w 903"/>
                    <a:gd name="T83" fmla="*/ 440 h 586"/>
                    <a:gd name="T84" fmla="*/ 0 w 903"/>
                    <a:gd name="T85" fmla="*/ 516 h 586"/>
                    <a:gd name="T86" fmla="*/ 23 w 903"/>
                    <a:gd name="T87" fmla="*/ 580 h 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03" h="586">
                      <a:moveTo>
                        <a:pt x="23" y="580"/>
                      </a:moveTo>
                      <a:lnTo>
                        <a:pt x="67" y="586"/>
                      </a:lnTo>
                      <a:lnTo>
                        <a:pt x="57" y="503"/>
                      </a:lnTo>
                      <a:lnTo>
                        <a:pt x="110" y="428"/>
                      </a:lnTo>
                      <a:lnTo>
                        <a:pt x="114" y="337"/>
                      </a:lnTo>
                      <a:lnTo>
                        <a:pt x="179" y="286"/>
                      </a:lnTo>
                      <a:lnTo>
                        <a:pt x="179" y="212"/>
                      </a:lnTo>
                      <a:lnTo>
                        <a:pt x="235" y="207"/>
                      </a:lnTo>
                      <a:lnTo>
                        <a:pt x="287" y="166"/>
                      </a:lnTo>
                      <a:lnTo>
                        <a:pt x="372" y="217"/>
                      </a:lnTo>
                      <a:lnTo>
                        <a:pt x="390" y="189"/>
                      </a:lnTo>
                      <a:lnTo>
                        <a:pt x="476" y="217"/>
                      </a:lnTo>
                      <a:lnTo>
                        <a:pt x="453" y="166"/>
                      </a:lnTo>
                      <a:lnTo>
                        <a:pt x="563" y="229"/>
                      </a:lnTo>
                      <a:lnTo>
                        <a:pt x="574" y="189"/>
                      </a:lnTo>
                      <a:lnTo>
                        <a:pt x="673" y="252"/>
                      </a:lnTo>
                      <a:lnTo>
                        <a:pt x="724" y="240"/>
                      </a:lnTo>
                      <a:lnTo>
                        <a:pt x="752" y="303"/>
                      </a:lnTo>
                      <a:lnTo>
                        <a:pt x="787" y="296"/>
                      </a:lnTo>
                      <a:lnTo>
                        <a:pt x="814" y="341"/>
                      </a:lnTo>
                      <a:lnTo>
                        <a:pt x="790" y="421"/>
                      </a:lnTo>
                      <a:lnTo>
                        <a:pt x="799" y="488"/>
                      </a:lnTo>
                      <a:lnTo>
                        <a:pt x="820" y="574"/>
                      </a:lnTo>
                      <a:lnTo>
                        <a:pt x="845" y="574"/>
                      </a:lnTo>
                      <a:lnTo>
                        <a:pt x="872" y="517"/>
                      </a:lnTo>
                      <a:lnTo>
                        <a:pt x="890" y="463"/>
                      </a:lnTo>
                      <a:lnTo>
                        <a:pt x="903" y="383"/>
                      </a:lnTo>
                      <a:lnTo>
                        <a:pt x="890" y="264"/>
                      </a:lnTo>
                      <a:lnTo>
                        <a:pt x="844" y="182"/>
                      </a:lnTo>
                      <a:lnTo>
                        <a:pt x="810" y="132"/>
                      </a:lnTo>
                      <a:lnTo>
                        <a:pt x="752" y="79"/>
                      </a:lnTo>
                      <a:lnTo>
                        <a:pt x="667" y="40"/>
                      </a:lnTo>
                      <a:lnTo>
                        <a:pt x="580" y="16"/>
                      </a:lnTo>
                      <a:lnTo>
                        <a:pt x="453" y="0"/>
                      </a:lnTo>
                      <a:lnTo>
                        <a:pt x="337" y="16"/>
                      </a:lnTo>
                      <a:lnTo>
                        <a:pt x="258" y="22"/>
                      </a:lnTo>
                      <a:lnTo>
                        <a:pt x="196" y="44"/>
                      </a:lnTo>
                      <a:lnTo>
                        <a:pt x="121" y="90"/>
                      </a:lnTo>
                      <a:lnTo>
                        <a:pt x="57" y="172"/>
                      </a:lnTo>
                      <a:lnTo>
                        <a:pt x="29" y="223"/>
                      </a:lnTo>
                      <a:lnTo>
                        <a:pt x="0" y="326"/>
                      </a:lnTo>
                      <a:lnTo>
                        <a:pt x="0" y="440"/>
                      </a:lnTo>
                      <a:lnTo>
                        <a:pt x="0" y="516"/>
                      </a:lnTo>
                      <a:lnTo>
                        <a:pt x="23" y="580"/>
                      </a:lnTo>
                      <a:close/>
                    </a:path>
                  </a:pathLst>
                </a:custGeom>
                <a:solidFill>
                  <a:srgbClr val="80400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sp>
            <p:nvSpPr>
              <p:cNvPr id="13404" name="Freeform 92"/>
              <p:cNvSpPr>
                <a:spLocks/>
              </p:cNvSpPr>
              <p:nvPr/>
            </p:nvSpPr>
            <p:spPr bwMode="auto">
              <a:xfrm>
                <a:off x="3072" y="2309"/>
                <a:ext cx="477" cy="509"/>
              </a:xfrm>
              <a:custGeom>
                <a:avLst/>
                <a:gdLst>
                  <a:gd name="T0" fmla="*/ 65 w 954"/>
                  <a:gd name="T1" fmla="*/ 139 h 1017"/>
                  <a:gd name="T2" fmla="*/ 215 w 954"/>
                  <a:gd name="T3" fmla="*/ 107 h 1017"/>
                  <a:gd name="T4" fmla="*/ 289 w 954"/>
                  <a:gd name="T5" fmla="*/ 53 h 1017"/>
                  <a:gd name="T6" fmla="*/ 343 w 954"/>
                  <a:gd name="T7" fmla="*/ 0 h 1017"/>
                  <a:gd name="T8" fmla="*/ 470 w 954"/>
                  <a:gd name="T9" fmla="*/ 118 h 1017"/>
                  <a:gd name="T10" fmla="*/ 621 w 954"/>
                  <a:gd name="T11" fmla="*/ 257 h 1017"/>
                  <a:gd name="T12" fmla="*/ 749 w 954"/>
                  <a:gd name="T13" fmla="*/ 384 h 1017"/>
                  <a:gd name="T14" fmla="*/ 795 w 954"/>
                  <a:gd name="T15" fmla="*/ 441 h 1017"/>
                  <a:gd name="T16" fmla="*/ 825 w 954"/>
                  <a:gd name="T17" fmla="*/ 483 h 1017"/>
                  <a:gd name="T18" fmla="*/ 865 w 954"/>
                  <a:gd name="T19" fmla="*/ 534 h 1017"/>
                  <a:gd name="T20" fmla="*/ 902 w 954"/>
                  <a:gd name="T21" fmla="*/ 598 h 1017"/>
                  <a:gd name="T22" fmla="*/ 922 w 954"/>
                  <a:gd name="T23" fmla="*/ 648 h 1017"/>
                  <a:gd name="T24" fmla="*/ 941 w 954"/>
                  <a:gd name="T25" fmla="*/ 704 h 1017"/>
                  <a:gd name="T26" fmla="*/ 954 w 954"/>
                  <a:gd name="T27" fmla="*/ 802 h 1017"/>
                  <a:gd name="T28" fmla="*/ 944 w 954"/>
                  <a:gd name="T29" fmla="*/ 858 h 1017"/>
                  <a:gd name="T30" fmla="*/ 922 w 954"/>
                  <a:gd name="T31" fmla="*/ 910 h 1017"/>
                  <a:gd name="T32" fmla="*/ 860 w 954"/>
                  <a:gd name="T33" fmla="*/ 954 h 1017"/>
                  <a:gd name="T34" fmla="*/ 804 w 954"/>
                  <a:gd name="T35" fmla="*/ 984 h 1017"/>
                  <a:gd name="T36" fmla="*/ 726 w 954"/>
                  <a:gd name="T37" fmla="*/ 1004 h 1017"/>
                  <a:gd name="T38" fmla="*/ 664 w 954"/>
                  <a:gd name="T39" fmla="*/ 1017 h 1017"/>
                  <a:gd name="T40" fmla="*/ 603 w 954"/>
                  <a:gd name="T41" fmla="*/ 1011 h 1017"/>
                  <a:gd name="T42" fmla="*/ 557 w 954"/>
                  <a:gd name="T43" fmla="*/ 1007 h 1017"/>
                  <a:gd name="T44" fmla="*/ 508 w 954"/>
                  <a:gd name="T45" fmla="*/ 996 h 1017"/>
                  <a:gd name="T46" fmla="*/ 461 w 954"/>
                  <a:gd name="T47" fmla="*/ 974 h 1017"/>
                  <a:gd name="T48" fmla="*/ 411 w 954"/>
                  <a:gd name="T49" fmla="*/ 944 h 1017"/>
                  <a:gd name="T50" fmla="*/ 375 w 954"/>
                  <a:gd name="T51" fmla="*/ 910 h 1017"/>
                  <a:gd name="T52" fmla="*/ 335 w 954"/>
                  <a:gd name="T53" fmla="*/ 851 h 1017"/>
                  <a:gd name="T54" fmla="*/ 311 w 954"/>
                  <a:gd name="T55" fmla="*/ 813 h 1017"/>
                  <a:gd name="T56" fmla="*/ 252 w 954"/>
                  <a:gd name="T57" fmla="*/ 688 h 1017"/>
                  <a:gd name="T58" fmla="*/ 182 w 954"/>
                  <a:gd name="T59" fmla="*/ 524 h 1017"/>
                  <a:gd name="T60" fmla="*/ 129 w 954"/>
                  <a:gd name="T61" fmla="*/ 396 h 1017"/>
                  <a:gd name="T62" fmla="*/ 43 w 954"/>
                  <a:gd name="T63" fmla="*/ 245 h 1017"/>
                  <a:gd name="T64" fmla="*/ 0 w 954"/>
                  <a:gd name="T65" fmla="*/ 159 h 1017"/>
                  <a:gd name="T66" fmla="*/ 65 w 954"/>
                  <a:gd name="T67" fmla="*/ 139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54" h="1017">
                    <a:moveTo>
                      <a:pt x="65" y="139"/>
                    </a:moveTo>
                    <a:lnTo>
                      <a:pt x="215" y="107"/>
                    </a:lnTo>
                    <a:lnTo>
                      <a:pt x="289" y="53"/>
                    </a:lnTo>
                    <a:lnTo>
                      <a:pt x="343" y="0"/>
                    </a:lnTo>
                    <a:lnTo>
                      <a:pt x="470" y="118"/>
                    </a:lnTo>
                    <a:lnTo>
                      <a:pt x="621" y="257"/>
                    </a:lnTo>
                    <a:lnTo>
                      <a:pt x="749" y="384"/>
                    </a:lnTo>
                    <a:lnTo>
                      <a:pt x="795" y="441"/>
                    </a:lnTo>
                    <a:lnTo>
                      <a:pt x="825" y="483"/>
                    </a:lnTo>
                    <a:lnTo>
                      <a:pt x="865" y="534"/>
                    </a:lnTo>
                    <a:lnTo>
                      <a:pt x="902" y="598"/>
                    </a:lnTo>
                    <a:lnTo>
                      <a:pt x="922" y="648"/>
                    </a:lnTo>
                    <a:lnTo>
                      <a:pt x="941" y="704"/>
                    </a:lnTo>
                    <a:lnTo>
                      <a:pt x="954" y="802"/>
                    </a:lnTo>
                    <a:lnTo>
                      <a:pt x="944" y="858"/>
                    </a:lnTo>
                    <a:lnTo>
                      <a:pt x="922" y="910"/>
                    </a:lnTo>
                    <a:lnTo>
                      <a:pt x="860" y="954"/>
                    </a:lnTo>
                    <a:lnTo>
                      <a:pt x="804" y="984"/>
                    </a:lnTo>
                    <a:lnTo>
                      <a:pt x="726" y="1004"/>
                    </a:lnTo>
                    <a:lnTo>
                      <a:pt x="664" y="1017"/>
                    </a:lnTo>
                    <a:lnTo>
                      <a:pt x="603" y="1011"/>
                    </a:lnTo>
                    <a:lnTo>
                      <a:pt x="557" y="1007"/>
                    </a:lnTo>
                    <a:lnTo>
                      <a:pt x="508" y="996"/>
                    </a:lnTo>
                    <a:lnTo>
                      <a:pt x="461" y="974"/>
                    </a:lnTo>
                    <a:lnTo>
                      <a:pt x="411" y="944"/>
                    </a:lnTo>
                    <a:lnTo>
                      <a:pt x="375" y="910"/>
                    </a:lnTo>
                    <a:lnTo>
                      <a:pt x="335" y="851"/>
                    </a:lnTo>
                    <a:lnTo>
                      <a:pt x="311" y="813"/>
                    </a:lnTo>
                    <a:lnTo>
                      <a:pt x="252" y="688"/>
                    </a:lnTo>
                    <a:lnTo>
                      <a:pt x="182" y="524"/>
                    </a:lnTo>
                    <a:lnTo>
                      <a:pt x="129" y="396"/>
                    </a:lnTo>
                    <a:lnTo>
                      <a:pt x="43" y="245"/>
                    </a:lnTo>
                    <a:lnTo>
                      <a:pt x="0" y="159"/>
                    </a:lnTo>
                    <a:lnTo>
                      <a:pt x="65" y="139"/>
                    </a:lnTo>
                    <a:close/>
                  </a:path>
                </a:pathLst>
              </a:custGeom>
              <a:solidFill>
                <a:srgbClr val="C0C0FF"/>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05" name="Freeform 93"/>
              <p:cNvSpPr>
                <a:spLocks/>
              </p:cNvSpPr>
              <p:nvPr/>
            </p:nvSpPr>
            <p:spPr bwMode="auto">
              <a:xfrm>
                <a:off x="3065" y="2297"/>
                <a:ext cx="291" cy="243"/>
              </a:xfrm>
              <a:custGeom>
                <a:avLst/>
                <a:gdLst>
                  <a:gd name="T0" fmla="*/ 0 w 581"/>
                  <a:gd name="T1" fmla="*/ 171 h 486"/>
                  <a:gd name="T2" fmla="*/ 42 w 581"/>
                  <a:gd name="T3" fmla="*/ 171 h 486"/>
                  <a:gd name="T4" fmla="*/ 96 w 581"/>
                  <a:gd name="T5" fmla="*/ 160 h 486"/>
                  <a:gd name="T6" fmla="*/ 153 w 581"/>
                  <a:gd name="T7" fmla="*/ 150 h 486"/>
                  <a:gd name="T8" fmla="*/ 191 w 581"/>
                  <a:gd name="T9" fmla="*/ 137 h 486"/>
                  <a:gd name="T10" fmla="*/ 267 w 581"/>
                  <a:gd name="T11" fmla="*/ 104 h 486"/>
                  <a:gd name="T12" fmla="*/ 335 w 581"/>
                  <a:gd name="T13" fmla="*/ 46 h 486"/>
                  <a:gd name="T14" fmla="*/ 369 w 581"/>
                  <a:gd name="T15" fmla="*/ 0 h 486"/>
                  <a:gd name="T16" fmla="*/ 581 w 581"/>
                  <a:gd name="T17" fmla="*/ 213 h 486"/>
                  <a:gd name="T18" fmla="*/ 578 w 581"/>
                  <a:gd name="T19" fmla="*/ 248 h 486"/>
                  <a:gd name="T20" fmla="*/ 563 w 581"/>
                  <a:gd name="T21" fmla="*/ 287 h 486"/>
                  <a:gd name="T22" fmla="*/ 528 w 581"/>
                  <a:gd name="T23" fmla="*/ 324 h 486"/>
                  <a:gd name="T24" fmla="*/ 495 w 581"/>
                  <a:gd name="T25" fmla="*/ 357 h 486"/>
                  <a:gd name="T26" fmla="*/ 455 w 581"/>
                  <a:gd name="T27" fmla="*/ 381 h 486"/>
                  <a:gd name="T28" fmla="*/ 398 w 581"/>
                  <a:gd name="T29" fmla="*/ 409 h 486"/>
                  <a:gd name="T30" fmla="*/ 334 w 581"/>
                  <a:gd name="T31" fmla="*/ 436 h 486"/>
                  <a:gd name="T32" fmla="*/ 254 w 581"/>
                  <a:gd name="T33" fmla="*/ 459 h 486"/>
                  <a:gd name="T34" fmla="*/ 188 w 581"/>
                  <a:gd name="T35" fmla="*/ 473 h 486"/>
                  <a:gd name="T36" fmla="*/ 142 w 581"/>
                  <a:gd name="T37" fmla="*/ 486 h 486"/>
                  <a:gd name="T38" fmla="*/ 0 w 581"/>
                  <a:gd name="T39" fmla="*/ 17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81" h="486">
                    <a:moveTo>
                      <a:pt x="0" y="171"/>
                    </a:moveTo>
                    <a:lnTo>
                      <a:pt x="42" y="171"/>
                    </a:lnTo>
                    <a:lnTo>
                      <a:pt x="96" y="160"/>
                    </a:lnTo>
                    <a:lnTo>
                      <a:pt x="153" y="150"/>
                    </a:lnTo>
                    <a:lnTo>
                      <a:pt x="191" y="137"/>
                    </a:lnTo>
                    <a:lnTo>
                      <a:pt x="267" y="104"/>
                    </a:lnTo>
                    <a:lnTo>
                      <a:pt x="335" y="46"/>
                    </a:lnTo>
                    <a:lnTo>
                      <a:pt x="369" y="0"/>
                    </a:lnTo>
                    <a:lnTo>
                      <a:pt x="581" y="213"/>
                    </a:lnTo>
                    <a:lnTo>
                      <a:pt x="578" y="248"/>
                    </a:lnTo>
                    <a:lnTo>
                      <a:pt x="563" y="287"/>
                    </a:lnTo>
                    <a:lnTo>
                      <a:pt x="528" y="324"/>
                    </a:lnTo>
                    <a:lnTo>
                      <a:pt x="495" y="357"/>
                    </a:lnTo>
                    <a:lnTo>
                      <a:pt x="455" y="381"/>
                    </a:lnTo>
                    <a:lnTo>
                      <a:pt x="398" y="409"/>
                    </a:lnTo>
                    <a:lnTo>
                      <a:pt x="334" y="436"/>
                    </a:lnTo>
                    <a:lnTo>
                      <a:pt x="254" y="459"/>
                    </a:lnTo>
                    <a:lnTo>
                      <a:pt x="188" y="473"/>
                    </a:lnTo>
                    <a:lnTo>
                      <a:pt x="142" y="486"/>
                    </a:lnTo>
                    <a:lnTo>
                      <a:pt x="0" y="171"/>
                    </a:lnTo>
                    <a:close/>
                  </a:path>
                </a:pathLst>
              </a:custGeom>
              <a:solidFill>
                <a:srgbClr val="FFFFFF"/>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grpSp>
          <p:nvGrpSpPr>
            <p:cNvPr id="13406" name="Group 94"/>
            <p:cNvGrpSpPr>
              <a:grpSpLocks/>
            </p:cNvGrpSpPr>
            <p:nvPr/>
          </p:nvGrpSpPr>
          <p:grpSpPr bwMode="auto">
            <a:xfrm>
              <a:off x="2692" y="1940"/>
              <a:ext cx="431" cy="125"/>
              <a:chOff x="2692" y="1940"/>
              <a:chExt cx="431" cy="125"/>
            </a:xfrm>
          </p:grpSpPr>
          <p:grpSp>
            <p:nvGrpSpPr>
              <p:cNvPr id="13407" name="Group 95"/>
              <p:cNvGrpSpPr>
                <a:grpSpLocks/>
              </p:cNvGrpSpPr>
              <p:nvPr/>
            </p:nvGrpSpPr>
            <p:grpSpPr bwMode="auto">
              <a:xfrm>
                <a:off x="2692" y="1940"/>
                <a:ext cx="431" cy="125"/>
                <a:chOff x="2692" y="1940"/>
                <a:chExt cx="431" cy="125"/>
              </a:xfrm>
            </p:grpSpPr>
            <p:sp>
              <p:nvSpPr>
                <p:cNvPr id="13408" name="Freeform 96"/>
                <p:cNvSpPr>
                  <a:spLocks/>
                </p:cNvSpPr>
                <p:nvPr/>
              </p:nvSpPr>
              <p:spPr bwMode="auto">
                <a:xfrm>
                  <a:off x="2756" y="1940"/>
                  <a:ext cx="155" cy="124"/>
                </a:xfrm>
                <a:custGeom>
                  <a:avLst/>
                  <a:gdLst>
                    <a:gd name="T0" fmla="*/ 30 w 309"/>
                    <a:gd name="T1" fmla="*/ 13 h 246"/>
                    <a:gd name="T2" fmla="*/ 88 w 309"/>
                    <a:gd name="T3" fmla="*/ 0 h 246"/>
                    <a:gd name="T4" fmla="*/ 150 w 309"/>
                    <a:gd name="T5" fmla="*/ 0 h 246"/>
                    <a:gd name="T6" fmla="*/ 243 w 309"/>
                    <a:gd name="T7" fmla="*/ 7 h 246"/>
                    <a:gd name="T8" fmla="*/ 276 w 309"/>
                    <a:gd name="T9" fmla="*/ 13 h 246"/>
                    <a:gd name="T10" fmla="*/ 309 w 309"/>
                    <a:gd name="T11" fmla="*/ 29 h 246"/>
                    <a:gd name="T12" fmla="*/ 309 w 309"/>
                    <a:gd name="T13" fmla="*/ 65 h 246"/>
                    <a:gd name="T14" fmla="*/ 309 w 309"/>
                    <a:gd name="T15" fmla="*/ 105 h 246"/>
                    <a:gd name="T16" fmla="*/ 299 w 309"/>
                    <a:gd name="T17" fmla="*/ 142 h 246"/>
                    <a:gd name="T18" fmla="*/ 288 w 309"/>
                    <a:gd name="T19" fmla="*/ 167 h 246"/>
                    <a:gd name="T20" fmla="*/ 279 w 309"/>
                    <a:gd name="T21" fmla="*/ 190 h 246"/>
                    <a:gd name="T22" fmla="*/ 266 w 309"/>
                    <a:gd name="T23" fmla="*/ 208 h 246"/>
                    <a:gd name="T24" fmla="*/ 248 w 309"/>
                    <a:gd name="T25" fmla="*/ 225 h 246"/>
                    <a:gd name="T26" fmla="*/ 218 w 309"/>
                    <a:gd name="T27" fmla="*/ 235 h 246"/>
                    <a:gd name="T28" fmla="*/ 180 w 309"/>
                    <a:gd name="T29" fmla="*/ 242 h 246"/>
                    <a:gd name="T30" fmla="*/ 137 w 309"/>
                    <a:gd name="T31" fmla="*/ 246 h 246"/>
                    <a:gd name="T32" fmla="*/ 103 w 309"/>
                    <a:gd name="T33" fmla="*/ 242 h 246"/>
                    <a:gd name="T34" fmla="*/ 75 w 309"/>
                    <a:gd name="T35" fmla="*/ 237 h 246"/>
                    <a:gd name="T36" fmla="*/ 47 w 309"/>
                    <a:gd name="T37" fmla="*/ 225 h 246"/>
                    <a:gd name="T38" fmla="*/ 23 w 309"/>
                    <a:gd name="T39" fmla="*/ 204 h 246"/>
                    <a:gd name="T40" fmla="*/ 11 w 309"/>
                    <a:gd name="T41" fmla="*/ 184 h 246"/>
                    <a:gd name="T42" fmla="*/ 0 w 309"/>
                    <a:gd name="T43" fmla="*/ 133 h 246"/>
                    <a:gd name="T44" fmla="*/ 0 w 309"/>
                    <a:gd name="T45" fmla="*/ 87 h 246"/>
                    <a:gd name="T46" fmla="*/ 0 w 309"/>
                    <a:gd name="T47" fmla="*/ 41 h 246"/>
                    <a:gd name="T48" fmla="*/ 30 w 309"/>
                    <a:gd name="T49" fmla="*/ 13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09" h="246">
                      <a:moveTo>
                        <a:pt x="30" y="13"/>
                      </a:moveTo>
                      <a:lnTo>
                        <a:pt x="88" y="0"/>
                      </a:lnTo>
                      <a:lnTo>
                        <a:pt x="150" y="0"/>
                      </a:lnTo>
                      <a:lnTo>
                        <a:pt x="243" y="7"/>
                      </a:lnTo>
                      <a:lnTo>
                        <a:pt x="276" y="13"/>
                      </a:lnTo>
                      <a:lnTo>
                        <a:pt x="309" y="29"/>
                      </a:lnTo>
                      <a:lnTo>
                        <a:pt x="309" y="65"/>
                      </a:lnTo>
                      <a:lnTo>
                        <a:pt x="309" y="105"/>
                      </a:lnTo>
                      <a:lnTo>
                        <a:pt x="299" y="142"/>
                      </a:lnTo>
                      <a:lnTo>
                        <a:pt x="288" y="167"/>
                      </a:lnTo>
                      <a:lnTo>
                        <a:pt x="279" y="190"/>
                      </a:lnTo>
                      <a:lnTo>
                        <a:pt x="266" y="208"/>
                      </a:lnTo>
                      <a:lnTo>
                        <a:pt x="248" y="225"/>
                      </a:lnTo>
                      <a:lnTo>
                        <a:pt x="218" y="235"/>
                      </a:lnTo>
                      <a:lnTo>
                        <a:pt x="180" y="242"/>
                      </a:lnTo>
                      <a:lnTo>
                        <a:pt x="137" y="246"/>
                      </a:lnTo>
                      <a:lnTo>
                        <a:pt x="103" y="242"/>
                      </a:lnTo>
                      <a:lnTo>
                        <a:pt x="75" y="237"/>
                      </a:lnTo>
                      <a:lnTo>
                        <a:pt x="47" y="225"/>
                      </a:lnTo>
                      <a:lnTo>
                        <a:pt x="23" y="204"/>
                      </a:lnTo>
                      <a:lnTo>
                        <a:pt x="11" y="184"/>
                      </a:lnTo>
                      <a:lnTo>
                        <a:pt x="0" y="133"/>
                      </a:lnTo>
                      <a:lnTo>
                        <a:pt x="0" y="87"/>
                      </a:lnTo>
                      <a:lnTo>
                        <a:pt x="0" y="41"/>
                      </a:lnTo>
                      <a:lnTo>
                        <a:pt x="30" y="13"/>
                      </a:lnTo>
                      <a:close/>
                    </a:path>
                  </a:pathLst>
                </a:custGeom>
                <a:solidFill>
                  <a:srgbClr val="C0FFFF"/>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09" name="Freeform 97"/>
                <p:cNvSpPr>
                  <a:spLocks/>
                </p:cNvSpPr>
                <p:nvPr/>
              </p:nvSpPr>
              <p:spPr bwMode="auto">
                <a:xfrm>
                  <a:off x="2932" y="1943"/>
                  <a:ext cx="154" cy="122"/>
                </a:xfrm>
                <a:custGeom>
                  <a:avLst/>
                  <a:gdLst>
                    <a:gd name="T0" fmla="*/ 269 w 308"/>
                    <a:gd name="T1" fmla="*/ 12 h 245"/>
                    <a:gd name="T2" fmla="*/ 212 w 308"/>
                    <a:gd name="T3" fmla="*/ 2 h 245"/>
                    <a:gd name="T4" fmla="*/ 158 w 308"/>
                    <a:gd name="T5" fmla="*/ 2 h 245"/>
                    <a:gd name="T6" fmla="*/ 107 w 308"/>
                    <a:gd name="T7" fmla="*/ 0 h 245"/>
                    <a:gd name="T8" fmla="*/ 61 w 308"/>
                    <a:gd name="T9" fmla="*/ 3 h 245"/>
                    <a:gd name="T10" fmla="*/ 28 w 308"/>
                    <a:gd name="T11" fmla="*/ 12 h 245"/>
                    <a:gd name="T12" fmla="*/ 0 w 308"/>
                    <a:gd name="T13" fmla="*/ 26 h 245"/>
                    <a:gd name="T14" fmla="*/ 0 w 308"/>
                    <a:gd name="T15" fmla="*/ 107 h 245"/>
                    <a:gd name="T16" fmla="*/ 8 w 308"/>
                    <a:gd name="T17" fmla="*/ 153 h 245"/>
                    <a:gd name="T18" fmla="*/ 22 w 308"/>
                    <a:gd name="T19" fmla="*/ 185 h 245"/>
                    <a:gd name="T20" fmla="*/ 39 w 308"/>
                    <a:gd name="T21" fmla="*/ 207 h 245"/>
                    <a:gd name="T22" fmla="*/ 57 w 308"/>
                    <a:gd name="T23" fmla="*/ 220 h 245"/>
                    <a:gd name="T24" fmla="*/ 80 w 308"/>
                    <a:gd name="T25" fmla="*/ 232 h 245"/>
                    <a:gd name="T26" fmla="*/ 102 w 308"/>
                    <a:gd name="T27" fmla="*/ 239 h 245"/>
                    <a:gd name="T28" fmla="*/ 128 w 308"/>
                    <a:gd name="T29" fmla="*/ 242 h 245"/>
                    <a:gd name="T30" fmla="*/ 157 w 308"/>
                    <a:gd name="T31" fmla="*/ 245 h 245"/>
                    <a:gd name="T32" fmla="*/ 205 w 308"/>
                    <a:gd name="T33" fmla="*/ 242 h 245"/>
                    <a:gd name="T34" fmla="*/ 235 w 308"/>
                    <a:gd name="T35" fmla="*/ 235 h 245"/>
                    <a:gd name="T36" fmla="*/ 262 w 308"/>
                    <a:gd name="T37" fmla="*/ 226 h 245"/>
                    <a:gd name="T38" fmla="*/ 283 w 308"/>
                    <a:gd name="T39" fmla="*/ 200 h 245"/>
                    <a:gd name="T40" fmla="*/ 297 w 308"/>
                    <a:gd name="T41" fmla="*/ 168 h 245"/>
                    <a:gd name="T42" fmla="*/ 308 w 308"/>
                    <a:gd name="T43" fmla="*/ 134 h 245"/>
                    <a:gd name="T44" fmla="*/ 308 w 308"/>
                    <a:gd name="T45" fmla="*/ 87 h 245"/>
                    <a:gd name="T46" fmla="*/ 308 w 308"/>
                    <a:gd name="T47" fmla="*/ 42 h 245"/>
                    <a:gd name="T48" fmla="*/ 269 w 308"/>
                    <a:gd name="T49" fmla="*/ 12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08" h="245">
                      <a:moveTo>
                        <a:pt x="269" y="12"/>
                      </a:moveTo>
                      <a:lnTo>
                        <a:pt x="212" y="2"/>
                      </a:lnTo>
                      <a:lnTo>
                        <a:pt x="158" y="2"/>
                      </a:lnTo>
                      <a:lnTo>
                        <a:pt x="107" y="0"/>
                      </a:lnTo>
                      <a:lnTo>
                        <a:pt x="61" y="3"/>
                      </a:lnTo>
                      <a:lnTo>
                        <a:pt x="28" y="12"/>
                      </a:lnTo>
                      <a:lnTo>
                        <a:pt x="0" y="26"/>
                      </a:lnTo>
                      <a:lnTo>
                        <a:pt x="0" y="107"/>
                      </a:lnTo>
                      <a:lnTo>
                        <a:pt x="8" y="153"/>
                      </a:lnTo>
                      <a:lnTo>
                        <a:pt x="22" y="185"/>
                      </a:lnTo>
                      <a:lnTo>
                        <a:pt x="39" y="207"/>
                      </a:lnTo>
                      <a:lnTo>
                        <a:pt x="57" y="220"/>
                      </a:lnTo>
                      <a:lnTo>
                        <a:pt x="80" y="232"/>
                      </a:lnTo>
                      <a:lnTo>
                        <a:pt x="102" y="239"/>
                      </a:lnTo>
                      <a:lnTo>
                        <a:pt x="128" y="242"/>
                      </a:lnTo>
                      <a:lnTo>
                        <a:pt x="157" y="245"/>
                      </a:lnTo>
                      <a:lnTo>
                        <a:pt x="205" y="242"/>
                      </a:lnTo>
                      <a:lnTo>
                        <a:pt x="235" y="235"/>
                      </a:lnTo>
                      <a:lnTo>
                        <a:pt x="262" y="226"/>
                      </a:lnTo>
                      <a:lnTo>
                        <a:pt x="283" y="200"/>
                      </a:lnTo>
                      <a:lnTo>
                        <a:pt x="297" y="168"/>
                      </a:lnTo>
                      <a:lnTo>
                        <a:pt x="308" y="134"/>
                      </a:lnTo>
                      <a:lnTo>
                        <a:pt x="308" y="87"/>
                      </a:lnTo>
                      <a:lnTo>
                        <a:pt x="308" y="42"/>
                      </a:lnTo>
                      <a:lnTo>
                        <a:pt x="269" y="12"/>
                      </a:lnTo>
                      <a:close/>
                    </a:path>
                  </a:pathLst>
                </a:custGeom>
                <a:solidFill>
                  <a:srgbClr val="C0FFFF"/>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10" name="Freeform 98"/>
                <p:cNvSpPr>
                  <a:spLocks/>
                </p:cNvSpPr>
                <p:nvPr/>
              </p:nvSpPr>
              <p:spPr bwMode="auto">
                <a:xfrm>
                  <a:off x="2911" y="1958"/>
                  <a:ext cx="22" cy="16"/>
                </a:xfrm>
                <a:custGeom>
                  <a:avLst/>
                  <a:gdLst>
                    <a:gd name="T0" fmla="*/ 0 w 45"/>
                    <a:gd name="T1" fmla="*/ 10 h 33"/>
                    <a:gd name="T2" fmla="*/ 7 w 45"/>
                    <a:gd name="T3" fmla="*/ 3 h 33"/>
                    <a:gd name="T4" fmla="*/ 17 w 45"/>
                    <a:gd name="T5" fmla="*/ 0 h 33"/>
                    <a:gd name="T6" fmla="*/ 31 w 45"/>
                    <a:gd name="T7" fmla="*/ 0 h 33"/>
                    <a:gd name="T8" fmla="*/ 41 w 45"/>
                    <a:gd name="T9" fmla="*/ 6 h 33"/>
                    <a:gd name="T10" fmla="*/ 45 w 45"/>
                    <a:gd name="T11" fmla="*/ 31 h 33"/>
                    <a:gd name="T12" fmla="*/ 34 w 45"/>
                    <a:gd name="T13" fmla="*/ 29 h 33"/>
                    <a:gd name="T14" fmla="*/ 25 w 45"/>
                    <a:gd name="T15" fmla="*/ 24 h 33"/>
                    <a:gd name="T16" fmla="*/ 13 w 45"/>
                    <a:gd name="T17" fmla="*/ 29 h 33"/>
                    <a:gd name="T18" fmla="*/ 2 w 45"/>
                    <a:gd name="T19" fmla="*/ 33 h 33"/>
                    <a:gd name="T20" fmla="*/ 0 w 45"/>
                    <a:gd name="T21"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33">
                      <a:moveTo>
                        <a:pt x="0" y="10"/>
                      </a:moveTo>
                      <a:lnTo>
                        <a:pt x="7" y="3"/>
                      </a:lnTo>
                      <a:lnTo>
                        <a:pt x="17" y="0"/>
                      </a:lnTo>
                      <a:lnTo>
                        <a:pt x="31" y="0"/>
                      </a:lnTo>
                      <a:lnTo>
                        <a:pt x="41" y="6"/>
                      </a:lnTo>
                      <a:lnTo>
                        <a:pt x="45" y="31"/>
                      </a:lnTo>
                      <a:lnTo>
                        <a:pt x="34" y="29"/>
                      </a:lnTo>
                      <a:lnTo>
                        <a:pt x="25" y="24"/>
                      </a:lnTo>
                      <a:lnTo>
                        <a:pt x="13" y="29"/>
                      </a:lnTo>
                      <a:lnTo>
                        <a:pt x="2" y="33"/>
                      </a:lnTo>
                      <a:lnTo>
                        <a:pt x="0" y="10"/>
                      </a:lnTo>
                      <a:close/>
                    </a:path>
                  </a:pathLst>
                </a:custGeom>
                <a:solidFill>
                  <a:srgbClr val="C0C0C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11" name="Freeform 99"/>
                <p:cNvSpPr>
                  <a:spLocks/>
                </p:cNvSpPr>
                <p:nvPr/>
              </p:nvSpPr>
              <p:spPr bwMode="auto">
                <a:xfrm>
                  <a:off x="2692" y="1951"/>
                  <a:ext cx="65" cy="26"/>
                </a:xfrm>
                <a:custGeom>
                  <a:avLst/>
                  <a:gdLst>
                    <a:gd name="T0" fmla="*/ 128 w 128"/>
                    <a:gd name="T1" fmla="*/ 17 h 52"/>
                    <a:gd name="T2" fmla="*/ 128 w 128"/>
                    <a:gd name="T3" fmla="*/ 52 h 52"/>
                    <a:gd name="T4" fmla="*/ 14 w 128"/>
                    <a:gd name="T5" fmla="*/ 20 h 52"/>
                    <a:gd name="T6" fmla="*/ 0 w 128"/>
                    <a:gd name="T7" fmla="*/ 0 h 52"/>
                    <a:gd name="T8" fmla="*/ 128 w 128"/>
                    <a:gd name="T9" fmla="*/ 17 h 52"/>
                  </a:gdLst>
                  <a:ahLst/>
                  <a:cxnLst>
                    <a:cxn ang="0">
                      <a:pos x="T0" y="T1"/>
                    </a:cxn>
                    <a:cxn ang="0">
                      <a:pos x="T2" y="T3"/>
                    </a:cxn>
                    <a:cxn ang="0">
                      <a:pos x="T4" y="T5"/>
                    </a:cxn>
                    <a:cxn ang="0">
                      <a:pos x="T6" y="T7"/>
                    </a:cxn>
                    <a:cxn ang="0">
                      <a:pos x="T8" y="T9"/>
                    </a:cxn>
                  </a:cxnLst>
                  <a:rect l="0" t="0" r="r" b="b"/>
                  <a:pathLst>
                    <a:path w="128" h="52">
                      <a:moveTo>
                        <a:pt x="128" y="17"/>
                      </a:moveTo>
                      <a:lnTo>
                        <a:pt x="128" y="52"/>
                      </a:lnTo>
                      <a:lnTo>
                        <a:pt x="14" y="20"/>
                      </a:lnTo>
                      <a:lnTo>
                        <a:pt x="0" y="0"/>
                      </a:lnTo>
                      <a:lnTo>
                        <a:pt x="128" y="17"/>
                      </a:lnTo>
                      <a:close/>
                    </a:path>
                  </a:pathLst>
                </a:custGeom>
                <a:solidFill>
                  <a:srgbClr val="C0C0C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12" name="Freeform 100"/>
                <p:cNvSpPr>
                  <a:spLocks/>
                </p:cNvSpPr>
                <p:nvPr/>
              </p:nvSpPr>
              <p:spPr bwMode="auto">
                <a:xfrm>
                  <a:off x="3085" y="1950"/>
                  <a:ext cx="38" cy="27"/>
                </a:xfrm>
                <a:custGeom>
                  <a:avLst/>
                  <a:gdLst>
                    <a:gd name="T0" fmla="*/ 0 w 74"/>
                    <a:gd name="T1" fmla="*/ 29 h 54"/>
                    <a:gd name="T2" fmla="*/ 0 w 74"/>
                    <a:gd name="T3" fmla="*/ 54 h 54"/>
                    <a:gd name="T4" fmla="*/ 70 w 74"/>
                    <a:gd name="T5" fmla="*/ 22 h 54"/>
                    <a:gd name="T6" fmla="*/ 74 w 74"/>
                    <a:gd name="T7" fmla="*/ 0 h 54"/>
                    <a:gd name="T8" fmla="*/ 0 w 74"/>
                    <a:gd name="T9" fmla="*/ 29 h 54"/>
                  </a:gdLst>
                  <a:ahLst/>
                  <a:cxnLst>
                    <a:cxn ang="0">
                      <a:pos x="T0" y="T1"/>
                    </a:cxn>
                    <a:cxn ang="0">
                      <a:pos x="T2" y="T3"/>
                    </a:cxn>
                    <a:cxn ang="0">
                      <a:pos x="T4" y="T5"/>
                    </a:cxn>
                    <a:cxn ang="0">
                      <a:pos x="T6" y="T7"/>
                    </a:cxn>
                    <a:cxn ang="0">
                      <a:pos x="T8" y="T9"/>
                    </a:cxn>
                  </a:cxnLst>
                  <a:rect l="0" t="0" r="r" b="b"/>
                  <a:pathLst>
                    <a:path w="74" h="54">
                      <a:moveTo>
                        <a:pt x="0" y="29"/>
                      </a:moveTo>
                      <a:lnTo>
                        <a:pt x="0" y="54"/>
                      </a:lnTo>
                      <a:lnTo>
                        <a:pt x="70" y="22"/>
                      </a:lnTo>
                      <a:lnTo>
                        <a:pt x="74" y="0"/>
                      </a:lnTo>
                      <a:lnTo>
                        <a:pt x="0" y="29"/>
                      </a:lnTo>
                      <a:close/>
                    </a:path>
                  </a:pathLst>
                </a:custGeom>
                <a:solidFill>
                  <a:srgbClr val="C0C0C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grpSp>
            <p:nvGrpSpPr>
              <p:cNvPr id="13413" name="Group 101"/>
              <p:cNvGrpSpPr>
                <a:grpSpLocks/>
              </p:cNvGrpSpPr>
              <p:nvPr/>
            </p:nvGrpSpPr>
            <p:grpSpPr bwMode="auto">
              <a:xfrm>
                <a:off x="2803" y="1970"/>
                <a:ext cx="67" cy="57"/>
                <a:chOff x="2803" y="1970"/>
                <a:chExt cx="67" cy="57"/>
              </a:xfrm>
            </p:grpSpPr>
            <p:sp>
              <p:nvSpPr>
                <p:cNvPr id="13414" name="Oval 102"/>
                <p:cNvSpPr>
                  <a:spLocks noChangeArrowheads="1"/>
                </p:cNvSpPr>
                <p:nvPr/>
              </p:nvSpPr>
              <p:spPr bwMode="auto">
                <a:xfrm>
                  <a:off x="2803" y="1970"/>
                  <a:ext cx="67" cy="57"/>
                </a:xfrm>
                <a:prstGeom prst="ellipse">
                  <a:avLst/>
                </a:prstGeom>
                <a:solidFill>
                  <a:srgbClr val="C0FFFF"/>
                </a:solidFill>
                <a:ln w="7938">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15" name="Oval 103"/>
                <p:cNvSpPr>
                  <a:spLocks noChangeArrowheads="1"/>
                </p:cNvSpPr>
                <p:nvPr/>
              </p:nvSpPr>
              <p:spPr bwMode="auto">
                <a:xfrm>
                  <a:off x="2826" y="1976"/>
                  <a:ext cx="35" cy="36"/>
                </a:xfrm>
                <a:prstGeom prst="ellipse">
                  <a:avLst/>
                </a:prstGeom>
                <a:solidFill>
                  <a:srgbClr val="618FFD"/>
                </a:solidFill>
                <a:ln w="7938">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grpSp>
          <p:grpSp>
            <p:nvGrpSpPr>
              <p:cNvPr id="13416" name="Group 104"/>
              <p:cNvGrpSpPr>
                <a:grpSpLocks/>
              </p:cNvGrpSpPr>
              <p:nvPr/>
            </p:nvGrpSpPr>
            <p:grpSpPr bwMode="auto">
              <a:xfrm>
                <a:off x="2975" y="1975"/>
                <a:ext cx="67" cy="57"/>
                <a:chOff x="2975" y="1975"/>
                <a:chExt cx="67" cy="57"/>
              </a:xfrm>
            </p:grpSpPr>
            <p:sp>
              <p:nvSpPr>
                <p:cNvPr id="13417" name="Oval 105"/>
                <p:cNvSpPr>
                  <a:spLocks noChangeArrowheads="1"/>
                </p:cNvSpPr>
                <p:nvPr/>
              </p:nvSpPr>
              <p:spPr bwMode="auto">
                <a:xfrm>
                  <a:off x="2975" y="1975"/>
                  <a:ext cx="67" cy="57"/>
                </a:xfrm>
                <a:prstGeom prst="ellipse">
                  <a:avLst/>
                </a:prstGeom>
                <a:solidFill>
                  <a:srgbClr val="C0FFFF"/>
                </a:solidFill>
                <a:ln w="7938">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18" name="Oval 106"/>
                <p:cNvSpPr>
                  <a:spLocks noChangeArrowheads="1"/>
                </p:cNvSpPr>
                <p:nvPr/>
              </p:nvSpPr>
              <p:spPr bwMode="auto">
                <a:xfrm>
                  <a:off x="2998" y="1982"/>
                  <a:ext cx="35" cy="35"/>
                </a:xfrm>
                <a:prstGeom prst="ellipse">
                  <a:avLst/>
                </a:prstGeom>
                <a:solidFill>
                  <a:srgbClr val="618FFD"/>
                </a:solidFill>
                <a:ln w="7938">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grpSp>
        </p:grpSp>
        <p:sp>
          <p:nvSpPr>
            <p:cNvPr id="13419" name="Freeform 107"/>
            <p:cNvSpPr>
              <a:spLocks/>
            </p:cNvSpPr>
            <p:nvPr/>
          </p:nvSpPr>
          <p:spPr bwMode="auto">
            <a:xfrm>
              <a:off x="2208" y="2064"/>
              <a:ext cx="192" cy="192"/>
            </a:xfrm>
            <a:custGeom>
              <a:avLst/>
              <a:gdLst>
                <a:gd name="T0" fmla="*/ 94 w 487"/>
                <a:gd name="T1" fmla="*/ 0 h 424"/>
                <a:gd name="T2" fmla="*/ 115 w 487"/>
                <a:gd name="T3" fmla="*/ 35 h 424"/>
                <a:gd name="T4" fmla="*/ 125 w 487"/>
                <a:gd name="T5" fmla="*/ 50 h 424"/>
                <a:gd name="T6" fmla="*/ 143 w 487"/>
                <a:gd name="T7" fmla="*/ 84 h 424"/>
                <a:gd name="T8" fmla="*/ 156 w 487"/>
                <a:gd name="T9" fmla="*/ 107 h 424"/>
                <a:gd name="T10" fmla="*/ 174 w 487"/>
                <a:gd name="T11" fmla="*/ 122 h 424"/>
                <a:gd name="T12" fmla="*/ 201 w 487"/>
                <a:gd name="T13" fmla="*/ 143 h 424"/>
                <a:gd name="T14" fmla="*/ 246 w 487"/>
                <a:gd name="T15" fmla="*/ 166 h 424"/>
                <a:gd name="T16" fmla="*/ 288 w 487"/>
                <a:gd name="T17" fmla="*/ 166 h 424"/>
                <a:gd name="T18" fmla="*/ 327 w 487"/>
                <a:gd name="T19" fmla="*/ 161 h 424"/>
                <a:gd name="T20" fmla="*/ 375 w 487"/>
                <a:gd name="T21" fmla="*/ 143 h 424"/>
                <a:gd name="T22" fmla="*/ 440 w 487"/>
                <a:gd name="T23" fmla="*/ 114 h 424"/>
                <a:gd name="T24" fmla="*/ 446 w 487"/>
                <a:gd name="T25" fmla="*/ 138 h 424"/>
                <a:gd name="T26" fmla="*/ 476 w 487"/>
                <a:gd name="T27" fmla="*/ 304 h 424"/>
                <a:gd name="T28" fmla="*/ 487 w 487"/>
                <a:gd name="T29" fmla="*/ 389 h 424"/>
                <a:gd name="T30" fmla="*/ 417 w 487"/>
                <a:gd name="T31" fmla="*/ 412 h 424"/>
                <a:gd name="T32" fmla="*/ 327 w 487"/>
                <a:gd name="T33" fmla="*/ 418 h 424"/>
                <a:gd name="T34" fmla="*/ 275 w 487"/>
                <a:gd name="T35" fmla="*/ 424 h 424"/>
                <a:gd name="T36" fmla="*/ 184 w 487"/>
                <a:gd name="T37" fmla="*/ 400 h 424"/>
                <a:gd name="T38" fmla="*/ 120 w 487"/>
                <a:gd name="T39" fmla="*/ 365 h 424"/>
                <a:gd name="T40" fmla="*/ 71 w 487"/>
                <a:gd name="T41" fmla="*/ 320 h 424"/>
                <a:gd name="T42" fmla="*/ 29 w 487"/>
                <a:gd name="T43" fmla="*/ 275 h 424"/>
                <a:gd name="T44" fmla="*/ 0 w 487"/>
                <a:gd name="T45" fmla="*/ 224 h 424"/>
                <a:gd name="T46" fmla="*/ 11 w 487"/>
                <a:gd name="T47" fmla="*/ 175 h 424"/>
                <a:gd name="T48" fmla="*/ 35 w 487"/>
                <a:gd name="T49" fmla="*/ 108 h 424"/>
                <a:gd name="T50" fmla="*/ 59 w 487"/>
                <a:gd name="T51" fmla="*/ 66 h 424"/>
                <a:gd name="T52" fmla="*/ 94 w 487"/>
                <a:gd name="T53"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87" h="424">
                  <a:moveTo>
                    <a:pt x="94" y="0"/>
                  </a:moveTo>
                  <a:lnTo>
                    <a:pt x="115" y="35"/>
                  </a:lnTo>
                  <a:lnTo>
                    <a:pt x="125" y="50"/>
                  </a:lnTo>
                  <a:lnTo>
                    <a:pt x="143" y="84"/>
                  </a:lnTo>
                  <a:lnTo>
                    <a:pt x="156" y="107"/>
                  </a:lnTo>
                  <a:lnTo>
                    <a:pt x="174" y="122"/>
                  </a:lnTo>
                  <a:lnTo>
                    <a:pt x="201" y="143"/>
                  </a:lnTo>
                  <a:lnTo>
                    <a:pt x="246" y="166"/>
                  </a:lnTo>
                  <a:lnTo>
                    <a:pt x="288" y="166"/>
                  </a:lnTo>
                  <a:lnTo>
                    <a:pt x="327" y="161"/>
                  </a:lnTo>
                  <a:lnTo>
                    <a:pt x="375" y="143"/>
                  </a:lnTo>
                  <a:lnTo>
                    <a:pt x="440" y="114"/>
                  </a:lnTo>
                  <a:lnTo>
                    <a:pt x="446" y="138"/>
                  </a:lnTo>
                  <a:lnTo>
                    <a:pt x="476" y="304"/>
                  </a:lnTo>
                  <a:lnTo>
                    <a:pt x="487" y="389"/>
                  </a:lnTo>
                  <a:lnTo>
                    <a:pt x="417" y="412"/>
                  </a:lnTo>
                  <a:lnTo>
                    <a:pt x="327" y="418"/>
                  </a:lnTo>
                  <a:lnTo>
                    <a:pt x="275" y="424"/>
                  </a:lnTo>
                  <a:lnTo>
                    <a:pt x="184" y="400"/>
                  </a:lnTo>
                  <a:lnTo>
                    <a:pt x="120" y="365"/>
                  </a:lnTo>
                  <a:lnTo>
                    <a:pt x="71" y="320"/>
                  </a:lnTo>
                  <a:lnTo>
                    <a:pt x="29" y="275"/>
                  </a:lnTo>
                  <a:lnTo>
                    <a:pt x="0" y="224"/>
                  </a:lnTo>
                  <a:lnTo>
                    <a:pt x="11" y="175"/>
                  </a:lnTo>
                  <a:lnTo>
                    <a:pt x="35" y="108"/>
                  </a:lnTo>
                  <a:lnTo>
                    <a:pt x="59" y="66"/>
                  </a:lnTo>
                  <a:lnTo>
                    <a:pt x="94" y="0"/>
                  </a:lnTo>
                  <a:close/>
                </a:path>
              </a:pathLst>
            </a:custGeom>
            <a:solidFill>
              <a:srgbClr val="FFFFFF"/>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nvGrpSpPr>
            <p:cNvPr id="13420" name="Group 108"/>
            <p:cNvGrpSpPr>
              <a:grpSpLocks/>
            </p:cNvGrpSpPr>
            <p:nvPr/>
          </p:nvGrpSpPr>
          <p:grpSpPr bwMode="auto">
            <a:xfrm rot="16200000" flipV="1">
              <a:off x="2006" y="1788"/>
              <a:ext cx="442" cy="322"/>
              <a:chOff x="4363" y="2585"/>
              <a:chExt cx="1104" cy="808"/>
            </a:xfrm>
          </p:grpSpPr>
          <p:sp>
            <p:nvSpPr>
              <p:cNvPr id="13421" name="Freeform 109"/>
              <p:cNvSpPr>
                <a:spLocks/>
              </p:cNvSpPr>
              <p:nvPr/>
            </p:nvSpPr>
            <p:spPr bwMode="auto">
              <a:xfrm>
                <a:off x="4363" y="2585"/>
                <a:ext cx="1104" cy="808"/>
              </a:xfrm>
              <a:custGeom>
                <a:avLst/>
                <a:gdLst>
                  <a:gd name="T0" fmla="*/ 729 w 3311"/>
                  <a:gd name="T1" fmla="*/ 97 h 2423"/>
                  <a:gd name="T2" fmla="*/ 1249 w 3311"/>
                  <a:gd name="T3" fmla="*/ 0 h 2423"/>
                  <a:gd name="T4" fmla="*/ 1674 w 3311"/>
                  <a:gd name="T5" fmla="*/ 79 h 2423"/>
                  <a:gd name="T6" fmla="*/ 2115 w 3311"/>
                  <a:gd name="T7" fmla="*/ 271 h 2423"/>
                  <a:gd name="T8" fmla="*/ 2512 w 3311"/>
                  <a:gd name="T9" fmla="*/ 443 h 2423"/>
                  <a:gd name="T10" fmla="*/ 2874 w 3311"/>
                  <a:gd name="T11" fmla="*/ 584 h 2423"/>
                  <a:gd name="T12" fmla="*/ 2967 w 3311"/>
                  <a:gd name="T13" fmla="*/ 663 h 2423"/>
                  <a:gd name="T14" fmla="*/ 2971 w 3311"/>
                  <a:gd name="T15" fmla="*/ 829 h 2423"/>
                  <a:gd name="T16" fmla="*/ 2874 w 3311"/>
                  <a:gd name="T17" fmla="*/ 909 h 2423"/>
                  <a:gd name="T18" fmla="*/ 2708 w 3311"/>
                  <a:gd name="T19" fmla="*/ 938 h 2423"/>
                  <a:gd name="T20" fmla="*/ 2574 w 3311"/>
                  <a:gd name="T21" fmla="*/ 931 h 2423"/>
                  <a:gd name="T22" fmla="*/ 2424 w 3311"/>
                  <a:gd name="T23" fmla="*/ 900 h 2423"/>
                  <a:gd name="T24" fmla="*/ 2477 w 3311"/>
                  <a:gd name="T25" fmla="*/ 981 h 2423"/>
                  <a:gd name="T26" fmla="*/ 2526 w 3311"/>
                  <a:gd name="T27" fmla="*/ 1048 h 2423"/>
                  <a:gd name="T28" fmla="*/ 2756 w 3311"/>
                  <a:gd name="T29" fmla="*/ 1194 h 2423"/>
                  <a:gd name="T30" fmla="*/ 2874 w 3311"/>
                  <a:gd name="T31" fmla="*/ 1309 h 2423"/>
                  <a:gd name="T32" fmla="*/ 2983 w 3311"/>
                  <a:gd name="T33" fmla="*/ 1420 h 2423"/>
                  <a:gd name="T34" fmla="*/ 3158 w 3311"/>
                  <a:gd name="T35" fmla="*/ 1570 h 2423"/>
                  <a:gd name="T36" fmla="*/ 3249 w 3311"/>
                  <a:gd name="T37" fmla="*/ 1676 h 2423"/>
                  <a:gd name="T38" fmla="*/ 3299 w 3311"/>
                  <a:gd name="T39" fmla="*/ 1776 h 2423"/>
                  <a:gd name="T40" fmla="*/ 3308 w 3311"/>
                  <a:gd name="T41" fmla="*/ 1879 h 2423"/>
                  <a:gd name="T42" fmla="*/ 3239 w 3311"/>
                  <a:gd name="T43" fmla="*/ 1969 h 2423"/>
                  <a:gd name="T44" fmla="*/ 3228 w 3311"/>
                  <a:gd name="T45" fmla="*/ 2050 h 2423"/>
                  <a:gd name="T46" fmla="*/ 3237 w 3311"/>
                  <a:gd name="T47" fmla="*/ 2131 h 2423"/>
                  <a:gd name="T48" fmla="*/ 3218 w 3311"/>
                  <a:gd name="T49" fmla="*/ 2200 h 2423"/>
                  <a:gd name="T50" fmla="*/ 3184 w 3311"/>
                  <a:gd name="T51" fmla="*/ 2244 h 2423"/>
                  <a:gd name="T52" fmla="*/ 3117 w 3311"/>
                  <a:gd name="T53" fmla="*/ 2272 h 2423"/>
                  <a:gd name="T54" fmla="*/ 3002 w 3311"/>
                  <a:gd name="T55" fmla="*/ 2267 h 2423"/>
                  <a:gd name="T56" fmla="*/ 2939 w 3311"/>
                  <a:gd name="T57" fmla="*/ 2291 h 2423"/>
                  <a:gd name="T58" fmla="*/ 2923 w 3311"/>
                  <a:gd name="T59" fmla="*/ 2369 h 2423"/>
                  <a:gd name="T60" fmla="*/ 2890 w 3311"/>
                  <a:gd name="T61" fmla="*/ 2410 h 2423"/>
                  <a:gd name="T62" fmla="*/ 2842 w 3311"/>
                  <a:gd name="T63" fmla="*/ 2422 h 2423"/>
                  <a:gd name="T64" fmla="*/ 2768 w 3311"/>
                  <a:gd name="T65" fmla="*/ 2420 h 2423"/>
                  <a:gd name="T66" fmla="*/ 2629 w 3311"/>
                  <a:gd name="T67" fmla="*/ 2373 h 2423"/>
                  <a:gd name="T68" fmla="*/ 2337 w 3311"/>
                  <a:gd name="T69" fmla="*/ 2223 h 2423"/>
                  <a:gd name="T70" fmla="*/ 2176 w 3311"/>
                  <a:gd name="T71" fmla="*/ 2173 h 2423"/>
                  <a:gd name="T72" fmla="*/ 2012 w 3311"/>
                  <a:gd name="T73" fmla="*/ 2147 h 2423"/>
                  <a:gd name="T74" fmla="*/ 1642 w 3311"/>
                  <a:gd name="T75" fmla="*/ 2004 h 2423"/>
                  <a:gd name="T76" fmla="*/ 1364 w 3311"/>
                  <a:gd name="T77" fmla="*/ 1853 h 2423"/>
                  <a:gd name="T78" fmla="*/ 1158 w 3311"/>
                  <a:gd name="T79" fmla="*/ 1766 h 2423"/>
                  <a:gd name="T80" fmla="*/ 995 w 3311"/>
                  <a:gd name="T81" fmla="*/ 1687 h 2423"/>
                  <a:gd name="T82" fmla="*/ 821 w 3311"/>
                  <a:gd name="T83" fmla="*/ 1562 h 2423"/>
                  <a:gd name="T84" fmla="*/ 270 w 3311"/>
                  <a:gd name="T85" fmla="*/ 1059 h 2423"/>
                  <a:gd name="T86" fmla="*/ 208 w 3311"/>
                  <a:gd name="T87" fmla="*/ 206 h 2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11" h="2423">
                    <a:moveTo>
                      <a:pt x="538" y="113"/>
                    </a:moveTo>
                    <a:lnTo>
                      <a:pt x="729" y="97"/>
                    </a:lnTo>
                    <a:lnTo>
                      <a:pt x="1027" y="48"/>
                    </a:lnTo>
                    <a:lnTo>
                      <a:pt x="1249" y="0"/>
                    </a:lnTo>
                    <a:lnTo>
                      <a:pt x="1563" y="32"/>
                    </a:lnTo>
                    <a:lnTo>
                      <a:pt x="1674" y="79"/>
                    </a:lnTo>
                    <a:lnTo>
                      <a:pt x="1926" y="175"/>
                    </a:lnTo>
                    <a:lnTo>
                      <a:pt x="2115" y="271"/>
                    </a:lnTo>
                    <a:lnTo>
                      <a:pt x="2376" y="379"/>
                    </a:lnTo>
                    <a:lnTo>
                      <a:pt x="2512" y="443"/>
                    </a:lnTo>
                    <a:lnTo>
                      <a:pt x="2708" y="513"/>
                    </a:lnTo>
                    <a:lnTo>
                      <a:pt x="2874" y="584"/>
                    </a:lnTo>
                    <a:lnTo>
                      <a:pt x="2927" y="616"/>
                    </a:lnTo>
                    <a:lnTo>
                      <a:pt x="2967" y="663"/>
                    </a:lnTo>
                    <a:lnTo>
                      <a:pt x="2993" y="753"/>
                    </a:lnTo>
                    <a:lnTo>
                      <a:pt x="2971" y="829"/>
                    </a:lnTo>
                    <a:lnTo>
                      <a:pt x="2929" y="873"/>
                    </a:lnTo>
                    <a:lnTo>
                      <a:pt x="2874" y="909"/>
                    </a:lnTo>
                    <a:lnTo>
                      <a:pt x="2795" y="935"/>
                    </a:lnTo>
                    <a:lnTo>
                      <a:pt x="2708" y="938"/>
                    </a:lnTo>
                    <a:lnTo>
                      <a:pt x="2643" y="937"/>
                    </a:lnTo>
                    <a:lnTo>
                      <a:pt x="2574" y="931"/>
                    </a:lnTo>
                    <a:lnTo>
                      <a:pt x="2498" y="920"/>
                    </a:lnTo>
                    <a:lnTo>
                      <a:pt x="2424" y="900"/>
                    </a:lnTo>
                    <a:lnTo>
                      <a:pt x="2258" y="837"/>
                    </a:lnTo>
                    <a:lnTo>
                      <a:pt x="2477" y="981"/>
                    </a:lnTo>
                    <a:lnTo>
                      <a:pt x="2512" y="1013"/>
                    </a:lnTo>
                    <a:lnTo>
                      <a:pt x="2526" y="1048"/>
                    </a:lnTo>
                    <a:lnTo>
                      <a:pt x="2645" y="1115"/>
                    </a:lnTo>
                    <a:lnTo>
                      <a:pt x="2756" y="1194"/>
                    </a:lnTo>
                    <a:lnTo>
                      <a:pt x="2824" y="1275"/>
                    </a:lnTo>
                    <a:lnTo>
                      <a:pt x="2874" y="1309"/>
                    </a:lnTo>
                    <a:lnTo>
                      <a:pt x="2929" y="1351"/>
                    </a:lnTo>
                    <a:lnTo>
                      <a:pt x="2983" y="1420"/>
                    </a:lnTo>
                    <a:lnTo>
                      <a:pt x="3024" y="1475"/>
                    </a:lnTo>
                    <a:lnTo>
                      <a:pt x="3158" y="1570"/>
                    </a:lnTo>
                    <a:lnTo>
                      <a:pt x="3202" y="1613"/>
                    </a:lnTo>
                    <a:lnTo>
                      <a:pt x="3249" y="1676"/>
                    </a:lnTo>
                    <a:lnTo>
                      <a:pt x="3273" y="1722"/>
                    </a:lnTo>
                    <a:lnTo>
                      <a:pt x="3299" y="1776"/>
                    </a:lnTo>
                    <a:lnTo>
                      <a:pt x="3311" y="1829"/>
                    </a:lnTo>
                    <a:lnTo>
                      <a:pt x="3308" y="1879"/>
                    </a:lnTo>
                    <a:lnTo>
                      <a:pt x="3287" y="1928"/>
                    </a:lnTo>
                    <a:lnTo>
                      <a:pt x="3239" y="1969"/>
                    </a:lnTo>
                    <a:lnTo>
                      <a:pt x="3196" y="1988"/>
                    </a:lnTo>
                    <a:lnTo>
                      <a:pt x="3228" y="2050"/>
                    </a:lnTo>
                    <a:lnTo>
                      <a:pt x="3239" y="2087"/>
                    </a:lnTo>
                    <a:lnTo>
                      <a:pt x="3237" y="2131"/>
                    </a:lnTo>
                    <a:lnTo>
                      <a:pt x="3227" y="2179"/>
                    </a:lnTo>
                    <a:lnTo>
                      <a:pt x="3218" y="2200"/>
                    </a:lnTo>
                    <a:lnTo>
                      <a:pt x="3201" y="2226"/>
                    </a:lnTo>
                    <a:lnTo>
                      <a:pt x="3184" y="2244"/>
                    </a:lnTo>
                    <a:lnTo>
                      <a:pt x="3159" y="2262"/>
                    </a:lnTo>
                    <a:lnTo>
                      <a:pt x="3117" y="2272"/>
                    </a:lnTo>
                    <a:lnTo>
                      <a:pt x="3068" y="2281"/>
                    </a:lnTo>
                    <a:lnTo>
                      <a:pt x="3002" y="2267"/>
                    </a:lnTo>
                    <a:lnTo>
                      <a:pt x="2934" y="2245"/>
                    </a:lnTo>
                    <a:lnTo>
                      <a:pt x="2939" y="2291"/>
                    </a:lnTo>
                    <a:lnTo>
                      <a:pt x="2934" y="2342"/>
                    </a:lnTo>
                    <a:lnTo>
                      <a:pt x="2923" y="2369"/>
                    </a:lnTo>
                    <a:lnTo>
                      <a:pt x="2908" y="2394"/>
                    </a:lnTo>
                    <a:lnTo>
                      <a:pt x="2890" y="2410"/>
                    </a:lnTo>
                    <a:lnTo>
                      <a:pt x="2867" y="2420"/>
                    </a:lnTo>
                    <a:lnTo>
                      <a:pt x="2842" y="2422"/>
                    </a:lnTo>
                    <a:lnTo>
                      <a:pt x="2808" y="2423"/>
                    </a:lnTo>
                    <a:lnTo>
                      <a:pt x="2768" y="2420"/>
                    </a:lnTo>
                    <a:lnTo>
                      <a:pt x="2734" y="2410"/>
                    </a:lnTo>
                    <a:lnTo>
                      <a:pt x="2629" y="2373"/>
                    </a:lnTo>
                    <a:lnTo>
                      <a:pt x="2537" y="2325"/>
                    </a:lnTo>
                    <a:lnTo>
                      <a:pt x="2337" y="2223"/>
                    </a:lnTo>
                    <a:lnTo>
                      <a:pt x="2229" y="2147"/>
                    </a:lnTo>
                    <a:lnTo>
                      <a:pt x="2176" y="2173"/>
                    </a:lnTo>
                    <a:lnTo>
                      <a:pt x="2115" y="2173"/>
                    </a:lnTo>
                    <a:lnTo>
                      <a:pt x="2012" y="2147"/>
                    </a:lnTo>
                    <a:lnTo>
                      <a:pt x="1832" y="2084"/>
                    </a:lnTo>
                    <a:lnTo>
                      <a:pt x="1642" y="2004"/>
                    </a:lnTo>
                    <a:lnTo>
                      <a:pt x="1454" y="1910"/>
                    </a:lnTo>
                    <a:lnTo>
                      <a:pt x="1364" y="1853"/>
                    </a:lnTo>
                    <a:lnTo>
                      <a:pt x="1263" y="1800"/>
                    </a:lnTo>
                    <a:lnTo>
                      <a:pt x="1158" y="1766"/>
                    </a:lnTo>
                    <a:lnTo>
                      <a:pt x="1073" y="1729"/>
                    </a:lnTo>
                    <a:lnTo>
                      <a:pt x="995" y="1687"/>
                    </a:lnTo>
                    <a:lnTo>
                      <a:pt x="941" y="1654"/>
                    </a:lnTo>
                    <a:lnTo>
                      <a:pt x="821" y="1562"/>
                    </a:lnTo>
                    <a:lnTo>
                      <a:pt x="585" y="1341"/>
                    </a:lnTo>
                    <a:lnTo>
                      <a:pt x="270" y="1059"/>
                    </a:lnTo>
                    <a:lnTo>
                      <a:pt x="0" y="696"/>
                    </a:lnTo>
                    <a:lnTo>
                      <a:pt x="208" y="206"/>
                    </a:lnTo>
                    <a:lnTo>
                      <a:pt x="538" y="113"/>
                    </a:lnTo>
                    <a:close/>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22" name="Freeform 110"/>
              <p:cNvSpPr>
                <a:spLocks/>
              </p:cNvSpPr>
              <p:nvPr/>
            </p:nvSpPr>
            <p:spPr bwMode="auto">
              <a:xfrm>
                <a:off x="4784" y="3075"/>
                <a:ext cx="336" cy="224"/>
              </a:xfrm>
              <a:custGeom>
                <a:avLst/>
                <a:gdLst>
                  <a:gd name="T0" fmla="*/ 961 w 1008"/>
                  <a:gd name="T1" fmla="*/ 673 h 673"/>
                  <a:gd name="T2" fmla="*/ 995 w 1008"/>
                  <a:gd name="T3" fmla="*/ 624 h 673"/>
                  <a:gd name="T4" fmla="*/ 1008 w 1008"/>
                  <a:gd name="T5" fmla="*/ 572 h 673"/>
                  <a:gd name="T6" fmla="*/ 1004 w 1008"/>
                  <a:gd name="T7" fmla="*/ 530 h 673"/>
                  <a:gd name="T8" fmla="*/ 970 w 1008"/>
                  <a:gd name="T9" fmla="*/ 469 h 673"/>
                  <a:gd name="T10" fmla="*/ 916 w 1008"/>
                  <a:gd name="T11" fmla="*/ 420 h 673"/>
                  <a:gd name="T12" fmla="*/ 847 w 1008"/>
                  <a:gd name="T13" fmla="*/ 372 h 673"/>
                  <a:gd name="T14" fmla="*/ 763 w 1008"/>
                  <a:gd name="T15" fmla="*/ 332 h 673"/>
                  <a:gd name="T16" fmla="*/ 679 w 1008"/>
                  <a:gd name="T17" fmla="*/ 310 h 673"/>
                  <a:gd name="T18" fmla="*/ 599 w 1008"/>
                  <a:gd name="T19" fmla="*/ 291 h 673"/>
                  <a:gd name="T20" fmla="*/ 557 w 1008"/>
                  <a:gd name="T21" fmla="*/ 248 h 673"/>
                  <a:gd name="T22" fmla="*/ 513 w 1008"/>
                  <a:gd name="T23" fmla="*/ 208 h 673"/>
                  <a:gd name="T24" fmla="*/ 454 w 1008"/>
                  <a:gd name="T25" fmla="*/ 161 h 673"/>
                  <a:gd name="T26" fmla="*/ 405 w 1008"/>
                  <a:gd name="T27" fmla="*/ 129 h 673"/>
                  <a:gd name="T28" fmla="*/ 332 w 1008"/>
                  <a:gd name="T29" fmla="*/ 92 h 673"/>
                  <a:gd name="T30" fmla="*/ 292 w 1008"/>
                  <a:gd name="T31" fmla="*/ 75 h 673"/>
                  <a:gd name="T32" fmla="*/ 220 w 1008"/>
                  <a:gd name="T33" fmla="*/ 33 h 673"/>
                  <a:gd name="T34" fmla="*/ 142 w 1008"/>
                  <a:gd name="T35" fmla="*/ 10 h 673"/>
                  <a:gd name="T36" fmla="*/ 53 w 1008"/>
                  <a:gd name="T37" fmla="*/ 0 h 673"/>
                  <a:gd name="T38" fmla="*/ 0 w 1008"/>
                  <a:gd name="T39" fmla="*/ 1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08" h="673">
                    <a:moveTo>
                      <a:pt x="961" y="673"/>
                    </a:moveTo>
                    <a:lnTo>
                      <a:pt x="995" y="624"/>
                    </a:lnTo>
                    <a:lnTo>
                      <a:pt x="1008" y="572"/>
                    </a:lnTo>
                    <a:lnTo>
                      <a:pt x="1004" y="530"/>
                    </a:lnTo>
                    <a:lnTo>
                      <a:pt x="970" y="469"/>
                    </a:lnTo>
                    <a:lnTo>
                      <a:pt x="916" y="420"/>
                    </a:lnTo>
                    <a:lnTo>
                      <a:pt x="847" y="372"/>
                    </a:lnTo>
                    <a:lnTo>
                      <a:pt x="763" y="332"/>
                    </a:lnTo>
                    <a:lnTo>
                      <a:pt x="679" y="310"/>
                    </a:lnTo>
                    <a:lnTo>
                      <a:pt x="599" y="291"/>
                    </a:lnTo>
                    <a:lnTo>
                      <a:pt x="557" y="248"/>
                    </a:lnTo>
                    <a:lnTo>
                      <a:pt x="513" y="208"/>
                    </a:lnTo>
                    <a:lnTo>
                      <a:pt x="454" y="161"/>
                    </a:lnTo>
                    <a:lnTo>
                      <a:pt x="405" y="129"/>
                    </a:lnTo>
                    <a:lnTo>
                      <a:pt x="332" y="92"/>
                    </a:lnTo>
                    <a:lnTo>
                      <a:pt x="292" y="75"/>
                    </a:lnTo>
                    <a:lnTo>
                      <a:pt x="220" y="33"/>
                    </a:lnTo>
                    <a:lnTo>
                      <a:pt x="142" y="10"/>
                    </a:lnTo>
                    <a:lnTo>
                      <a:pt x="53" y="0"/>
                    </a:lnTo>
                    <a:lnTo>
                      <a:pt x="0" y="1"/>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23" name="Freeform 111"/>
              <p:cNvSpPr>
                <a:spLocks/>
              </p:cNvSpPr>
              <p:nvPr/>
            </p:nvSpPr>
            <p:spPr bwMode="auto">
              <a:xfrm>
                <a:off x="4981" y="3054"/>
                <a:ext cx="359" cy="279"/>
              </a:xfrm>
              <a:custGeom>
                <a:avLst/>
                <a:gdLst>
                  <a:gd name="T0" fmla="*/ 1077 w 1077"/>
                  <a:gd name="T1" fmla="*/ 838 h 838"/>
                  <a:gd name="T2" fmla="*/ 1069 w 1077"/>
                  <a:gd name="T3" fmla="*/ 806 h 838"/>
                  <a:gd name="T4" fmla="*/ 1057 w 1077"/>
                  <a:gd name="T5" fmla="*/ 769 h 838"/>
                  <a:gd name="T6" fmla="*/ 1036 w 1077"/>
                  <a:gd name="T7" fmla="*/ 732 h 838"/>
                  <a:gd name="T8" fmla="*/ 1016 w 1077"/>
                  <a:gd name="T9" fmla="*/ 704 h 838"/>
                  <a:gd name="T10" fmla="*/ 989 w 1077"/>
                  <a:gd name="T11" fmla="*/ 676 h 838"/>
                  <a:gd name="T12" fmla="*/ 908 w 1077"/>
                  <a:gd name="T13" fmla="*/ 609 h 838"/>
                  <a:gd name="T14" fmla="*/ 814 w 1077"/>
                  <a:gd name="T15" fmla="*/ 548 h 838"/>
                  <a:gd name="T16" fmla="*/ 736 w 1077"/>
                  <a:gd name="T17" fmla="*/ 514 h 838"/>
                  <a:gd name="T18" fmla="*/ 635 w 1077"/>
                  <a:gd name="T19" fmla="*/ 485 h 838"/>
                  <a:gd name="T20" fmla="*/ 547 w 1077"/>
                  <a:gd name="T21" fmla="*/ 413 h 838"/>
                  <a:gd name="T22" fmla="*/ 469 w 1077"/>
                  <a:gd name="T23" fmla="*/ 339 h 838"/>
                  <a:gd name="T24" fmla="*/ 386 w 1077"/>
                  <a:gd name="T25" fmla="*/ 275 h 838"/>
                  <a:gd name="T26" fmla="*/ 286 w 1077"/>
                  <a:gd name="T27" fmla="*/ 213 h 838"/>
                  <a:gd name="T28" fmla="*/ 198 w 1077"/>
                  <a:gd name="T29" fmla="*/ 159 h 838"/>
                  <a:gd name="T30" fmla="*/ 120 w 1077"/>
                  <a:gd name="T31" fmla="*/ 72 h 838"/>
                  <a:gd name="T32" fmla="*/ 0 w 1077"/>
                  <a:gd name="T33" fmla="*/ 0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77" h="838">
                    <a:moveTo>
                      <a:pt x="1077" y="838"/>
                    </a:moveTo>
                    <a:lnTo>
                      <a:pt x="1069" y="806"/>
                    </a:lnTo>
                    <a:lnTo>
                      <a:pt x="1057" y="769"/>
                    </a:lnTo>
                    <a:lnTo>
                      <a:pt x="1036" y="732"/>
                    </a:lnTo>
                    <a:lnTo>
                      <a:pt x="1016" y="704"/>
                    </a:lnTo>
                    <a:lnTo>
                      <a:pt x="989" y="676"/>
                    </a:lnTo>
                    <a:lnTo>
                      <a:pt x="908" y="609"/>
                    </a:lnTo>
                    <a:lnTo>
                      <a:pt x="814" y="548"/>
                    </a:lnTo>
                    <a:lnTo>
                      <a:pt x="736" y="514"/>
                    </a:lnTo>
                    <a:lnTo>
                      <a:pt x="635" y="485"/>
                    </a:lnTo>
                    <a:lnTo>
                      <a:pt x="547" y="413"/>
                    </a:lnTo>
                    <a:lnTo>
                      <a:pt x="469" y="339"/>
                    </a:lnTo>
                    <a:lnTo>
                      <a:pt x="386" y="275"/>
                    </a:lnTo>
                    <a:lnTo>
                      <a:pt x="286" y="213"/>
                    </a:lnTo>
                    <a:lnTo>
                      <a:pt x="198" y="159"/>
                    </a:lnTo>
                    <a:lnTo>
                      <a:pt x="120" y="72"/>
                    </a:lnTo>
                    <a:lnTo>
                      <a:pt x="0" y="0"/>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24" name="Freeform 112"/>
              <p:cNvSpPr>
                <a:spLocks/>
              </p:cNvSpPr>
              <p:nvPr/>
            </p:nvSpPr>
            <p:spPr bwMode="auto">
              <a:xfrm>
                <a:off x="5074" y="2973"/>
                <a:ext cx="356" cy="276"/>
              </a:xfrm>
              <a:custGeom>
                <a:avLst/>
                <a:gdLst>
                  <a:gd name="T0" fmla="*/ 1069 w 1069"/>
                  <a:gd name="T1" fmla="*/ 828 h 828"/>
                  <a:gd name="T2" fmla="*/ 1026 w 1069"/>
                  <a:gd name="T3" fmla="*/ 771 h 828"/>
                  <a:gd name="T4" fmla="*/ 989 w 1069"/>
                  <a:gd name="T5" fmla="*/ 728 h 828"/>
                  <a:gd name="T6" fmla="*/ 947 w 1069"/>
                  <a:gd name="T7" fmla="*/ 694 h 828"/>
                  <a:gd name="T8" fmla="*/ 797 w 1069"/>
                  <a:gd name="T9" fmla="*/ 593 h 828"/>
                  <a:gd name="T10" fmla="*/ 698 w 1069"/>
                  <a:gd name="T11" fmla="*/ 540 h 828"/>
                  <a:gd name="T12" fmla="*/ 624 w 1069"/>
                  <a:gd name="T13" fmla="*/ 463 h 828"/>
                  <a:gd name="T14" fmla="*/ 539 w 1069"/>
                  <a:gd name="T15" fmla="*/ 393 h 828"/>
                  <a:gd name="T16" fmla="*/ 458 w 1069"/>
                  <a:gd name="T17" fmla="*/ 332 h 828"/>
                  <a:gd name="T18" fmla="*/ 372 w 1069"/>
                  <a:gd name="T19" fmla="*/ 278 h 828"/>
                  <a:gd name="T20" fmla="*/ 322 w 1069"/>
                  <a:gd name="T21" fmla="*/ 243 h 828"/>
                  <a:gd name="T22" fmla="*/ 222 w 1069"/>
                  <a:gd name="T23" fmla="*/ 188 h 828"/>
                  <a:gd name="T24" fmla="*/ 126 w 1069"/>
                  <a:gd name="T25" fmla="*/ 80 h 828"/>
                  <a:gd name="T26" fmla="*/ 0 w 1069"/>
                  <a:gd name="T27" fmla="*/ 0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9" h="828">
                    <a:moveTo>
                      <a:pt x="1069" y="828"/>
                    </a:moveTo>
                    <a:lnTo>
                      <a:pt x="1026" y="771"/>
                    </a:lnTo>
                    <a:lnTo>
                      <a:pt x="989" y="728"/>
                    </a:lnTo>
                    <a:lnTo>
                      <a:pt x="947" y="694"/>
                    </a:lnTo>
                    <a:lnTo>
                      <a:pt x="797" y="593"/>
                    </a:lnTo>
                    <a:lnTo>
                      <a:pt x="698" y="540"/>
                    </a:lnTo>
                    <a:lnTo>
                      <a:pt x="624" y="463"/>
                    </a:lnTo>
                    <a:lnTo>
                      <a:pt x="539" y="393"/>
                    </a:lnTo>
                    <a:lnTo>
                      <a:pt x="458" y="332"/>
                    </a:lnTo>
                    <a:lnTo>
                      <a:pt x="372" y="278"/>
                    </a:lnTo>
                    <a:lnTo>
                      <a:pt x="322" y="243"/>
                    </a:lnTo>
                    <a:lnTo>
                      <a:pt x="222" y="188"/>
                    </a:lnTo>
                    <a:lnTo>
                      <a:pt x="126" y="80"/>
                    </a:lnTo>
                    <a:lnTo>
                      <a:pt x="0" y="0"/>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25" name="Freeform 113"/>
              <p:cNvSpPr>
                <a:spLocks/>
              </p:cNvSpPr>
              <p:nvPr/>
            </p:nvSpPr>
            <p:spPr bwMode="auto">
              <a:xfrm>
                <a:off x="5130" y="2749"/>
                <a:ext cx="12" cy="104"/>
              </a:xfrm>
              <a:custGeom>
                <a:avLst/>
                <a:gdLst>
                  <a:gd name="T0" fmla="*/ 20 w 36"/>
                  <a:gd name="T1" fmla="*/ 313 h 313"/>
                  <a:gd name="T2" fmla="*/ 4 w 36"/>
                  <a:gd name="T3" fmla="*/ 216 h 313"/>
                  <a:gd name="T4" fmla="*/ 0 w 36"/>
                  <a:gd name="T5" fmla="*/ 152 h 313"/>
                  <a:gd name="T6" fmla="*/ 16 w 36"/>
                  <a:gd name="T7" fmla="*/ 66 h 313"/>
                  <a:gd name="T8" fmla="*/ 36 w 36"/>
                  <a:gd name="T9" fmla="*/ 0 h 313"/>
                </a:gdLst>
                <a:ahLst/>
                <a:cxnLst>
                  <a:cxn ang="0">
                    <a:pos x="T0" y="T1"/>
                  </a:cxn>
                  <a:cxn ang="0">
                    <a:pos x="T2" y="T3"/>
                  </a:cxn>
                  <a:cxn ang="0">
                    <a:pos x="T4" y="T5"/>
                  </a:cxn>
                  <a:cxn ang="0">
                    <a:pos x="T6" y="T7"/>
                  </a:cxn>
                  <a:cxn ang="0">
                    <a:pos x="T8" y="T9"/>
                  </a:cxn>
                </a:cxnLst>
                <a:rect l="0" t="0" r="r" b="b"/>
                <a:pathLst>
                  <a:path w="36" h="313">
                    <a:moveTo>
                      <a:pt x="20" y="313"/>
                    </a:moveTo>
                    <a:lnTo>
                      <a:pt x="4" y="216"/>
                    </a:lnTo>
                    <a:lnTo>
                      <a:pt x="0" y="152"/>
                    </a:lnTo>
                    <a:lnTo>
                      <a:pt x="16" y="66"/>
                    </a:lnTo>
                    <a:lnTo>
                      <a:pt x="36" y="0"/>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26" name="Freeform 114"/>
              <p:cNvSpPr>
                <a:spLocks/>
              </p:cNvSpPr>
              <p:nvPr/>
            </p:nvSpPr>
            <p:spPr bwMode="auto">
              <a:xfrm>
                <a:off x="5146" y="2938"/>
                <a:ext cx="59" cy="59"/>
              </a:xfrm>
              <a:custGeom>
                <a:avLst/>
                <a:gdLst>
                  <a:gd name="T0" fmla="*/ 177 w 177"/>
                  <a:gd name="T1" fmla="*/ 0 h 175"/>
                  <a:gd name="T2" fmla="*/ 133 w 177"/>
                  <a:gd name="T3" fmla="*/ 9 h 175"/>
                  <a:gd name="T4" fmla="*/ 84 w 177"/>
                  <a:gd name="T5" fmla="*/ 34 h 175"/>
                  <a:gd name="T6" fmla="*/ 43 w 177"/>
                  <a:gd name="T7" fmla="*/ 72 h 175"/>
                  <a:gd name="T8" fmla="*/ 21 w 177"/>
                  <a:gd name="T9" fmla="*/ 107 h 175"/>
                  <a:gd name="T10" fmla="*/ 0 w 177"/>
                  <a:gd name="T11" fmla="*/ 175 h 175"/>
                </a:gdLst>
                <a:ahLst/>
                <a:cxnLst>
                  <a:cxn ang="0">
                    <a:pos x="T0" y="T1"/>
                  </a:cxn>
                  <a:cxn ang="0">
                    <a:pos x="T2" y="T3"/>
                  </a:cxn>
                  <a:cxn ang="0">
                    <a:pos x="T4" y="T5"/>
                  </a:cxn>
                  <a:cxn ang="0">
                    <a:pos x="T6" y="T7"/>
                  </a:cxn>
                  <a:cxn ang="0">
                    <a:pos x="T8" y="T9"/>
                  </a:cxn>
                  <a:cxn ang="0">
                    <a:pos x="T10" y="T11"/>
                  </a:cxn>
                </a:cxnLst>
                <a:rect l="0" t="0" r="r" b="b"/>
                <a:pathLst>
                  <a:path w="177" h="175">
                    <a:moveTo>
                      <a:pt x="177" y="0"/>
                    </a:moveTo>
                    <a:lnTo>
                      <a:pt x="133" y="9"/>
                    </a:lnTo>
                    <a:lnTo>
                      <a:pt x="84" y="34"/>
                    </a:lnTo>
                    <a:lnTo>
                      <a:pt x="43" y="72"/>
                    </a:lnTo>
                    <a:lnTo>
                      <a:pt x="21" y="107"/>
                    </a:lnTo>
                    <a:lnTo>
                      <a:pt x="0" y="175"/>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27" name="Freeform 115"/>
              <p:cNvSpPr>
                <a:spLocks/>
              </p:cNvSpPr>
              <p:nvPr/>
            </p:nvSpPr>
            <p:spPr bwMode="auto">
              <a:xfrm>
                <a:off x="5048" y="3028"/>
                <a:ext cx="94" cy="41"/>
              </a:xfrm>
              <a:custGeom>
                <a:avLst/>
                <a:gdLst>
                  <a:gd name="T0" fmla="*/ 281 w 281"/>
                  <a:gd name="T1" fmla="*/ 3 h 123"/>
                  <a:gd name="T2" fmla="*/ 229 w 281"/>
                  <a:gd name="T3" fmla="*/ 0 h 123"/>
                  <a:gd name="T4" fmla="*/ 159 w 281"/>
                  <a:gd name="T5" fmla="*/ 12 h 123"/>
                  <a:gd name="T6" fmla="*/ 88 w 281"/>
                  <a:gd name="T7" fmla="*/ 34 h 123"/>
                  <a:gd name="T8" fmla="*/ 50 w 281"/>
                  <a:gd name="T9" fmla="*/ 60 h 123"/>
                  <a:gd name="T10" fmla="*/ 0 w 281"/>
                  <a:gd name="T11" fmla="*/ 123 h 123"/>
                </a:gdLst>
                <a:ahLst/>
                <a:cxnLst>
                  <a:cxn ang="0">
                    <a:pos x="T0" y="T1"/>
                  </a:cxn>
                  <a:cxn ang="0">
                    <a:pos x="T2" y="T3"/>
                  </a:cxn>
                  <a:cxn ang="0">
                    <a:pos x="T4" y="T5"/>
                  </a:cxn>
                  <a:cxn ang="0">
                    <a:pos x="T6" y="T7"/>
                  </a:cxn>
                  <a:cxn ang="0">
                    <a:pos x="T8" y="T9"/>
                  </a:cxn>
                  <a:cxn ang="0">
                    <a:pos x="T10" y="T11"/>
                  </a:cxn>
                </a:cxnLst>
                <a:rect l="0" t="0" r="r" b="b"/>
                <a:pathLst>
                  <a:path w="281" h="123">
                    <a:moveTo>
                      <a:pt x="281" y="3"/>
                    </a:moveTo>
                    <a:lnTo>
                      <a:pt x="229" y="0"/>
                    </a:lnTo>
                    <a:lnTo>
                      <a:pt x="159" y="12"/>
                    </a:lnTo>
                    <a:lnTo>
                      <a:pt x="88" y="34"/>
                    </a:lnTo>
                    <a:lnTo>
                      <a:pt x="50" y="60"/>
                    </a:lnTo>
                    <a:lnTo>
                      <a:pt x="0" y="123"/>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28" name="Freeform 116"/>
              <p:cNvSpPr>
                <a:spLocks/>
              </p:cNvSpPr>
              <p:nvPr/>
            </p:nvSpPr>
            <p:spPr bwMode="auto">
              <a:xfrm>
                <a:off x="4920" y="3088"/>
                <a:ext cx="106" cy="22"/>
              </a:xfrm>
              <a:custGeom>
                <a:avLst/>
                <a:gdLst>
                  <a:gd name="T0" fmla="*/ 319 w 319"/>
                  <a:gd name="T1" fmla="*/ 5 h 68"/>
                  <a:gd name="T2" fmla="*/ 247 w 319"/>
                  <a:gd name="T3" fmla="*/ 0 h 68"/>
                  <a:gd name="T4" fmla="*/ 171 w 319"/>
                  <a:gd name="T5" fmla="*/ 3 h 68"/>
                  <a:gd name="T6" fmla="*/ 108 w 319"/>
                  <a:gd name="T7" fmla="*/ 21 h 68"/>
                  <a:gd name="T8" fmla="*/ 42 w 319"/>
                  <a:gd name="T9" fmla="*/ 41 h 68"/>
                  <a:gd name="T10" fmla="*/ 0 w 319"/>
                  <a:gd name="T11" fmla="*/ 68 h 68"/>
                </a:gdLst>
                <a:ahLst/>
                <a:cxnLst>
                  <a:cxn ang="0">
                    <a:pos x="T0" y="T1"/>
                  </a:cxn>
                  <a:cxn ang="0">
                    <a:pos x="T2" y="T3"/>
                  </a:cxn>
                  <a:cxn ang="0">
                    <a:pos x="T4" y="T5"/>
                  </a:cxn>
                  <a:cxn ang="0">
                    <a:pos x="T6" y="T7"/>
                  </a:cxn>
                  <a:cxn ang="0">
                    <a:pos x="T8" y="T9"/>
                  </a:cxn>
                  <a:cxn ang="0">
                    <a:pos x="T10" y="T11"/>
                  </a:cxn>
                </a:cxnLst>
                <a:rect l="0" t="0" r="r" b="b"/>
                <a:pathLst>
                  <a:path w="319" h="68">
                    <a:moveTo>
                      <a:pt x="319" y="5"/>
                    </a:moveTo>
                    <a:lnTo>
                      <a:pt x="247" y="0"/>
                    </a:lnTo>
                    <a:lnTo>
                      <a:pt x="171" y="3"/>
                    </a:lnTo>
                    <a:lnTo>
                      <a:pt x="108" y="21"/>
                    </a:lnTo>
                    <a:lnTo>
                      <a:pt x="42" y="41"/>
                    </a:lnTo>
                    <a:lnTo>
                      <a:pt x="0" y="68"/>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29" name="Freeform 117"/>
              <p:cNvSpPr>
                <a:spLocks/>
              </p:cNvSpPr>
              <p:nvPr/>
            </p:nvSpPr>
            <p:spPr bwMode="auto">
              <a:xfrm>
                <a:off x="5251" y="3010"/>
                <a:ext cx="50" cy="35"/>
              </a:xfrm>
              <a:custGeom>
                <a:avLst/>
                <a:gdLst>
                  <a:gd name="T0" fmla="*/ 150 w 150"/>
                  <a:gd name="T1" fmla="*/ 0 h 103"/>
                  <a:gd name="T2" fmla="*/ 97 w 150"/>
                  <a:gd name="T3" fmla="*/ 12 h 103"/>
                  <a:gd name="T4" fmla="*/ 45 w 150"/>
                  <a:gd name="T5" fmla="*/ 40 h 103"/>
                  <a:gd name="T6" fmla="*/ 0 w 150"/>
                  <a:gd name="T7" fmla="*/ 103 h 103"/>
                </a:gdLst>
                <a:ahLst/>
                <a:cxnLst>
                  <a:cxn ang="0">
                    <a:pos x="T0" y="T1"/>
                  </a:cxn>
                  <a:cxn ang="0">
                    <a:pos x="T2" y="T3"/>
                  </a:cxn>
                  <a:cxn ang="0">
                    <a:pos x="T4" y="T5"/>
                  </a:cxn>
                  <a:cxn ang="0">
                    <a:pos x="T6" y="T7"/>
                  </a:cxn>
                </a:cxnLst>
                <a:rect l="0" t="0" r="r" b="b"/>
                <a:pathLst>
                  <a:path w="150" h="103">
                    <a:moveTo>
                      <a:pt x="150" y="0"/>
                    </a:moveTo>
                    <a:lnTo>
                      <a:pt x="97" y="12"/>
                    </a:lnTo>
                    <a:lnTo>
                      <a:pt x="45" y="40"/>
                    </a:lnTo>
                    <a:lnTo>
                      <a:pt x="0" y="103"/>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30" name="Freeform 118"/>
              <p:cNvSpPr>
                <a:spLocks/>
              </p:cNvSpPr>
              <p:nvPr/>
            </p:nvSpPr>
            <p:spPr bwMode="auto">
              <a:xfrm>
                <a:off x="5142" y="3082"/>
                <a:ext cx="81" cy="42"/>
              </a:xfrm>
              <a:custGeom>
                <a:avLst/>
                <a:gdLst>
                  <a:gd name="T0" fmla="*/ 242 w 242"/>
                  <a:gd name="T1" fmla="*/ 3 h 124"/>
                  <a:gd name="T2" fmla="*/ 165 w 242"/>
                  <a:gd name="T3" fmla="*/ 0 h 124"/>
                  <a:gd name="T4" fmla="*/ 114 w 242"/>
                  <a:gd name="T5" fmla="*/ 19 h 124"/>
                  <a:gd name="T6" fmla="*/ 59 w 242"/>
                  <a:gd name="T7" fmla="*/ 57 h 124"/>
                  <a:gd name="T8" fmla="*/ 0 w 242"/>
                  <a:gd name="T9" fmla="*/ 124 h 124"/>
                </a:gdLst>
                <a:ahLst/>
                <a:cxnLst>
                  <a:cxn ang="0">
                    <a:pos x="T0" y="T1"/>
                  </a:cxn>
                  <a:cxn ang="0">
                    <a:pos x="T2" y="T3"/>
                  </a:cxn>
                  <a:cxn ang="0">
                    <a:pos x="T4" y="T5"/>
                  </a:cxn>
                  <a:cxn ang="0">
                    <a:pos x="T6" y="T7"/>
                  </a:cxn>
                  <a:cxn ang="0">
                    <a:pos x="T8" y="T9"/>
                  </a:cxn>
                </a:cxnLst>
                <a:rect l="0" t="0" r="r" b="b"/>
                <a:pathLst>
                  <a:path w="242" h="124">
                    <a:moveTo>
                      <a:pt x="242" y="3"/>
                    </a:moveTo>
                    <a:lnTo>
                      <a:pt x="165" y="0"/>
                    </a:lnTo>
                    <a:lnTo>
                      <a:pt x="114" y="19"/>
                    </a:lnTo>
                    <a:lnTo>
                      <a:pt x="59" y="57"/>
                    </a:lnTo>
                    <a:lnTo>
                      <a:pt x="0" y="124"/>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31" name="Freeform 119"/>
              <p:cNvSpPr>
                <a:spLocks/>
              </p:cNvSpPr>
              <p:nvPr/>
            </p:nvSpPr>
            <p:spPr bwMode="auto">
              <a:xfrm>
                <a:off x="5262" y="3167"/>
                <a:ext cx="68" cy="32"/>
              </a:xfrm>
              <a:custGeom>
                <a:avLst/>
                <a:gdLst>
                  <a:gd name="T0" fmla="*/ 205 w 205"/>
                  <a:gd name="T1" fmla="*/ 0 h 95"/>
                  <a:gd name="T2" fmla="*/ 155 w 205"/>
                  <a:gd name="T3" fmla="*/ 0 h 95"/>
                  <a:gd name="T4" fmla="*/ 102 w 205"/>
                  <a:gd name="T5" fmla="*/ 15 h 95"/>
                  <a:gd name="T6" fmla="*/ 44 w 205"/>
                  <a:gd name="T7" fmla="*/ 48 h 95"/>
                  <a:gd name="T8" fmla="*/ 0 w 205"/>
                  <a:gd name="T9" fmla="*/ 95 h 95"/>
                </a:gdLst>
                <a:ahLst/>
                <a:cxnLst>
                  <a:cxn ang="0">
                    <a:pos x="T0" y="T1"/>
                  </a:cxn>
                  <a:cxn ang="0">
                    <a:pos x="T2" y="T3"/>
                  </a:cxn>
                  <a:cxn ang="0">
                    <a:pos x="T4" y="T5"/>
                  </a:cxn>
                  <a:cxn ang="0">
                    <a:pos x="T6" y="T7"/>
                  </a:cxn>
                  <a:cxn ang="0">
                    <a:pos x="T8" y="T9"/>
                  </a:cxn>
                </a:cxnLst>
                <a:rect l="0" t="0" r="r" b="b"/>
                <a:pathLst>
                  <a:path w="205" h="95">
                    <a:moveTo>
                      <a:pt x="205" y="0"/>
                    </a:moveTo>
                    <a:lnTo>
                      <a:pt x="155" y="0"/>
                    </a:lnTo>
                    <a:lnTo>
                      <a:pt x="102" y="15"/>
                    </a:lnTo>
                    <a:lnTo>
                      <a:pt x="44" y="48"/>
                    </a:lnTo>
                    <a:lnTo>
                      <a:pt x="0" y="95"/>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32" name="Freeform 120"/>
              <p:cNvSpPr>
                <a:spLocks/>
              </p:cNvSpPr>
              <p:nvPr/>
            </p:nvSpPr>
            <p:spPr bwMode="auto">
              <a:xfrm>
                <a:off x="5139" y="3221"/>
                <a:ext cx="66" cy="33"/>
              </a:xfrm>
              <a:custGeom>
                <a:avLst/>
                <a:gdLst>
                  <a:gd name="T0" fmla="*/ 199 w 199"/>
                  <a:gd name="T1" fmla="*/ 0 h 101"/>
                  <a:gd name="T2" fmla="*/ 127 w 199"/>
                  <a:gd name="T3" fmla="*/ 14 h 101"/>
                  <a:gd name="T4" fmla="*/ 81 w 199"/>
                  <a:gd name="T5" fmla="*/ 31 h 101"/>
                  <a:gd name="T6" fmla="*/ 37 w 199"/>
                  <a:gd name="T7" fmla="*/ 66 h 101"/>
                  <a:gd name="T8" fmla="*/ 0 w 199"/>
                  <a:gd name="T9" fmla="*/ 101 h 101"/>
                </a:gdLst>
                <a:ahLst/>
                <a:cxnLst>
                  <a:cxn ang="0">
                    <a:pos x="T0" y="T1"/>
                  </a:cxn>
                  <a:cxn ang="0">
                    <a:pos x="T2" y="T3"/>
                  </a:cxn>
                  <a:cxn ang="0">
                    <a:pos x="T4" y="T5"/>
                  </a:cxn>
                  <a:cxn ang="0">
                    <a:pos x="T6" y="T7"/>
                  </a:cxn>
                  <a:cxn ang="0">
                    <a:pos x="T8" y="T9"/>
                  </a:cxn>
                </a:cxnLst>
                <a:rect l="0" t="0" r="r" b="b"/>
                <a:pathLst>
                  <a:path w="199" h="101">
                    <a:moveTo>
                      <a:pt x="199" y="0"/>
                    </a:moveTo>
                    <a:lnTo>
                      <a:pt x="127" y="14"/>
                    </a:lnTo>
                    <a:lnTo>
                      <a:pt x="81" y="31"/>
                    </a:lnTo>
                    <a:lnTo>
                      <a:pt x="37" y="66"/>
                    </a:lnTo>
                    <a:lnTo>
                      <a:pt x="0" y="101"/>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33" name="Freeform 121"/>
              <p:cNvSpPr>
                <a:spLocks/>
              </p:cNvSpPr>
              <p:nvPr/>
            </p:nvSpPr>
            <p:spPr bwMode="auto">
              <a:xfrm>
                <a:off x="5013" y="2863"/>
                <a:ext cx="98" cy="85"/>
              </a:xfrm>
              <a:custGeom>
                <a:avLst/>
                <a:gdLst>
                  <a:gd name="T0" fmla="*/ 0 w 296"/>
                  <a:gd name="T1" fmla="*/ 253 h 253"/>
                  <a:gd name="T2" fmla="*/ 63 w 296"/>
                  <a:gd name="T3" fmla="*/ 206 h 253"/>
                  <a:gd name="T4" fmla="*/ 146 w 296"/>
                  <a:gd name="T5" fmla="*/ 142 h 253"/>
                  <a:gd name="T6" fmla="*/ 231 w 296"/>
                  <a:gd name="T7" fmla="*/ 72 h 253"/>
                  <a:gd name="T8" fmla="*/ 296 w 296"/>
                  <a:gd name="T9" fmla="*/ 0 h 253"/>
                </a:gdLst>
                <a:ahLst/>
                <a:cxnLst>
                  <a:cxn ang="0">
                    <a:pos x="T0" y="T1"/>
                  </a:cxn>
                  <a:cxn ang="0">
                    <a:pos x="T2" y="T3"/>
                  </a:cxn>
                  <a:cxn ang="0">
                    <a:pos x="T4" y="T5"/>
                  </a:cxn>
                  <a:cxn ang="0">
                    <a:pos x="T6" y="T7"/>
                  </a:cxn>
                  <a:cxn ang="0">
                    <a:pos x="T8" y="T9"/>
                  </a:cxn>
                </a:cxnLst>
                <a:rect l="0" t="0" r="r" b="b"/>
                <a:pathLst>
                  <a:path w="296" h="253">
                    <a:moveTo>
                      <a:pt x="0" y="253"/>
                    </a:moveTo>
                    <a:lnTo>
                      <a:pt x="63" y="206"/>
                    </a:lnTo>
                    <a:lnTo>
                      <a:pt x="146" y="142"/>
                    </a:lnTo>
                    <a:lnTo>
                      <a:pt x="231" y="72"/>
                    </a:lnTo>
                    <a:lnTo>
                      <a:pt x="296" y="0"/>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34" name="Freeform 122"/>
              <p:cNvSpPr>
                <a:spLocks/>
              </p:cNvSpPr>
              <p:nvPr/>
            </p:nvSpPr>
            <p:spPr bwMode="auto">
              <a:xfrm>
                <a:off x="5016" y="3137"/>
                <a:ext cx="79" cy="32"/>
              </a:xfrm>
              <a:custGeom>
                <a:avLst/>
                <a:gdLst>
                  <a:gd name="T0" fmla="*/ 237 w 237"/>
                  <a:gd name="T1" fmla="*/ 0 h 96"/>
                  <a:gd name="T2" fmla="*/ 152 w 237"/>
                  <a:gd name="T3" fmla="*/ 5 h 96"/>
                  <a:gd name="T4" fmla="*/ 88 w 237"/>
                  <a:gd name="T5" fmla="*/ 25 h 96"/>
                  <a:gd name="T6" fmla="*/ 41 w 237"/>
                  <a:gd name="T7" fmla="*/ 53 h 96"/>
                  <a:gd name="T8" fmla="*/ 0 w 237"/>
                  <a:gd name="T9" fmla="*/ 96 h 96"/>
                </a:gdLst>
                <a:ahLst/>
                <a:cxnLst>
                  <a:cxn ang="0">
                    <a:pos x="T0" y="T1"/>
                  </a:cxn>
                  <a:cxn ang="0">
                    <a:pos x="T2" y="T3"/>
                  </a:cxn>
                  <a:cxn ang="0">
                    <a:pos x="T4" y="T5"/>
                  </a:cxn>
                  <a:cxn ang="0">
                    <a:pos x="T6" y="T7"/>
                  </a:cxn>
                  <a:cxn ang="0">
                    <a:pos x="T8" y="T9"/>
                  </a:cxn>
                </a:cxnLst>
                <a:rect l="0" t="0" r="r" b="b"/>
                <a:pathLst>
                  <a:path w="237" h="96">
                    <a:moveTo>
                      <a:pt x="237" y="0"/>
                    </a:moveTo>
                    <a:lnTo>
                      <a:pt x="152" y="5"/>
                    </a:lnTo>
                    <a:lnTo>
                      <a:pt x="88" y="25"/>
                    </a:lnTo>
                    <a:lnTo>
                      <a:pt x="41" y="53"/>
                    </a:lnTo>
                    <a:lnTo>
                      <a:pt x="0" y="96"/>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35" name="Freeform 123"/>
              <p:cNvSpPr>
                <a:spLocks/>
              </p:cNvSpPr>
              <p:nvPr/>
            </p:nvSpPr>
            <p:spPr bwMode="auto">
              <a:xfrm>
                <a:off x="5320" y="3082"/>
                <a:ext cx="66" cy="27"/>
              </a:xfrm>
              <a:custGeom>
                <a:avLst/>
                <a:gdLst>
                  <a:gd name="T0" fmla="*/ 198 w 198"/>
                  <a:gd name="T1" fmla="*/ 16 h 79"/>
                  <a:gd name="T2" fmla="*/ 145 w 198"/>
                  <a:gd name="T3" fmla="*/ 0 h 79"/>
                  <a:gd name="T4" fmla="*/ 97 w 198"/>
                  <a:gd name="T5" fmla="*/ 3 h 79"/>
                  <a:gd name="T6" fmla="*/ 47 w 198"/>
                  <a:gd name="T7" fmla="*/ 25 h 79"/>
                  <a:gd name="T8" fmla="*/ 16 w 198"/>
                  <a:gd name="T9" fmla="*/ 47 h 79"/>
                  <a:gd name="T10" fmla="*/ 0 w 198"/>
                  <a:gd name="T11" fmla="*/ 79 h 79"/>
                </a:gdLst>
                <a:ahLst/>
                <a:cxnLst>
                  <a:cxn ang="0">
                    <a:pos x="T0" y="T1"/>
                  </a:cxn>
                  <a:cxn ang="0">
                    <a:pos x="T2" y="T3"/>
                  </a:cxn>
                  <a:cxn ang="0">
                    <a:pos x="T4" y="T5"/>
                  </a:cxn>
                  <a:cxn ang="0">
                    <a:pos x="T6" y="T7"/>
                  </a:cxn>
                  <a:cxn ang="0">
                    <a:pos x="T8" y="T9"/>
                  </a:cxn>
                  <a:cxn ang="0">
                    <a:pos x="T10" y="T11"/>
                  </a:cxn>
                </a:cxnLst>
                <a:rect l="0" t="0" r="r" b="b"/>
                <a:pathLst>
                  <a:path w="198" h="79">
                    <a:moveTo>
                      <a:pt x="198" y="16"/>
                    </a:moveTo>
                    <a:lnTo>
                      <a:pt x="145" y="0"/>
                    </a:lnTo>
                    <a:lnTo>
                      <a:pt x="97" y="3"/>
                    </a:lnTo>
                    <a:lnTo>
                      <a:pt x="47" y="25"/>
                    </a:lnTo>
                    <a:lnTo>
                      <a:pt x="16" y="47"/>
                    </a:lnTo>
                    <a:lnTo>
                      <a:pt x="0" y="79"/>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36" name="Freeform 124"/>
              <p:cNvSpPr>
                <a:spLocks/>
              </p:cNvSpPr>
              <p:nvPr/>
            </p:nvSpPr>
            <p:spPr bwMode="auto">
              <a:xfrm>
                <a:off x="4928" y="3174"/>
                <a:ext cx="61" cy="24"/>
              </a:xfrm>
              <a:custGeom>
                <a:avLst/>
                <a:gdLst>
                  <a:gd name="T0" fmla="*/ 184 w 184"/>
                  <a:gd name="T1" fmla="*/ 0 h 72"/>
                  <a:gd name="T2" fmla="*/ 153 w 184"/>
                  <a:gd name="T3" fmla="*/ 0 h 72"/>
                  <a:gd name="T4" fmla="*/ 104 w 184"/>
                  <a:gd name="T5" fmla="*/ 5 h 72"/>
                  <a:gd name="T6" fmla="*/ 62 w 184"/>
                  <a:gd name="T7" fmla="*/ 17 h 72"/>
                  <a:gd name="T8" fmla="*/ 40 w 184"/>
                  <a:gd name="T9" fmla="*/ 32 h 72"/>
                  <a:gd name="T10" fmla="*/ 16 w 184"/>
                  <a:gd name="T11" fmla="*/ 54 h 72"/>
                  <a:gd name="T12" fmla="*/ 0 w 184"/>
                  <a:gd name="T13" fmla="*/ 72 h 72"/>
                </a:gdLst>
                <a:ahLst/>
                <a:cxnLst>
                  <a:cxn ang="0">
                    <a:pos x="T0" y="T1"/>
                  </a:cxn>
                  <a:cxn ang="0">
                    <a:pos x="T2" y="T3"/>
                  </a:cxn>
                  <a:cxn ang="0">
                    <a:pos x="T4" y="T5"/>
                  </a:cxn>
                  <a:cxn ang="0">
                    <a:pos x="T6" y="T7"/>
                  </a:cxn>
                  <a:cxn ang="0">
                    <a:pos x="T8" y="T9"/>
                  </a:cxn>
                  <a:cxn ang="0">
                    <a:pos x="T10" y="T11"/>
                  </a:cxn>
                  <a:cxn ang="0">
                    <a:pos x="T12" y="T13"/>
                  </a:cxn>
                </a:cxnLst>
                <a:rect l="0" t="0" r="r" b="b"/>
                <a:pathLst>
                  <a:path w="184" h="72">
                    <a:moveTo>
                      <a:pt x="184" y="0"/>
                    </a:moveTo>
                    <a:lnTo>
                      <a:pt x="153" y="0"/>
                    </a:lnTo>
                    <a:lnTo>
                      <a:pt x="104" y="5"/>
                    </a:lnTo>
                    <a:lnTo>
                      <a:pt x="62" y="17"/>
                    </a:lnTo>
                    <a:lnTo>
                      <a:pt x="40" y="32"/>
                    </a:lnTo>
                    <a:lnTo>
                      <a:pt x="16" y="54"/>
                    </a:lnTo>
                    <a:lnTo>
                      <a:pt x="0" y="72"/>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37" name="Freeform 125"/>
              <p:cNvSpPr>
                <a:spLocks/>
              </p:cNvSpPr>
              <p:nvPr/>
            </p:nvSpPr>
            <p:spPr bwMode="auto">
              <a:xfrm>
                <a:off x="4839" y="3054"/>
                <a:ext cx="12" cy="26"/>
              </a:xfrm>
              <a:custGeom>
                <a:avLst/>
                <a:gdLst>
                  <a:gd name="T0" fmla="*/ 0 w 38"/>
                  <a:gd name="T1" fmla="*/ 78 h 78"/>
                  <a:gd name="T2" fmla="*/ 12 w 38"/>
                  <a:gd name="T3" fmla="*/ 32 h 78"/>
                  <a:gd name="T4" fmla="*/ 28 w 38"/>
                  <a:gd name="T5" fmla="*/ 9 h 78"/>
                  <a:gd name="T6" fmla="*/ 38 w 38"/>
                  <a:gd name="T7" fmla="*/ 0 h 78"/>
                </a:gdLst>
                <a:ahLst/>
                <a:cxnLst>
                  <a:cxn ang="0">
                    <a:pos x="T0" y="T1"/>
                  </a:cxn>
                  <a:cxn ang="0">
                    <a:pos x="T2" y="T3"/>
                  </a:cxn>
                  <a:cxn ang="0">
                    <a:pos x="T4" y="T5"/>
                  </a:cxn>
                  <a:cxn ang="0">
                    <a:pos x="T6" y="T7"/>
                  </a:cxn>
                </a:cxnLst>
                <a:rect l="0" t="0" r="r" b="b"/>
                <a:pathLst>
                  <a:path w="38" h="78">
                    <a:moveTo>
                      <a:pt x="0" y="78"/>
                    </a:moveTo>
                    <a:lnTo>
                      <a:pt x="12" y="32"/>
                    </a:lnTo>
                    <a:lnTo>
                      <a:pt x="28" y="9"/>
                    </a:lnTo>
                    <a:lnTo>
                      <a:pt x="38" y="0"/>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38" name="Freeform 126"/>
              <p:cNvSpPr>
                <a:spLocks/>
              </p:cNvSpPr>
              <p:nvPr/>
            </p:nvSpPr>
            <p:spPr bwMode="auto">
              <a:xfrm>
                <a:off x="4684" y="2741"/>
                <a:ext cx="342" cy="89"/>
              </a:xfrm>
              <a:custGeom>
                <a:avLst/>
                <a:gdLst>
                  <a:gd name="T0" fmla="*/ 0 w 1027"/>
                  <a:gd name="T1" fmla="*/ 0 h 266"/>
                  <a:gd name="T2" fmla="*/ 158 w 1027"/>
                  <a:gd name="T3" fmla="*/ 141 h 266"/>
                  <a:gd name="T4" fmla="*/ 270 w 1027"/>
                  <a:gd name="T5" fmla="*/ 204 h 266"/>
                  <a:gd name="T6" fmla="*/ 379 w 1027"/>
                  <a:gd name="T7" fmla="*/ 250 h 266"/>
                  <a:gd name="T8" fmla="*/ 727 w 1027"/>
                  <a:gd name="T9" fmla="*/ 266 h 266"/>
                  <a:gd name="T10" fmla="*/ 869 w 1027"/>
                  <a:gd name="T11" fmla="*/ 236 h 266"/>
                  <a:gd name="T12" fmla="*/ 948 w 1027"/>
                  <a:gd name="T13" fmla="*/ 204 h 266"/>
                  <a:gd name="T14" fmla="*/ 1027 w 1027"/>
                  <a:gd name="T15" fmla="*/ 204 h 2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7" h="266">
                    <a:moveTo>
                      <a:pt x="0" y="0"/>
                    </a:moveTo>
                    <a:lnTo>
                      <a:pt x="158" y="141"/>
                    </a:lnTo>
                    <a:lnTo>
                      <a:pt x="270" y="204"/>
                    </a:lnTo>
                    <a:lnTo>
                      <a:pt x="379" y="250"/>
                    </a:lnTo>
                    <a:lnTo>
                      <a:pt x="727" y="266"/>
                    </a:lnTo>
                    <a:lnTo>
                      <a:pt x="869" y="236"/>
                    </a:lnTo>
                    <a:lnTo>
                      <a:pt x="948" y="204"/>
                    </a:lnTo>
                    <a:lnTo>
                      <a:pt x="1027" y="204"/>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39" name="Freeform 127"/>
              <p:cNvSpPr>
                <a:spLocks/>
              </p:cNvSpPr>
              <p:nvPr/>
            </p:nvSpPr>
            <p:spPr bwMode="auto">
              <a:xfrm>
                <a:off x="4700" y="2762"/>
                <a:ext cx="58" cy="132"/>
              </a:xfrm>
              <a:custGeom>
                <a:avLst/>
                <a:gdLst>
                  <a:gd name="T0" fmla="*/ 0 w 174"/>
                  <a:gd name="T1" fmla="*/ 0 h 396"/>
                  <a:gd name="T2" fmla="*/ 80 w 174"/>
                  <a:gd name="T3" fmla="*/ 111 h 396"/>
                  <a:gd name="T4" fmla="*/ 127 w 174"/>
                  <a:gd name="T5" fmla="*/ 221 h 396"/>
                  <a:gd name="T6" fmla="*/ 143 w 174"/>
                  <a:gd name="T7" fmla="*/ 284 h 396"/>
                  <a:gd name="T8" fmla="*/ 174 w 174"/>
                  <a:gd name="T9" fmla="*/ 396 h 396"/>
                </a:gdLst>
                <a:ahLst/>
                <a:cxnLst>
                  <a:cxn ang="0">
                    <a:pos x="T0" y="T1"/>
                  </a:cxn>
                  <a:cxn ang="0">
                    <a:pos x="T2" y="T3"/>
                  </a:cxn>
                  <a:cxn ang="0">
                    <a:pos x="T4" y="T5"/>
                  </a:cxn>
                  <a:cxn ang="0">
                    <a:pos x="T6" y="T7"/>
                  </a:cxn>
                  <a:cxn ang="0">
                    <a:pos x="T8" y="T9"/>
                  </a:cxn>
                </a:cxnLst>
                <a:rect l="0" t="0" r="r" b="b"/>
                <a:pathLst>
                  <a:path w="174" h="396">
                    <a:moveTo>
                      <a:pt x="0" y="0"/>
                    </a:moveTo>
                    <a:lnTo>
                      <a:pt x="80" y="111"/>
                    </a:lnTo>
                    <a:lnTo>
                      <a:pt x="127" y="221"/>
                    </a:lnTo>
                    <a:lnTo>
                      <a:pt x="143" y="284"/>
                    </a:lnTo>
                    <a:lnTo>
                      <a:pt x="174" y="396"/>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40" name="Freeform 128"/>
              <p:cNvSpPr>
                <a:spLocks/>
              </p:cNvSpPr>
              <p:nvPr/>
            </p:nvSpPr>
            <p:spPr bwMode="auto">
              <a:xfrm>
                <a:off x="4653" y="2924"/>
                <a:ext cx="331" cy="142"/>
              </a:xfrm>
              <a:custGeom>
                <a:avLst/>
                <a:gdLst>
                  <a:gd name="T0" fmla="*/ 992 w 992"/>
                  <a:gd name="T1" fmla="*/ 0 h 425"/>
                  <a:gd name="T2" fmla="*/ 804 w 992"/>
                  <a:gd name="T3" fmla="*/ 110 h 425"/>
                  <a:gd name="T4" fmla="*/ 678 w 992"/>
                  <a:gd name="T5" fmla="*/ 141 h 425"/>
                  <a:gd name="T6" fmla="*/ 504 w 992"/>
                  <a:gd name="T7" fmla="*/ 204 h 425"/>
                  <a:gd name="T8" fmla="*/ 331 w 992"/>
                  <a:gd name="T9" fmla="*/ 253 h 425"/>
                  <a:gd name="T10" fmla="*/ 172 w 992"/>
                  <a:gd name="T11" fmla="*/ 315 h 425"/>
                  <a:gd name="T12" fmla="*/ 15 w 992"/>
                  <a:gd name="T13" fmla="*/ 394 h 425"/>
                  <a:gd name="T14" fmla="*/ 0 w 992"/>
                  <a:gd name="T15" fmla="*/ 425 h 4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25">
                    <a:moveTo>
                      <a:pt x="992" y="0"/>
                    </a:moveTo>
                    <a:lnTo>
                      <a:pt x="804" y="110"/>
                    </a:lnTo>
                    <a:lnTo>
                      <a:pt x="678" y="141"/>
                    </a:lnTo>
                    <a:lnTo>
                      <a:pt x="504" y="204"/>
                    </a:lnTo>
                    <a:lnTo>
                      <a:pt x="331" y="253"/>
                    </a:lnTo>
                    <a:lnTo>
                      <a:pt x="172" y="315"/>
                    </a:lnTo>
                    <a:lnTo>
                      <a:pt x="15" y="394"/>
                    </a:lnTo>
                    <a:lnTo>
                      <a:pt x="0" y="425"/>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41" name="Freeform 129"/>
              <p:cNvSpPr>
                <a:spLocks/>
              </p:cNvSpPr>
              <p:nvPr/>
            </p:nvSpPr>
            <p:spPr bwMode="auto">
              <a:xfrm>
                <a:off x="5082" y="2939"/>
                <a:ext cx="9" cy="39"/>
              </a:xfrm>
              <a:custGeom>
                <a:avLst/>
                <a:gdLst>
                  <a:gd name="T0" fmla="*/ 18 w 27"/>
                  <a:gd name="T1" fmla="*/ 116 h 116"/>
                  <a:gd name="T2" fmla="*/ 27 w 27"/>
                  <a:gd name="T3" fmla="*/ 86 h 116"/>
                  <a:gd name="T4" fmla="*/ 0 w 27"/>
                  <a:gd name="T5" fmla="*/ 31 h 116"/>
                  <a:gd name="T6" fmla="*/ 0 w 27"/>
                  <a:gd name="T7" fmla="*/ 0 h 116"/>
                </a:gdLst>
                <a:ahLst/>
                <a:cxnLst>
                  <a:cxn ang="0">
                    <a:pos x="T0" y="T1"/>
                  </a:cxn>
                  <a:cxn ang="0">
                    <a:pos x="T2" y="T3"/>
                  </a:cxn>
                  <a:cxn ang="0">
                    <a:pos x="T4" y="T5"/>
                  </a:cxn>
                  <a:cxn ang="0">
                    <a:pos x="T6" y="T7"/>
                  </a:cxn>
                </a:cxnLst>
                <a:rect l="0" t="0" r="r" b="b"/>
                <a:pathLst>
                  <a:path w="27" h="116">
                    <a:moveTo>
                      <a:pt x="18" y="116"/>
                    </a:moveTo>
                    <a:lnTo>
                      <a:pt x="27" y="86"/>
                    </a:lnTo>
                    <a:lnTo>
                      <a:pt x="0" y="31"/>
                    </a:lnTo>
                    <a:lnTo>
                      <a:pt x="0" y="0"/>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42" name="Freeform 130"/>
              <p:cNvSpPr>
                <a:spLocks/>
              </p:cNvSpPr>
              <p:nvPr/>
            </p:nvSpPr>
            <p:spPr bwMode="auto">
              <a:xfrm>
                <a:off x="5042" y="2814"/>
                <a:ext cx="68" cy="49"/>
              </a:xfrm>
              <a:custGeom>
                <a:avLst/>
                <a:gdLst>
                  <a:gd name="T0" fmla="*/ 0 w 204"/>
                  <a:gd name="T1" fmla="*/ 0 h 149"/>
                  <a:gd name="T2" fmla="*/ 53 w 204"/>
                  <a:gd name="T3" fmla="*/ 47 h 149"/>
                  <a:gd name="T4" fmla="*/ 107 w 204"/>
                  <a:gd name="T5" fmla="*/ 86 h 149"/>
                  <a:gd name="T6" fmla="*/ 204 w 204"/>
                  <a:gd name="T7" fmla="*/ 149 h 149"/>
                </a:gdLst>
                <a:ahLst/>
                <a:cxnLst>
                  <a:cxn ang="0">
                    <a:pos x="T0" y="T1"/>
                  </a:cxn>
                  <a:cxn ang="0">
                    <a:pos x="T2" y="T3"/>
                  </a:cxn>
                  <a:cxn ang="0">
                    <a:pos x="T4" y="T5"/>
                  </a:cxn>
                  <a:cxn ang="0">
                    <a:pos x="T6" y="T7"/>
                  </a:cxn>
                </a:cxnLst>
                <a:rect l="0" t="0" r="r" b="b"/>
                <a:pathLst>
                  <a:path w="204" h="149">
                    <a:moveTo>
                      <a:pt x="0" y="0"/>
                    </a:moveTo>
                    <a:lnTo>
                      <a:pt x="53" y="47"/>
                    </a:lnTo>
                    <a:lnTo>
                      <a:pt x="107" y="86"/>
                    </a:lnTo>
                    <a:lnTo>
                      <a:pt x="204" y="149"/>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grpSp>
      <p:grpSp>
        <p:nvGrpSpPr>
          <p:cNvPr id="13443" name="Group 131"/>
          <p:cNvGrpSpPr>
            <a:grpSpLocks/>
          </p:cNvGrpSpPr>
          <p:nvPr/>
        </p:nvGrpSpPr>
        <p:grpSpPr bwMode="auto">
          <a:xfrm flipH="1">
            <a:off x="7264400" y="4114800"/>
            <a:ext cx="1816100" cy="1631950"/>
            <a:chOff x="2051" y="1696"/>
            <a:chExt cx="1004" cy="1028"/>
          </a:xfrm>
        </p:grpSpPr>
        <p:sp>
          <p:nvSpPr>
            <p:cNvPr id="13444" name="Freeform 132"/>
            <p:cNvSpPr>
              <a:spLocks/>
            </p:cNvSpPr>
            <p:nvPr/>
          </p:nvSpPr>
          <p:spPr bwMode="auto">
            <a:xfrm rot="1123344">
              <a:off x="2261" y="1981"/>
              <a:ext cx="467" cy="582"/>
            </a:xfrm>
            <a:custGeom>
              <a:avLst/>
              <a:gdLst>
                <a:gd name="T0" fmla="*/ 38 w 648"/>
                <a:gd name="T1" fmla="*/ 148 h 858"/>
                <a:gd name="T2" fmla="*/ 89 w 648"/>
                <a:gd name="T3" fmla="*/ 103 h 858"/>
                <a:gd name="T4" fmla="*/ 292 w 648"/>
                <a:gd name="T5" fmla="*/ 40 h 858"/>
                <a:gd name="T6" fmla="*/ 418 w 648"/>
                <a:gd name="T7" fmla="*/ 7 h 858"/>
                <a:gd name="T8" fmla="*/ 463 w 648"/>
                <a:gd name="T9" fmla="*/ 0 h 858"/>
                <a:gd name="T10" fmla="*/ 526 w 648"/>
                <a:gd name="T11" fmla="*/ 97 h 858"/>
                <a:gd name="T12" fmla="*/ 559 w 648"/>
                <a:gd name="T13" fmla="*/ 206 h 858"/>
                <a:gd name="T14" fmla="*/ 577 w 648"/>
                <a:gd name="T15" fmla="*/ 309 h 858"/>
                <a:gd name="T16" fmla="*/ 577 w 648"/>
                <a:gd name="T17" fmla="*/ 495 h 858"/>
                <a:gd name="T18" fmla="*/ 648 w 648"/>
                <a:gd name="T19" fmla="*/ 678 h 858"/>
                <a:gd name="T20" fmla="*/ 640 w 648"/>
                <a:gd name="T21" fmla="*/ 763 h 858"/>
                <a:gd name="T22" fmla="*/ 545 w 648"/>
                <a:gd name="T23" fmla="*/ 813 h 858"/>
                <a:gd name="T24" fmla="*/ 299 w 648"/>
                <a:gd name="T25" fmla="*/ 858 h 858"/>
                <a:gd name="T26" fmla="*/ 210 w 648"/>
                <a:gd name="T27" fmla="*/ 807 h 858"/>
                <a:gd name="T28" fmla="*/ 153 w 648"/>
                <a:gd name="T29" fmla="*/ 660 h 858"/>
                <a:gd name="T30" fmla="*/ 108 w 648"/>
                <a:gd name="T31" fmla="*/ 499 h 858"/>
                <a:gd name="T32" fmla="*/ 25 w 648"/>
                <a:gd name="T33" fmla="*/ 416 h 858"/>
                <a:gd name="T34" fmla="*/ 6 w 648"/>
                <a:gd name="T35" fmla="*/ 328 h 858"/>
                <a:gd name="T36" fmla="*/ 0 w 648"/>
                <a:gd name="T37" fmla="*/ 219 h 858"/>
                <a:gd name="T38" fmla="*/ 38 w 648"/>
                <a:gd name="T39" fmla="*/ 148 h 8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48" h="858">
                  <a:moveTo>
                    <a:pt x="38" y="148"/>
                  </a:moveTo>
                  <a:lnTo>
                    <a:pt x="89" y="103"/>
                  </a:lnTo>
                  <a:lnTo>
                    <a:pt x="292" y="40"/>
                  </a:lnTo>
                  <a:lnTo>
                    <a:pt x="418" y="7"/>
                  </a:lnTo>
                  <a:lnTo>
                    <a:pt x="463" y="0"/>
                  </a:lnTo>
                  <a:lnTo>
                    <a:pt x="526" y="97"/>
                  </a:lnTo>
                  <a:lnTo>
                    <a:pt x="559" y="206"/>
                  </a:lnTo>
                  <a:lnTo>
                    <a:pt x="577" y="309"/>
                  </a:lnTo>
                  <a:lnTo>
                    <a:pt x="577" y="495"/>
                  </a:lnTo>
                  <a:lnTo>
                    <a:pt x="648" y="678"/>
                  </a:lnTo>
                  <a:lnTo>
                    <a:pt x="640" y="763"/>
                  </a:lnTo>
                  <a:lnTo>
                    <a:pt x="545" y="813"/>
                  </a:lnTo>
                  <a:lnTo>
                    <a:pt x="299" y="858"/>
                  </a:lnTo>
                  <a:lnTo>
                    <a:pt x="210" y="807"/>
                  </a:lnTo>
                  <a:lnTo>
                    <a:pt x="153" y="660"/>
                  </a:lnTo>
                  <a:lnTo>
                    <a:pt x="108" y="499"/>
                  </a:lnTo>
                  <a:lnTo>
                    <a:pt x="25" y="416"/>
                  </a:lnTo>
                  <a:lnTo>
                    <a:pt x="6" y="328"/>
                  </a:lnTo>
                  <a:lnTo>
                    <a:pt x="0" y="219"/>
                  </a:lnTo>
                  <a:lnTo>
                    <a:pt x="38" y="148"/>
                  </a:lnTo>
                  <a:close/>
                </a:path>
              </a:pathLst>
            </a:custGeom>
            <a:solidFill>
              <a:srgbClr val="FFFFFF"/>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nvGrpSpPr>
            <p:cNvPr id="13445" name="Group 133"/>
            <p:cNvGrpSpPr>
              <a:grpSpLocks/>
            </p:cNvGrpSpPr>
            <p:nvPr/>
          </p:nvGrpSpPr>
          <p:grpSpPr bwMode="auto">
            <a:xfrm rot="1123344">
              <a:off x="2441" y="2029"/>
              <a:ext cx="511" cy="637"/>
              <a:chOff x="2308" y="1206"/>
              <a:chExt cx="710" cy="940"/>
            </a:xfrm>
          </p:grpSpPr>
          <p:sp>
            <p:nvSpPr>
              <p:cNvPr id="13446" name="Freeform 134"/>
              <p:cNvSpPr>
                <a:spLocks/>
              </p:cNvSpPr>
              <p:nvPr/>
            </p:nvSpPr>
            <p:spPr bwMode="auto">
              <a:xfrm>
                <a:off x="2308" y="1206"/>
                <a:ext cx="710" cy="940"/>
              </a:xfrm>
              <a:custGeom>
                <a:avLst/>
                <a:gdLst>
                  <a:gd name="T0" fmla="*/ 0 w 710"/>
                  <a:gd name="T1" fmla="*/ 58 h 940"/>
                  <a:gd name="T2" fmla="*/ 39 w 710"/>
                  <a:gd name="T3" fmla="*/ 113 h 940"/>
                  <a:gd name="T4" fmla="*/ 90 w 710"/>
                  <a:gd name="T5" fmla="*/ 197 h 940"/>
                  <a:gd name="T6" fmla="*/ 141 w 710"/>
                  <a:gd name="T7" fmla="*/ 307 h 940"/>
                  <a:gd name="T8" fmla="*/ 182 w 710"/>
                  <a:gd name="T9" fmla="*/ 415 h 940"/>
                  <a:gd name="T10" fmla="*/ 211 w 710"/>
                  <a:gd name="T11" fmla="*/ 503 h 940"/>
                  <a:gd name="T12" fmla="*/ 261 w 710"/>
                  <a:gd name="T13" fmla="*/ 685 h 940"/>
                  <a:gd name="T14" fmla="*/ 276 w 710"/>
                  <a:gd name="T15" fmla="*/ 741 h 940"/>
                  <a:gd name="T16" fmla="*/ 297 w 710"/>
                  <a:gd name="T17" fmla="*/ 777 h 940"/>
                  <a:gd name="T18" fmla="*/ 315 w 710"/>
                  <a:gd name="T19" fmla="*/ 807 h 940"/>
                  <a:gd name="T20" fmla="*/ 455 w 710"/>
                  <a:gd name="T21" fmla="*/ 901 h 940"/>
                  <a:gd name="T22" fmla="*/ 507 w 710"/>
                  <a:gd name="T23" fmla="*/ 940 h 940"/>
                  <a:gd name="T24" fmla="*/ 500 w 710"/>
                  <a:gd name="T25" fmla="*/ 844 h 940"/>
                  <a:gd name="T26" fmla="*/ 477 w 710"/>
                  <a:gd name="T27" fmla="*/ 766 h 940"/>
                  <a:gd name="T28" fmla="*/ 450 w 710"/>
                  <a:gd name="T29" fmla="*/ 684 h 940"/>
                  <a:gd name="T30" fmla="*/ 387 w 710"/>
                  <a:gd name="T31" fmla="*/ 583 h 940"/>
                  <a:gd name="T32" fmla="*/ 347 w 710"/>
                  <a:gd name="T33" fmla="*/ 472 h 940"/>
                  <a:gd name="T34" fmla="*/ 328 w 710"/>
                  <a:gd name="T35" fmla="*/ 307 h 940"/>
                  <a:gd name="T36" fmla="*/ 411 w 710"/>
                  <a:gd name="T37" fmla="*/ 371 h 940"/>
                  <a:gd name="T38" fmla="*/ 488 w 710"/>
                  <a:gd name="T39" fmla="*/ 423 h 940"/>
                  <a:gd name="T40" fmla="*/ 564 w 710"/>
                  <a:gd name="T41" fmla="*/ 448 h 940"/>
                  <a:gd name="T42" fmla="*/ 614 w 710"/>
                  <a:gd name="T43" fmla="*/ 460 h 940"/>
                  <a:gd name="T44" fmla="*/ 653 w 710"/>
                  <a:gd name="T45" fmla="*/ 454 h 940"/>
                  <a:gd name="T46" fmla="*/ 678 w 710"/>
                  <a:gd name="T47" fmla="*/ 423 h 940"/>
                  <a:gd name="T48" fmla="*/ 704 w 710"/>
                  <a:gd name="T49" fmla="*/ 335 h 940"/>
                  <a:gd name="T50" fmla="*/ 710 w 710"/>
                  <a:gd name="T51" fmla="*/ 271 h 940"/>
                  <a:gd name="T52" fmla="*/ 710 w 710"/>
                  <a:gd name="T53" fmla="*/ 163 h 940"/>
                  <a:gd name="T54" fmla="*/ 710 w 710"/>
                  <a:gd name="T55" fmla="*/ 73 h 940"/>
                  <a:gd name="T56" fmla="*/ 595 w 710"/>
                  <a:gd name="T57" fmla="*/ 76 h 940"/>
                  <a:gd name="T58" fmla="*/ 545 w 710"/>
                  <a:gd name="T59" fmla="*/ 64 h 940"/>
                  <a:gd name="T60" fmla="*/ 538 w 710"/>
                  <a:gd name="T61" fmla="*/ 166 h 940"/>
                  <a:gd name="T62" fmla="*/ 526 w 710"/>
                  <a:gd name="T63" fmla="*/ 198 h 940"/>
                  <a:gd name="T64" fmla="*/ 450 w 710"/>
                  <a:gd name="T65" fmla="*/ 160 h 940"/>
                  <a:gd name="T66" fmla="*/ 398 w 710"/>
                  <a:gd name="T67" fmla="*/ 116 h 940"/>
                  <a:gd name="T68" fmla="*/ 302 w 710"/>
                  <a:gd name="T69" fmla="*/ 64 h 940"/>
                  <a:gd name="T70" fmla="*/ 233 w 710"/>
                  <a:gd name="T71" fmla="*/ 19 h 940"/>
                  <a:gd name="T72" fmla="*/ 171 w 710"/>
                  <a:gd name="T73" fmla="*/ 0 h 940"/>
                  <a:gd name="T74" fmla="*/ 94 w 710"/>
                  <a:gd name="T75" fmla="*/ 31 h 940"/>
                  <a:gd name="T76" fmla="*/ 0 w 710"/>
                  <a:gd name="T77" fmla="*/ 58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10" h="940">
                    <a:moveTo>
                      <a:pt x="0" y="58"/>
                    </a:moveTo>
                    <a:lnTo>
                      <a:pt x="39" y="113"/>
                    </a:lnTo>
                    <a:lnTo>
                      <a:pt x="90" y="197"/>
                    </a:lnTo>
                    <a:lnTo>
                      <a:pt x="141" y="307"/>
                    </a:lnTo>
                    <a:lnTo>
                      <a:pt x="182" y="415"/>
                    </a:lnTo>
                    <a:lnTo>
                      <a:pt x="211" y="503"/>
                    </a:lnTo>
                    <a:lnTo>
                      <a:pt x="261" y="685"/>
                    </a:lnTo>
                    <a:lnTo>
                      <a:pt x="276" y="741"/>
                    </a:lnTo>
                    <a:lnTo>
                      <a:pt x="297" y="777"/>
                    </a:lnTo>
                    <a:lnTo>
                      <a:pt x="315" y="807"/>
                    </a:lnTo>
                    <a:lnTo>
                      <a:pt x="455" y="901"/>
                    </a:lnTo>
                    <a:lnTo>
                      <a:pt x="507" y="940"/>
                    </a:lnTo>
                    <a:lnTo>
                      <a:pt x="500" y="844"/>
                    </a:lnTo>
                    <a:lnTo>
                      <a:pt x="477" y="766"/>
                    </a:lnTo>
                    <a:lnTo>
                      <a:pt x="450" y="684"/>
                    </a:lnTo>
                    <a:lnTo>
                      <a:pt x="387" y="583"/>
                    </a:lnTo>
                    <a:lnTo>
                      <a:pt x="347" y="472"/>
                    </a:lnTo>
                    <a:lnTo>
                      <a:pt x="328" y="307"/>
                    </a:lnTo>
                    <a:lnTo>
                      <a:pt x="411" y="371"/>
                    </a:lnTo>
                    <a:lnTo>
                      <a:pt x="488" y="423"/>
                    </a:lnTo>
                    <a:lnTo>
                      <a:pt x="564" y="448"/>
                    </a:lnTo>
                    <a:lnTo>
                      <a:pt x="614" y="460"/>
                    </a:lnTo>
                    <a:lnTo>
                      <a:pt x="653" y="454"/>
                    </a:lnTo>
                    <a:lnTo>
                      <a:pt x="678" y="423"/>
                    </a:lnTo>
                    <a:lnTo>
                      <a:pt x="704" y="335"/>
                    </a:lnTo>
                    <a:lnTo>
                      <a:pt x="710" y="271"/>
                    </a:lnTo>
                    <a:lnTo>
                      <a:pt x="710" y="163"/>
                    </a:lnTo>
                    <a:lnTo>
                      <a:pt x="710" y="73"/>
                    </a:lnTo>
                    <a:lnTo>
                      <a:pt x="595" y="76"/>
                    </a:lnTo>
                    <a:lnTo>
                      <a:pt x="545" y="64"/>
                    </a:lnTo>
                    <a:lnTo>
                      <a:pt x="538" y="166"/>
                    </a:lnTo>
                    <a:lnTo>
                      <a:pt x="526" y="198"/>
                    </a:lnTo>
                    <a:lnTo>
                      <a:pt x="450" y="160"/>
                    </a:lnTo>
                    <a:lnTo>
                      <a:pt x="398" y="116"/>
                    </a:lnTo>
                    <a:lnTo>
                      <a:pt x="302" y="64"/>
                    </a:lnTo>
                    <a:lnTo>
                      <a:pt x="233" y="19"/>
                    </a:lnTo>
                    <a:lnTo>
                      <a:pt x="171" y="0"/>
                    </a:lnTo>
                    <a:lnTo>
                      <a:pt x="94" y="31"/>
                    </a:lnTo>
                    <a:lnTo>
                      <a:pt x="0" y="58"/>
                    </a:lnTo>
                    <a:close/>
                  </a:path>
                </a:pathLst>
              </a:custGeom>
              <a:solidFill>
                <a:srgbClr val="0000FF"/>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47" name="Freeform 135"/>
              <p:cNvSpPr>
                <a:spLocks/>
              </p:cNvSpPr>
              <p:nvPr/>
            </p:nvSpPr>
            <p:spPr bwMode="auto">
              <a:xfrm>
                <a:off x="2355" y="1252"/>
                <a:ext cx="199" cy="569"/>
              </a:xfrm>
              <a:custGeom>
                <a:avLst/>
                <a:gdLst>
                  <a:gd name="T0" fmla="*/ 0 w 199"/>
                  <a:gd name="T1" fmla="*/ 0 h 569"/>
                  <a:gd name="T2" fmla="*/ 87 w 199"/>
                  <a:gd name="T3" fmla="*/ 39 h 569"/>
                  <a:gd name="T4" fmla="*/ 79 w 199"/>
                  <a:gd name="T5" fmla="*/ 107 h 569"/>
                  <a:gd name="T6" fmla="*/ 134 w 199"/>
                  <a:gd name="T7" fmla="*/ 110 h 569"/>
                  <a:gd name="T8" fmla="*/ 169 w 199"/>
                  <a:gd name="T9" fmla="*/ 233 h 569"/>
                  <a:gd name="T10" fmla="*/ 189 w 199"/>
                  <a:gd name="T11" fmla="*/ 366 h 569"/>
                  <a:gd name="T12" fmla="*/ 197 w 199"/>
                  <a:gd name="T13" fmla="*/ 492 h 569"/>
                  <a:gd name="T14" fmla="*/ 199 w 199"/>
                  <a:gd name="T15" fmla="*/ 569 h 5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9" h="569">
                    <a:moveTo>
                      <a:pt x="0" y="0"/>
                    </a:moveTo>
                    <a:lnTo>
                      <a:pt x="87" y="39"/>
                    </a:lnTo>
                    <a:lnTo>
                      <a:pt x="79" y="107"/>
                    </a:lnTo>
                    <a:lnTo>
                      <a:pt x="134" y="110"/>
                    </a:lnTo>
                    <a:lnTo>
                      <a:pt x="169" y="233"/>
                    </a:lnTo>
                    <a:lnTo>
                      <a:pt x="189" y="366"/>
                    </a:lnTo>
                    <a:lnTo>
                      <a:pt x="197" y="492"/>
                    </a:lnTo>
                    <a:lnTo>
                      <a:pt x="199" y="569"/>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sz="2400" b="0" i="0">
                  <a:solidFill>
                    <a:srgbClr val="0033CC"/>
                  </a:solidFill>
                  <a:ea typeface="楷体_GB2312" pitchFamily="49" charset="-122"/>
                </a:endParaRPr>
              </a:p>
            </p:txBody>
          </p:sp>
        </p:grpSp>
        <p:sp>
          <p:nvSpPr>
            <p:cNvPr id="13448" name="Freeform 136"/>
            <p:cNvSpPr>
              <a:spLocks/>
            </p:cNvSpPr>
            <p:nvPr/>
          </p:nvSpPr>
          <p:spPr bwMode="auto">
            <a:xfrm rot="1123344">
              <a:off x="2406" y="1975"/>
              <a:ext cx="154" cy="119"/>
            </a:xfrm>
            <a:custGeom>
              <a:avLst/>
              <a:gdLst>
                <a:gd name="T0" fmla="*/ 19 w 213"/>
                <a:gd name="T1" fmla="*/ 56 h 176"/>
                <a:gd name="T2" fmla="*/ 0 w 213"/>
                <a:gd name="T3" fmla="*/ 85 h 176"/>
                <a:gd name="T4" fmla="*/ 92 w 213"/>
                <a:gd name="T5" fmla="*/ 176 h 176"/>
                <a:gd name="T6" fmla="*/ 122 w 213"/>
                <a:gd name="T7" fmla="*/ 69 h 176"/>
                <a:gd name="T8" fmla="*/ 213 w 213"/>
                <a:gd name="T9" fmla="*/ 122 h 176"/>
                <a:gd name="T10" fmla="*/ 209 w 213"/>
                <a:gd name="T11" fmla="*/ 30 h 176"/>
                <a:gd name="T12" fmla="*/ 153 w 213"/>
                <a:gd name="T13" fmla="*/ 0 h 176"/>
                <a:gd name="T14" fmla="*/ 19 w 213"/>
                <a:gd name="T15" fmla="*/ 56 h 1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176">
                  <a:moveTo>
                    <a:pt x="19" y="56"/>
                  </a:moveTo>
                  <a:lnTo>
                    <a:pt x="0" y="85"/>
                  </a:lnTo>
                  <a:lnTo>
                    <a:pt x="92" y="176"/>
                  </a:lnTo>
                  <a:lnTo>
                    <a:pt x="122" y="69"/>
                  </a:lnTo>
                  <a:lnTo>
                    <a:pt x="213" y="122"/>
                  </a:lnTo>
                  <a:lnTo>
                    <a:pt x="209" y="30"/>
                  </a:lnTo>
                  <a:lnTo>
                    <a:pt x="153" y="0"/>
                  </a:lnTo>
                  <a:lnTo>
                    <a:pt x="19" y="56"/>
                  </a:lnTo>
                  <a:close/>
                </a:path>
              </a:pathLst>
            </a:custGeom>
            <a:solidFill>
              <a:srgbClr val="FFFFFF"/>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nvGrpSpPr>
            <p:cNvPr id="13449" name="Group 137"/>
            <p:cNvGrpSpPr>
              <a:grpSpLocks/>
            </p:cNvGrpSpPr>
            <p:nvPr/>
          </p:nvGrpSpPr>
          <p:grpSpPr bwMode="auto">
            <a:xfrm rot="1123344">
              <a:off x="2051" y="1977"/>
              <a:ext cx="454" cy="747"/>
              <a:chOff x="1799" y="1328"/>
              <a:chExt cx="630" cy="1101"/>
            </a:xfrm>
          </p:grpSpPr>
          <p:grpSp>
            <p:nvGrpSpPr>
              <p:cNvPr id="13450" name="Group 138"/>
              <p:cNvGrpSpPr>
                <a:grpSpLocks/>
              </p:cNvGrpSpPr>
              <p:nvPr/>
            </p:nvGrpSpPr>
            <p:grpSpPr bwMode="auto">
              <a:xfrm>
                <a:off x="1968" y="1328"/>
                <a:ext cx="461" cy="1101"/>
                <a:chOff x="1968" y="1328"/>
                <a:chExt cx="461" cy="1101"/>
              </a:xfrm>
            </p:grpSpPr>
            <p:sp>
              <p:nvSpPr>
                <p:cNvPr id="13451" name="Freeform 139"/>
                <p:cNvSpPr>
                  <a:spLocks/>
                </p:cNvSpPr>
                <p:nvPr/>
              </p:nvSpPr>
              <p:spPr bwMode="auto">
                <a:xfrm>
                  <a:off x="1968" y="1328"/>
                  <a:ext cx="461" cy="1101"/>
                </a:xfrm>
                <a:custGeom>
                  <a:avLst/>
                  <a:gdLst>
                    <a:gd name="T0" fmla="*/ 322 w 461"/>
                    <a:gd name="T1" fmla="*/ 1065 h 1101"/>
                    <a:gd name="T2" fmla="*/ 398 w 461"/>
                    <a:gd name="T3" fmla="*/ 1019 h 1101"/>
                    <a:gd name="T4" fmla="*/ 430 w 461"/>
                    <a:gd name="T5" fmla="*/ 916 h 1101"/>
                    <a:gd name="T6" fmla="*/ 454 w 461"/>
                    <a:gd name="T7" fmla="*/ 823 h 1101"/>
                    <a:gd name="T8" fmla="*/ 461 w 461"/>
                    <a:gd name="T9" fmla="*/ 720 h 1101"/>
                    <a:gd name="T10" fmla="*/ 434 w 461"/>
                    <a:gd name="T11" fmla="*/ 608 h 1101"/>
                    <a:gd name="T12" fmla="*/ 416 w 461"/>
                    <a:gd name="T13" fmla="*/ 516 h 1101"/>
                    <a:gd name="T14" fmla="*/ 392 w 461"/>
                    <a:gd name="T15" fmla="*/ 410 h 1101"/>
                    <a:gd name="T16" fmla="*/ 363 w 461"/>
                    <a:gd name="T17" fmla="*/ 331 h 1101"/>
                    <a:gd name="T18" fmla="*/ 315 w 461"/>
                    <a:gd name="T19" fmla="*/ 236 h 1101"/>
                    <a:gd name="T20" fmla="*/ 276 w 461"/>
                    <a:gd name="T21" fmla="*/ 149 h 1101"/>
                    <a:gd name="T22" fmla="*/ 207 w 461"/>
                    <a:gd name="T23" fmla="*/ 45 h 1101"/>
                    <a:gd name="T24" fmla="*/ 169 w 461"/>
                    <a:gd name="T25" fmla="*/ 0 h 1101"/>
                    <a:gd name="T26" fmla="*/ 124 w 461"/>
                    <a:gd name="T27" fmla="*/ 33 h 1101"/>
                    <a:gd name="T28" fmla="*/ 77 w 461"/>
                    <a:gd name="T29" fmla="*/ 76 h 1101"/>
                    <a:gd name="T30" fmla="*/ 13 w 461"/>
                    <a:gd name="T31" fmla="*/ 134 h 1101"/>
                    <a:gd name="T32" fmla="*/ 7 w 461"/>
                    <a:gd name="T33" fmla="*/ 153 h 1101"/>
                    <a:gd name="T34" fmla="*/ 0 w 461"/>
                    <a:gd name="T35" fmla="*/ 187 h 1101"/>
                    <a:gd name="T36" fmla="*/ 19 w 461"/>
                    <a:gd name="T37" fmla="*/ 247 h 1101"/>
                    <a:gd name="T38" fmla="*/ 45 w 461"/>
                    <a:gd name="T39" fmla="*/ 321 h 1101"/>
                    <a:gd name="T40" fmla="*/ 115 w 461"/>
                    <a:gd name="T41" fmla="*/ 457 h 1101"/>
                    <a:gd name="T42" fmla="*/ 141 w 461"/>
                    <a:gd name="T43" fmla="*/ 573 h 1101"/>
                    <a:gd name="T44" fmla="*/ 150 w 461"/>
                    <a:gd name="T45" fmla="*/ 661 h 1101"/>
                    <a:gd name="T46" fmla="*/ 153 w 461"/>
                    <a:gd name="T47" fmla="*/ 728 h 1101"/>
                    <a:gd name="T48" fmla="*/ 153 w 461"/>
                    <a:gd name="T49" fmla="*/ 843 h 1101"/>
                    <a:gd name="T50" fmla="*/ 141 w 461"/>
                    <a:gd name="T51" fmla="*/ 1024 h 1101"/>
                    <a:gd name="T52" fmla="*/ 141 w 461"/>
                    <a:gd name="T53" fmla="*/ 1086 h 1101"/>
                    <a:gd name="T54" fmla="*/ 162 w 461"/>
                    <a:gd name="T55" fmla="*/ 1095 h 1101"/>
                    <a:gd name="T56" fmla="*/ 224 w 461"/>
                    <a:gd name="T57" fmla="*/ 1101 h 1101"/>
                    <a:gd name="T58" fmla="*/ 269 w 461"/>
                    <a:gd name="T59" fmla="*/ 1088 h 1101"/>
                    <a:gd name="T60" fmla="*/ 322 w 461"/>
                    <a:gd name="T61" fmla="*/ 1065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61" h="1101">
                      <a:moveTo>
                        <a:pt x="322" y="1065"/>
                      </a:moveTo>
                      <a:lnTo>
                        <a:pt x="398" y="1019"/>
                      </a:lnTo>
                      <a:lnTo>
                        <a:pt x="430" y="916"/>
                      </a:lnTo>
                      <a:lnTo>
                        <a:pt x="454" y="823"/>
                      </a:lnTo>
                      <a:lnTo>
                        <a:pt x="461" y="720"/>
                      </a:lnTo>
                      <a:lnTo>
                        <a:pt x="434" y="608"/>
                      </a:lnTo>
                      <a:lnTo>
                        <a:pt x="416" y="516"/>
                      </a:lnTo>
                      <a:lnTo>
                        <a:pt x="392" y="410"/>
                      </a:lnTo>
                      <a:lnTo>
                        <a:pt x="363" y="331"/>
                      </a:lnTo>
                      <a:lnTo>
                        <a:pt x="315" y="236"/>
                      </a:lnTo>
                      <a:lnTo>
                        <a:pt x="276" y="149"/>
                      </a:lnTo>
                      <a:lnTo>
                        <a:pt x="207" y="45"/>
                      </a:lnTo>
                      <a:lnTo>
                        <a:pt x="169" y="0"/>
                      </a:lnTo>
                      <a:lnTo>
                        <a:pt x="124" y="33"/>
                      </a:lnTo>
                      <a:lnTo>
                        <a:pt x="77" y="76"/>
                      </a:lnTo>
                      <a:lnTo>
                        <a:pt x="13" y="134"/>
                      </a:lnTo>
                      <a:lnTo>
                        <a:pt x="7" y="153"/>
                      </a:lnTo>
                      <a:lnTo>
                        <a:pt x="0" y="187"/>
                      </a:lnTo>
                      <a:lnTo>
                        <a:pt x="19" y="247"/>
                      </a:lnTo>
                      <a:lnTo>
                        <a:pt x="45" y="321"/>
                      </a:lnTo>
                      <a:lnTo>
                        <a:pt x="115" y="457"/>
                      </a:lnTo>
                      <a:lnTo>
                        <a:pt x="141" y="573"/>
                      </a:lnTo>
                      <a:lnTo>
                        <a:pt x="150" y="661"/>
                      </a:lnTo>
                      <a:lnTo>
                        <a:pt x="153" y="728"/>
                      </a:lnTo>
                      <a:lnTo>
                        <a:pt x="153" y="843"/>
                      </a:lnTo>
                      <a:lnTo>
                        <a:pt x="141" y="1024"/>
                      </a:lnTo>
                      <a:lnTo>
                        <a:pt x="141" y="1086"/>
                      </a:lnTo>
                      <a:lnTo>
                        <a:pt x="162" y="1095"/>
                      </a:lnTo>
                      <a:lnTo>
                        <a:pt x="224" y="1101"/>
                      </a:lnTo>
                      <a:lnTo>
                        <a:pt x="269" y="1088"/>
                      </a:lnTo>
                      <a:lnTo>
                        <a:pt x="322" y="1065"/>
                      </a:lnTo>
                      <a:close/>
                    </a:path>
                  </a:pathLst>
                </a:custGeom>
                <a:solidFill>
                  <a:srgbClr val="0000FF"/>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52" name="Freeform 140"/>
                <p:cNvSpPr>
                  <a:spLocks/>
                </p:cNvSpPr>
                <p:nvPr/>
              </p:nvSpPr>
              <p:spPr bwMode="auto">
                <a:xfrm>
                  <a:off x="2085" y="1371"/>
                  <a:ext cx="325" cy="620"/>
                </a:xfrm>
                <a:custGeom>
                  <a:avLst/>
                  <a:gdLst>
                    <a:gd name="T0" fmla="*/ 0 w 325"/>
                    <a:gd name="T1" fmla="*/ 0 h 620"/>
                    <a:gd name="T2" fmla="*/ 44 w 325"/>
                    <a:gd name="T3" fmla="*/ 144 h 620"/>
                    <a:gd name="T4" fmla="*/ 119 w 325"/>
                    <a:gd name="T5" fmla="*/ 125 h 620"/>
                    <a:gd name="T6" fmla="*/ 71 w 325"/>
                    <a:gd name="T7" fmla="*/ 200 h 620"/>
                    <a:gd name="T8" fmla="*/ 119 w 325"/>
                    <a:gd name="T9" fmla="*/ 255 h 620"/>
                    <a:gd name="T10" fmla="*/ 172 w 325"/>
                    <a:gd name="T11" fmla="*/ 341 h 620"/>
                    <a:gd name="T12" fmla="*/ 235 w 325"/>
                    <a:gd name="T13" fmla="*/ 440 h 620"/>
                    <a:gd name="T14" fmla="*/ 289 w 325"/>
                    <a:gd name="T15" fmla="*/ 535 h 620"/>
                    <a:gd name="T16" fmla="*/ 325 w 325"/>
                    <a:gd name="T17" fmla="*/ 620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620">
                      <a:moveTo>
                        <a:pt x="0" y="0"/>
                      </a:moveTo>
                      <a:lnTo>
                        <a:pt x="44" y="144"/>
                      </a:lnTo>
                      <a:lnTo>
                        <a:pt x="119" y="125"/>
                      </a:lnTo>
                      <a:lnTo>
                        <a:pt x="71" y="200"/>
                      </a:lnTo>
                      <a:lnTo>
                        <a:pt x="119" y="255"/>
                      </a:lnTo>
                      <a:lnTo>
                        <a:pt x="172" y="341"/>
                      </a:lnTo>
                      <a:lnTo>
                        <a:pt x="235" y="440"/>
                      </a:lnTo>
                      <a:lnTo>
                        <a:pt x="289" y="535"/>
                      </a:lnTo>
                      <a:lnTo>
                        <a:pt x="325" y="62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sz="2400" b="0" i="0">
                    <a:solidFill>
                      <a:srgbClr val="0033CC"/>
                    </a:solidFill>
                    <a:ea typeface="楷体_GB2312" pitchFamily="49" charset="-122"/>
                  </a:endParaRPr>
                </a:p>
              </p:txBody>
            </p:sp>
          </p:grpSp>
          <p:grpSp>
            <p:nvGrpSpPr>
              <p:cNvPr id="13453" name="Group 141"/>
              <p:cNvGrpSpPr>
                <a:grpSpLocks/>
              </p:cNvGrpSpPr>
              <p:nvPr/>
            </p:nvGrpSpPr>
            <p:grpSpPr bwMode="auto">
              <a:xfrm>
                <a:off x="1799" y="1444"/>
                <a:ext cx="549" cy="922"/>
                <a:chOff x="1799" y="1444"/>
                <a:chExt cx="549" cy="922"/>
              </a:xfrm>
            </p:grpSpPr>
            <p:sp>
              <p:nvSpPr>
                <p:cNvPr id="13454" name="Freeform 142"/>
                <p:cNvSpPr>
                  <a:spLocks/>
                </p:cNvSpPr>
                <p:nvPr/>
              </p:nvSpPr>
              <p:spPr bwMode="auto">
                <a:xfrm>
                  <a:off x="2144" y="2152"/>
                  <a:ext cx="204" cy="214"/>
                </a:xfrm>
                <a:custGeom>
                  <a:avLst/>
                  <a:gdLst>
                    <a:gd name="T0" fmla="*/ 63 w 204"/>
                    <a:gd name="T1" fmla="*/ 0 h 214"/>
                    <a:gd name="T2" fmla="*/ 102 w 204"/>
                    <a:gd name="T3" fmla="*/ 28 h 214"/>
                    <a:gd name="T4" fmla="*/ 142 w 204"/>
                    <a:gd name="T5" fmla="*/ 29 h 214"/>
                    <a:gd name="T6" fmla="*/ 176 w 204"/>
                    <a:gd name="T7" fmla="*/ 37 h 214"/>
                    <a:gd name="T8" fmla="*/ 192 w 204"/>
                    <a:gd name="T9" fmla="*/ 50 h 214"/>
                    <a:gd name="T10" fmla="*/ 196 w 204"/>
                    <a:gd name="T11" fmla="*/ 66 h 214"/>
                    <a:gd name="T12" fmla="*/ 189 w 204"/>
                    <a:gd name="T13" fmla="*/ 95 h 214"/>
                    <a:gd name="T14" fmla="*/ 204 w 204"/>
                    <a:gd name="T15" fmla="*/ 115 h 214"/>
                    <a:gd name="T16" fmla="*/ 203 w 204"/>
                    <a:gd name="T17" fmla="*/ 143 h 214"/>
                    <a:gd name="T18" fmla="*/ 187 w 204"/>
                    <a:gd name="T19" fmla="*/ 160 h 214"/>
                    <a:gd name="T20" fmla="*/ 175 w 204"/>
                    <a:gd name="T21" fmla="*/ 181 h 214"/>
                    <a:gd name="T22" fmla="*/ 147 w 204"/>
                    <a:gd name="T23" fmla="*/ 191 h 214"/>
                    <a:gd name="T24" fmla="*/ 129 w 204"/>
                    <a:gd name="T25" fmla="*/ 214 h 214"/>
                    <a:gd name="T26" fmla="*/ 95 w 204"/>
                    <a:gd name="T27" fmla="*/ 210 h 214"/>
                    <a:gd name="T28" fmla="*/ 75 w 204"/>
                    <a:gd name="T29" fmla="*/ 197 h 214"/>
                    <a:gd name="T30" fmla="*/ 56 w 204"/>
                    <a:gd name="T31" fmla="*/ 176 h 214"/>
                    <a:gd name="T32" fmla="*/ 44 w 204"/>
                    <a:gd name="T33" fmla="*/ 127 h 214"/>
                    <a:gd name="T34" fmla="*/ 0 w 204"/>
                    <a:gd name="T35" fmla="*/ 83 h 214"/>
                    <a:gd name="T36" fmla="*/ 63 w 204"/>
                    <a:gd name="T37"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4" h="214">
                      <a:moveTo>
                        <a:pt x="63" y="0"/>
                      </a:moveTo>
                      <a:lnTo>
                        <a:pt x="102" y="28"/>
                      </a:lnTo>
                      <a:lnTo>
                        <a:pt x="142" y="29"/>
                      </a:lnTo>
                      <a:lnTo>
                        <a:pt x="176" y="37"/>
                      </a:lnTo>
                      <a:lnTo>
                        <a:pt x="192" y="50"/>
                      </a:lnTo>
                      <a:lnTo>
                        <a:pt x="196" y="66"/>
                      </a:lnTo>
                      <a:lnTo>
                        <a:pt x="189" y="95"/>
                      </a:lnTo>
                      <a:lnTo>
                        <a:pt x="204" y="115"/>
                      </a:lnTo>
                      <a:lnTo>
                        <a:pt x="203" y="143"/>
                      </a:lnTo>
                      <a:lnTo>
                        <a:pt x="187" y="160"/>
                      </a:lnTo>
                      <a:lnTo>
                        <a:pt x="175" y="181"/>
                      </a:lnTo>
                      <a:lnTo>
                        <a:pt x="147" y="191"/>
                      </a:lnTo>
                      <a:lnTo>
                        <a:pt x="129" y="214"/>
                      </a:lnTo>
                      <a:lnTo>
                        <a:pt x="95" y="210"/>
                      </a:lnTo>
                      <a:lnTo>
                        <a:pt x="75" y="197"/>
                      </a:lnTo>
                      <a:lnTo>
                        <a:pt x="56" y="176"/>
                      </a:lnTo>
                      <a:lnTo>
                        <a:pt x="44" y="127"/>
                      </a:lnTo>
                      <a:lnTo>
                        <a:pt x="0" y="83"/>
                      </a:lnTo>
                      <a:lnTo>
                        <a:pt x="63" y="0"/>
                      </a:lnTo>
                      <a:close/>
                    </a:path>
                  </a:pathLst>
                </a:custGeom>
                <a:solidFill>
                  <a:srgbClr val="FFE0C0"/>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55" name="Freeform 143"/>
                <p:cNvSpPr>
                  <a:spLocks/>
                </p:cNvSpPr>
                <p:nvPr/>
              </p:nvSpPr>
              <p:spPr bwMode="auto">
                <a:xfrm>
                  <a:off x="2116" y="2142"/>
                  <a:ext cx="121" cy="137"/>
                </a:xfrm>
                <a:custGeom>
                  <a:avLst/>
                  <a:gdLst>
                    <a:gd name="T0" fmla="*/ 91 w 121"/>
                    <a:gd name="T1" fmla="*/ 0 h 137"/>
                    <a:gd name="T2" fmla="*/ 121 w 121"/>
                    <a:gd name="T3" fmla="*/ 20 h 137"/>
                    <a:gd name="T4" fmla="*/ 105 w 121"/>
                    <a:gd name="T5" fmla="*/ 52 h 137"/>
                    <a:gd name="T6" fmla="*/ 75 w 121"/>
                    <a:gd name="T7" fmla="*/ 92 h 137"/>
                    <a:gd name="T8" fmla="*/ 33 w 121"/>
                    <a:gd name="T9" fmla="*/ 137 h 137"/>
                    <a:gd name="T10" fmla="*/ 0 w 121"/>
                    <a:gd name="T11" fmla="*/ 97 h 137"/>
                    <a:gd name="T12" fmla="*/ 91 w 121"/>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121" h="137">
                      <a:moveTo>
                        <a:pt x="91" y="0"/>
                      </a:moveTo>
                      <a:lnTo>
                        <a:pt x="121" y="20"/>
                      </a:lnTo>
                      <a:lnTo>
                        <a:pt x="105" y="52"/>
                      </a:lnTo>
                      <a:lnTo>
                        <a:pt x="75" y="92"/>
                      </a:lnTo>
                      <a:lnTo>
                        <a:pt x="33" y="137"/>
                      </a:lnTo>
                      <a:lnTo>
                        <a:pt x="0" y="97"/>
                      </a:lnTo>
                      <a:lnTo>
                        <a:pt x="91" y="0"/>
                      </a:lnTo>
                      <a:close/>
                    </a:path>
                  </a:pathLst>
                </a:custGeom>
                <a:solidFill>
                  <a:srgbClr val="FFFFFF"/>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56" name="Freeform 144"/>
                <p:cNvSpPr>
                  <a:spLocks/>
                </p:cNvSpPr>
                <p:nvPr/>
              </p:nvSpPr>
              <p:spPr bwMode="auto">
                <a:xfrm>
                  <a:off x="1799" y="1444"/>
                  <a:ext cx="444" cy="840"/>
                </a:xfrm>
                <a:custGeom>
                  <a:avLst/>
                  <a:gdLst>
                    <a:gd name="T0" fmla="*/ 133 w 444"/>
                    <a:gd name="T1" fmla="*/ 64 h 840"/>
                    <a:gd name="T2" fmla="*/ 107 w 444"/>
                    <a:gd name="T3" fmla="*/ 118 h 840"/>
                    <a:gd name="T4" fmla="*/ 61 w 444"/>
                    <a:gd name="T5" fmla="*/ 196 h 840"/>
                    <a:gd name="T6" fmla="*/ 46 w 444"/>
                    <a:gd name="T7" fmla="*/ 258 h 840"/>
                    <a:gd name="T8" fmla="*/ 22 w 444"/>
                    <a:gd name="T9" fmla="*/ 329 h 840"/>
                    <a:gd name="T10" fmla="*/ 5 w 444"/>
                    <a:gd name="T11" fmla="*/ 447 h 840"/>
                    <a:gd name="T12" fmla="*/ 0 w 444"/>
                    <a:gd name="T13" fmla="*/ 510 h 840"/>
                    <a:gd name="T14" fmla="*/ 14 w 444"/>
                    <a:gd name="T15" fmla="*/ 526 h 840"/>
                    <a:gd name="T16" fmla="*/ 56 w 444"/>
                    <a:gd name="T17" fmla="*/ 583 h 840"/>
                    <a:gd name="T18" fmla="*/ 106 w 444"/>
                    <a:gd name="T19" fmla="*/ 644 h 840"/>
                    <a:gd name="T20" fmla="*/ 163 w 444"/>
                    <a:gd name="T21" fmla="*/ 698 h 840"/>
                    <a:gd name="T22" fmla="*/ 318 w 444"/>
                    <a:gd name="T23" fmla="*/ 840 h 840"/>
                    <a:gd name="T24" fmla="*/ 389 w 444"/>
                    <a:gd name="T25" fmla="*/ 753 h 840"/>
                    <a:gd name="T26" fmla="*/ 444 w 444"/>
                    <a:gd name="T27" fmla="*/ 683 h 840"/>
                    <a:gd name="T28" fmla="*/ 297 w 444"/>
                    <a:gd name="T29" fmla="*/ 556 h 840"/>
                    <a:gd name="T30" fmla="*/ 248 w 444"/>
                    <a:gd name="T31" fmla="*/ 519 h 840"/>
                    <a:gd name="T32" fmla="*/ 218 w 444"/>
                    <a:gd name="T33" fmla="*/ 486 h 840"/>
                    <a:gd name="T34" fmla="*/ 193 w 444"/>
                    <a:gd name="T35" fmla="*/ 471 h 840"/>
                    <a:gd name="T36" fmla="*/ 232 w 444"/>
                    <a:gd name="T37" fmla="*/ 368 h 840"/>
                    <a:gd name="T38" fmla="*/ 255 w 444"/>
                    <a:gd name="T39" fmla="*/ 288 h 840"/>
                    <a:gd name="T40" fmla="*/ 267 w 444"/>
                    <a:gd name="T41" fmla="*/ 252 h 840"/>
                    <a:gd name="T42" fmla="*/ 280 w 444"/>
                    <a:gd name="T43" fmla="*/ 213 h 840"/>
                    <a:gd name="T44" fmla="*/ 286 w 444"/>
                    <a:gd name="T45" fmla="*/ 167 h 840"/>
                    <a:gd name="T46" fmla="*/ 286 w 444"/>
                    <a:gd name="T47" fmla="*/ 123 h 840"/>
                    <a:gd name="T48" fmla="*/ 286 w 444"/>
                    <a:gd name="T49" fmla="*/ 88 h 840"/>
                    <a:gd name="T50" fmla="*/ 280 w 444"/>
                    <a:gd name="T51" fmla="*/ 52 h 840"/>
                    <a:gd name="T52" fmla="*/ 258 w 444"/>
                    <a:gd name="T53" fmla="*/ 24 h 840"/>
                    <a:gd name="T54" fmla="*/ 229 w 444"/>
                    <a:gd name="T55" fmla="*/ 5 h 840"/>
                    <a:gd name="T56" fmla="*/ 208 w 444"/>
                    <a:gd name="T57" fmla="*/ 0 h 840"/>
                    <a:gd name="T58" fmla="*/ 169 w 444"/>
                    <a:gd name="T59" fmla="*/ 25 h 840"/>
                    <a:gd name="T60" fmla="*/ 133 w 444"/>
                    <a:gd name="T61" fmla="*/ 64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4" h="840">
                      <a:moveTo>
                        <a:pt x="133" y="64"/>
                      </a:moveTo>
                      <a:lnTo>
                        <a:pt x="107" y="118"/>
                      </a:lnTo>
                      <a:lnTo>
                        <a:pt x="61" y="196"/>
                      </a:lnTo>
                      <a:lnTo>
                        <a:pt x="46" y="258"/>
                      </a:lnTo>
                      <a:lnTo>
                        <a:pt x="22" y="329"/>
                      </a:lnTo>
                      <a:lnTo>
                        <a:pt x="5" y="447"/>
                      </a:lnTo>
                      <a:lnTo>
                        <a:pt x="0" y="510"/>
                      </a:lnTo>
                      <a:lnTo>
                        <a:pt x="14" y="526"/>
                      </a:lnTo>
                      <a:lnTo>
                        <a:pt x="56" y="583"/>
                      </a:lnTo>
                      <a:lnTo>
                        <a:pt x="106" y="644"/>
                      </a:lnTo>
                      <a:lnTo>
                        <a:pt x="163" y="698"/>
                      </a:lnTo>
                      <a:lnTo>
                        <a:pt x="318" y="840"/>
                      </a:lnTo>
                      <a:lnTo>
                        <a:pt x="389" y="753"/>
                      </a:lnTo>
                      <a:lnTo>
                        <a:pt x="444" y="683"/>
                      </a:lnTo>
                      <a:lnTo>
                        <a:pt x="297" y="556"/>
                      </a:lnTo>
                      <a:lnTo>
                        <a:pt x="248" y="519"/>
                      </a:lnTo>
                      <a:lnTo>
                        <a:pt x="218" y="486"/>
                      </a:lnTo>
                      <a:lnTo>
                        <a:pt x="193" y="471"/>
                      </a:lnTo>
                      <a:lnTo>
                        <a:pt x="232" y="368"/>
                      </a:lnTo>
                      <a:lnTo>
                        <a:pt x="255" y="288"/>
                      </a:lnTo>
                      <a:lnTo>
                        <a:pt x="267" y="252"/>
                      </a:lnTo>
                      <a:lnTo>
                        <a:pt x="280" y="213"/>
                      </a:lnTo>
                      <a:lnTo>
                        <a:pt x="286" y="167"/>
                      </a:lnTo>
                      <a:lnTo>
                        <a:pt x="286" y="123"/>
                      </a:lnTo>
                      <a:lnTo>
                        <a:pt x="286" y="88"/>
                      </a:lnTo>
                      <a:lnTo>
                        <a:pt x="280" y="52"/>
                      </a:lnTo>
                      <a:lnTo>
                        <a:pt x="258" y="24"/>
                      </a:lnTo>
                      <a:lnTo>
                        <a:pt x="229" y="5"/>
                      </a:lnTo>
                      <a:lnTo>
                        <a:pt x="208" y="0"/>
                      </a:lnTo>
                      <a:lnTo>
                        <a:pt x="169" y="25"/>
                      </a:lnTo>
                      <a:lnTo>
                        <a:pt x="133" y="64"/>
                      </a:lnTo>
                      <a:close/>
                    </a:path>
                  </a:pathLst>
                </a:custGeom>
                <a:solidFill>
                  <a:srgbClr val="0000FF"/>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grpSp>
        <p:grpSp>
          <p:nvGrpSpPr>
            <p:cNvPr id="13457" name="Group 145"/>
            <p:cNvGrpSpPr>
              <a:grpSpLocks/>
            </p:cNvGrpSpPr>
            <p:nvPr/>
          </p:nvGrpSpPr>
          <p:grpSpPr bwMode="auto">
            <a:xfrm rot="1123344">
              <a:off x="2327" y="1696"/>
              <a:ext cx="255" cy="314"/>
              <a:chOff x="1947" y="869"/>
              <a:chExt cx="355" cy="463"/>
            </a:xfrm>
          </p:grpSpPr>
          <p:grpSp>
            <p:nvGrpSpPr>
              <p:cNvPr id="13458" name="Group 146"/>
              <p:cNvGrpSpPr>
                <a:grpSpLocks/>
              </p:cNvGrpSpPr>
              <p:nvPr/>
            </p:nvGrpSpPr>
            <p:grpSpPr bwMode="auto">
              <a:xfrm>
                <a:off x="1982" y="1005"/>
                <a:ext cx="305" cy="220"/>
                <a:chOff x="1982" y="1005"/>
                <a:chExt cx="305" cy="220"/>
              </a:xfrm>
            </p:grpSpPr>
            <p:sp>
              <p:nvSpPr>
                <p:cNvPr id="13459" name="Freeform 147"/>
                <p:cNvSpPr>
                  <a:spLocks/>
                </p:cNvSpPr>
                <p:nvPr/>
              </p:nvSpPr>
              <p:spPr bwMode="auto">
                <a:xfrm>
                  <a:off x="2244" y="1005"/>
                  <a:ext cx="43" cy="100"/>
                </a:xfrm>
                <a:custGeom>
                  <a:avLst/>
                  <a:gdLst>
                    <a:gd name="T0" fmla="*/ 0 w 43"/>
                    <a:gd name="T1" fmla="*/ 11 h 100"/>
                    <a:gd name="T2" fmla="*/ 7 w 43"/>
                    <a:gd name="T3" fmla="*/ 0 h 100"/>
                    <a:gd name="T4" fmla="*/ 21 w 43"/>
                    <a:gd name="T5" fmla="*/ 0 h 100"/>
                    <a:gd name="T6" fmla="*/ 27 w 43"/>
                    <a:gd name="T7" fmla="*/ 7 h 100"/>
                    <a:gd name="T8" fmla="*/ 33 w 43"/>
                    <a:gd name="T9" fmla="*/ 19 h 100"/>
                    <a:gd name="T10" fmla="*/ 38 w 43"/>
                    <a:gd name="T11" fmla="*/ 44 h 100"/>
                    <a:gd name="T12" fmla="*/ 43 w 43"/>
                    <a:gd name="T13" fmla="*/ 76 h 100"/>
                    <a:gd name="T14" fmla="*/ 43 w 43"/>
                    <a:gd name="T15" fmla="*/ 100 h 100"/>
                    <a:gd name="T16" fmla="*/ 32 w 43"/>
                    <a:gd name="T17" fmla="*/ 100 h 100"/>
                    <a:gd name="T18" fmla="*/ 0 w 43"/>
                    <a:gd name="T19" fmla="*/ 1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00">
                      <a:moveTo>
                        <a:pt x="0" y="11"/>
                      </a:moveTo>
                      <a:lnTo>
                        <a:pt x="7" y="0"/>
                      </a:lnTo>
                      <a:lnTo>
                        <a:pt x="21" y="0"/>
                      </a:lnTo>
                      <a:lnTo>
                        <a:pt x="27" y="7"/>
                      </a:lnTo>
                      <a:lnTo>
                        <a:pt x="33" y="19"/>
                      </a:lnTo>
                      <a:lnTo>
                        <a:pt x="38" y="44"/>
                      </a:lnTo>
                      <a:lnTo>
                        <a:pt x="43" y="76"/>
                      </a:lnTo>
                      <a:lnTo>
                        <a:pt x="43" y="100"/>
                      </a:lnTo>
                      <a:lnTo>
                        <a:pt x="32" y="100"/>
                      </a:lnTo>
                      <a:lnTo>
                        <a:pt x="0" y="11"/>
                      </a:lnTo>
                      <a:close/>
                    </a:path>
                  </a:pathLst>
                </a:custGeom>
                <a:solidFill>
                  <a:srgbClr val="FFE0C0"/>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60" name="Freeform 148"/>
                <p:cNvSpPr>
                  <a:spLocks/>
                </p:cNvSpPr>
                <p:nvPr/>
              </p:nvSpPr>
              <p:spPr bwMode="auto">
                <a:xfrm>
                  <a:off x="1982" y="1143"/>
                  <a:ext cx="73" cy="82"/>
                </a:xfrm>
                <a:custGeom>
                  <a:avLst/>
                  <a:gdLst>
                    <a:gd name="T0" fmla="*/ 17 w 73"/>
                    <a:gd name="T1" fmla="*/ 0 h 82"/>
                    <a:gd name="T2" fmla="*/ 4 w 73"/>
                    <a:gd name="T3" fmla="*/ 7 h 82"/>
                    <a:gd name="T4" fmla="*/ 0 w 73"/>
                    <a:gd name="T5" fmla="*/ 16 h 82"/>
                    <a:gd name="T6" fmla="*/ 4 w 73"/>
                    <a:gd name="T7" fmla="*/ 29 h 82"/>
                    <a:gd name="T8" fmla="*/ 14 w 73"/>
                    <a:gd name="T9" fmla="*/ 43 h 82"/>
                    <a:gd name="T10" fmla="*/ 25 w 73"/>
                    <a:gd name="T11" fmla="*/ 56 h 82"/>
                    <a:gd name="T12" fmla="*/ 46 w 73"/>
                    <a:gd name="T13" fmla="*/ 77 h 82"/>
                    <a:gd name="T14" fmla="*/ 60 w 73"/>
                    <a:gd name="T15" fmla="*/ 82 h 82"/>
                    <a:gd name="T16" fmla="*/ 73 w 73"/>
                    <a:gd name="T17" fmla="*/ 72 h 82"/>
                    <a:gd name="T18" fmla="*/ 17 w 73"/>
                    <a:gd name="T19"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 h="82">
                      <a:moveTo>
                        <a:pt x="17" y="0"/>
                      </a:moveTo>
                      <a:lnTo>
                        <a:pt x="4" y="7"/>
                      </a:lnTo>
                      <a:lnTo>
                        <a:pt x="0" y="16"/>
                      </a:lnTo>
                      <a:lnTo>
                        <a:pt x="4" y="29"/>
                      </a:lnTo>
                      <a:lnTo>
                        <a:pt x="14" y="43"/>
                      </a:lnTo>
                      <a:lnTo>
                        <a:pt x="25" y="56"/>
                      </a:lnTo>
                      <a:lnTo>
                        <a:pt x="46" y="77"/>
                      </a:lnTo>
                      <a:lnTo>
                        <a:pt x="60" y="82"/>
                      </a:lnTo>
                      <a:lnTo>
                        <a:pt x="73" y="72"/>
                      </a:lnTo>
                      <a:lnTo>
                        <a:pt x="17" y="0"/>
                      </a:lnTo>
                      <a:close/>
                    </a:path>
                  </a:pathLst>
                </a:custGeom>
                <a:solidFill>
                  <a:srgbClr val="FFE0C0"/>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sp>
            <p:nvSpPr>
              <p:cNvPr id="13461" name="Freeform 149"/>
              <p:cNvSpPr>
                <a:spLocks/>
              </p:cNvSpPr>
              <p:nvPr/>
            </p:nvSpPr>
            <p:spPr bwMode="auto">
              <a:xfrm>
                <a:off x="1962" y="919"/>
                <a:ext cx="340" cy="413"/>
              </a:xfrm>
              <a:custGeom>
                <a:avLst/>
                <a:gdLst>
                  <a:gd name="T0" fmla="*/ 30 w 340"/>
                  <a:gd name="T1" fmla="*/ 59 h 413"/>
                  <a:gd name="T2" fmla="*/ 13 w 340"/>
                  <a:gd name="T3" fmla="*/ 82 h 413"/>
                  <a:gd name="T4" fmla="*/ 4 w 340"/>
                  <a:gd name="T5" fmla="*/ 111 h 413"/>
                  <a:gd name="T6" fmla="*/ 0 w 340"/>
                  <a:gd name="T7" fmla="*/ 145 h 413"/>
                  <a:gd name="T8" fmla="*/ 5 w 340"/>
                  <a:gd name="T9" fmla="*/ 173 h 413"/>
                  <a:gd name="T10" fmla="*/ 17 w 340"/>
                  <a:gd name="T11" fmla="*/ 199 h 413"/>
                  <a:gd name="T12" fmla="*/ 37 w 340"/>
                  <a:gd name="T13" fmla="*/ 222 h 413"/>
                  <a:gd name="T14" fmla="*/ 54 w 340"/>
                  <a:gd name="T15" fmla="*/ 247 h 413"/>
                  <a:gd name="T16" fmla="*/ 71 w 340"/>
                  <a:gd name="T17" fmla="*/ 282 h 413"/>
                  <a:gd name="T18" fmla="*/ 90 w 340"/>
                  <a:gd name="T19" fmla="*/ 323 h 413"/>
                  <a:gd name="T20" fmla="*/ 109 w 340"/>
                  <a:gd name="T21" fmla="*/ 356 h 413"/>
                  <a:gd name="T22" fmla="*/ 128 w 340"/>
                  <a:gd name="T23" fmla="*/ 375 h 413"/>
                  <a:gd name="T24" fmla="*/ 149 w 340"/>
                  <a:gd name="T25" fmla="*/ 387 h 413"/>
                  <a:gd name="T26" fmla="*/ 185 w 340"/>
                  <a:gd name="T27" fmla="*/ 403 h 413"/>
                  <a:gd name="T28" fmla="*/ 222 w 340"/>
                  <a:gd name="T29" fmla="*/ 413 h 413"/>
                  <a:gd name="T30" fmla="*/ 247 w 340"/>
                  <a:gd name="T31" fmla="*/ 410 h 413"/>
                  <a:gd name="T32" fmla="*/ 268 w 340"/>
                  <a:gd name="T33" fmla="*/ 406 h 413"/>
                  <a:gd name="T34" fmla="*/ 304 w 340"/>
                  <a:gd name="T35" fmla="*/ 393 h 413"/>
                  <a:gd name="T36" fmla="*/ 319 w 340"/>
                  <a:gd name="T37" fmla="*/ 379 h 413"/>
                  <a:gd name="T38" fmla="*/ 326 w 340"/>
                  <a:gd name="T39" fmla="*/ 360 h 413"/>
                  <a:gd name="T40" fmla="*/ 337 w 340"/>
                  <a:gd name="T41" fmla="*/ 319 h 413"/>
                  <a:gd name="T42" fmla="*/ 340 w 340"/>
                  <a:gd name="T43" fmla="*/ 288 h 413"/>
                  <a:gd name="T44" fmla="*/ 340 w 340"/>
                  <a:gd name="T45" fmla="*/ 251 h 413"/>
                  <a:gd name="T46" fmla="*/ 335 w 340"/>
                  <a:gd name="T47" fmla="*/ 224 h 413"/>
                  <a:gd name="T48" fmla="*/ 326 w 340"/>
                  <a:gd name="T49" fmla="*/ 194 h 413"/>
                  <a:gd name="T50" fmla="*/ 310 w 340"/>
                  <a:gd name="T51" fmla="*/ 152 h 413"/>
                  <a:gd name="T52" fmla="*/ 291 w 340"/>
                  <a:gd name="T53" fmla="*/ 121 h 413"/>
                  <a:gd name="T54" fmla="*/ 282 w 340"/>
                  <a:gd name="T55" fmla="*/ 86 h 413"/>
                  <a:gd name="T56" fmla="*/ 264 w 340"/>
                  <a:gd name="T57" fmla="*/ 46 h 413"/>
                  <a:gd name="T58" fmla="*/ 244 w 340"/>
                  <a:gd name="T59" fmla="*/ 25 h 413"/>
                  <a:gd name="T60" fmla="*/ 224 w 340"/>
                  <a:gd name="T61" fmla="*/ 13 h 413"/>
                  <a:gd name="T62" fmla="*/ 186 w 340"/>
                  <a:gd name="T63" fmla="*/ 1 h 413"/>
                  <a:gd name="T64" fmla="*/ 160 w 340"/>
                  <a:gd name="T65" fmla="*/ 0 h 413"/>
                  <a:gd name="T66" fmla="*/ 122 w 340"/>
                  <a:gd name="T67" fmla="*/ 7 h 413"/>
                  <a:gd name="T68" fmla="*/ 87 w 340"/>
                  <a:gd name="T69" fmla="*/ 19 h 413"/>
                  <a:gd name="T70" fmla="*/ 52 w 340"/>
                  <a:gd name="T71" fmla="*/ 41 h 413"/>
                  <a:gd name="T72" fmla="*/ 30 w 340"/>
                  <a:gd name="T73" fmla="*/ 59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0" h="413">
                    <a:moveTo>
                      <a:pt x="30" y="59"/>
                    </a:moveTo>
                    <a:lnTo>
                      <a:pt x="13" y="82"/>
                    </a:lnTo>
                    <a:lnTo>
                      <a:pt x="4" y="111"/>
                    </a:lnTo>
                    <a:lnTo>
                      <a:pt x="0" y="145"/>
                    </a:lnTo>
                    <a:lnTo>
                      <a:pt x="5" y="173"/>
                    </a:lnTo>
                    <a:lnTo>
                      <a:pt x="17" y="199"/>
                    </a:lnTo>
                    <a:lnTo>
                      <a:pt x="37" y="222"/>
                    </a:lnTo>
                    <a:lnTo>
                      <a:pt x="54" y="247"/>
                    </a:lnTo>
                    <a:lnTo>
                      <a:pt x="71" y="282"/>
                    </a:lnTo>
                    <a:lnTo>
                      <a:pt x="90" y="323"/>
                    </a:lnTo>
                    <a:lnTo>
                      <a:pt x="109" y="356"/>
                    </a:lnTo>
                    <a:lnTo>
                      <a:pt x="128" y="375"/>
                    </a:lnTo>
                    <a:lnTo>
                      <a:pt x="149" y="387"/>
                    </a:lnTo>
                    <a:lnTo>
                      <a:pt x="185" y="403"/>
                    </a:lnTo>
                    <a:lnTo>
                      <a:pt x="222" y="413"/>
                    </a:lnTo>
                    <a:lnTo>
                      <a:pt x="247" y="410"/>
                    </a:lnTo>
                    <a:lnTo>
                      <a:pt x="268" y="406"/>
                    </a:lnTo>
                    <a:lnTo>
                      <a:pt x="304" y="393"/>
                    </a:lnTo>
                    <a:lnTo>
                      <a:pt x="319" y="379"/>
                    </a:lnTo>
                    <a:lnTo>
                      <a:pt x="326" y="360"/>
                    </a:lnTo>
                    <a:lnTo>
                      <a:pt x="337" y="319"/>
                    </a:lnTo>
                    <a:lnTo>
                      <a:pt x="340" y="288"/>
                    </a:lnTo>
                    <a:lnTo>
                      <a:pt x="340" y="251"/>
                    </a:lnTo>
                    <a:lnTo>
                      <a:pt x="335" y="224"/>
                    </a:lnTo>
                    <a:lnTo>
                      <a:pt x="326" y="194"/>
                    </a:lnTo>
                    <a:lnTo>
                      <a:pt x="310" y="152"/>
                    </a:lnTo>
                    <a:lnTo>
                      <a:pt x="291" y="121"/>
                    </a:lnTo>
                    <a:lnTo>
                      <a:pt x="282" y="86"/>
                    </a:lnTo>
                    <a:lnTo>
                      <a:pt x="264" y="46"/>
                    </a:lnTo>
                    <a:lnTo>
                      <a:pt x="244" y="25"/>
                    </a:lnTo>
                    <a:lnTo>
                      <a:pt x="224" y="13"/>
                    </a:lnTo>
                    <a:lnTo>
                      <a:pt x="186" y="1"/>
                    </a:lnTo>
                    <a:lnTo>
                      <a:pt x="160" y="0"/>
                    </a:lnTo>
                    <a:lnTo>
                      <a:pt x="122" y="7"/>
                    </a:lnTo>
                    <a:lnTo>
                      <a:pt x="87" y="19"/>
                    </a:lnTo>
                    <a:lnTo>
                      <a:pt x="52" y="41"/>
                    </a:lnTo>
                    <a:lnTo>
                      <a:pt x="30" y="59"/>
                    </a:lnTo>
                    <a:close/>
                  </a:path>
                </a:pathLst>
              </a:custGeom>
              <a:solidFill>
                <a:srgbClr val="FFE0C0"/>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nvGrpSpPr>
              <p:cNvPr id="13462" name="Group 150"/>
              <p:cNvGrpSpPr>
                <a:grpSpLocks/>
              </p:cNvGrpSpPr>
              <p:nvPr/>
            </p:nvGrpSpPr>
            <p:grpSpPr bwMode="auto">
              <a:xfrm>
                <a:off x="1997" y="1009"/>
                <a:ext cx="257" cy="143"/>
                <a:chOff x="1997" y="1009"/>
                <a:chExt cx="257" cy="143"/>
              </a:xfrm>
            </p:grpSpPr>
            <p:sp>
              <p:nvSpPr>
                <p:cNvPr id="13463" name="Freeform 151"/>
                <p:cNvSpPr>
                  <a:spLocks/>
                </p:cNvSpPr>
                <p:nvPr/>
              </p:nvSpPr>
              <p:spPr bwMode="auto">
                <a:xfrm>
                  <a:off x="2122" y="1074"/>
                  <a:ext cx="19" cy="21"/>
                </a:xfrm>
                <a:custGeom>
                  <a:avLst/>
                  <a:gdLst>
                    <a:gd name="T0" fmla="*/ 0 w 19"/>
                    <a:gd name="T1" fmla="*/ 12 h 21"/>
                    <a:gd name="T2" fmla="*/ 6 w 19"/>
                    <a:gd name="T3" fmla="*/ 4 h 21"/>
                    <a:gd name="T4" fmla="*/ 17 w 19"/>
                    <a:gd name="T5" fmla="*/ 0 h 21"/>
                    <a:gd name="T6" fmla="*/ 19 w 19"/>
                    <a:gd name="T7" fmla="*/ 11 h 21"/>
                    <a:gd name="T8" fmla="*/ 10 w 19"/>
                    <a:gd name="T9" fmla="*/ 11 h 21"/>
                    <a:gd name="T10" fmla="*/ 3 w 19"/>
                    <a:gd name="T11" fmla="*/ 21 h 21"/>
                    <a:gd name="T12" fmla="*/ 0 w 19"/>
                    <a:gd name="T13" fmla="*/ 12 h 21"/>
                  </a:gdLst>
                  <a:ahLst/>
                  <a:cxnLst>
                    <a:cxn ang="0">
                      <a:pos x="T0" y="T1"/>
                    </a:cxn>
                    <a:cxn ang="0">
                      <a:pos x="T2" y="T3"/>
                    </a:cxn>
                    <a:cxn ang="0">
                      <a:pos x="T4" y="T5"/>
                    </a:cxn>
                    <a:cxn ang="0">
                      <a:pos x="T6" y="T7"/>
                    </a:cxn>
                    <a:cxn ang="0">
                      <a:pos x="T8" y="T9"/>
                    </a:cxn>
                    <a:cxn ang="0">
                      <a:pos x="T10" y="T11"/>
                    </a:cxn>
                    <a:cxn ang="0">
                      <a:pos x="T12" y="T13"/>
                    </a:cxn>
                  </a:cxnLst>
                  <a:rect l="0" t="0" r="r" b="b"/>
                  <a:pathLst>
                    <a:path w="19" h="21">
                      <a:moveTo>
                        <a:pt x="0" y="12"/>
                      </a:moveTo>
                      <a:lnTo>
                        <a:pt x="6" y="4"/>
                      </a:lnTo>
                      <a:lnTo>
                        <a:pt x="17" y="0"/>
                      </a:lnTo>
                      <a:lnTo>
                        <a:pt x="19" y="11"/>
                      </a:lnTo>
                      <a:lnTo>
                        <a:pt x="10" y="11"/>
                      </a:lnTo>
                      <a:lnTo>
                        <a:pt x="3" y="21"/>
                      </a:lnTo>
                      <a:lnTo>
                        <a:pt x="0" y="12"/>
                      </a:lnTo>
                      <a:close/>
                    </a:path>
                  </a:pathLst>
                </a:custGeom>
                <a:solidFill>
                  <a:srgbClr val="C0C0C0"/>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64" name="Freeform 152"/>
                <p:cNvSpPr>
                  <a:spLocks/>
                </p:cNvSpPr>
                <p:nvPr/>
              </p:nvSpPr>
              <p:spPr bwMode="auto">
                <a:xfrm>
                  <a:off x="1997" y="1128"/>
                  <a:ext cx="37" cy="24"/>
                </a:xfrm>
                <a:custGeom>
                  <a:avLst/>
                  <a:gdLst>
                    <a:gd name="T0" fmla="*/ 31 w 37"/>
                    <a:gd name="T1" fmla="*/ 0 h 24"/>
                    <a:gd name="T2" fmla="*/ 37 w 37"/>
                    <a:gd name="T3" fmla="*/ 13 h 24"/>
                    <a:gd name="T4" fmla="*/ 6 w 37"/>
                    <a:gd name="T5" fmla="*/ 24 h 24"/>
                    <a:gd name="T6" fmla="*/ 0 w 37"/>
                    <a:gd name="T7" fmla="*/ 18 h 24"/>
                    <a:gd name="T8" fmla="*/ 31 w 37"/>
                    <a:gd name="T9" fmla="*/ 0 h 24"/>
                  </a:gdLst>
                  <a:ahLst/>
                  <a:cxnLst>
                    <a:cxn ang="0">
                      <a:pos x="T0" y="T1"/>
                    </a:cxn>
                    <a:cxn ang="0">
                      <a:pos x="T2" y="T3"/>
                    </a:cxn>
                    <a:cxn ang="0">
                      <a:pos x="T4" y="T5"/>
                    </a:cxn>
                    <a:cxn ang="0">
                      <a:pos x="T6" y="T7"/>
                    </a:cxn>
                    <a:cxn ang="0">
                      <a:pos x="T8" y="T9"/>
                    </a:cxn>
                  </a:cxnLst>
                  <a:rect l="0" t="0" r="r" b="b"/>
                  <a:pathLst>
                    <a:path w="37" h="24">
                      <a:moveTo>
                        <a:pt x="31" y="0"/>
                      </a:moveTo>
                      <a:lnTo>
                        <a:pt x="37" y="13"/>
                      </a:lnTo>
                      <a:lnTo>
                        <a:pt x="6" y="24"/>
                      </a:lnTo>
                      <a:lnTo>
                        <a:pt x="0" y="18"/>
                      </a:lnTo>
                      <a:lnTo>
                        <a:pt x="31" y="0"/>
                      </a:lnTo>
                      <a:close/>
                    </a:path>
                  </a:pathLst>
                </a:custGeom>
                <a:solidFill>
                  <a:srgbClr val="C0C0C0"/>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65" name="Freeform 153"/>
                <p:cNvSpPr>
                  <a:spLocks/>
                </p:cNvSpPr>
                <p:nvPr/>
              </p:nvSpPr>
              <p:spPr bwMode="auto">
                <a:xfrm>
                  <a:off x="2221" y="1009"/>
                  <a:ext cx="33" cy="24"/>
                </a:xfrm>
                <a:custGeom>
                  <a:avLst/>
                  <a:gdLst>
                    <a:gd name="T0" fmla="*/ 0 w 33"/>
                    <a:gd name="T1" fmla="*/ 13 h 24"/>
                    <a:gd name="T2" fmla="*/ 7 w 33"/>
                    <a:gd name="T3" fmla="*/ 24 h 24"/>
                    <a:gd name="T4" fmla="*/ 33 w 33"/>
                    <a:gd name="T5" fmla="*/ 6 h 24"/>
                    <a:gd name="T6" fmla="*/ 30 w 33"/>
                    <a:gd name="T7" fmla="*/ 0 h 24"/>
                    <a:gd name="T8" fmla="*/ 0 w 33"/>
                    <a:gd name="T9" fmla="*/ 13 h 24"/>
                  </a:gdLst>
                  <a:ahLst/>
                  <a:cxnLst>
                    <a:cxn ang="0">
                      <a:pos x="T0" y="T1"/>
                    </a:cxn>
                    <a:cxn ang="0">
                      <a:pos x="T2" y="T3"/>
                    </a:cxn>
                    <a:cxn ang="0">
                      <a:pos x="T4" y="T5"/>
                    </a:cxn>
                    <a:cxn ang="0">
                      <a:pos x="T6" y="T7"/>
                    </a:cxn>
                    <a:cxn ang="0">
                      <a:pos x="T8" y="T9"/>
                    </a:cxn>
                  </a:cxnLst>
                  <a:rect l="0" t="0" r="r" b="b"/>
                  <a:pathLst>
                    <a:path w="33" h="24">
                      <a:moveTo>
                        <a:pt x="0" y="13"/>
                      </a:moveTo>
                      <a:lnTo>
                        <a:pt x="7" y="24"/>
                      </a:lnTo>
                      <a:lnTo>
                        <a:pt x="33" y="6"/>
                      </a:lnTo>
                      <a:lnTo>
                        <a:pt x="30" y="0"/>
                      </a:lnTo>
                      <a:lnTo>
                        <a:pt x="0" y="13"/>
                      </a:lnTo>
                      <a:close/>
                    </a:path>
                  </a:pathLst>
                </a:custGeom>
                <a:solidFill>
                  <a:srgbClr val="C0C0C0"/>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grpSp>
            <p:nvGrpSpPr>
              <p:cNvPr id="13466" name="Group 154"/>
              <p:cNvGrpSpPr>
                <a:grpSpLocks/>
              </p:cNvGrpSpPr>
              <p:nvPr/>
            </p:nvGrpSpPr>
            <p:grpSpPr bwMode="auto">
              <a:xfrm>
                <a:off x="2027" y="1019"/>
                <a:ext cx="218" cy="158"/>
                <a:chOff x="2027" y="1019"/>
                <a:chExt cx="218" cy="158"/>
              </a:xfrm>
            </p:grpSpPr>
            <p:sp>
              <p:nvSpPr>
                <p:cNvPr id="13467" name="Freeform 155"/>
                <p:cNvSpPr>
                  <a:spLocks/>
                </p:cNvSpPr>
                <p:nvPr/>
              </p:nvSpPr>
              <p:spPr bwMode="auto">
                <a:xfrm>
                  <a:off x="2027" y="1077"/>
                  <a:ext cx="110" cy="100"/>
                </a:xfrm>
                <a:custGeom>
                  <a:avLst/>
                  <a:gdLst>
                    <a:gd name="T0" fmla="*/ 0 w 110"/>
                    <a:gd name="T1" fmla="*/ 51 h 100"/>
                    <a:gd name="T2" fmla="*/ 90 w 110"/>
                    <a:gd name="T3" fmla="*/ 0 h 100"/>
                    <a:gd name="T4" fmla="*/ 105 w 110"/>
                    <a:gd name="T5" fmla="*/ 26 h 100"/>
                    <a:gd name="T6" fmla="*/ 110 w 110"/>
                    <a:gd name="T7" fmla="*/ 44 h 100"/>
                    <a:gd name="T8" fmla="*/ 109 w 110"/>
                    <a:gd name="T9" fmla="*/ 63 h 100"/>
                    <a:gd name="T10" fmla="*/ 101 w 110"/>
                    <a:gd name="T11" fmla="*/ 75 h 100"/>
                    <a:gd name="T12" fmla="*/ 89 w 110"/>
                    <a:gd name="T13" fmla="*/ 85 h 100"/>
                    <a:gd name="T14" fmla="*/ 71 w 110"/>
                    <a:gd name="T15" fmla="*/ 92 h 100"/>
                    <a:gd name="T16" fmla="*/ 60 w 110"/>
                    <a:gd name="T17" fmla="*/ 99 h 100"/>
                    <a:gd name="T18" fmla="*/ 49 w 110"/>
                    <a:gd name="T19" fmla="*/ 100 h 100"/>
                    <a:gd name="T20" fmla="*/ 35 w 110"/>
                    <a:gd name="T21" fmla="*/ 98 h 100"/>
                    <a:gd name="T22" fmla="*/ 25 w 110"/>
                    <a:gd name="T23" fmla="*/ 91 h 100"/>
                    <a:gd name="T24" fmla="*/ 18 w 110"/>
                    <a:gd name="T25" fmla="*/ 83 h 100"/>
                    <a:gd name="T26" fmla="*/ 14 w 110"/>
                    <a:gd name="T27" fmla="*/ 75 h 100"/>
                    <a:gd name="T28" fmla="*/ 6 w 110"/>
                    <a:gd name="T29" fmla="*/ 60 h 100"/>
                    <a:gd name="T30" fmla="*/ 0 w 110"/>
                    <a:gd name="T31" fmla="*/ 5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0" h="100">
                      <a:moveTo>
                        <a:pt x="0" y="51"/>
                      </a:moveTo>
                      <a:lnTo>
                        <a:pt x="90" y="0"/>
                      </a:lnTo>
                      <a:lnTo>
                        <a:pt x="105" y="26"/>
                      </a:lnTo>
                      <a:lnTo>
                        <a:pt x="110" y="44"/>
                      </a:lnTo>
                      <a:lnTo>
                        <a:pt x="109" y="63"/>
                      </a:lnTo>
                      <a:lnTo>
                        <a:pt x="101" y="75"/>
                      </a:lnTo>
                      <a:lnTo>
                        <a:pt x="89" y="85"/>
                      </a:lnTo>
                      <a:lnTo>
                        <a:pt x="71" y="92"/>
                      </a:lnTo>
                      <a:lnTo>
                        <a:pt x="60" y="99"/>
                      </a:lnTo>
                      <a:lnTo>
                        <a:pt x="49" y="100"/>
                      </a:lnTo>
                      <a:lnTo>
                        <a:pt x="35" y="98"/>
                      </a:lnTo>
                      <a:lnTo>
                        <a:pt x="25" y="91"/>
                      </a:lnTo>
                      <a:lnTo>
                        <a:pt x="18" y="83"/>
                      </a:lnTo>
                      <a:lnTo>
                        <a:pt x="14" y="75"/>
                      </a:lnTo>
                      <a:lnTo>
                        <a:pt x="6" y="60"/>
                      </a:lnTo>
                      <a:lnTo>
                        <a:pt x="0" y="51"/>
                      </a:lnTo>
                      <a:close/>
                    </a:path>
                  </a:pathLst>
                </a:custGeom>
                <a:solidFill>
                  <a:srgbClr val="80FFFF"/>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68" name="Oval 156"/>
                <p:cNvSpPr>
                  <a:spLocks noChangeArrowheads="1"/>
                </p:cNvSpPr>
                <p:nvPr/>
              </p:nvSpPr>
              <p:spPr bwMode="auto">
                <a:xfrm>
                  <a:off x="2077" y="1122"/>
                  <a:ext cx="19" cy="18"/>
                </a:xfrm>
                <a:prstGeom prst="ellipse">
                  <a:avLst/>
                </a:prstGeom>
                <a:solidFill>
                  <a:srgbClr val="00A000"/>
                </a:solidFill>
                <a:ln w="12700">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69" name="Freeform 157"/>
                <p:cNvSpPr>
                  <a:spLocks/>
                </p:cNvSpPr>
                <p:nvPr/>
              </p:nvSpPr>
              <p:spPr bwMode="auto">
                <a:xfrm>
                  <a:off x="2134" y="1019"/>
                  <a:ext cx="111" cy="99"/>
                </a:xfrm>
                <a:custGeom>
                  <a:avLst/>
                  <a:gdLst>
                    <a:gd name="T0" fmla="*/ 0 w 111"/>
                    <a:gd name="T1" fmla="*/ 50 h 99"/>
                    <a:gd name="T2" fmla="*/ 92 w 111"/>
                    <a:gd name="T3" fmla="*/ 0 h 99"/>
                    <a:gd name="T4" fmla="*/ 105 w 111"/>
                    <a:gd name="T5" fmla="*/ 28 h 99"/>
                    <a:gd name="T6" fmla="*/ 111 w 111"/>
                    <a:gd name="T7" fmla="*/ 45 h 99"/>
                    <a:gd name="T8" fmla="*/ 108 w 111"/>
                    <a:gd name="T9" fmla="*/ 62 h 99"/>
                    <a:gd name="T10" fmla="*/ 101 w 111"/>
                    <a:gd name="T11" fmla="*/ 73 h 99"/>
                    <a:gd name="T12" fmla="*/ 88 w 111"/>
                    <a:gd name="T13" fmla="*/ 84 h 99"/>
                    <a:gd name="T14" fmla="*/ 73 w 111"/>
                    <a:gd name="T15" fmla="*/ 92 h 99"/>
                    <a:gd name="T16" fmla="*/ 61 w 111"/>
                    <a:gd name="T17" fmla="*/ 97 h 99"/>
                    <a:gd name="T18" fmla="*/ 48 w 111"/>
                    <a:gd name="T19" fmla="*/ 99 h 99"/>
                    <a:gd name="T20" fmla="*/ 36 w 111"/>
                    <a:gd name="T21" fmla="*/ 97 h 99"/>
                    <a:gd name="T22" fmla="*/ 25 w 111"/>
                    <a:gd name="T23" fmla="*/ 90 h 99"/>
                    <a:gd name="T24" fmla="*/ 19 w 111"/>
                    <a:gd name="T25" fmla="*/ 84 h 99"/>
                    <a:gd name="T26" fmla="*/ 14 w 111"/>
                    <a:gd name="T27" fmla="*/ 74 h 99"/>
                    <a:gd name="T28" fmla="*/ 6 w 111"/>
                    <a:gd name="T29" fmla="*/ 60 h 99"/>
                    <a:gd name="T30" fmla="*/ 0 w 111"/>
                    <a:gd name="T31" fmla="*/ 5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1" h="99">
                      <a:moveTo>
                        <a:pt x="0" y="50"/>
                      </a:moveTo>
                      <a:lnTo>
                        <a:pt x="92" y="0"/>
                      </a:lnTo>
                      <a:lnTo>
                        <a:pt x="105" y="28"/>
                      </a:lnTo>
                      <a:lnTo>
                        <a:pt x="111" y="45"/>
                      </a:lnTo>
                      <a:lnTo>
                        <a:pt x="108" y="62"/>
                      </a:lnTo>
                      <a:lnTo>
                        <a:pt x="101" y="73"/>
                      </a:lnTo>
                      <a:lnTo>
                        <a:pt x="88" y="84"/>
                      </a:lnTo>
                      <a:lnTo>
                        <a:pt x="73" y="92"/>
                      </a:lnTo>
                      <a:lnTo>
                        <a:pt x="61" y="97"/>
                      </a:lnTo>
                      <a:lnTo>
                        <a:pt x="48" y="99"/>
                      </a:lnTo>
                      <a:lnTo>
                        <a:pt x="36" y="97"/>
                      </a:lnTo>
                      <a:lnTo>
                        <a:pt x="25" y="90"/>
                      </a:lnTo>
                      <a:lnTo>
                        <a:pt x="19" y="84"/>
                      </a:lnTo>
                      <a:lnTo>
                        <a:pt x="14" y="74"/>
                      </a:lnTo>
                      <a:lnTo>
                        <a:pt x="6" y="60"/>
                      </a:lnTo>
                      <a:lnTo>
                        <a:pt x="0" y="50"/>
                      </a:lnTo>
                      <a:close/>
                    </a:path>
                  </a:pathLst>
                </a:custGeom>
                <a:solidFill>
                  <a:srgbClr val="80FFFF"/>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70" name="Oval 158"/>
                <p:cNvSpPr>
                  <a:spLocks noChangeArrowheads="1"/>
                </p:cNvSpPr>
                <p:nvPr/>
              </p:nvSpPr>
              <p:spPr bwMode="auto">
                <a:xfrm>
                  <a:off x="2184" y="1064"/>
                  <a:ext cx="19" cy="18"/>
                </a:xfrm>
                <a:prstGeom prst="ellipse">
                  <a:avLst/>
                </a:prstGeom>
                <a:solidFill>
                  <a:srgbClr val="00A000"/>
                </a:solidFill>
                <a:ln w="12700">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grpSp>
          <p:sp>
            <p:nvSpPr>
              <p:cNvPr id="13471" name="Freeform 159"/>
              <p:cNvSpPr>
                <a:spLocks/>
              </p:cNvSpPr>
              <p:nvPr/>
            </p:nvSpPr>
            <p:spPr bwMode="auto">
              <a:xfrm>
                <a:off x="2141" y="1182"/>
                <a:ext cx="110" cy="89"/>
              </a:xfrm>
              <a:custGeom>
                <a:avLst/>
                <a:gdLst>
                  <a:gd name="T0" fmla="*/ 0 w 110"/>
                  <a:gd name="T1" fmla="*/ 46 h 89"/>
                  <a:gd name="T2" fmla="*/ 17 w 110"/>
                  <a:gd name="T3" fmla="*/ 46 h 89"/>
                  <a:gd name="T4" fmla="*/ 32 w 110"/>
                  <a:gd name="T5" fmla="*/ 43 h 89"/>
                  <a:gd name="T6" fmla="*/ 50 w 110"/>
                  <a:gd name="T7" fmla="*/ 38 h 89"/>
                  <a:gd name="T8" fmla="*/ 66 w 110"/>
                  <a:gd name="T9" fmla="*/ 33 h 89"/>
                  <a:gd name="T10" fmla="*/ 83 w 110"/>
                  <a:gd name="T11" fmla="*/ 21 h 89"/>
                  <a:gd name="T12" fmla="*/ 93 w 110"/>
                  <a:gd name="T13" fmla="*/ 12 h 89"/>
                  <a:gd name="T14" fmla="*/ 103 w 110"/>
                  <a:gd name="T15" fmla="*/ 0 h 89"/>
                  <a:gd name="T16" fmla="*/ 109 w 110"/>
                  <a:gd name="T17" fmla="*/ 24 h 89"/>
                  <a:gd name="T18" fmla="*/ 110 w 110"/>
                  <a:gd name="T19" fmla="*/ 33 h 89"/>
                  <a:gd name="T20" fmla="*/ 110 w 110"/>
                  <a:gd name="T21" fmla="*/ 51 h 89"/>
                  <a:gd name="T22" fmla="*/ 106 w 110"/>
                  <a:gd name="T23" fmla="*/ 63 h 89"/>
                  <a:gd name="T24" fmla="*/ 98 w 110"/>
                  <a:gd name="T25" fmla="*/ 76 h 89"/>
                  <a:gd name="T26" fmla="*/ 88 w 110"/>
                  <a:gd name="T27" fmla="*/ 84 h 89"/>
                  <a:gd name="T28" fmla="*/ 76 w 110"/>
                  <a:gd name="T29" fmla="*/ 88 h 89"/>
                  <a:gd name="T30" fmla="*/ 62 w 110"/>
                  <a:gd name="T31" fmla="*/ 89 h 89"/>
                  <a:gd name="T32" fmla="*/ 49 w 110"/>
                  <a:gd name="T33" fmla="*/ 88 h 89"/>
                  <a:gd name="T34" fmla="*/ 37 w 110"/>
                  <a:gd name="T35" fmla="*/ 82 h 89"/>
                  <a:gd name="T36" fmla="*/ 31 w 110"/>
                  <a:gd name="T37" fmla="*/ 80 h 89"/>
                  <a:gd name="T38" fmla="*/ 19 w 110"/>
                  <a:gd name="T39" fmla="*/ 72 h 89"/>
                  <a:gd name="T40" fmla="*/ 11 w 110"/>
                  <a:gd name="T41" fmla="*/ 57 h 89"/>
                  <a:gd name="T42" fmla="*/ 0 w 110"/>
                  <a:gd name="T43" fmla="*/ 46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0" h="89">
                    <a:moveTo>
                      <a:pt x="0" y="46"/>
                    </a:moveTo>
                    <a:lnTo>
                      <a:pt x="17" y="46"/>
                    </a:lnTo>
                    <a:lnTo>
                      <a:pt x="32" y="43"/>
                    </a:lnTo>
                    <a:lnTo>
                      <a:pt x="50" y="38"/>
                    </a:lnTo>
                    <a:lnTo>
                      <a:pt x="66" y="33"/>
                    </a:lnTo>
                    <a:lnTo>
                      <a:pt x="83" y="21"/>
                    </a:lnTo>
                    <a:lnTo>
                      <a:pt x="93" y="12"/>
                    </a:lnTo>
                    <a:lnTo>
                      <a:pt x="103" y="0"/>
                    </a:lnTo>
                    <a:lnTo>
                      <a:pt x="109" y="24"/>
                    </a:lnTo>
                    <a:lnTo>
                      <a:pt x="110" y="33"/>
                    </a:lnTo>
                    <a:lnTo>
                      <a:pt x="110" y="51"/>
                    </a:lnTo>
                    <a:lnTo>
                      <a:pt x="106" y="63"/>
                    </a:lnTo>
                    <a:lnTo>
                      <a:pt x="98" y="76"/>
                    </a:lnTo>
                    <a:lnTo>
                      <a:pt x="88" y="84"/>
                    </a:lnTo>
                    <a:lnTo>
                      <a:pt x="76" y="88"/>
                    </a:lnTo>
                    <a:lnTo>
                      <a:pt x="62" y="89"/>
                    </a:lnTo>
                    <a:lnTo>
                      <a:pt x="49" y="88"/>
                    </a:lnTo>
                    <a:lnTo>
                      <a:pt x="37" y="82"/>
                    </a:lnTo>
                    <a:lnTo>
                      <a:pt x="31" y="80"/>
                    </a:lnTo>
                    <a:lnTo>
                      <a:pt x="19" y="72"/>
                    </a:lnTo>
                    <a:lnTo>
                      <a:pt x="11" y="57"/>
                    </a:lnTo>
                    <a:lnTo>
                      <a:pt x="0" y="46"/>
                    </a:lnTo>
                    <a:close/>
                  </a:path>
                </a:pathLst>
              </a:custGeom>
              <a:solidFill>
                <a:srgbClr val="FFFFFF"/>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72" name="Freeform 160"/>
              <p:cNvSpPr>
                <a:spLocks/>
              </p:cNvSpPr>
              <p:nvPr/>
            </p:nvSpPr>
            <p:spPr bwMode="auto">
              <a:xfrm>
                <a:off x="2149" y="1152"/>
                <a:ext cx="57" cy="32"/>
              </a:xfrm>
              <a:custGeom>
                <a:avLst/>
                <a:gdLst>
                  <a:gd name="T0" fmla="*/ 0 w 57"/>
                  <a:gd name="T1" fmla="*/ 32 h 32"/>
                  <a:gd name="T2" fmla="*/ 17 w 57"/>
                  <a:gd name="T3" fmla="*/ 31 h 32"/>
                  <a:gd name="T4" fmla="*/ 24 w 57"/>
                  <a:gd name="T5" fmla="*/ 28 h 32"/>
                  <a:gd name="T6" fmla="*/ 33 w 57"/>
                  <a:gd name="T7" fmla="*/ 25 h 32"/>
                  <a:gd name="T8" fmla="*/ 43 w 57"/>
                  <a:gd name="T9" fmla="*/ 19 h 32"/>
                  <a:gd name="T10" fmla="*/ 49 w 57"/>
                  <a:gd name="T11" fmla="*/ 10 h 32"/>
                  <a:gd name="T12" fmla="*/ 57 w 57"/>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57" h="32">
                    <a:moveTo>
                      <a:pt x="0" y="32"/>
                    </a:moveTo>
                    <a:lnTo>
                      <a:pt x="17" y="31"/>
                    </a:lnTo>
                    <a:lnTo>
                      <a:pt x="24" y="28"/>
                    </a:lnTo>
                    <a:lnTo>
                      <a:pt x="33" y="25"/>
                    </a:lnTo>
                    <a:lnTo>
                      <a:pt x="43" y="19"/>
                    </a:lnTo>
                    <a:lnTo>
                      <a:pt x="49" y="10"/>
                    </a:lnTo>
                    <a:lnTo>
                      <a:pt x="57"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sz="2400" b="0" i="0">
                  <a:solidFill>
                    <a:srgbClr val="0033CC"/>
                  </a:solidFill>
                  <a:ea typeface="楷体_GB2312" pitchFamily="49" charset="-122"/>
                </a:endParaRPr>
              </a:p>
            </p:txBody>
          </p:sp>
          <p:sp>
            <p:nvSpPr>
              <p:cNvPr id="13473" name="Freeform 161"/>
              <p:cNvSpPr>
                <a:spLocks/>
              </p:cNvSpPr>
              <p:nvPr/>
            </p:nvSpPr>
            <p:spPr bwMode="auto">
              <a:xfrm>
                <a:off x="1947" y="869"/>
                <a:ext cx="307" cy="282"/>
              </a:xfrm>
              <a:custGeom>
                <a:avLst/>
                <a:gdLst>
                  <a:gd name="T0" fmla="*/ 52 w 307"/>
                  <a:gd name="T1" fmla="*/ 282 h 282"/>
                  <a:gd name="T2" fmla="*/ 65 w 307"/>
                  <a:gd name="T3" fmla="*/ 276 h 282"/>
                  <a:gd name="T4" fmla="*/ 68 w 307"/>
                  <a:gd name="T5" fmla="*/ 258 h 282"/>
                  <a:gd name="T6" fmla="*/ 70 w 307"/>
                  <a:gd name="T7" fmla="*/ 233 h 282"/>
                  <a:gd name="T8" fmla="*/ 58 w 307"/>
                  <a:gd name="T9" fmla="*/ 183 h 282"/>
                  <a:gd name="T10" fmla="*/ 51 w 307"/>
                  <a:gd name="T11" fmla="*/ 154 h 282"/>
                  <a:gd name="T12" fmla="*/ 89 w 307"/>
                  <a:gd name="T13" fmla="*/ 155 h 282"/>
                  <a:gd name="T14" fmla="*/ 139 w 307"/>
                  <a:gd name="T15" fmla="*/ 153 h 282"/>
                  <a:gd name="T16" fmla="*/ 155 w 307"/>
                  <a:gd name="T17" fmla="*/ 137 h 282"/>
                  <a:gd name="T18" fmla="*/ 181 w 307"/>
                  <a:gd name="T19" fmla="*/ 118 h 282"/>
                  <a:gd name="T20" fmla="*/ 221 w 307"/>
                  <a:gd name="T21" fmla="*/ 122 h 282"/>
                  <a:gd name="T22" fmla="*/ 260 w 307"/>
                  <a:gd name="T23" fmla="*/ 101 h 282"/>
                  <a:gd name="T24" fmla="*/ 265 w 307"/>
                  <a:gd name="T25" fmla="*/ 123 h 282"/>
                  <a:gd name="T26" fmla="*/ 281 w 307"/>
                  <a:gd name="T27" fmla="*/ 132 h 282"/>
                  <a:gd name="T28" fmla="*/ 298 w 307"/>
                  <a:gd name="T29" fmla="*/ 160 h 282"/>
                  <a:gd name="T30" fmla="*/ 307 w 307"/>
                  <a:gd name="T31" fmla="*/ 154 h 282"/>
                  <a:gd name="T32" fmla="*/ 307 w 307"/>
                  <a:gd name="T33" fmla="*/ 135 h 282"/>
                  <a:gd name="T34" fmla="*/ 303 w 307"/>
                  <a:gd name="T35" fmla="*/ 106 h 282"/>
                  <a:gd name="T36" fmla="*/ 295 w 307"/>
                  <a:gd name="T37" fmla="*/ 82 h 282"/>
                  <a:gd name="T38" fmla="*/ 280 w 307"/>
                  <a:gd name="T39" fmla="*/ 64 h 282"/>
                  <a:gd name="T40" fmla="*/ 282 w 307"/>
                  <a:gd name="T41" fmla="*/ 33 h 282"/>
                  <a:gd name="T42" fmla="*/ 282 w 307"/>
                  <a:gd name="T43" fmla="*/ 16 h 282"/>
                  <a:gd name="T44" fmla="*/ 261 w 307"/>
                  <a:gd name="T45" fmla="*/ 19 h 282"/>
                  <a:gd name="T46" fmla="*/ 238 w 307"/>
                  <a:gd name="T47" fmla="*/ 19 h 282"/>
                  <a:gd name="T48" fmla="*/ 225 w 307"/>
                  <a:gd name="T49" fmla="*/ 14 h 282"/>
                  <a:gd name="T50" fmla="*/ 209 w 307"/>
                  <a:gd name="T51" fmla="*/ 0 h 282"/>
                  <a:gd name="T52" fmla="*/ 195 w 307"/>
                  <a:gd name="T53" fmla="*/ 13 h 282"/>
                  <a:gd name="T54" fmla="*/ 182 w 307"/>
                  <a:gd name="T55" fmla="*/ 19 h 282"/>
                  <a:gd name="T56" fmla="*/ 156 w 307"/>
                  <a:gd name="T57" fmla="*/ 21 h 282"/>
                  <a:gd name="T58" fmla="*/ 132 w 307"/>
                  <a:gd name="T59" fmla="*/ 26 h 282"/>
                  <a:gd name="T60" fmla="*/ 106 w 307"/>
                  <a:gd name="T61" fmla="*/ 35 h 282"/>
                  <a:gd name="T62" fmla="*/ 84 w 307"/>
                  <a:gd name="T63" fmla="*/ 49 h 282"/>
                  <a:gd name="T64" fmla="*/ 58 w 307"/>
                  <a:gd name="T65" fmla="*/ 73 h 282"/>
                  <a:gd name="T66" fmla="*/ 42 w 307"/>
                  <a:gd name="T67" fmla="*/ 78 h 282"/>
                  <a:gd name="T68" fmla="*/ 28 w 307"/>
                  <a:gd name="T69" fmla="*/ 91 h 282"/>
                  <a:gd name="T70" fmla="*/ 16 w 307"/>
                  <a:gd name="T71" fmla="*/ 103 h 282"/>
                  <a:gd name="T72" fmla="*/ 10 w 307"/>
                  <a:gd name="T73" fmla="*/ 122 h 282"/>
                  <a:gd name="T74" fmla="*/ 2 w 307"/>
                  <a:gd name="T75" fmla="*/ 143 h 282"/>
                  <a:gd name="T76" fmla="*/ 0 w 307"/>
                  <a:gd name="T77" fmla="*/ 161 h 282"/>
                  <a:gd name="T78" fmla="*/ 0 w 307"/>
                  <a:gd name="T79" fmla="*/ 200 h 282"/>
                  <a:gd name="T80" fmla="*/ 10 w 307"/>
                  <a:gd name="T81" fmla="*/ 241 h 282"/>
                  <a:gd name="T82" fmla="*/ 52 w 307"/>
                  <a:gd name="T83" fmla="*/ 28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07" h="282">
                    <a:moveTo>
                      <a:pt x="52" y="282"/>
                    </a:moveTo>
                    <a:lnTo>
                      <a:pt x="65" y="276"/>
                    </a:lnTo>
                    <a:lnTo>
                      <a:pt x="68" y="258"/>
                    </a:lnTo>
                    <a:lnTo>
                      <a:pt x="70" y="233"/>
                    </a:lnTo>
                    <a:lnTo>
                      <a:pt x="58" y="183"/>
                    </a:lnTo>
                    <a:lnTo>
                      <a:pt x="51" y="154"/>
                    </a:lnTo>
                    <a:lnTo>
                      <a:pt x="89" y="155"/>
                    </a:lnTo>
                    <a:lnTo>
                      <a:pt x="139" y="153"/>
                    </a:lnTo>
                    <a:lnTo>
                      <a:pt x="155" y="137"/>
                    </a:lnTo>
                    <a:lnTo>
                      <a:pt x="181" y="118"/>
                    </a:lnTo>
                    <a:lnTo>
                      <a:pt x="221" y="122"/>
                    </a:lnTo>
                    <a:lnTo>
                      <a:pt x="260" y="101"/>
                    </a:lnTo>
                    <a:lnTo>
                      <a:pt x="265" y="123"/>
                    </a:lnTo>
                    <a:lnTo>
                      <a:pt x="281" y="132"/>
                    </a:lnTo>
                    <a:lnTo>
                      <a:pt x="298" y="160"/>
                    </a:lnTo>
                    <a:lnTo>
                      <a:pt x="307" y="154"/>
                    </a:lnTo>
                    <a:lnTo>
                      <a:pt x="307" y="135"/>
                    </a:lnTo>
                    <a:lnTo>
                      <a:pt x="303" y="106"/>
                    </a:lnTo>
                    <a:lnTo>
                      <a:pt x="295" y="82"/>
                    </a:lnTo>
                    <a:lnTo>
                      <a:pt x="280" y="64"/>
                    </a:lnTo>
                    <a:lnTo>
                      <a:pt x="282" y="33"/>
                    </a:lnTo>
                    <a:lnTo>
                      <a:pt x="282" y="16"/>
                    </a:lnTo>
                    <a:lnTo>
                      <a:pt x="261" y="19"/>
                    </a:lnTo>
                    <a:lnTo>
                      <a:pt x="238" y="19"/>
                    </a:lnTo>
                    <a:lnTo>
                      <a:pt x="225" y="14"/>
                    </a:lnTo>
                    <a:lnTo>
                      <a:pt x="209" y="0"/>
                    </a:lnTo>
                    <a:lnTo>
                      <a:pt x="195" y="13"/>
                    </a:lnTo>
                    <a:lnTo>
                      <a:pt x="182" y="19"/>
                    </a:lnTo>
                    <a:lnTo>
                      <a:pt x="156" y="21"/>
                    </a:lnTo>
                    <a:lnTo>
                      <a:pt x="132" y="26"/>
                    </a:lnTo>
                    <a:lnTo>
                      <a:pt x="106" y="35"/>
                    </a:lnTo>
                    <a:lnTo>
                      <a:pt x="84" y="49"/>
                    </a:lnTo>
                    <a:lnTo>
                      <a:pt x="58" y="73"/>
                    </a:lnTo>
                    <a:lnTo>
                      <a:pt x="42" y="78"/>
                    </a:lnTo>
                    <a:lnTo>
                      <a:pt x="28" y="91"/>
                    </a:lnTo>
                    <a:lnTo>
                      <a:pt x="16" y="103"/>
                    </a:lnTo>
                    <a:lnTo>
                      <a:pt x="10" y="122"/>
                    </a:lnTo>
                    <a:lnTo>
                      <a:pt x="2" y="143"/>
                    </a:lnTo>
                    <a:lnTo>
                      <a:pt x="0" y="161"/>
                    </a:lnTo>
                    <a:lnTo>
                      <a:pt x="0" y="200"/>
                    </a:lnTo>
                    <a:lnTo>
                      <a:pt x="10" y="241"/>
                    </a:lnTo>
                    <a:lnTo>
                      <a:pt x="52" y="282"/>
                    </a:lnTo>
                    <a:close/>
                  </a:path>
                </a:pathLst>
              </a:custGeom>
              <a:solidFill>
                <a:srgbClr val="C06000"/>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sp>
          <p:nvSpPr>
            <p:cNvPr id="13474" name="Freeform 162"/>
            <p:cNvSpPr>
              <a:spLocks/>
            </p:cNvSpPr>
            <p:nvPr/>
          </p:nvSpPr>
          <p:spPr bwMode="auto">
            <a:xfrm rot="1123344">
              <a:off x="2393" y="2047"/>
              <a:ext cx="219" cy="518"/>
            </a:xfrm>
            <a:custGeom>
              <a:avLst/>
              <a:gdLst>
                <a:gd name="T0" fmla="*/ 15 w 304"/>
                <a:gd name="T1" fmla="*/ 6 h 764"/>
                <a:gd name="T2" fmla="*/ 34 w 304"/>
                <a:gd name="T3" fmla="*/ 0 h 764"/>
                <a:gd name="T4" fmla="*/ 75 w 304"/>
                <a:gd name="T5" fmla="*/ 26 h 764"/>
                <a:gd name="T6" fmla="*/ 75 w 304"/>
                <a:gd name="T7" fmla="*/ 71 h 764"/>
                <a:gd name="T8" fmla="*/ 110 w 304"/>
                <a:gd name="T9" fmla="*/ 114 h 764"/>
                <a:gd name="T10" fmla="*/ 144 w 304"/>
                <a:gd name="T11" fmla="*/ 160 h 764"/>
                <a:gd name="T12" fmla="*/ 180 w 304"/>
                <a:gd name="T13" fmla="*/ 220 h 764"/>
                <a:gd name="T14" fmla="*/ 208 w 304"/>
                <a:gd name="T15" fmla="*/ 276 h 764"/>
                <a:gd name="T16" fmla="*/ 237 w 304"/>
                <a:gd name="T17" fmla="*/ 357 h 764"/>
                <a:gd name="T18" fmla="*/ 261 w 304"/>
                <a:gd name="T19" fmla="*/ 428 h 764"/>
                <a:gd name="T20" fmla="*/ 291 w 304"/>
                <a:gd name="T21" fmla="*/ 570 h 764"/>
                <a:gd name="T22" fmla="*/ 304 w 304"/>
                <a:gd name="T23" fmla="*/ 658 h 764"/>
                <a:gd name="T24" fmla="*/ 265 w 304"/>
                <a:gd name="T25" fmla="*/ 764 h 764"/>
                <a:gd name="T26" fmla="*/ 189 w 304"/>
                <a:gd name="T27" fmla="*/ 679 h 764"/>
                <a:gd name="T28" fmla="*/ 168 w 304"/>
                <a:gd name="T29" fmla="*/ 536 h 764"/>
                <a:gd name="T30" fmla="*/ 152 w 304"/>
                <a:gd name="T31" fmla="*/ 449 h 764"/>
                <a:gd name="T32" fmla="*/ 129 w 304"/>
                <a:gd name="T33" fmla="*/ 366 h 764"/>
                <a:gd name="T34" fmla="*/ 103 w 304"/>
                <a:gd name="T35" fmla="*/ 306 h 764"/>
                <a:gd name="T36" fmla="*/ 69 w 304"/>
                <a:gd name="T37" fmla="*/ 219 h 764"/>
                <a:gd name="T38" fmla="*/ 49 w 304"/>
                <a:gd name="T39" fmla="*/ 156 h 764"/>
                <a:gd name="T40" fmla="*/ 30 w 304"/>
                <a:gd name="T41" fmla="*/ 84 h 764"/>
                <a:gd name="T42" fmla="*/ 0 w 304"/>
                <a:gd name="T43" fmla="*/ 66 h 764"/>
                <a:gd name="T44" fmla="*/ 15 w 304"/>
                <a:gd name="T45" fmla="*/ 6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4" h="764">
                  <a:moveTo>
                    <a:pt x="15" y="6"/>
                  </a:moveTo>
                  <a:lnTo>
                    <a:pt x="34" y="0"/>
                  </a:lnTo>
                  <a:lnTo>
                    <a:pt x="75" y="26"/>
                  </a:lnTo>
                  <a:lnTo>
                    <a:pt x="75" y="71"/>
                  </a:lnTo>
                  <a:lnTo>
                    <a:pt x="110" y="114"/>
                  </a:lnTo>
                  <a:lnTo>
                    <a:pt x="144" y="160"/>
                  </a:lnTo>
                  <a:lnTo>
                    <a:pt x="180" y="220"/>
                  </a:lnTo>
                  <a:lnTo>
                    <a:pt x="208" y="276"/>
                  </a:lnTo>
                  <a:lnTo>
                    <a:pt x="237" y="357"/>
                  </a:lnTo>
                  <a:lnTo>
                    <a:pt x="261" y="428"/>
                  </a:lnTo>
                  <a:lnTo>
                    <a:pt x="291" y="570"/>
                  </a:lnTo>
                  <a:lnTo>
                    <a:pt x="304" y="658"/>
                  </a:lnTo>
                  <a:lnTo>
                    <a:pt x="265" y="764"/>
                  </a:lnTo>
                  <a:lnTo>
                    <a:pt x="189" y="679"/>
                  </a:lnTo>
                  <a:lnTo>
                    <a:pt x="168" y="536"/>
                  </a:lnTo>
                  <a:lnTo>
                    <a:pt x="152" y="449"/>
                  </a:lnTo>
                  <a:lnTo>
                    <a:pt x="129" y="366"/>
                  </a:lnTo>
                  <a:lnTo>
                    <a:pt x="103" y="306"/>
                  </a:lnTo>
                  <a:lnTo>
                    <a:pt x="69" y="219"/>
                  </a:lnTo>
                  <a:lnTo>
                    <a:pt x="49" y="156"/>
                  </a:lnTo>
                  <a:lnTo>
                    <a:pt x="30" y="84"/>
                  </a:lnTo>
                  <a:lnTo>
                    <a:pt x="0" y="66"/>
                  </a:lnTo>
                  <a:lnTo>
                    <a:pt x="15" y="6"/>
                  </a:lnTo>
                  <a:close/>
                </a:path>
              </a:pathLst>
            </a:custGeom>
            <a:solidFill>
              <a:srgbClr val="FF0000"/>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nvGrpSpPr>
            <p:cNvPr id="13475" name="Group 163"/>
            <p:cNvGrpSpPr>
              <a:grpSpLocks/>
            </p:cNvGrpSpPr>
            <p:nvPr/>
          </p:nvGrpSpPr>
          <p:grpSpPr bwMode="auto">
            <a:xfrm rot="1123344">
              <a:off x="2928" y="1942"/>
              <a:ext cx="127" cy="227"/>
              <a:chOff x="2833" y="962"/>
              <a:chExt cx="176" cy="334"/>
            </a:xfrm>
          </p:grpSpPr>
          <p:sp>
            <p:nvSpPr>
              <p:cNvPr id="13476" name="Freeform 164"/>
              <p:cNvSpPr>
                <a:spLocks/>
              </p:cNvSpPr>
              <p:nvPr/>
            </p:nvSpPr>
            <p:spPr bwMode="auto">
              <a:xfrm>
                <a:off x="2834" y="1086"/>
                <a:ext cx="175" cy="210"/>
              </a:xfrm>
              <a:custGeom>
                <a:avLst/>
                <a:gdLst>
                  <a:gd name="T0" fmla="*/ 957 w 1229"/>
                  <a:gd name="T1" fmla="*/ 1468 h 1468"/>
                  <a:gd name="T2" fmla="*/ 981 w 1229"/>
                  <a:gd name="T3" fmla="*/ 1270 h 1468"/>
                  <a:gd name="T4" fmla="*/ 1049 w 1229"/>
                  <a:gd name="T5" fmla="*/ 1164 h 1468"/>
                  <a:gd name="T6" fmla="*/ 1118 w 1229"/>
                  <a:gd name="T7" fmla="*/ 1071 h 1468"/>
                  <a:gd name="T8" fmla="*/ 1182 w 1229"/>
                  <a:gd name="T9" fmla="*/ 953 h 1468"/>
                  <a:gd name="T10" fmla="*/ 1216 w 1229"/>
                  <a:gd name="T11" fmla="*/ 854 h 1468"/>
                  <a:gd name="T12" fmla="*/ 1229 w 1229"/>
                  <a:gd name="T13" fmla="*/ 734 h 1468"/>
                  <a:gd name="T14" fmla="*/ 1202 w 1229"/>
                  <a:gd name="T15" fmla="*/ 604 h 1468"/>
                  <a:gd name="T16" fmla="*/ 1159 w 1229"/>
                  <a:gd name="T17" fmla="*/ 500 h 1468"/>
                  <a:gd name="T18" fmla="*/ 1166 w 1229"/>
                  <a:gd name="T19" fmla="*/ 405 h 1468"/>
                  <a:gd name="T20" fmla="*/ 1149 w 1229"/>
                  <a:gd name="T21" fmla="*/ 320 h 1468"/>
                  <a:gd name="T22" fmla="*/ 1125 w 1229"/>
                  <a:gd name="T23" fmla="*/ 272 h 1468"/>
                  <a:gd name="T24" fmla="*/ 1091 w 1229"/>
                  <a:gd name="T25" fmla="*/ 231 h 1468"/>
                  <a:gd name="T26" fmla="*/ 1079 w 1229"/>
                  <a:gd name="T27" fmla="*/ 204 h 1468"/>
                  <a:gd name="T28" fmla="*/ 1032 w 1229"/>
                  <a:gd name="T29" fmla="*/ 176 h 1468"/>
                  <a:gd name="T30" fmla="*/ 992 w 1229"/>
                  <a:gd name="T31" fmla="*/ 170 h 1468"/>
                  <a:gd name="T32" fmla="*/ 963 w 1229"/>
                  <a:gd name="T33" fmla="*/ 185 h 1468"/>
                  <a:gd name="T34" fmla="*/ 927 w 1229"/>
                  <a:gd name="T35" fmla="*/ 279 h 1468"/>
                  <a:gd name="T36" fmla="*/ 861 w 1229"/>
                  <a:gd name="T37" fmla="*/ 414 h 1468"/>
                  <a:gd name="T38" fmla="*/ 958 w 1229"/>
                  <a:gd name="T39" fmla="*/ 181 h 1468"/>
                  <a:gd name="T40" fmla="*/ 975 w 1229"/>
                  <a:gd name="T41" fmla="*/ 152 h 1468"/>
                  <a:gd name="T42" fmla="*/ 953 w 1229"/>
                  <a:gd name="T43" fmla="*/ 100 h 1468"/>
                  <a:gd name="T44" fmla="*/ 918 w 1229"/>
                  <a:gd name="T45" fmla="*/ 82 h 1468"/>
                  <a:gd name="T46" fmla="*/ 871 w 1229"/>
                  <a:gd name="T47" fmla="*/ 62 h 1468"/>
                  <a:gd name="T48" fmla="*/ 806 w 1229"/>
                  <a:gd name="T49" fmla="*/ 39 h 1468"/>
                  <a:gd name="T50" fmla="*/ 790 w 1229"/>
                  <a:gd name="T51" fmla="*/ 25 h 1468"/>
                  <a:gd name="T52" fmla="*/ 760 w 1229"/>
                  <a:gd name="T53" fmla="*/ 0 h 1468"/>
                  <a:gd name="T54" fmla="*/ 582 w 1229"/>
                  <a:gd name="T55" fmla="*/ 39 h 1468"/>
                  <a:gd name="T56" fmla="*/ 346 w 1229"/>
                  <a:gd name="T57" fmla="*/ 169 h 1468"/>
                  <a:gd name="T58" fmla="*/ 329 w 1229"/>
                  <a:gd name="T59" fmla="*/ 204 h 1468"/>
                  <a:gd name="T60" fmla="*/ 274 w 1229"/>
                  <a:gd name="T61" fmla="*/ 259 h 1468"/>
                  <a:gd name="T62" fmla="*/ 210 w 1229"/>
                  <a:gd name="T63" fmla="*/ 303 h 1468"/>
                  <a:gd name="T64" fmla="*/ 154 w 1229"/>
                  <a:gd name="T65" fmla="*/ 326 h 1468"/>
                  <a:gd name="T66" fmla="*/ 102 w 1229"/>
                  <a:gd name="T67" fmla="*/ 378 h 1468"/>
                  <a:gd name="T68" fmla="*/ 67 w 1229"/>
                  <a:gd name="T69" fmla="*/ 466 h 1468"/>
                  <a:gd name="T70" fmla="*/ 20 w 1229"/>
                  <a:gd name="T71" fmla="*/ 584 h 1468"/>
                  <a:gd name="T72" fmla="*/ 0 w 1229"/>
                  <a:gd name="T73" fmla="*/ 649 h 1468"/>
                  <a:gd name="T74" fmla="*/ 20 w 1229"/>
                  <a:gd name="T75" fmla="*/ 753 h 1468"/>
                  <a:gd name="T76" fmla="*/ 55 w 1229"/>
                  <a:gd name="T77" fmla="*/ 861 h 1468"/>
                  <a:gd name="T78" fmla="*/ 110 w 1229"/>
                  <a:gd name="T79" fmla="*/ 998 h 1468"/>
                  <a:gd name="T80" fmla="*/ 141 w 1229"/>
                  <a:gd name="T81" fmla="*/ 1111 h 1468"/>
                  <a:gd name="T82" fmla="*/ 218 w 1229"/>
                  <a:gd name="T83" fmla="*/ 1215 h 1468"/>
                  <a:gd name="T84" fmla="*/ 257 w 1229"/>
                  <a:gd name="T85" fmla="*/ 1233 h 1468"/>
                  <a:gd name="T86" fmla="*/ 279 w 1229"/>
                  <a:gd name="T87" fmla="*/ 1290 h 1468"/>
                  <a:gd name="T88" fmla="*/ 283 w 1229"/>
                  <a:gd name="T89" fmla="*/ 1465 h 1468"/>
                  <a:gd name="T90" fmla="*/ 957 w 1229"/>
                  <a:gd name="T91" fmla="*/ 1468 h 1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29" h="1468">
                    <a:moveTo>
                      <a:pt x="957" y="1468"/>
                    </a:moveTo>
                    <a:lnTo>
                      <a:pt x="981" y="1270"/>
                    </a:lnTo>
                    <a:lnTo>
                      <a:pt x="1049" y="1164"/>
                    </a:lnTo>
                    <a:lnTo>
                      <a:pt x="1118" y="1071"/>
                    </a:lnTo>
                    <a:lnTo>
                      <a:pt x="1182" y="953"/>
                    </a:lnTo>
                    <a:lnTo>
                      <a:pt x="1216" y="854"/>
                    </a:lnTo>
                    <a:lnTo>
                      <a:pt x="1229" y="734"/>
                    </a:lnTo>
                    <a:lnTo>
                      <a:pt x="1202" y="604"/>
                    </a:lnTo>
                    <a:lnTo>
                      <a:pt x="1159" y="500"/>
                    </a:lnTo>
                    <a:lnTo>
                      <a:pt x="1166" y="405"/>
                    </a:lnTo>
                    <a:lnTo>
                      <a:pt x="1149" y="320"/>
                    </a:lnTo>
                    <a:lnTo>
                      <a:pt x="1125" y="272"/>
                    </a:lnTo>
                    <a:lnTo>
                      <a:pt x="1091" y="231"/>
                    </a:lnTo>
                    <a:lnTo>
                      <a:pt x="1079" y="204"/>
                    </a:lnTo>
                    <a:lnTo>
                      <a:pt x="1032" y="176"/>
                    </a:lnTo>
                    <a:lnTo>
                      <a:pt x="992" y="170"/>
                    </a:lnTo>
                    <a:lnTo>
                      <a:pt x="963" y="185"/>
                    </a:lnTo>
                    <a:lnTo>
                      <a:pt x="927" y="279"/>
                    </a:lnTo>
                    <a:lnTo>
                      <a:pt x="861" y="414"/>
                    </a:lnTo>
                    <a:lnTo>
                      <a:pt x="958" y="181"/>
                    </a:lnTo>
                    <a:lnTo>
                      <a:pt x="975" y="152"/>
                    </a:lnTo>
                    <a:lnTo>
                      <a:pt x="953" y="100"/>
                    </a:lnTo>
                    <a:lnTo>
                      <a:pt x="918" y="82"/>
                    </a:lnTo>
                    <a:lnTo>
                      <a:pt x="871" y="62"/>
                    </a:lnTo>
                    <a:lnTo>
                      <a:pt x="806" y="39"/>
                    </a:lnTo>
                    <a:lnTo>
                      <a:pt x="790" y="25"/>
                    </a:lnTo>
                    <a:lnTo>
                      <a:pt x="760" y="0"/>
                    </a:lnTo>
                    <a:lnTo>
                      <a:pt x="582" y="39"/>
                    </a:lnTo>
                    <a:lnTo>
                      <a:pt x="346" y="169"/>
                    </a:lnTo>
                    <a:lnTo>
                      <a:pt x="329" y="204"/>
                    </a:lnTo>
                    <a:lnTo>
                      <a:pt x="274" y="259"/>
                    </a:lnTo>
                    <a:lnTo>
                      <a:pt x="210" y="303"/>
                    </a:lnTo>
                    <a:lnTo>
                      <a:pt x="154" y="326"/>
                    </a:lnTo>
                    <a:lnTo>
                      <a:pt x="102" y="378"/>
                    </a:lnTo>
                    <a:lnTo>
                      <a:pt x="67" y="466"/>
                    </a:lnTo>
                    <a:lnTo>
                      <a:pt x="20" y="584"/>
                    </a:lnTo>
                    <a:lnTo>
                      <a:pt x="0" y="649"/>
                    </a:lnTo>
                    <a:lnTo>
                      <a:pt x="20" y="753"/>
                    </a:lnTo>
                    <a:lnTo>
                      <a:pt x="55" y="861"/>
                    </a:lnTo>
                    <a:lnTo>
                      <a:pt x="110" y="998"/>
                    </a:lnTo>
                    <a:lnTo>
                      <a:pt x="141" y="1111"/>
                    </a:lnTo>
                    <a:lnTo>
                      <a:pt x="218" y="1215"/>
                    </a:lnTo>
                    <a:lnTo>
                      <a:pt x="257" y="1233"/>
                    </a:lnTo>
                    <a:lnTo>
                      <a:pt x="279" y="1290"/>
                    </a:lnTo>
                    <a:lnTo>
                      <a:pt x="283" y="1465"/>
                    </a:lnTo>
                    <a:lnTo>
                      <a:pt x="957" y="1468"/>
                    </a:lnTo>
                    <a:close/>
                  </a:path>
                </a:pathLst>
              </a:custGeom>
              <a:solidFill>
                <a:srgbClr val="FFD7AF"/>
              </a:solidFill>
              <a:ln w="1651">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77" name="Freeform 165"/>
              <p:cNvSpPr>
                <a:spLocks/>
              </p:cNvSpPr>
              <p:nvPr/>
            </p:nvSpPr>
            <p:spPr bwMode="auto">
              <a:xfrm>
                <a:off x="2932" y="1151"/>
                <a:ext cx="77" cy="40"/>
              </a:xfrm>
              <a:custGeom>
                <a:avLst/>
                <a:gdLst>
                  <a:gd name="T0" fmla="*/ 0 w 538"/>
                  <a:gd name="T1" fmla="*/ 0 h 275"/>
                  <a:gd name="T2" fmla="*/ 234 w 538"/>
                  <a:gd name="T3" fmla="*/ 164 h 275"/>
                  <a:gd name="T4" fmla="*/ 445 w 538"/>
                  <a:gd name="T5" fmla="*/ 246 h 275"/>
                  <a:gd name="T6" fmla="*/ 538 w 538"/>
                  <a:gd name="T7" fmla="*/ 275 h 275"/>
                </a:gdLst>
                <a:ahLst/>
                <a:cxnLst>
                  <a:cxn ang="0">
                    <a:pos x="T0" y="T1"/>
                  </a:cxn>
                  <a:cxn ang="0">
                    <a:pos x="T2" y="T3"/>
                  </a:cxn>
                  <a:cxn ang="0">
                    <a:pos x="T4" y="T5"/>
                  </a:cxn>
                  <a:cxn ang="0">
                    <a:pos x="T6" y="T7"/>
                  </a:cxn>
                </a:cxnLst>
                <a:rect l="0" t="0" r="r" b="b"/>
                <a:pathLst>
                  <a:path w="538" h="275">
                    <a:moveTo>
                      <a:pt x="0" y="0"/>
                    </a:moveTo>
                    <a:lnTo>
                      <a:pt x="234" y="164"/>
                    </a:lnTo>
                    <a:lnTo>
                      <a:pt x="445" y="246"/>
                    </a:lnTo>
                    <a:lnTo>
                      <a:pt x="538" y="275"/>
                    </a:lnTo>
                  </a:path>
                </a:pathLst>
              </a:custGeom>
              <a:solidFill>
                <a:srgbClr val="FFD7AF"/>
              </a:solidFill>
              <a:ln w="158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78" name="Freeform 166"/>
              <p:cNvSpPr>
                <a:spLocks/>
              </p:cNvSpPr>
              <p:nvPr/>
            </p:nvSpPr>
            <p:spPr bwMode="auto">
              <a:xfrm>
                <a:off x="2885" y="1141"/>
                <a:ext cx="86" cy="91"/>
              </a:xfrm>
              <a:custGeom>
                <a:avLst/>
                <a:gdLst>
                  <a:gd name="T0" fmla="*/ 0 w 601"/>
                  <a:gd name="T1" fmla="*/ 0 h 643"/>
                  <a:gd name="T2" fmla="*/ 337 w 601"/>
                  <a:gd name="T3" fmla="*/ 180 h 643"/>
                  <a:gd name="T4" fmla="*/ 413 w 601"/>
                  <a:gd name="T5" fmla="*/ 245 h 643"/>
                  <a:gd name="T6" fmla="*/ 510 w 601"/>
                  <a:gd name="T7" fmla="*/ 360 h 643"/>
                  <a:gd name="T8" fmla="*/ 551 w 601"/>
                  <a:gd name="T9" fmla="*/ 454 h 643"/>
                  <a:gd name="T10" fmla="*/ 573 w 601"/>
                  <a:gd name="T11" fmla="*/ 534 h 643"/>
                  <a:gd name="T12" fmla="*/ 601 w 601"/>
                  <a:gd name="T13" fmla="*/ 643 h 643"/>
                </a:gdLst>
                <a:ahLst/>
                <a:cxnLst>
                  <a:cxn ang="0">
                    <a:pos x="T0" y="T1"/>
                  </a:cxn>
                  <a:cxn ang="0">
                    <a:pos x="T2" y="T3"/>
                  </a:cxn>
                  <a:cxn ang="0">
                    <a:pos x="T4" y="T5"/>
                  </a:cxn>
                  <a:cxn ang="0">
                    <a:pos x="T6" y="T7"/>
                  </a:cxn>
                  <a:cxn ang="0">
                    <a:pos x="T8" y="T9"/>
                  </a:cxn>
                  <a:cxn ang="0">
                    <a:pos x="T10" y="T11"/>
                  </a:cxn>
                  <a:cxn ang="0">
                    <a:pos x="T12" y="T13"/>
                  </a:cxn>
                </a:cxnLst>
                <a:rect l="0" t="0" r="r" b="b"/>
                <a:pathLst>
                  <a:path w="601" h="643">
                    <a:moveTo>
                      <a:pt x="0" y="0"/>
                    </a:moveTo>
                    <a:lnTo>
                      <a:pt x="337" y="180"/>
                    </a:lnTo>
                    <a:lnTo>
                      <a:pt x="413" y="245"/>
                    </a:lnTo>
                    <a:lnTo>
                      <a:pt x="510" y="360"/>
                    </a:lnTo>
                    <a:lnTo>
                      <a:pt x="551" y="454"/>
                    </a:lnTo>
                    <a:lnTo>
                      <a:pt x="573" y="534"/>
                    </a:lnTo>
                    <a:lnTo>
                      <a:pt x="601" y="643"/>
                    </a:lnTo>
                  </a:path>
                </a:pathLst>
              </a:custGeom>
              <a:solidFill>
                <a:srgbClr val="FFD7AF"/>
              </a:solidFill>
              <a:ln w="158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79" name="Freeform 167"/>
              <p:cNvSpPr>
                <a:spLocks/>
              </p:cNvSpPr>
              <p:nvPr/>
            </p:nvSpPr>
            <p:spPr bwMode="auto">
              <a:xfrm>
                <a:off x="2919" y="1090"/>
                <a:ext cx="57" cy="89"/>
              </a:xfrm>
              <a:custGeom>
                <a:avLst/>
                <a:gdLst>
                  <a:gd name="T0" fmla="*/ 391 w 395"/>
                  <a:gd name="T1" fmla="*/ 139 h 623"/>
                  <a:gd name="T2" fmla="*/ 395 w 395"/>
                  <a:gd name="T3" fmla="*/ 98 h 623"/>
                  <a:gd name="T4" fmla="*/ 368 w 395"/>
                  <a:gd name="T5" fmla="*/ 42 h 623"/>
                  <a:gd name="T6" fmla="*/ 328 w 395"/>
                  <a:gd name="T7" fmla="*/ 15 h 623"/>
                  <a:gd name="T8" fmla="*/ 290 w 395"/>
                  <a:gd name="T9" fmla="*/ 0 h 623"/>
                  <a:gd name="T10" fmla="*/ 248 w 395"/>
                  <a:gd name="T11" fmla="*/ 1 h 623"/>
                  <a:gd name="T12" fmla="*/ 211 w 395"/>
                  <a:gd name="T13" fmla="*/ 10 h 623"/>
                  <a:gd name="T14" fmla="*/ 181 w 395"/>
                  <a:gd name="T15" fmla="*/ 28 h 623"/>
                  <a:gd name="T16" fmla="*/ 123 w 395"/>
                  <a:gd name="T17" fmla="*/ 167 h 623"/>
                  <a:gd name="T18" fmla="*/ 83 w 395"/>
                  <a:gd name="T19" fmla="*/ 298 h 623"/>
                  <a:gd name="T20" fmla="*/ 45 w 395"/>
                  <a:gd name="T21" fmla="*/ 401 h 623"/>
                  <a:gd name="T22" fmla="*/ 0 w 395"/>
                  <a:gd name="T23" fmla="*/ 512 h 623"/>
                  <a:gd name="T24" fmla="*/ 16 w 395"/>
                  <a:gd name="T25" fmla="*/ 581 h 623"/>
                  <a:gd name="T26" fmla="*/ 38 w 395"/>
                  <a:gd name="T27" fmla="*/ 604 h 623"/>
                  <a:gd name="T28" fmla="*/ 72 w 395"/>
                  <a:gd name="T29" fmla="*/ 623 h 623"/>
                  <a:gd name="T30" fmla="*/ 110 w 395"/>
                  <a:gd name="T31" fmla="*/ 618 h 623"/>
                  <a:gd name="T32" fmla="*/ 148 w 395"/>
                  <a:gd name="T33" fmla="*/ 602 h 623"/>
                  <a:gd name="T34" fmla="*/ 186 w 395"/>
                  <a:gd name="T35" fmla="*/ 540 h 623"/>
                  <a:gd name="T36" fmla="*/ 201 w 395"/>
                  <a:gd name="T37" fmla="*/ 453 h 623"/>
                  <a:gd name="T38" fmla="*/ 235 w 395"/>
                  <a:gd name="T39" fmla="*/ 398 h 623"/>
                  <a:gd name="T40" fmla="*/ 265 w 395"/>
                  <a:gd name="T41" fmla="*/ 332 h 623"/>
                  <a:gd name="T42" fmla="*/ 315 w 395"/>
                  <a:gd name="T43" fmla="*/ 267 h 623"/>
                  <a:gd name="T44" fmla="*/ 364 w 395"/>
                  <a:gd name="T45" fmla="*/ 183 h 623"/>
                  <a:gd name="T46" fmla="*/ 391 w 395"/>
                  <a:gd name="T47" fmla="*/ 139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5" h="623">
                    <a:moveTo>
                      <a:pt x="391" y="139"/>
                    </a:moveTo>
                    <a:lnTo>
                      <a:pt x="395" y="98"/>
                    </a:lnTo>
                    <a:lnTo>
                      <a:pt x="368" y="42"/>
                    </a:lnTo>
                    <a:lnTo>
                      <a:pt x="328" y="15"/>
                    </a:lnTo>
                    <a:lnTo>
                      <a:pt x="290" y="0"/>
                    </a:lnTo>
                    <a:lnTo>
                      <a:pt x="248" y="1"/>
                    </a:lnTo>
                    <a:lnTo>
                      <a:pt x="211" y="10"/>
                    </a:lnTo>
                    <a:lnTo>
                      <a:pt x="181" y="28"/>
                    </a:lnTo>
                    <a:lnTo>
                      <a:pt x="123" y="167"/>
                    </a:lnTo>
                    <a:lnTo>
                      <a:pt x="83" y="298"/>
                    </a:lnTo>
                    <a:lnTo>
                      <a:pt x="45" y="401"/>
                    </a:lnTo>
                    <a:lnTo>
                      <a:pt x="0" y="512"/>
                    </a:lnTo>
                    <a:lnTo>
                      <a:pt x="16" y="581"/>
                    </a:lnTo>
                    <a:lnTo>
                      <a:pt x="38" y="604"/>
                    </a:lnTo>
                    <a:lnTo>
                      <a:pt x="72" y="623"/>
                    </a:lnTo>
                    <a:lnTo>
                      <a:pt x="110" y="618"/>
                    </a:lnTo>
                    <a:lnTo>
                      <a:pt x="148" y="602"/>
                    </a:lnTo>
                    <a:lnTo>
                      <a:pt x="186" y="540"/>
                    </a:lnTo>
                    <a:lnTo>
                      <a:pt x="201" y="453"/>
                    </a:lnTo>
                    <a:lnTo>
                      <a:pt x="235" y="398"/>
                    </a:lnTo>
                    <a:lnTo>
                      <a:pt x="265" y="332"/>
                    </a:lnTo>
                    <a:lnTo>
                      <a:pt x="315" y="267"/>
                    </a:lnTo>
                    <a:lnTo>
                      <a:pt x="364" y="183"/>
                    </a:lnTo>
                    <a:lnTo>
                      <a:pt x="391" y="139"/>
                    </a:lnTo>
                    <a:close/>
                  </a:path>
                </a:pathLst>
              </a:custGeom>
              <a:solidFill>
                <a:srgbClr val="FFD7AF"/>
              </a:solidFill>
              <a:ln w="158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80" name="Freeform 168"/>
              <p:cNvSpPr>
                <a:spLocks/>
              </p:cNvSpPr>
              <p:nvPr/>
            </p:nvSpPr>
            <p:spPr bwMode="auto">
              <a:xfrm>
                <a:off x="2925" y="1154"/>
                <a:ext cx="16" cy="21"/>
              </a:xfrm>
              <a:custGeom>
                <a:avLst/>
                <a:gdLst>
                  <a:gd name="T0" fmla="*/ 16 w 114"/>
                  <a:gd name="T1" fmla="*/ 18 h 148"/>
                  <a:gd name="T2" fmla="*/ 38 w 114"/>
                  <a:gd name="T3" fmla="*/ 0 h 148"/>
                  <a:gd name="T4" fmla="*/ 77 w 114"/>
                  <a:gd name="T5" fmla="*/ 4 h 148"/>
                  <a:gd name="T6" fmla="*/ 114 w 114"/>
                  <a:gd name="T7" fmla="*/ 22 h 148"/>
                  <a:gd name="T8" fmla="*/ 114 w 114"/>
                  <a:gd name="T9" fmla="*/ 77 h 148"/>
                  <a:gd name="T10" fmla="*/ 108 w 114"/>
                  <a:gd name="T11" fmla="*/ 107 h 148"/>
                  <a:gd name="T12" fmla="*/ 92 w 114"/>
                  <a:gd name="T13" fmla="*/ 139 h 148"/>
                  <a:gd name="T14" fmla="*/ 54 w 114"/>
                  <a:gd name="T15" fmla="*/ 148 h 148"/>
                  <a:gd name="T16" fmla="*/ 35 w 114"/>
                  <a:gd name="T17" fmla="*/ 146 h 148"/>
                  <a:gd name="T18" fmla="*/ 13 w 114"/>
                  <a:gd name="T19" fmla="*/ 124 h 148"/>
                  <a:gd name="T20" fmla="*/ 0 w 114"/>
                  <a:gd name="T21" fmla="*/ 98 h 148"/>
                  <a:gd name="T22" fmla="*/ 16 w 114"/>
                  <a:gd name="T23" fmla="*/ 1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4" h="148">
                    <a:moveTo>
                      <a:pt x="16" y="18"/>
                    </a:moveTo>
                    <a:lnTo>
                      <a:pt x="38" y="0"/>
                    </a:lnTo>
                    <a:lnTo>
                      <a:pt x="77" y="4"/>
                    </a:lnTo>
                    <a:lnTo>
                      <a:pt x="114" y="22"/>
                    </a:lnTo>
                    <a:lnTo>
                      <a:pt x="114" y="77"/>
                    </a:lnTo>
                    <a:lnTo>
                      <a:pt x="108" y="107"/>
                    </a:lnTo>
                    <a:lnTo>
                      <a:pt x="92" y="139"/>
                    </a:lnTo>
                    <a:lnTo>
                      <a:pt x="54" y="148"/>
                    </a:lnTo>
                    <a:lnTo>
                      <a:pt x="35" y="146"/>
                    </a:lnTo>
                    <a:lnTo>
                      <a:pt x="13" y="124"/>
                    </a:lnTo>
                    <a:lnTo>
                      <a:pt x="0" y="98"/>
                    </a:lnTo>
                    <a:lnTo>
                      <a:pt x="16" y="18"/>
                    </a:lnTo>
                    <a:close/>
                  </a:path>
                </a:pathLst>
              </a:custGeom>
              <a:solidFill>
                <a:srgbClr val="FFD7AF"/>
              </a:solidFill>
              <a:ln w="158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81" name="Freeform 169"/>
              <p:cNvSpPr>
                <a:spLocks/>
              </p:cNvSpPr>
              <p:nvPr/>
            </p:nvSpPr>
            <p:spPr bwMode="auto">
              <a:xfrm>
                <a:off x="2870" y="962"/>
                <a:ext cx="42" cy="155"/>
              </a:xfrm>
              <a:custGeom>
                <a:avLst/>
                <a:gdLst>
                  <a:gd name="T0" fmla="*/ 284 w 290"/>
                  <a:gd name="T1" fmla="*/ 1005 h 1090"/>
                  <a:gd name="T2" fmla="*/ 289 w 290"/>
                  <a:gd name="T3" fmla="*/ 947 h 1090"/>
                  <a:gd name="T4" fmla="*/ 290 w 290"/>
                  <a:gd name="T5" fmla="*/ 818 h 1090"/>
                  <a:gd name="T6" fmla="*/ 281 w 290"/>
                  <a:gd name="T7" fmla="*/ 691 h 1090"/>
                  <a:gd name="T8" fmla="*/ 275 w 290"/>
                  <a:gd name="T9" fmla="*/ 635 h 1090"/>
                  <a:gd name="T10" fmla="*/ 271 w 290"/>
                  <a:gd name="T11" fmla="*/ 594 h 1090"/>
                  <a:gd name="T12" fmla="*/ 271 w 290"/>
                  <a:gd name="T13" fmla="*/ 505 h 1090"/>
                  <a:gd name="T14" fmla="*/ 276 w 290"/>
                  <a:gd name="T15" fmla="*/ 406 h 1090"/>
                  <a:gd name="T16" fmla="*/ 275 w 290"/>
                  <a:gd name="T17" fmla="*/ 332 h 1090"/>
                  <a:gd name="T18" fmla="*/ 273 w 290"/>
                  <a:gd name="T19" fmla="*/ 276 h 1090"/>
                  <a:gd name="T20" fmla="*/ 262 w 290"/>
                  <a:gd name="T21" fmla="*/ 166 h 1090"/>
                  <a:gd name="T22" fmla="*/ 253 w 290"/>
                  <a:gd name="T23" fmla="*/ 88 h 1090"/>
                  <a:gd name="T24" fmla="*/ 236 w 290"/>
                  <a:gd name="T25" fmla="*/ 24 h 1090"/>
                  <a:gd name="T26" fmla="*/ 214 w 290"/>
                  <a:gd name="T27" fmla="*/ 3 h 1090"/>
                  <a:gd name="T28" fmla="*/ 186 w 290"/>
                  <a:gd name="T29" fmla="*/ 1 h 1090"/>
                  <a:gd name="T30" fmla="*/ 156 w 290"/>
                  <a:gd name="T31" fmla="*/ 0 h 1090"/>
                  <a:gd name="T32" fmla="*/ 121 w 290"/>
                  <a:gd name="T33" fmla="*/ 14 h 1090"/>
                  <a:gd name="T34" fmla="*/ 92 w 290"/>
                  <a:gd name="T35" fmla="*/ 70 h 1090"/>
                  <a:gd name="T36" fmla="*/ 85 w 290"/>
                  <a:gd name="T37" fmla="*/ 160 h 1090"/>
                  <a:gd name="T38" fmla="*/ 82 w 290"/>
                  <a:gd name="T39" fmla="*/ 264 h 1090"/>
                  <a:gd name="T40" fmla="*/ 76 w 290"/>
                  <a:gd name="T41" fmla="*/ 332 h 1090"/>
                  <a:gd name="T42" fmla="*/ 67 w 290"/>
                  <a:gd name="T43" fmla="*/ 402 h 1090"/>
                  <a:gd name="T44" fmla="*/ 68 w 290"/>
                  <a:gd name="T45" fmla="*/ 485 h 1090"/>
                  <a:gd name="T46" fmla="*/ 64 w 290"/>
                  <a:gd name="T47" fmla="*/ 580 h 1090"/>
                  <a:gd name="T48" fmla="*/ 51 w 290"/>
                  <a:gd name="T49" fmla="*/ 651 h 1090"/>
                  <a:gd name="T50" fmla="*/ 37 w 290"/>
                  <a:gd name="T51" fmla="*/ 765 h 1090"/>
                  <a:gd name="T52" fmla="*/ 19 w 290"/>
                  <a:gd name="T53" fmla="*/ 885 h 1090"/>
                  <a:gd name="T54" fmla="*/ 3 w 290"/>
                  <a:gd name="T55" fmla="*/ 986 h 1090"/>
                  <a:gd name="T56" fmla="*/ 0 w 290"/>
                  <a:gd name="T57" fmla="*/ 1090 h 1090"/>
                  <a:gd name="T58" fmla="*/ 266 w 290"/>
                  <a:gd name="T59" fmla="*/ 1085 h 1090"/>
                  <a:gd name="T60" fmla="*/ 284 w 290"/>
                  <a:gd name="T61" fmla="*/ 1005 h 10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90" h="1090">
                    <a:moveTo>
                      <a:pt x="284" y="1005"/>
                    </a:moveTo>
                    <a:lnTo>
                      <a:pt x="289" y="947"/>
                    </a:lnTo>
                    <a:lnTo>
                      <a:pt x="290" y="818"/>
                    </a:lnTo>
                    <a:lnTo>
                      <a:pt x="281" y="691"/>
                    </a:lnTo>
                    <a:lnTo>
                      <a:pt x="275" y="635"/>
                    </a:lnTo>
                    <a:lnTo>
                      <a:pt x="271" y="594"/>
                    </a:lnTo>
                    <a:lnTo>
                      <a:pt x="271" y="505"/>
                    </a:lnTo>
                    <a:lnTo>
                      <a:pt x="276" y="406"/>
                    </a:lnTo>
                    <a:lnTo>
                      <a:pt x="275" y="332"/>
                    </a:lnTo>
                    <a:lnTo>
                      <a:pt x="273" y="276"/>
                    </a:lnTo>
                    <a:lnTo>
                      <a:pt x="262" y="166"/>
                    </a:lnTo>
                    <a:lnTo>
                      <a:pt x="253" y="88"/>
                    </a:lnTo>
                    <a:lnTo>
                      <a:pt x="236" y="24"/>
                    </a:lnTo>
                    <a:lnTo>
                      <a:pt x="214" y="3"/>
                    </a:lnTo>
                    <a:lnTo>
                      <a:pt x="186" y="1"/>
                    </a:lnTo>
                    <a:lnTo>
                      <a:pt x="156" y="0"/>
                    </a:lnTo>
                    <a:lnTo>
                      <a:pt x="121" y="14"/>
                    </a:lnTo>
                    <a:lnTo>
                      <a:pt x="92" y="70"/>
                    </a:lnTo>
                    <a:lnTo>
                      <a:pt x="85" y="160"/>
                    </a:lnTo>
                    <a:lnTo>
                      <a:pt x="82" y="264"/>
                    </a:lnTo>
                    <a:lnTo>
                      <a:pt x="76" y="332"/>
                    </a:lnTo>
                    <a:lnTo>
                      <a:pt x="67" y="402"/>
                    </a:lnTo>
                    <a:lnTo>
                      <a:pt x="68" y="485"/>
                    </a:lnTo>
                    <a:lnTo>
                      <a:pt x="64" y="580"/>
                    </a:lnTo>
                    <a:lnTo>
                      <a:pt x="51" y="651"/>
                    </a:lnTo>
                    <a:lnTo>
                      <a:pt x="37" y="765"/>
                    </a:lnTo>
                    <a:lnTo>
                      <a:pt x="19" y="885"/>
                    </a:lnTo>
                    <a:lnTo>
                      <a:pt x="3" y="986"/>
                    </a:lnTo>
                    <a:lnTo>
                      <a:pt x="0" y="1090"/>
                    </a:lnTo>
                    <a:lnTo>
                      <a:pt x="266" y="1085"/>
                    </a:lnTo>
                    <a:lnTo>
                      <a:pt x="284" y="1005"/>
                    </a:lnTo>
                    <a:close/>
                  </a:path>
                </a:pathLst>
              </a:custGeom>
              <a:solidFill>
                <a:srgbClr val="FFD7AF"/>
              </a:solidFill>
              <a:ln w="1651">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82" name="Freeform 170"/>
              <p:cNvSpPr>
                <a:spLocks/>
              </p:cNvSpPr>
              <p:nvPr/>
            </p:nvSpPr>
            <p:spPr bwMode="auto">
              <a:xfrm>
                <a:off x="2968" y="1156"/>
                <a:ext cx="31" cy="4"/>
              </a:xfrm>
              <a:custGeom>
                <a:avLst/>
                <a:gdLst>
                  <a:gd name="T0" fmla="*/ 221 w 221"/>
                  <a:gd name="T1" fmla="*/ 14 h 28"/>
                  <a:gd name="T2" fmla="*/ 156 w 221"/>
                  <a:gd name="T3" fmla="*/ 24 h 28"/>
                  <a:gd name="T4" fmla="*/ 104 w 221"/>
                  <a:gd name="T5" fmla="*/ 28 h 28"/>
                  <a:gd name="T6" fmla="*/ 35 w 221"/>
                  <a:gd name="T7" fmla="*/ 14 h 28"/>
                  <a:gd name="T8" fmla="*/ 0 w 221"/>
                  <a:gd name="T9" fmla="*/ 0 h 28"/>
                </a:gdLst>
                <a:ahLst/>
                <a:cxnLst>
                  <a:cxn ang="0">
                    <a:pos x="T0" y="T1"/>
                  </a:cxn>
                  <a:cxn ang="0">
                    <a:pos x="T2" y="T3"/>
                  </a:cxn>
                  <a:cxn ang="0">
                    <a:pos x="T4" y="T5"/>
                  </a:cxn>
                  <a:cxn ang="0">
                    <a:pos x="T6" y="T7"/>
                  </a:cxn>
                  <a:cxn ang="0">
                    <a:pos x="T8" y="T9"/>
                  </a:cxn>
                </a:cxnLst>
                <a:rect l="0" t="0" r="r" b="b"/>
                <a:pathLst>
                  <a:path w="221" h="28">
                    <a:moveTo>
                      <a:pt x="221" y="14"/>
                    </a:moveTo>
                    <a:lnTo>
                      <a:pt x="156" y="24"/>
                    </a:lnTo>
                    <a:lnTo>
                      <a:pt x="104" y="28"/>
                    </a:lnTo>
                    <a:lnTo>
                      <a:pt x="35" y="14"/>
                    </a:lnTo>
                    <a:lnTo>
                      <a:pt x="0" y="0"/>
                    </a:lnTo>
                  </a:path>
                </a:pathLst>
              </a:custGeom>
              <a:solidFill>
                <a:srgbClr val="FFD7AF"/>
              </a:solidFill>
              <a:ln w="158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83" name="Freeform 171"/>
              <p:cNvSpPr>
                <a:spLocks/>
              </p:cNvSpPr>
              <p:nvPr/>
            </p:nvSpPr>
            <p:spPr bwMode="auto">
              <a:xfrm>
                <a:off x="2872" y="1264"/>
                <a:ext cx="26" cy="2"/>
              </a:xfrm>
              <a:custGeom>
                <a:avLst/>
                <a:gdLst>
                  <a:gd name="T0" fmla="*/ 0 w 181"/>
                  <a:gd name="T1" fmla="*/ 0 h 14"/>
                  <a:gd name="T2" fmla="*/ 70 w 181"/>
                  <a:gd name="T3" fmla="*/ 14 h 14"/>
                  <a:gd name="T4" fmla="*/ 146 w 181"/>
                  <a:gd name="T5" fmla="*/ 14 h 14"/>
                  <a:gd name="T6" fmla="*/ 181 w 181"/>
                  <a:gd name="T7" fmla="*/ 7 h 14"/>
                </a:gdLst>
                <a:ahLst/>
                <a:cxnLst>
                  <a:cxn ang="0">
                    <a:pos x="T0" y="T1"/>
                  </a:cxn>
                  <a:cxn ang="0">
                    <a:pos x="T2" y="T3"/>
                  </a:cxn>
                  <a:cxn ang="0">
                    <a:pos x="T4" y="T5"/>
                  </a:cxn>
                  <a:cxn ang="0">
                    <a:pos x="T6" y="T7"/>
                  </a:cxn>
                </a:cxnLst>
                <a:rect l="0" t="0" r="r" b="b"/>
                <a:pathLst>
                  <a:path w="181" h="14">
                    <a:moveTo>
                      <a:pt x="0" y="0"/>
                    </a:moveTo>
                    <a:lnTo>
                      <a:pt x="70" y="14"/>
                    </a:lnTo>
                    <a:lnTo>
                      <a:pt x="146" y="14"/>
                    </a:lnTo>
                    <a:lnTo>
                      <a:pt x="181" y="7"/>
                    </a:lnTo>
                  </a:path>
                </a:pathLst>
              </a:custGeom>
              <a:solidFill>
                <a:srgbClr val="FFD7AF"/>
              </a:solidFill>
              <a:ln w="158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84" name="Freeform 172"/>
              <p:cNvSpPr>
                <a:spLocks/>
              </p:cNvSpPr>
              <p:nvPr/>
            </p:nvSpPr>
            <p:spPr bwMode="auto">
              <a:xfrm>
                <a:off x="2928" y="1104"/>
                <a:ext cx="53" cy="72"/>
              </a:xfrm>
              <a:custGeom>
                <a:avLst/>
                <a:gdLst>
                  <a:gd name="T0" fmla="*/ 370 w 370"/>
                  <a:gd name="T1" fmla="*/ 97 h 501"/>
                  <a:gd name="T2" fmla="*/ 362 w 370"/>
                  <a:gd name="T3" fmla="*/ 159 h 501"/>
                  <a:gd name="T4" fmla="*/ 331 w 370"/>
                  <a:gd name="T5" fmla="*/ 214 h 501"/>
                  <a:gd name="T6" fmla="*/ 276 w 370"/>
                  <a:gd name="T7" fmla="*/ 266 h 501"/>
                  <a:gd name="T8" fmla="*/ 239 w 370"/>
                  <a:gd name="T9" fmla="*/ 279 h 501"/>
                  <a:gd name="T10" fmla="*/ 209 w 370"/>
                  <a:gd name="T11" fmla="*/ 294 h 501"/>
                  <a:gd name="T12" fmla="*/ 191 w 370"/>
                  <a:gd name="T13" fmla="*/ 344 h 501"/>
                  <a:gd name="T14" fmla="*/ 163 w 370"/>
                  <a:gd name="T15" fmla="*/ 414 h 501"/>
                  <a:gd name="T16" fmla="*/ 132 w 370"/>
                  <a:gd name="T17" fmla="*/ 480 h 501"/>
                  <a:gd name="T18" fmla="*/ 97 w 370"/>
                  <a:gd name="T19" fmla="*/ 501 h 501"/>
                  <a:gd name="T20" fmla="*/ 46 w 370"/>
                  <a:gd name="T21" fmla="*/ 501 h 501"/>
                  <a:gd name="T22" fmla="*/ 14 w 370"/>
                  <a:gd name="T23" fmla="*/ 486 h 501"/>
                  <a:gd name="T24" fmla="*/ 0 w 370"/>
                  <a:gd name="T25" fmla="*/ 446 h 501"/>
                  <a:gd name="T26" fmla="*/ 3 w 370"/>
                  <a:gd name="T27" fmla="*/ 401 h 501"/>
                  <a:gd name="T28" fmla="*/ 19 w 370"/>
                  <a:gd name="T29" fmla="*/ 318 h 501"/>
                  <a:gd name="T30" fmla="*/ 52 w 370"/>
                  <a:gd name="T31" fmla="*/ 251 h 501"/>
                  <a:gd name="T32" fmla="*/ 90 w 370"/>
                  <a:gd name="T33" fmla="*/ 193 h 501"/>
                  <a:gd name="T34" fmla="*/ 160 w 370"/>
                  <a:gd name="T35" fmla="*/ 69 h 501"/>
                  <a:gd name="T36" fmla="*/ 207 w 370"/>
                  <a:gd name="T37" fmla="*/ 14 h 501"/>
                  <a:gd name="T38" fmla="*/ 269 w 370"/>
                  <a:gd name="T39" fmla="*/ 0 h 501"/>
                  <a:gd name="T40" fmla="*/ 305 w 370"/>
                  <a:gd name="T41" fmla="*/ 9 h 501"/>
                  <a:gd name="T42" fmla="*/ 331 w 370"/>
                  <a:gd name="T43" fmla="*/ 28 h 501"/>
                  <a:gd name="T44" fmla="*/ 357 w 370"/>
                  <a:gd name="T45" fmla="*/ 61 h 501"/>
                  <a:gd name="T46" fmla="*/ 370 w 370"/>
                  <a:gd name="T47" fmla="*/ 97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70" h="501">
                    <a:moveTo>
                      <a:pt x="370" y="97"/>
                    </a:moveTo>
                    <a:lnTo>
                      <a:pt x="362" y="159"/>
                    </a:lnTo>
                    <a:lnTo>
                      <a:pt x="331" y="214"/>
                    </a:lnTo>
                    <a:lnTo>
                      <a:pt x="276" y="266"/>
                    </a:lnTo>
                    <a:lnTo>
                      <a:pt x="239" y="279"/>
                    </a:lnTo>
                    <a:lnTo>
                      <a:pt x="209" y="294"/>
                    </a:lnTo>
                    <a:lnTo>
                      <a:pt x="191" y="344"/>
                    </a:lnTo>
                    <a:lnTo>
                      <a:pt x="163" y="414"/>
                    </a:lnTo>
                    <a:lnTo>
                      <a:pt x="132" y="480"/>
                    </a:lnTo>
                    <a:lnTo>
                      <a:pt x="97" y="501"/>
                    </a:lnTo>
                    <a:lnTo>
                      <a:pt x="46" y="501"/>
                    </a:lnTo>
                    <a:lnTo>
                      <a:pt x="14" y="486"/>
                    </a:lnTo>
                    <a:lnTo>
                      <a:pt x="0" y="446"/>
                    </a:lnTo>
                    <a:lnTo>
                      <a:pt x="3" y="401"/>
                    </a:lnTo>
                    <a:lnTo>
                      <a:pt x="19" y="318"/>
                    </a:lnTo>
                    <a:lnTo>
                      <a:pt x="52" y="251"/>
                    </a:lnTo>
                    <a:lnTo>
                      <a:pt x="90" y="193"/>
                    </a:lnTo>
                    <a:lnTo>
                      <a:pt x="160" y="69"/>
                    </a:lnTo>
                    <a:lnTo>
                      <a:pt x="207" y="14"/>
                    </a:lnTo>
                    <a:lnTo>
                      <a:pt x="269" y="0"/>
                    </a:lnTo>
                    <a:lnTo>
                      <a:pt x="305" y="9"/>
                    </a:lnTo>
                    <a:lnTo>
                      <a:pt x="331" y="28"/>
                    </a:lnTo>
                    <a:lnTo>
                      <a:pt x="357" y="61"/>
                    </a:lnTo>
                    <a:lnTo>
                      <a:pt x="370" y="97"/>
                    </a:lnTo>
                    <a:close/>
                  </a:path>
                </a:pathLst>
              </a:custGeom>
              <a:solidFill>
                <a:srgbClr val="FFD7AF"/>
              </a:solidFill>
              <a:ln w="1651">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85" name="Freeform 173"/>
              <p:cNvSpPr>
                <a:spLocks/>
              </p:cNvSpPr>
              <p:nvPr/>
            </p:nvSpPr>
            <p:spPr bwMode="auto">
              <a:xfrm>
                <a:off x="2948" y="1163"/>
                <a:ext cx="14" cy="17"/>
              </a:xfrm>
              <a:custGeom>
                <a:avLst/>
                <a:gdLst>
                  <a:gd name="T0" fmla="*/ 17 w 98"/>
                  <a:gd name="T1" fmla="*/ 0 h 114"/>
                  <a:gd name="T2" fmla="*/ 57 w 98"/>
                  <a:gd name="T3" fmla="*/ 0 h 114"/>
                  <a:gd name="T4" fmla="*/ 96 w 98"/>
                  <a:gd name="T5" fmla="*/ 14 h 114"/>
                  <a:gd name="T6" fmla="*/ 98 w 98"/>
                  <a:gd name="T7" fmla="*/ 59 h 114"/>
                  <a:gd name="T8" fmla="*/ 86 w 98"/>
                  <a:gd name="T9" fmla="*/ 92 h 114"/>
                  <a:gd name="T10" fmla="*/ 48 w 98"/>
                  <a:gd name="T11" fmla="*/ 114 h 114"/>
                  <a:gd name="T12" fmla="*/ 21 w 98"/>
                  <a:gd name="T13" fmla="*/ 102 h 114"/>
                  <a:gd name="T14" fmla="*/ 11 w 98"/>
                  <a:gd name="T15" fmla="*/ 83 h 114"/>
                  <a:gd name="T16" fmla="*/ 0 w 98"/>
                  <a:gd name="T17" fmla="*/ 54 h 114"/>
                  <a:gd name="T18" fmla="*/ 4 w 98"/>
                  <a:gd name="T19" fmla="*/ 16 h 114"/>
                  <a:gd name="T20" fmla="*/ 17 w 98"/>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8" h="114">
                    <a:moveTo>
                      <a:pt x="17" y="0"/>
                    </a:moveTo>
                    <a:lnTo>
                      <a:pt x="57" y="0"/>
                    </a:lnTo>
                    <a:lnTo>
                      <a:pt x="96" y="14"/>
                    </a:lnTo>
                    <a:lnTo>
                      <a:pt x="98" y="59"/>
                    </a:lnTo>
                    <a:lnTo>
                      <a:pt x="86" y="92"/>
                    </a:lnTo>
                    <a:lnTo>
                      <a:pt x="48" y="114"/>
                    </a:lnTo>
                    <a:lnTo>
                      <a:pt x="21" y="102"/>
                    </a:lnTo>
                    <a:lnTo>
                      <a:pt x="11" y="83"/>
                    </a:lnTo>
                    <a:lnTo>
                      <a:pt x="0" y="54"/>
                    </a:lnTo>
                    <a:lnTo>
                      <a:pt x="4" y="16"/>
                    </a:lnTo>
                    <a:lnTo>
                      <a:pt x="17" y="0"/>
                    </a:lnTo>
                    <a:close/>
                  </a:path>
                </a:pathLst>
              </a:custGeom>
              <a:solidFill>
                <a:srgbClr val="FFD7AF"/>
              </a:solidFill>
              <a:ln w="158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86" name="Freeform 174"/>
              <p:cNvSpPr>
                <a:spLocks/>
              </p:cNvSpPr>
              <p:nvPr/>
            </p:nvSpPr>
            <p:spPr bwMode="auto">
              <a:xfrm>
                <a:off x="2902" y="1083"/>
                <a:ext cx="45" cy="90"/>
              </a:xfrm>
              <a:custGeom>
                <a:avLst/>
                <a:gdLst>
                  <a:gd name="T0" fmla="*/ 317 w 317"/>
                  <a:gd name="T1" fmla="*/ 90 h 626"/>
                  <a:gd name="T2" fmla="*/ 303 w 317"/>
                  <a:gd name="T3" fmla="*/ 48 h 626"/>
                  <a:gd name="T4" fmla="*/ 280 w 317"/>
                  <a:gd name="T5" fmla="*/ 18 h 626"/>
                  <a:gd name="T6" fmla="*/ 245 w 317"/>
                  <a:gd name="T7" fmla="*/ 7 h 626"/>
                  <a:gd name="T8" fmla="*/ 200 w 317"/>
                  <a:gd name="T9" fmla="*/ 0 h 626"/>
                  <a:gd name="T10" fmla="*/ 138 w 317"/>
                  <a:gd name="T11" fmla="*/ 21 h 626"/>
                  <a:gd name="T12" fmla="*/ 92 w 317"/>
                  <a:gd name="T13" fmla="*/ 49 h 626"/>
                  <a:gd name="T14" fmla="*/ 53 w 317"/>
                  <a:gd name="T15" fmla="*/ 118 h 626"/>
                  <a:gd name="T16" fmla="*/ 30 w 317"/>
                  <a:gd name="T17" fmla="*/ 277 h 626"/>
                  <a:gd name="T18" fmla="*/ 3 w 317"/>
                  <a:gd name="T19" fmla="*/ 394 h 626"/>
                  <a:gd name="T20" fmla="*/ 0 w 317"/>
                  <a:gd name="T21" fmla="*/ 512 h 626"/>
                  <a:gd name="T22" fmla="*/ 8 w 317"/>
                  <a:gd name="T23" fmla="*/ 567 h 626"/>
                  <a:gd name="T24" fmla="*/ 33 w 317"/>
                  <a:gd name="T25" fmla="*/ 608 h 626"/>
                  <a:gd name="T26" fmla="*/ 91 w 317"/>
                  <a:gd name="T27" fmla="*/ 626 h 626"/>
                  <a:gd name="T28" fmla="*/ 145 w 317"/>
                  <a:gd name="T29" fmla="*/ 601 h 626"/>
                  <a:gd name="T30" fmla="*/ 173 w 317"/>
                  <a:gd name="T31" fmla="*/ 539 h 626"/>
                  <a:gd name="T32" fmla="*/ 193 w 317"/>
                  <a:gd name="T33" fmla="*/ 436 h 626"/>
                  <a:gd name="T34" fmla="*/ 221 w 317"/>
                  <a:gd name="T35" fmla="*/ 341 h 626"/>
                  <a:gd name="T36" fmla="*/ 267 w 317"/>
                  <a:gd name="T37" fmla="*/ 253 h 626"/>
                  <a:gd name="T38" fmla="*/ 300 w 317"/>
                  <a:gd name="T39" fmla="*/ 155 h 626"/>
                  <a:gd name="T40" fmla="*/ 317 w 317"/>
                  <a:gd name="T41" fmla="*/ 9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7" h="626">
                    <a:moveTo>
                      <a:pt x="317" y="90"/>
                    </a:moveTo>
                    <a:lnTo>
                      <a:pt x="303" y="48"/>
                    </a:lnTo>
                    <a:lnTo>
                      <a:pt x="280" y="18"/>
                    </a:lnTo>
                    <a:lnTo>
                      <a:pt x="245" y="7"/>
                    </a:lnTo>
                    <a:lnTo>
                      <a:pt x="200" y="0"/>
                    </a:lnTo>
                    <a:lnTo>
                      <a:pt x="138" y="21"/>
                    </a:lnTo>
                    <a:lnTo>
                      <a:pt x="92" y="49"/>
                    </a:lnTo>
                    <a:lnTo>
                      <a:pt x="53" y="118"/>
                    </a:lnTo>
                    <a:lnTo>
                      <a:pt x="30" y="277"/>
                    </a:lnTo>
                    <a:lnTo>
                      <a:pt x="3" y="394"/>
                    </a:lnTo>
                    <a:lnTo>
                      <a:pt x="0" y="512"/>
                    </a:lnTo>
                    <a:lnTo>
                      <a:pt x="8" y="567"/>
                    </a:lnTo>
                    <a:lnTo>
                      <a:pt x="33" y="608"/>
                    </a:lnTo>
                    <a:lnTo>
                      <a:pt x="91" y="626"/>
                    </a:lnTo>
                    <a:lnTo>
                      <a:pt x="145" y="601"/>
                    </a:lnTo>
                    <a:lnTo>
                      <a:pt x="173" y="539"/>
                    </a:lnTo>
                    <a:lnTo>
                      <a:pt x="193" y="436"/>
                    </a:lnTo>
                    <a:lnTo>
                      <a:pt x="221" y="341"/>
                    </a:lnTo>
                    <a:lnTo>
                      <a:pt x="267" y="253"/>
                    </a:lnTo>
                    <a:lnTo>
                      <a:pt x="300" y="155"/>
                    </a:lnTo>
                    <a:lnTo>
                      <a:pt x="317" y="90"/>
                    </a:lnTo>
                    <a:close/>
                  </a:path>
                </a:pathLst>
              </a:custGeom>
              <a:solidFill>
                <a:srgbClr val="FFD7AF"/>
              </a:solidFill>
              <a:ln w="1651">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87" name="Freeform 175"/>
              <p:cNvSpPr>
                <a:spLocks/>
              </p:cNvSpPr>
              <p:nvPr/>
            </p:nvSpPr>
            <p:spPr bwMode="auto">
              <a:xfrm>
                <a:off x="2904" y="1147"/>
                <a:ext cx="19" cy="21"/>
              </a:xfrm>
              <a:custGeom>
                <a:avLst/>
                <a:gdLst>
                  <a:gd name="T0" fmla="*/ 131 w 132"/>
                  <a:gd name="T1" fmla="*/ 24 h 152"/>
                  <a:gd name="T2" fmla="*/ 132 w 132"/>
                  <a:gd name="T3" fmla="*/ 80 h 152"/>
                  <a:gd name="T4" fmla="*/ 113 w 132"/>
                  <a:gd name="T5" fmla="*/ 137 h 152"/>
                  <a:gd name="T6" fmla="*/ 78 w 132"/>
                  <a:gd name="T7" fmla="*/ 152 h 152"/>
                  <a:gd name="T8" fmla="*/ 26 w 132"/>
                  <a:gd name="T9" fmla="*/ 137 h 152"/>
                  <a:gd name="T10" fmla="*/ 10 w 132"/>
                  <a:gd name="T11" fmla="*/ 111 h 152"/>
                  <a:gd name="T12" fmla="*/ 2 w 132"/>
                  <a:gd name="T13" fmla="*/ 81 h 152"/>
                  <a:gd name="T14" fmla="*/ 0 w 132"/>
                  <a:gd name="T15" fmla="*/ 39 h 152"/>
                  <a:gd name="T16" fmla="*/ 22 w 132"/>
                  <a:gd name="T17" fmla="*/ 10 h 152"/>
                  <a:gd name="T18" fmla="*/ 92 w 132"/>
                  <a:gd name="T19" fmla="*/ 0 h 152"/>
                  <a:gd name="T20" fmla="*/ 131 w 132"/>
                  <a:gd name="T21" fmla="*/ 24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 h="152">
                    <a:moveTo>
                      <a:pt x="131" y="24"/>
                    </a:moveTo>
                    <a:lnTo>
                      <a:pt x="132" y="80"/>
                    </a:lnTo>
                    <a:lnTo>
                      <a:pt x="113" y="137"/>
                    </a:lnTo>
                    <a:lnTo>
                      <a:pt x="78" y="152"/>
                    </a:lnTo>
                    <a:lnTo>
                      <a:pt x="26" y="137"/>
                    </a:lnTo>
                    <a:lnTo>
                      <a:pt x="10" y="111"/>
                    </a:lnTo>
                    <a:lnTo>
                      <a:pt x="2" y="81"/>
                    </a:lnTo>
                    <a:lnTo>
                      <a:pt x="0" y="39"/>
                    </a:lnTo>
                    <a:lnTo>
                      <a:pt x="22" y="10"/>
                    </a:lnTo>
                    <a:lnTo>
                      <a:pt x="92" y="0"/>
                    </a:lnTo>
                    <a:lnTo>
                      <a:pt x="131" y="24"/>
                    </a:lnTo>
                    <a:close/>
                  </a:path>
                </a:pathLst>
              </a:custGeom>
              <a:solidFill>
                <a:srgbClr val="FFD7AF"/>
              </a:solidFill>
              <a:ln w="158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88" name="Freeform 176"/>
              <p:cNvSpPr>
                <a:spLocks/>
              </p:cNvSpPr>
              <p:nvPr/>
            </p:nvSpPr>
            <p:spPr bwMode="auto">
              <a:xfrm>
                <a:off x="2833" y="1089"/>
                <a:ext cx="83" cy="135"/>
              </a:xfrm>
              <a:custGeom>
                <a:avLst/>
                <a:gdLst>
                  <a:gd name="T0" fmla="*/ 242 w 578"/>
                  <a:gd name="T1" fmla="*/ 117 h 941"/>
                  <a:gd name="T2" fmla="*/ 326 w 578"/>
                  <a:gd name="T3" fmla="*/ 97 h 941"/>
                  <a:gd name="T4" fmla="*/ 381 w 578"/>
                  <a:gd name="T5" fmla="*/ 62 h 941"/>
                  <a:gd name="T6" fmla="*/ 450 w 578"/>
                  <a:gd name="T7" fmla="*/ 21 h 941"/>
                  <a:gd name="T8" fmla="*/ 526 w 578"/>
                  <a:gd name="T9" fmla="*/ 0 h 941"/>
                  <a:gd name="T10" fmla="*/ 554 w 578"/>
                  <a:gd name="T11" fmla="*/ 10 h 941"/>
                  <a:gd name="T12" fmla="*/ 574 w 578"/>
                  <a:gd name="T13" fmla="*/ 33 h 941"/>
                  <a:gd name="T14" fmla="*/ 578 w 578"/>
                  <a:gd name="T15" fmla="*/ 71 h 941"/>
                  <a:gd name="T16" fmla="*/ 567 w 578"/>
                  <a:gd name="T17" fmla="*/ 117 h 941"/>
                  <a:gd name="T18" fmla="*/ 557 w 578"/>
                  <a:gd name="T19" fmla="*/ 158 h 941"/>
                  <a:gd name="T20" fmla="*/ 526 w 578"/>
                  <a:gd name="T21" fmla="*/ 207 h 941"/>
                  <a:gd name="T22" fmla="*/ 454 w 578"/>
                  <a:gd name="T23" fmla="*/ 276 h 941"/>
                  <a:gd name="T24" fmla="*/ 402 w 578"/>
                  <a:gd name="T25" fmla="*/ 311 h 941"/>
                  <a:gd name="T26" fmla="*/ 360 w 578"/>
                  <a:gd name="T27" fmla="*/ 331 h 941"/>
                  <a:gd name="T28" fmla="*/ 367 w 578"/>
                  <a:gd name="T29" fmla="*/ 407 h 941"/>
                  <a:gd name="T30" fmla="*/ 374 w 578"/>
                  <a:gd name="T31" fmla="*/ 477 h 941"/>
                  <a:gd name="T32" fmla="*/ 367 w 578"/>
                  <a:gd name="T33" fmla="*/ 580 h 941"/>
                  <a:gd name="T34" fmla="*/ 353 w 578"/>
                  <a:gd name="T35" fmla="*/ 642 h 941"/>
                  <a:gd name="T36" fmla="*/ 347 w 578"/>
                  <a:gd name="T37" fmla="*/ 705 h 941"/>
                  <a:gd name="T38" fmla="*/ 315 w 578"/>
                  <a:gd name="T39" fmla="*/ 769 h 941"/>
                  <a:gd name="T40" fmla="*/ 287 w 578"/>
                  <a:gd name="T41" fmla="*/ 815 h 941"/>
                  <a:gd name="T42" fmla="*/ 235 w 578"/>
                  <a:gd name="T43" fmla="*/ 859 h 941"/>
                  <a:gd name="T44" fmla="*/ 187 w 578"/>
                  <a:gd name="T45" fmla="*/ 899 h 941"/>
                  <a:gd name="T46" fmla="*/ 135 w 578"/>
                  <a:gd name="T47" fmla="*/ 926 h 941"/>
                  <a:gd name="T48" fmla="*/ 97 w 578"/>
                  <a:gd name="T49" fmla="*/ 941 h 941"/>
                  <a:gd name="T50" fmla="*/ 62 w 578"/>
                  <a:gd name="T51" fmla="*/ 865 h 941"/>
                  <a:gd name="T52" fmla="*/ 42 w 578"/>
                  <a:gd name="T53" fmla="*/ 787 h 941"/>
                  <a:gd name="T54" fmla="*/ 7 w 578"/>
                  <a:gd name="T55" fmla="*/ 670 h 941"/>
                  <a:gd name="T56" fmla="*/ 0 w 578"/>
                  <a:gd name="T57" fmla="*/ 615 h 941"/>
                  <a:gd name="T58" fmla="*/ 28 w 578"/>
                  <a:gd name="T59" fmla="*/ 525 h 941"/>
                  <a:gd name="T60" fmla="*/ 55 w 578"/>
                  <a:gd name="T61" fmla="*/ 401 h 941"/>
                  <a:gd name="T62" fmla="*/ 90 w 578"/>
                  <a:gd name="T63" fmla="*/ 242 h 941"/>
                  <a:gd name="T64" fmla="*/ 124 w 578"/>
                  <a:gd name="T65" fmla="*/ 166 h 941"/>
                  <a:gd name="T66" fmla="*/ 187 w 578"/>
                  <a:gd name="T67" fmla="*/ 131 h 941"/>
                  <a:gd name="T68" fmla="*/ 242 w 578"/>
                  <a:gd name="T69" fmla="*/ 117 h 9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78" h="941">
                    <a:moveTo>
                      <a:pt x="242" y="117"/>
                    </a:moveTo>
                    <a:lnTo>
                      <a:pt x="326" y="97"/>
                    </a:lnTo>
                    <a:lnTo>
                      <a:pt x="381" y="62"/>
                    </a:lnTo>
                    <a:lnTo>
                      <a:pt x="450" y="21"/>
                    </a:lnTo>
                    <a:lnTo>
                      <a:pt x="526" y="0"/>
                    </a:lnTo>
                    <a:lnTo>
                      <a:pt x="554" y="10"/>
                    </a:lnTo>
                    <a:lnTo>
                      <a:pt x="574" y="33"/>
                    </a:lnTo>
                    <a:lnTo>
                      <a:pt x="578" y="71"/>
                    </a:lnTo>
                    <a:lnTo>
                      <a:pt x="567" y="117"/>
                    </a:lnTo>
                    <a:lnTo>
                      <a:pt x="557" y="158"/>
                    </a:lnTo>
                    <a:lnTo>
                      <a:pt x="526" y="207"/>
                    </a:lnTo>
                    <a:lnTo>
                      <a:pt x="454" y="276"/>
                    </a:lnTo>
                    <a:lnTo>
                      <a:pt x="402" y="311"/>
                    </a:lnTo>
                    <a:lnTo>
                      <a:pt x="360" y="331"/>
                    </a:lnTo>
                    <a:lnTo>
                      <a:pt x="367" y="407"/>
                    </a:lnTo>
                    <a:lnTo>
                      <a:pt x="374" y="477"/>
                    </a:lnTo>
                    <a:lnTo>
                      <a:pt x="367" y="580"/>
                    </a:lnTo>
                    <a:lnTo>
                      <a:pt x="353" y="642"/>
                    </a:lnTo>
                    <a:lnTo>
                      <a:pt x="347" y="705"/>
                    </a:lnTo>
                    <a:lnTo>
                      <a:pt x="315" y="769"/>
                    </a:lnTo>
                    <a:lnTo>
                      <a:pt x="287" y="815"/>
                    </a:lnTo>
                    <a:lnTo>
                      <a:pt x="235" y="859"/>
                    </a:lnTo>
                    <a:lnTo>
                      <a:pt x="187" y="899"/>
                    </a:lnTo>
                    <a:lnTo>
                      <a:pt x="135" y="926"/>
                    </a:lnTo>
                    <a:lnTo>
                      <a:pt x="97" y="941"/>
                    </a:lnTo>
                    <a:lnTo>
                      <a:pt x="62" y="865"/>
                    </a:lnTo>
                    <a:lnTo>
                      <a:pt x="42" y="787"/>
                    </a:lnTo>
                    <a:lnTo>
                      <a:pt x="7" y="670"/>
                    </a:lnTo>
                    <a:lnTo>
                      <a:pt x="0" y="615"/>
                    </a:lnTo>
                    <a:lnTo>
                      <a:pt x="28" y="525"/>
                    </a:lnTo>
                    <a:lnTo>
                      <a:pt x="55" y="401"/>
                    </a:lnTo>
                    <a:lnTo>
                      <a:pt x="90" y="242"/>
                    </a:lnTo>
                    <a:lnTo>
                      <a:pt x="124" y="166"/>
                    </a:lnTo>
                    <a:lnTo>
                      <a:pt x="187" y="131"/>
                    </a:lnTo>
                    <a:lnTo>
                      <a:pt x="242" y="117"/>
                    </a:lnTo>
                    <a:close/>
                  </a:path>
                </a:pathLst>
              </a:custGeom>
              <a:solidFill>
                <a:srgbClr val="FFD7AF"/>
              </a:solidFill>
              <a:ln w="1651">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89" name="Freeform 177"/>
              <p:cNvSpPr>
                <a:spLocks/>
              </p:cNvSpPr>
              <p:nvPr/>
            </p:nvSpPr>
            <p:spPr bwMode="auto">
              <a:xfrm>
                <a:off x="2883" y="1090"/>
                <a:ext cx="30" cy="21"/>
              </a:xfrm>
              <a:custGeom>
                <a:avLst/>
                <a:gdLst>
                  <a:gd name="T0" fmla="*/ 0 w 210"/>
                  <a:gd name="T1" fmla="*/ 83 h 149"/>
                  <a:gd name="T2" fmla="*/ 27 w 210"/>
                  <a:gd name="T3" fmla="*/ 135 h 149"/>
                  <a:gd name="T4" fmla="*/ 55 w 210"/>
                  <a:gd name="T5" fmla="*/ 149 h 149"/>
                  <a:gd name="T6" fmla="*/ 120 w 210"/>
                  <a:gd name="T7" fmla="*/ 132 h 149"/>
                  <a:gd name="T8" fmla="*/ 182 w 210"/>
                  <a:gd name="T9" fmla="*/ 104 h 149"/>
                  <a:gd name="T10" fmla="*/ 207 w 210"/>
                  <a:gd name="T11" fmla="*/ 83 h 149"/>
                  <a:gd name="T12" fmla="*/ 210 w 210"/>
                  <a:gd name="T13" fmla="*/ 31 h 149"/>
                  <a:gd name="T14" fmla="*/ 189 w 210"/>
                  <a:gd name="T15" fmla="*/ 0 h 149"/>
                  <a:gd name="T16" fmla="*/ 141 w 210"/>
                  <a:gd name="T17" fmla="*/ 4 h 149"/>
                  <a:gd name="T18" fmla="*/ 103 w 210"/>
                  <a:gd name="T19" fmla="*/ 20 h 149"/>
                  <a:gd name="T20" fmla="*/ 62 w 210"/>
                  <a:gd name="T21" fmla="*/ 41 h 149"/>
                  <a:gd name="T22" fmla="*/ 0 w 210"/>
                  <a:gd name="T23" fmla="*/ 8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0" h="149">
                    <a:moveTo>
                      <a:pt x="0" y="83"/>
                    </a:moveTo>
                    <a:lnTo>
                      <a:pt x="27" y="135"/>
                    </a:lnTo>
                    <a:lnTo>
                      <a:pt x="55" y="149"/>
                    </a:lnTo>
                    <a:lnTo>
                      <a:pt x="120" y="132"/>
                    </a:lnTo>
                    <a:lnTo>
                      <a:pt x="182" y="104"/>
                    </a:lnTo>
                    <a:lnTo>
                      <a:pt x="207" y="83"/>
                    </a:lnTo>
                    <a:lnTo>
                      <a:pt x="210" y="31"/>
                    </a:lnTo>
                    <a:lnTo>
                      <a:pt x="189" y="0"/>
                    </a:lnTo>
                    <a:lnTo>
                      <a:pt x="141" y="4"/>
                    </a:lnTo>
                    <a:lnTo>
                      <a:pt x="103" y="20"/>
                    </a:lnTo>
                    <a:lnTo>
                      <a:pt x="62" y="41"/>
                    </a:lnTo>
                    <a:lnTo>
                      <a:pt x="0" y="83"/>
                    </a:lnTo>
                    <a:close/>
                  </a:path>
                </a:pathLst>
              </a:custGeom>
              <a:solidFill>
                <a:srgbClr val="FFD7AF"/>
              </a:solidFill>
              <a:ln w="1651">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13490" name="Freeform 178"/>
              <p:cNvSpPr>
                <a:spLocks/>
              </p:cNvSpPr>
              <p:nvPr/>
            </p:nvSpPr>
            <p:spPr bwMode="auto">
              <a:xfrm>
                <a:off x="2974" y="1146"/>
                <a:ext cx="1" cy="6"/>
              </a:xfrm>
              <a:custGeom>
                <a:avLst/>
                <a:gdLst>
                  <a:gd name="T0" fmla="*/ 7 w 7"/>
                  <a:gd name="T1" fmla="*/ 42 h 42"/>
                  <a:gd name="T2" fmla="*/ 7 w 7"/>
                  <a:gd name="T3" fmla="*/ 18 h 42"/>
                  <a:gd name="T4" fmla="*/ 0 w 7"/>
                  <a:gd name="T5" fmla="*/ 0 h 42"/>
                </a:gdLst>
                <a:ahLst/>
                <a:cxnLst>
                  <a:cxn ang="0">
                    <a:pos x="T0" y="T1"/>
                  </a:cxn>
                  <a:cxn ang="0">
                    <a:pos x="T2" y="T3"/>
                  </a:cxn>
                  <a:cxn ang="0">
                    <a:pos x="T4" y="T5"/>
                  </a:cxn>
                </a:cxnLst>
                <a:rect l="0" t="0" r="r" b="b"/>
                <a:pathLst>
                  <a:path w="7" h="42">
                    <a:moveTo>
                      <a:pt x="7" y="42"/>
                    </a:moveTo>
                    <a:lnTo>
                      <a:pt x="7" y="18"/>
                    </a:lnTo>
                    <a:lnTo>
                      <a:pt x="0" y="0"/>
                    </a:lnTo>
                  </a:path>
                </a:pathLst>
              </a:custGeom>
              <a:solidFill>
                <a:srgbClr val="FFD7AF"/>
              </a:solidFill>
              <a:ln w="158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grpSp>
    </p:spTree>
    <p:custDataLst>
      <p:tags r:id="rId2"/>
    </p:custDataLst>
    <p:extLst>
      <p:ext uri="{BB962C8B-B14F-4D97-AF65-F5344CB8AC3E}">
        <p14:creationId xmlns:p14="http://schemas.microsoft.com/office/powerpoint/2010/main" val="16610262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blinds(horizontal)">
                                      <p:cBhvr>
                                        <p:cTn id="7" dur="500"/>
                                        <p:tgtEl>
                                          <p:spTgt spid="133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319"/>
                                        </p:tgtEl>
                                        <p:attrNameLst>
                                          <p:attrName>style.visibility</p:attrName>
                                        </p:attrNameLst>
                                      </p:cBhvr>
                                      <p:to>
                                        <p:strVal val="visible"/>
                                      </p:to>
                                    </p:set>
                                    <p:animEffect transition="in" filter="blinds(horizontal)">
                                      <p:cBhvr>
                                        <p:cTn id="12" dur="500"/>
                                        <p:tgtEl>
                                          <p:spTgt spid="133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3373"/>
                                        </p:tgtEl>
                                        <p:attrNameLst>
                                          <p:attrName>style.visibility</p:attrName>
                                        </p:attrNameLst>
                                      </p:cBhvr>
                                      <p:to>
                                        <p:strVal val="visible"/>
                                      </p:to>
                                    </p:set>
                                    <p:animEffect transition="in" filter="dissolve">
                                      <p:cBhvr>
                                        <p:cTn id="17" dur="500"/>
                                        <p:tgtEl>
                                          <p:spTgt spid="1337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3369"/>
                                        </p:tgtEl>
                                        <p:attrNameLst>
                                          <p:attrName>style.visibility</p:attrName>
                                        </p:attrNameLst>
                                      </p:cBhvr>
                                      <p:to>
                                        <p:strVal val="visible"/>
                                      </p:to>
                                    </p:set>
                                    <p:anim calcmode="lin" valueType="num">
                                      <p:cBhvr additive="base">
                                        <p:cTn id="22" dur="500" fill="hold"/>
                                        <p:tgtEl>
                                          <p:spTgt spid="13369"/>
                                        </p:tgtEl>
                                        <p:attrNameLst>
                                          <p:attrName>ppt_x</p:attrName>
                                        </p:attrNameLst>
                                      </p:cBhvr>
                                      <p:tavLst>
                                        <p:tav tm="0">
                                          <p:val>
                                            <p:strVal val="0-#ppt_w/2"/>
                                          </p:val>
                                        </p:tav>
                                        <p:tav tm="100000">
                                          <p:val>
                                            <p:strVal val="#ppt_x"/>
                                          </p:val>
                                        </p:tav>
                                      </p:tavLst>
                                    </p:anim>
                                    <p:anim calcmode="lin" valueType="num">
                                      <p:cBhvr additive="base">
                                        <p:cTn id="23" dur="500" fill="hold"/>
                                        <p:tgtEl>
                                          <p:spTgt spid="13369"/>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3369"/>
                                        </p:tgtEl>
                                        <p:attrNameLst>
                                          <p:attrName>style.visibility</p:attrName>
                                        </p:attrNameLst>
                                      </p:cBhvr>
                                      <p:to>
                                        <p:strVal val="hidden"/>
                                      </p:to>
                                    </p:set>
                                  </p:sub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13443"/>
                                        </p:tgtEl>
                                        <p:attrNameLst>
                                          <p:attrName>style.visibility</p:attrName>
                                        </p:attrNameLst>
                                      </p:cBhvr>
                                      <p:to>
                                        <p:strVal val="visible"/>
                                      </p:to>
                                    </p:set>
                                  </p:childTnLst>
                                </p:cTn>
                              </p:par>
                            </p:childTnLst>
                          </p:cTn>
                        </p:par>
                        <p:par>
                          <p:cTn id="28" fill="hold" nodeType="afterGroup">
                            <p:stCondLst>
                              <p:cond delay="0"/>
                            </p:stCondLst>
                            <p:childTnLst>
                              <p:par>
                                <p:cTn id="29" presetID="18" presetClass="entr" presetSubtype="6" fill="hold" grpId="0" nodeType="afterEffect">
                                  <p:stCondLst>
                                    <p:cond delay="0"/>
                                  </p:stCondLst>
                                  <p:childTnLst>
                                    <p:set>
                                      <p:cBhvr>
                                        <p:cTn id="30" dur="1" fill="hold">
                                          <p:stCondLst>
                                            <p:cond delay="0"/>
                                          </p:stCondLst>
                                        </p:cTn>
                                        <p:tgtEl>
                                          <p:spTgt spid="13372"/>
                                        </p:tgtEl>
                                        <p:attrNameLst>
                                          <p:attrName>style.visibility</p:attrName>
                                        </p:attrNameLst>
                                      </p:cBhvr>
                                      <p:to>
                                        <p:strVal val="visible"/>
                                      </p:to>
                                    </p:set>
                                    <p:animEffect transition="in" filter="strips(downRight)">
                                      <p:cBhvr>
                                        <p:cTn id="31" dur="500"/>
                                        <p:tgtEl>
                                          <p:spTgt spid="13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9" grpId="0"/>
      <p:bldP spid="13369" grpId="0" animBg="1"/>
      <p:bldP spid="13372"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2" name="Rectangle 4"/>
          <p:cNvSpPr>
            <a:spLocks noChangeArrowheads="1"/>
          </p:cNvSpPr>
          <p:nvPr/>
        </p:nvSpPr>
        <p:spPr bwMode="auto">
          <a:xfrm>
            <a:off x="412750" y="1447825"/>
            <a:ext cx="9245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zh-CN" altLang="en-US" sz="2800" i="0" dirty="0">
                <a:solidFill>
                  <a:srgbClr val="007572"/>
                </a:solidFill>
                <a:ea typeface="楷体_GB2312" pitchFamily="49" charset="-122"/>
              </a:rPr>
              <a:t>类似的，下列函数也不存在由初等函数表示的原函数</a:t>
            </a:r>
            <a:r>
              <a:rPr lang="en-US" altLang="zh-CN" sz="2800" i="0" dirty="0">
                <a:solidFill>
                  <a:srgbClr val="007572"/>
                </a:solidFill>
                <a:ea typeface="楷体_GB2312" pitchFamily="49" charset="-122"/>
              </a:rPr>
              <a:t>:</a:t>
            </a:r>
          </a:p>
        </p:txBody>
      </p:sp>
      <p:graphicFrame>
        <p:nvGraphicFramePr>
          <p:cNvPr id="130053" name="Object 5"/>
          <p:cNvGraphicFramePr>
            <a:graphicFrameLocks noChangeAspect="1"/>
          </p:cNvGraphicFramePr>
          <p:nvPr/>
        </p:nvGraphicFramePr>
        <p:xfrm>
          <a:off x="1073150" y="2667000"/>
          <a:ext cx="7677150" cy="1023938"/>
        </p:xfrm>
        <a:graphic>
          <a:graphicData uri="http://schemas.openxmlformats.org/presentationml/2006/ole">
            <mc:AlternateContent xmlns:mc="http://schemas.openxmlformats.org/markup-compatibility/2006">
              <mc:Choice xmlns:v="urn:schemas-microsoft-com:vml" Requires="v">
                <p:oleObj spid="_x0000_s877641" name="Equation" r:id="rId3" imgW="2984500" imgH="431800" progId="Equation.DSMT4">
                  <p:embed/>
                </p:oleObj>
              </mc:Choice>
              <mc:Fallback>
                <p:oleObj name="Equation" r:id="rId3" imgW="2984500" imgH="431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3150" y="2667000"/>
                        <a:ext cx="7677150" cy="1023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737075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300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0" name="Rectangle 4"/>
          <p:cNvSpPr>
            <a:spLocks noChangeArrowheads="1"/>
          </p:cNvSpPr>
          <p:nvPr/>
        </p:nvSpPr>
        <p:spPr bwMode="auto">
          <a:xfrm>
            <a:off x="660400" y="609624"/>
            <a:ext cx="866775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lnSpc>
                <a:spcPct val="150000"/>
              </a:lnSpc>
            </a:pPr>
            <a:r>
              <a:rPr lang="en-US" altLang="zh-CN" sz="2400" i="0" dirty="0">
                <a:solidFill>
                  <a:srgbClr val="FF00FF"/>
                </a:solidFill>
                <a:effectLst>
                  <a:outerShdw blurRad="38100" dist="38100" dir="2700000" algn="tl">
                    <a:srgbClr val="C0C0C0"/>
                  </a:outerShdw>
                </a:effectLst>
                <a:ea typeface="楷体_GB2312" pitchFamily="49" charset="-122"/>
              </a:rPr>
              <a:t>2</a:t>
            </a:r>
            <a:r>
              <a:rPr lang="en-US" altLang="zh-CN" sz="2400" b="0" i="0" dirty="0">
                <a:solidFill>
                  <a:srgbClr val="FF00FF"/>
                </a:solidFill>
                <a:effectLst>
                  <a:outerShdw blurRad="38100" dist="38100" dir="2700000" algn="tl">
                    <a:srgbClr val="C0C0C0"/>
                  </a:outerShdw>
                </a:effectLst>
                <a:ea typeface="楷体_GB2312" pitchFamily="49" charset="-122"/>
              </a:rPr>
              <a:t>.</a:t>
            </a:r>
            <a:r>
              <a:rPr lang="en-US" altLang="zh-CN" sz="2400" b="0" i="0" dirty="0">
                <a:solidFill>
                  <a:srgbClr val="FF0000"/>
                </a:solidFill>
                <a:effectLst>
                  <a:outerShdw blurRad="38100" dist="38100" dir="2700000" algn="tl">
                    <a:srgbClr val="C0C0C0"/>
                  </a:outerShdw>
                </a:effectLst>
                <a:ea typeface="楷体_GB2312" pitchFamily="49" charset="-122"/>
              </a:rPr>
              <a:t> </a:t>
            </a:r>
            <a:r>
              <a:rPr lang="zh-CN" altLang="en-US" sz="2400" i="0" dirty="0">
                <a:solidFill>
                  <a:srgbClr val="0033CC"/>
                </a:solidFill>
                <a:effectLst>
                  <a:outerShdw blurRad="38100" dist="38100" dir="2700000" algn="tl">
                    <a:srgbClr val="C0C0C0"/>
                  </a:outerShdw>
                </a:effectLst>
                <a:ea typeface="楷体_GB2312" pitchFamily="49" charset="-122"/>
              </a:rPr>
              <a:t>有些被积函数其原函数虽然可以用初等函数表示成有限</a:t>
            </a:r>
          </a:p>
          <a:p>
            <a:pPr algn="l" eaLnBrk="1" hangingPunct="1">
              <a:lnSpc>
                <a:spcPct val="150000"/>
              </a:lnSpc>
            </a:pPr>
            <a:r>
              <a:rPr lang="zh-CN" altLang="en-US" sz="2400" i="0" dirty="0">
                <a:solidFill>
                  <a:srgbClr val="0033CC"/>
                </a:solidFill>
                <a:effectLst>
                  <a:outerShdw blurRad="38100" dist="38100" dir="2700000" algn="tl">
                    <a:srgbClr val="C0C0C0"/>
                  </a:outerShdw>
                </a:effectLst>
                <a:ea typeface="楷体_GB2312" pitchFamily="49" charset="-122"/>
              </a:rPr>
              <a:t>形式</a:t>
            </a:r>
            <a:r>
              <a:rPr lang="en-US" altLang="zh-CN" sz="2400" i="0" dirty="0">
                <a:solidFill>
                  <a:srgbClr val="0033CC"/>
                </a:solidFill>
                <a:effectLst>
                  <a:outerShdw blurRad="38100" dist="38100" dir="2700000" algn="tl">
                    <a:srgbClr val="C0C0C0"/>
                  </a:outerShdw>
                </a:effectLst>
                <a:ea typeface="楷体_GB2312" pitchFamily="49" charset="-122"/>
              </a:rPr>
              <a:t>,</a:t>
            </a:r>
            <a:r>
              <a:rPr lang="zh-CN" altLang="en-US" sz="2400" i="0" dirty="0">
                <a:solidFill>
                  <a:srgbClr val="0033CC"/>
                </a:solidFill>
                <a:effectLst>
                  <a:outerShdw blurRad="38100" dist="38100" dir="2700000" algn="tl">
                    <a:srgbClr val="C0C0C0"/>
                  </a:outerShdw>
                </a:effectLst>
                <a:ea typeface="楷体_GB2312" pitchFamily="49" charset="-122"/>
              </a:rPr>
              <a:t>但表达式相当复杂</a:t>
            </a:r>
            <a:r>
              <a:rPr lang="en-US" altLang="zh-CN" sz="2400" i="0" dirty="0">
                <a:solidFill>
                  <a:srgbClr val="0033CC"/>
                </a:solidFill>
                <a:effectLst>
                  <a:outerShdw blurRad="38100" dist="38100" dir="2700000" algn="tl">
                    <a:srgbClr val="C0C0C0"/>
                  </a:outerShdw>
                </a:effectLst>
                <a:ea typeface="楷体_GB2312" pitchFamily="49" charset="-122"/>
              </a:rPr>
              <a:t>,</a:t>
            </a:r>
            <a:r>
              <a:rPr lang="zh-CN" altLang="en-US" sz="2400" i="0" dirty="0">
                <a:solidFill>
                  <a:srgbClr val="0033CC"/>
                </a:solidFill>
                <a:effectLst>
                  <a:outerShdw blurRad="38100" dist="38100" dir="2700000" algn="tl">
                    <a:srgbClr val="C0C0C0"/>
                  </a:outerShdw>
                </a:effectLst>
                <a:ea typeface="楷体_GB2312" pitchFamily="49" charset="-122"/>
              </a:rPr>
              <a:t>计算极不方便</a:t>
            </a:r>
            <a:r>
              <a:rPr lang="en-US" altLang="zh-CN" sz="2400" i="0" dirty="0">
                <a:solidFill>
                  <a:srgbClr val="0033CC"/>
                </a:solidFill>
                <a:effectLst>
                  <a:outerShdw blurRad="38100" dist="38100" dir="2700000" algn="tl">
                    <a:srgbClr val="C0C0C0"/>
                  </a:outerShdw>
                </a:effectLst>
                <a:ea typeface="楷体_GB2312" pitchFamily="49" charset="-122"/>
              </a:rPr>
              <a:t>.</a:t>
            </a:r>
          </a:p>
        </p:txBody>
      </p:sp>
      <p:sp>
        <p:nvSpPr>
          <p:cNvPr id="24581" name="Rectangle 5"/>
          <p:cNvSpPr>
            <a:spLocks noChangeArrowheads="1"/>
          </p:cNvSpPr>
          <p:nvPr/>
        </p:nvSpPr>
        <p:spPr bwMode="auto">
          <a:xfrm>
            <a:off x="660400" y="1981200"/>
            <a:ext cx="165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zh-CN" altLang="en-US" sz="2400" i="0" dirty="0">
                <a:solidFill>
                  <a:srgbClr val="660066"/>
                </a:solidFill>
                <a:effectLst>
                  <a:outerShdw blurRad="38100" dist="38100" dir="2700000" algn="tl">
                    <a:srgbClr val="C0C0C0"/>
                  </a:outerShdw>
                </a:effectLst>
                <a:ea typeface="楷体_GB2312" pitchFamily="49" charset="-122"/>
              </a:rPr>
              <a:t>例如函数</a:t>
            </a:r>
            <a:r>
              <a:rPr lang="en-US" altLang="zh-CN" sz="2400" i="0" dirty="0">
                <a:solidFill>
                  <a:srgbClr val="660066"/>
                </a:solidFill>
                <a:effectLst>
                  <a:outerShdw blurRad="38100" dist="38100" dir="2700000" algn="tl">
                    <a:srgbClr val="C0C0C0"/>
                  </a:outerShdw>
                </a:effectLst>
                <a:ea typeface="楷体_GB2312" pitchFamily="49" charset="-122"/>
              </a:rPr>
              <a:t>:</a:t>
            </a:r>
          </a:p>
        </p:txBody>
      </p:sp>
      <p:graphicFrame>
        <p:nvGraphicFramePr>
          <p:cNvPr id="24582" name="Object 6"/>
          <p:cNvGraphicFramePr>
            <a:graphicFrameLocks noChangeAspect="1"/>
          </p:cNvGraphicFramePr>
          <p:nvPr/>
        </p:nvGraphicFramePr>
        <p:xfrm>
          <a:off x="3384550" y="2438400"/>
          <a:ext cx="2063750" cy="546100"/>
        </p:xfrm>
        <a:graphic>
          <a:graphicData uri="http://schemas.openxmlformats.org/presentationml/2006/ole">
            <mc:AlternateContent xmlns:mc="http://schemas.openxmlformats.org/markup-compatibility/2006">
              <mc:Choice xmlns:v="urn:schemas-microsoft-com:vml" Requires="v">
                <p:oleObj spid="_x0000_s878736" name="Equation" r:id="rId4" imgW="761669" imgH="253890" progId="Equation.DSMT4">
                  <p:embed/>
                </p:oleObj>
              </mc:Choice>
              <mc:Fallback>
                <p:oleObj name="Equation" r:id="rId4" imgW="761669" imgH="25389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4550" y="2438400"/>
                        <a:ext cx="206375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3" name="Text Box 7"/>
          <p:cNvSpPr txBox="1">
            <a:spLocks noChangeArrowheads="1"/>
          </p:cNvSpPr>
          <p:nvPr/>
        </p:nvSpPr>
        <p:spPr bwMode="auto">
          <a:xfrm>
            <a:off x="660403" y="3352800"/>
            <a:ext cx="7644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spcBef>
                <a:spcPct val="50000"/>
              </a:spcBef>
            </a:pPr>
            <a:r>
              <a:rPr lang="zh-CN" altLang="en-US" sz="2400" i="0">
                <a:solidFill>
                  <a:srgbClr val="0033CC"/>
                </a:solidFill>
                <a:effectLst>
                  <a:outerShdw blurRad="38100" dist="38100" dir="2700000" algn="tl">
                    <a:srgbClr val="C0C0C0"/>
                  </a:outerShdw>
                </a:effectLst>
                <a:latin typeface="楷体_GB2312" pitchFamily="49" charset="-122"/>
                <a:ea typeface="楷体_GB2312" pitchFamily="49" charset="-122"/>
              </a:rPr>
              <a:t>并不复杂</a:t>
            </a:r>
            <a:r>
              <a:rPr lang="en-US" altLang="zh-CN" sz="2400" i="0">
                <a:solidFill>
                  <a:srgbClr val="0033CC"/>
                </a:solidFill>
                <a:effectLst>
                  <a:outerShdw blurRad="38100" dist="38100" dir="2700000" algn="tl">
                    <a:srgbClr val="C0C0C0"/>
                  </a:outerShdw>
                </a:effectLst>
                <a:latin typeface="楷体_GB2312" pitchFamily="49" charset="-122"/>
                <a:ea typeface="楷体_GB2312" pitchFamily="49" charset="-122"/>
              </a:rPr>
              <a:t>,</a:t>
            </a:r>
            <a:r>
              <a:rPr lang="zh-CN" altLang="en-US" sz="2400" i="0">
                <a:solidFill>
                  <a:srgbClr val="0033CC"/>
                </a:solidFill>
                <a:effectLst>
                  <a:outerShdw blurRad="38100" dist="38100" dir="2700000" algn="tl">
                    <a:srgbClr val="C0C0C0"/>
                  </a:outerShdw>
                </a:effectLst>
                <a:latin typeface="楷体_GB2312" pitchFamily="49" charset="-122"/>
                <a:ea typeface="楷体_GB2312" pitchFamily="49" charset="-122"/>
              </a:rPr>
              <a:t>但它的原函数却</a:t>
            </a:r>
            <a:r>
              <a:rPr lang="zh-CN" altLang="en-US" sz="2400" i="0">
                <a:solidFill>
                  <a:srgbClr val="FF00FF"/>
                </a:solidFill>
                <a:effectLst>
                  <a:outerShdw blurRad="38100" dist="38100" dir="2700000" algn="tl">
                    <a:srgbClr val="C0C0C0"/>
                  </a:outerShdw>
                </a:effectLst>
                <a:latin typeface="楷体_GB2312" pitchFamily="49" charset="-122"/>
                <a:ea typeface="楷体_GB2312" pitchFamily="49" charset="-122"/>
              </a:rPr>
              <a:t>十分复杂</a:t>
            </a:r>
            <a:r>
              <a:rPr lang="en-US" altLang="zh-CN" sz="2400" i="0">
                <a:solidFill>
                  <a:srgbClr val="FF00FF"/>
                </a:solidFill>
                <a:effectLst>
                  <a:outerShdw blurRad="38100" dist="38100" dir="2700000" algn="tl">
                    <a:srgbClr val="C0C0C0"/>
                  </a:outerShdw>
                </a:effectLst>
                <a:latin typeface="楷体_GB2312" pitchFamily="49" charset="-122"/>
                <a:ea typeface="楷体_GB2312" pitchFamily="49" charset="-122"/>
              </a:rPr>
              <a:t>:</a:t>
            </a:r>
          </a:p>
        </p:txBody>
      </p:sp>
      <p:graphicFrame>
        <p:nvGraphicFramePr>
          <p:cNvPr id="24584" name="Object 8"/>
          <p:cNvGraphicFramePr>
            <a:graphicFrameLocks noChangeAspect="1"/>
          </p:cNvGraphicFramePr>
          <p:nvPr/>
        </p:nvGraphicFramePr>
        <p:xfrm>
          <a:off x="660407" y="4343425"/>
          <a:ext cx="8733102" cy="842963"/>
        </p:xfrm>
        <a:graphic>
          <a:graphicData uri="http://schemas.openxmlformats.org/presentationml/2006/ole">
            <mc:AlternateContent xmlns:mc="http://schemas.openxmlformats.org/markup-compatibility/2006">
              <mc:Choice xmlns:v="urn:schemas-microsoft-com:vml" Requires="v">
                <p:oleObj spid="_x0000_s878737" name="Equation" r:id="rId6" imgW="3708400" imgH="419100" progId="Equation.DSMT4">
                  <p:embed/>
                </p:oleObj>
              </mc:Choice>
              <mc:Fallback>
                <p:oleObj name="Equation" r:id="rId6" imgW="3708400" imgH="4191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0407" y="4343425"/>
                        <a:ext cx="8733102" cy="84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2"/>
    </p:custDataLst>
    <p:extLst>
      <p:ext uri="{BB962C8B-B14F-4D97-AF65-F5344CB8AC3E}">
        <p14:creationId xmlns:p14="http://schemas.microsoft.com/office/powerpoint/2010/main" val="27693477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81"/>
                                        </p:tgtEl>
                                        <p:attrNameLst>
                                          <p:attrName>style.visibility</p:attrName>
                                        </p:attrNameLst>
                                      </p:cBhvr>
                                      <p:to>
                                        <p:strVal val="visible"/>
                                      </p:to>
                                    </p:set>
                                    <p:animEffect transition="in" filter="blinds(horizontal)">
                                      <p:cBhvr>
                                        <p:cTn id="7" dur="500"/>
                                        <p:tgtEl>
                                          <p:spTgt spid="245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4582"/>
                                        </p:tgtEl>
                                        <p:attrNameLst>
                                          <p:attrName>style.visibility</p:attrName>
                                        </p:attrNameLst>
                                      </p:cBhvr>
                                      <p:to>
                                        <p:strVal val="visible"/>
                                      </p:to>
                                    </p:set>
                                    <p:anim calcmode="lin" valueType="num">
                                      <p:cBhvr additive="base">
                                        <p:cTn id="12" dur="500" fill="hold"/>
                                        <p:tgtEl>
                                          <p:spTgt spid="24582"/>
                                        </p:tgtEl>
                                        <p:attrNameLst>
                                          <p:attrName>ppt_x</p:attrName>
                                        </p:attrNameLst>
                                      </p:cBhvr>
                                      <p:tavLst>
                                        <p:tav tm="0">
                                          <p:val>
                                            <p:strVal val="#ppt_x"/>
                                          </p:val>
                                        </p:tav>
                                        <p:tav tm="100000">
                                          <p:val>
                                            <p:strVal val="#ppt_x"/>
                                          </p:val>
                                        </p:tav>
                                      </p:tavLst>
                                    </p:anim>
                                    <p:anim calcmode="lin" valueType="num">
                                      <p:cBhvr additive="base">
                                        <p:cTn id="13" dur="500" fill="hold"/>
                                        <p:tgtEl>
                                          <p:spTgt spid="2458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4583">
                                            <p:txEl>
                                              <p:pRg st="0" end="0"/>
                                            </p:txEl>
                                          </p:spTgt>
                                        </p:tgtEl>
                                        <p:attrNameLst>
                                          <p:attrName>style.visibility</p:attrName>
                                        </p:attrNameLst>
                                      </p:cBhvr>
                                      <p:to>
                                        <p:strVal val="visible"/>
                                      </p:to>
                                    </p:set>
                                    <p:animEffect transition="in" filter="blinds(horizontal)">
                                      <p:cBhvr>
                                        <p:cTn id="18" dur="500"/>
                                        <p:tgtEl>
                                          <p:spTgt spid="24583">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9" fill="hold" nodeType="clickEffect">
                                  <p:stCondLst>
                                    <p:cond delay="0"/>
                                  </p:stCondLst>
                                  <p:childTnLst>
                                    <p:set>
                                      <p:cBhvr>
                                        <p:cTn id="22" dur="1" fill="hold">
                                          <p:stCondLst>
                                            <p:cond delay="0"/>
                                          </p:stCondLst>
                                        </p:cTn>
                                        <p:tgtEl>
                                          <p:spTgt spid="24584"/>
                                        </p:tgtEl>
                                        <p:attrNameLst>
                                          <p:attrName>style.visibility</p:attrName>
                                        </p:attrNameLst>
                                      </p:cBhvr>
                                      <p:to>
                                        <p:strVal val="visible"/>
                                      </p:to>
                                    </p:set>
                                    <p:anim calcmode="lin" valueType="num">
                                      <p:cBhvr additive="base">
                                        <p:cTn id="23" dur="500" fill="hold"/>
                                        <p:tgtEl>
                                          <p:spTgt spid="24584"/>
                                        </p:tgtEl>
                                        <p:attrNameLst>
                                          <p:attrName>ppt_x</p:attrName>
                                        </p:attrNameLst>
                                      </p:cBhvr>
                                      <p:tavLst>
                                        <p:tav tm="0">
                                          <p:val>
                                            <p:strVal val="0-#ppt_w/2"/>
                                          </p:val>
                                        </p:tav>
                                        <p:tav tm="100000">
                                          <p:val>
                                            <p:strVal val="#ppt_x"/>
                                          </p:val>
                                        </p:tav>
                                      </p:tavLst>
                                    </p:anim>
                                    <p:anim calcmode="lin" valueType="num">
                                      <p:cBhvr additive="base">
                                        <p:cTn id="24" dur="500" fill="hold"/>
                                        <p:tgtEl>
                                          <p:spTgt spid="24584"/>
                                        </p:tgtEl>
                                        <p:attrNameLst>
                                          <p:attrName>ppt_y</p:attrName>
                                        </p:attrNameLst>
                                      </p:cBhvr>
                                      <p:tavLst>
                                        <p:tav tm="0">
                                          <p:val>
                                            <p:strVal val="0-#ppt_h/2"/>
                                          </p:val>
                                        </p:tav>
                                        <p:tav tm="100000">
                                          <p:val>
                                            <p:strVal val="#ppt_y"/>
                                          </p:val>
                                        </p:tav>
                                      </p:tavLst>
                                    </p:anim>
                                  </p:childTnLst>
                                </p:cTn>
                              </p:par>
                            </p:childTnLst>
                          </p:cTn>
                        </p:par>
                        <p:par>
                          <p:cTn id="25" fill="hold" nodeType="afterGroup">
                            <p:stCondLst>
                              <p:cond delay="500"/>
                            </p:stCondLst>
                            <p:childTnLst>
                              <p:par>
                                <p:cTn id="26" presetID="35" presetClass="emph" presetSubtype="0" fill="hold" nodeType="afterEffect">
                                  <p:stCondLst>
                                    <p:cond delay="0"/>
                                  </p:stCondLst>
                                  <p:childTnLst>
                                    <p:anim calcmode="discrete" valueType="str">
                                      <p:cBhvr>
                                        <p:cTn id="27" dur="1000" fill="hold"/>
                                        <p:tgtEl>
                                          <p:spTgt spid="245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P spid="24583"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Rectangle 7"/>
          <p:cNvSpPr>
            <a:spLocks noChangeArrowheads="1"/>
          </p:cNvSpPr>
          <p:nvPr/>
        </p:nvSpPr>
        <p:spPr bwMode="auto">
          <a:xfrm>
            <a:off x="742951" y="685804"/>
            <a:ext cx="58096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zh-CN" sz="2400" i="0" dirty="0">
                <a:solidFill>
                  <a:srgbClr val="FF00FF"/>
                </a:solidFill>
                <a:effectLst>
                  <a:outerShdw blurRad="38100" dist="38100" dir="2700000" algn="tl">
                    <a:srgbClr val="C0C0C0"/>
                  </a:outerShdw>
                </a:effectLst>
                <a:ea typeface="楷体_GB2312" pitchFamily="49" charset="-122"/>
              </a:rPr>
              <a:t>3.       </a:t>
            </a:r>
            <a:r>
              <a:rPr lang="en-US" altLang="zh-CN" sz="2400" dirty="0">
                <a:solidFill>
                  <a:srgbClr val="A50021"/>
                </a:solidFill>
                <a:effectLst>
                  <a:outerShdw blurRad="38100" dist="38100" dir="2700000" algn="tl">
                    <a:srgbClr val="C0C0C0"/>
                  </a:outerShdw>
                </a:effectLst>
                <a:ea typeface="楷体_GB2312" pitchFamily="49" charset="-122"/>
              </a:rPr>
              <a:t>    </a:t>
            </a:r>
            <a:r>
              <a:rPr lang="zh-CN" altLang="en-US" sz="2400" i="0" dirty="0">
                <a:solidFill>
                  <a:srgbClr val="0033CC"/>
                </a:solidFill>
                <a:effectLst>
                  <a:outerShdw blurRad="38100" dist="38100" dir="2700000" algn="tl">
                    <a:srgbClr val="C0C0C0"/>
                  </a:outerShdw>
                </a:effectLst>
                <a:ea typeface="楷体_GB2312" pitchFamily="49" charset="-122"/>
              </a:rPr>
              <a:t>没有解析表达式，只有数表形式</a:t>
            </a:r>
            <a:r>
              <a:rPr lang="en-US" altLang="zh-CN" sz="2400" i="0" dirty="0">
                <a:solidFill>
                  <a:srgbClr val="0033CC"/>
                </a:solidFill>
                <a:effectLst>
                  <a:outerShdw blurRad="38100" dist="38100" dir="2700000" algn="tl">
                    <a:srgbClr val="C0C0C0"/>
                  </a:outerShdw>
                </a:effectLst>
                <a:ea typeface="楷体_GB2312" pitchFamily="49" charset="-122"/>
              </a:rPr>
              <a:t>:</a:t>
            </a:r>
          </a:p>
        </p:txBody>
      </p:sp>
      <p:graphicFrame>
        <p:nvGraphicFramePr>
          <p:cNvPr id="14344" name="Object 8"/>
          <p:cNvGraphicFramePr>
            <a:graphicFrameLocks noChangeAspect="1"/>
          </p:cNvGraphicFramePr>
          <p:nvPr/>
        </p:nvGraphicFramePr>
        <p:xfrm>
          <a:off x="1155700" y="685801"/>
          <a:ext cx="742950" cy="473075"/>
        </p:xfrm>
        <a:graphic>
          <a:graphicData uri="http://schemas.openxmlformats.org/presentationml/2006/ole">
            <mc:AlternateContent xmlns:mc="http://schemas.openxmlformats.org/markup-compatibility/2006">
              <mc:Choice xmlns:v="urn:schemas-microsoft-com:vml" Requires="v">
                <p:oleObj spid="_x0000_s879831" name="Equation" r:id="rId4" imgW="368280" imgH="253800" progId="Equation.DSMT4">
                  <p:embed/>
                </p:oleObj>
              </mc:Choice>
              <mc:Fallback>
                <p:oleObj name="Equation" r:id="rId4" imgW="368280" imgH="2538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5700" y="685801"/>
                        <a:ext cx="74295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4395" name="Group 59"/>
          <p:cNvGrpSpPr>
            <a:grpSpLocks/>
          </p:cNvGrpSpPr>
          <p:nvPr/>
        </p:nvGrpSpPr>
        <p:grpSpPr bwMode="auto">
          <a:xfrm>
            <a:off x="1731844" y="1370014"/>
            <a:ext cx="5532569" cy="1225549"/>
            <a:chOff x="1007" y="863"/>
            <a:chExt cx="3217" cy="772"/>
          </a:xfrm>
        </p:grpSpPr>
        <p:sp>
          <p:nvSpPr>
            <p:cNvPr id="14370" name="Line 34"/>
            <p:cNvSpPr>
              <a:spLocks noChangeShapeType="1"/>
            </p:cNvSpPr>
            <p:nvPr/>
          </p:nvSpPr>
          <p:spPr bwMode="auto">
            <a:xfrm>
              <a:off x="1008" y="864"/>
              <a:ext cx="321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en-US" sz="2400" b="0" i="0">
                <a:solidFill>
                  <a:srgbClr val="0033CC"/>
                </a:solidFill>
                <a:ea typeface="楷体_GB2312" pitchFamily="49" charset="-122"/>
              </a:endParaRPr>
            </a:p>
          </p:txBody>
        </p:sp>
        <p:sp>
          <p:nvSpPr>
            <p:cNvPr id="14371" name="Line 35"/>
            <p:cNvSpPr>
              <a:spLocks noChangeShapeType="1"/>
            </p:cNvSpPr>
            <p:nvPr/>
          </p:nvSpPr>
          <p:spPr bwMode="auto">
            <a:xfrm>
              <a:off x="1008" y="1248"/>
              <a:ext cx="321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en-US" sz="2400" b="0" i="0">
                <a:solidFill>
                  <a:srgbClr val="0033CC"/>
                </a:solidFill>
                <a:ea typeface="楷体_GB2312" pitchFamily="49" charset="-122"/>
              </a:endParaRPr>
            </a:p>
          </p:txBody>
        </p:sp>
        <p:sp>
          <p:nvSpPr>
            <p:cNvPr id="14372" name="Line 36"/>
            <p:cNvSpPr>
              <a:spLocks noChangeShapeType="1"/>
            </p:cNvSpPr>
            <p:nvPr/>
          </p:nvSpPr>
          <p:spPr bwMode="auto">
            <a:xfrm>
              <a:off x="1008" y="1632"/>
              <a:ext cx="321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en-US" sz="2400" b="0" i="0">
                <a:solidFill>
                  <a:srgbClr val="0033CC"/>
                </a:solidFill>
                <a:ea typeface="楷体_GB2312" pitchFamily="49" charset="-122"/>
              </a:endParaRPr>
            </a:p>
          </p:txBody>
        </p:sp>
        <p:sp>
          <p:nvSpPr>
            <p:cNvPr id="14373" name="Line 37"/>
            <p:cNvSpPr>
              <a:spLocks noChangeShapeType="1"/>
            </p:cNvSpPr>
            <p:nvPr/>
          </p:nvSpPr>
          <p:spPr bwMode="auto">
            <a:xfrm>
              <a:off x="1007" y="863"/>
              <a:ext cx="0" cy="76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en-US" sz="2400" b="0" i="0">
                <a:solidFill>
                  <a:srgbClr val="0033CC"/>
                </a:solidFill>
                <a:ea typeface="楷体_GB2312" pitchFamily="49" charset="-122"/>
              </a:endParaRPr>
            </a:p>
          </p:txBody>
        </p:sp>
        <p:sp>
          <p:nvSpPr>
            <p:cNvPr id="14374" name="Line 38"/>
            <p:cNvSpPr>
              <a:spLocks noChangeShapeType="1"/>
            </p:cNvSpPr>
            <p:nvPr/>
          </p:nvSpPr>
          <p:spPr bwMode="auto">
            <a:xfrm>
              <a:off x="1584" y="864"/>
              <a:ext cx="0" cy="76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en-US" sz="2400" b="0" i="0">
                <a:solidFill>
                  <a:srgbClr val="0033CC"/>
                </a:solidFill>
                <a:ea typeface="楷体_GB2312" pitchFamily="49" charset="-122"/>
              </a:endParaRPr>
            </a:p>
          </p:txBody>
        </p:sp>
        <p:sp>
          <p:nvSpPr>
            <p:cNvPr id="14375" name="Line 39"/>
            <p:cNvSpPr>
              <a:spLocks noChangeShapeType="1"/>
            </p:cNvSpPr>
            <p:nvPr/>
          </p:nvSpPr>
          <p:spPr bwMode="auto">
            <a:xfrm>
              <a:off x="2112" y="864"/>
              <a:ext cx="0" cy="76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en-US" sz="2400" b="0" i="0">
                <a:solidFill>
                  <a:srgbClr val="0033CC"/>
                </a:solidFill>
                <a:ea typeface="楷体_GB2312" pitchFamily="49" charset="-122"/>
              </a:endParaRPr>
            </a:p>
          </p:txBody>
        </p:sp>
        <p:sp>
          <p:nvSpPr>
            <p:cNvPr id="14376" name="Line 40"/>
            <p:cNvSpPr>
              <a:spLocks noChangeShapeType="1"/>
            </p:cNvSpPr>
            <p:nvPr/>
          </p:nvSpPr>
          <p:spPr bwMode="auto">
            <a:xfrm>
              <a:off x="2640" y="864"/>
              <a:ext cx="0" cy="76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en-US" sz="2400" b="0" i="0">
                <a:solidFill>
                  <a:srgbClr val="0033CC"/>
                </a:solidFill>
                <a:ea typeface="楷体_GB2312" pitchFamily="49" charset="-122"/>
              </a:endParaRPr>
            </a:p>
          </p:txBody>
        </p:sp>
        <p:sp>
          <p:nvSpPr>
            <p:cNvPr id="14377" name="Line 41"/>
            <p:cNvSpPr>
              <a:spLocks noChangeShapeType="1"/>
            </p:cNvSpPr>
            <p:nvPr/>
          </p:nvSpPr>
          <p:spPr bwMode="auto">
            <a:xfrm>
              <a:off x="3168" y="864"/>
              <a:ext cx="0" cy="76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en-US" sz="2400" b="0" i="0">
                <a:solidFill>
                  <a:srgbClr val="0033CC"/>
                </a:solidFill>
                <a:ea typeface="楷体_GB2312" pitchFamily="49" charset="-122"/>
              </a:endParaRPr>
            </a:p>
          </p:txBody>
        </p:sp>
        <p:sp>
          <p:nvSpPr>
            <p:cNvPr id="14378" name="Line 42"/>
            <p:cNvSpPr>
              <a:spLocks noChangeShapeType="1"/>
            </p:cNvSpPr>
            <p:nvPr/>
          </p:nvSpPr>
          <p:spPr bwMode="auto">
            <a:xfrm>
              <a:off x="3696" y="864"/>
              <a:ext cx="0" cy="76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en-US" sz="2400" b="0" i="0">
                <a:solidFill>
                  <a:srgbClr val="0033CC"/>
                </a:solidFill>
                <a:ea typeface="楷体_GB2312" pitchFamily="49" charset="-122"/>
              </a:endParaRPr>
            </a:p>
          </p:txBody>
        </p:sp>
        <p:sp>
          <p:nvSpPr>
            <p:cNvPr id="14379" name="Line 43"/>
            <p:cNvSpPr>
              <a:spLocks noChangeShapeType="1"/>
            </p:cNvSpPr>
            <p:nvPr/>
          </p:nvSpPr>
          <p:spPr bwMode="auto">
            <a:xfrm>
              <a:off x="4224" y="864"/>
              <a:ext cx="0" cy="76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en-US" sz="2400" b="0" i="0">
                <a:solidFill>
                  <a:srgbClr val="0033CC"/>
                </a:solidFill>
                <a:ea typeface="楷体_GB2312" pitchFamily="49" charset="-122"/>
              </a:endParaRPr>
            </a:p>
          </p:txBody>
        </p:sp>
        <p:graphicFrame>
          <p:nvGraphicFramePr>
            <p:cNvPr id="14380" name="Object 44"/>
            <p:cNvGraphicFramePr>
              <a:graphicFrameLocks noChangeAspect="1"/>
            </p:cNvGraphicFramePr>
            <p:nvPr/>
          </p:nvGraphicFramePr>
          <p:xfrm>
            <a:off x="1056" y="1296"/>
            <a:ext cx="432" cy="298"/>
          </p:xfrm>
          <a:graphic>
            <a:graphicData uri="http://schemas.openxmlformats.org/presentationml/2006/ole">
              <mc:AlternateContent xmlns:mc="http://schemas.openxmlformats.org/markup-compatibility/2006">
                <mc:Choice xmlns:v="urn:schemas-microsoft-com:vml" Requires="v">
                  <p:oleObj spid="_x0000_s879832" name="Equation" r:id="rId6" imgW="368280" imgH="253800" progId="Equation.DSMT4">
                    <p:embed/>
                  </p:oleObj>
                </mc:Choice>
                <mc:Fallback>
                  <p:oleObj name="Equation" r:id="rId6" imgW="368280" imgH="2538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6" y="1296"/>
                          <a:ext cx="432"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81" name="Object 45"/>
            <p:cNvGraphicFramePr>
              <a:graphicFrameLocks noChangeAspect="1"/>
            </p:cNvGraphicFramePr>
            <p:nvPr/>
          </p:nvGraphicFramePr>
          <p:xfrm>
            <a:off x="1200" y="1008"/>
            <a:ext cx="175" cy="192"/>
          </p:xfrm>
          <a:graphic>
            <a:graphicData uri="http://schemas.openxmlformats.org/presentationml/2006/ole">
              <mc:AlternateContent xmlns:mc="http://schemas.openxmlformats.org/markup-compatibility/2006">
                <mc:Choice xmlns:v="urn:schemas-microsoft-com:vml" Requires="v">
                  <p:oleObj spid="_x0000_s879833" name="Equation" r:id="rId8" imgW="126720" imgH="139680" progId="Equation.DSMT4">
                    <p:embed/>
                  </p:oleObj>
                </mc:Choice>
                <mc:Fallback>
                  <p:oleObj name="Equation" r:id="rId8" imgW="126720" imgH="13968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00" y="1008"/>
                          <a:ext cx="17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84" name="Rectangle 48"/>
            <p:cNvSpPr>
              <a:spLocks noChangeArrowheads="1"/>
            </p:cNvSpPr>
            <p:nvPr/>
          </p:nvSpPr>
          <p:spPr bwMode="auto">
            <a:xfrm>
              <a:off x="1728" y="960"/>
              <a:ext cx="20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zh-CN" sz="2400" b="0" i="0">
                  <a:solidFill>
                    <a:srgbClr val="0033CC"/>
                  </a:solidFill>
                  <a:ea typeface="楷体_GB2312" pitchFamily="49" charset="-122"/>
                </a:rPr>
                <a:t>1</a:t>
              </a:r>
            </a:p>
          </p:txBody>
        </p:sp>
        <p:sp>
          <p:nvSpPr>
            <p:cNvPr id="14385" name="Rectangle 49"/>
            <p:cNvSpPr>
              <a:spLocks noChangeArrowheads="1"/>
            </p:cNvSpPr>
            <p:nvPr/>
          </p:nvSpPr>
          <p:spPr bwMode="auto">
            <a:xfrm>
              <a:off x="1728" y="1344"/>
              <a:ext cx="20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spcBef>
                  <a:spcPct val="20000"/>
                </a:spcBef>
                <a:buClr>
                  <a:srgbClr val="CC0066"/>
                </a:buClr>
                <a:buSzPct val="70000"/>
                <a:buFont typeface="Wingdings" pitchFamily="2" charset="2"/>
                <a:buNone/>
              </a:pPr>
              <a:r>
                <a:rPr lang="en-US" altLang="zh-CN" sz="2400" b="0" i="0">
                  <a:solidFill>
                    <a:srgbClr val="0033CC"/>
                  </a:solidFill>
                  <a:ea typeface="楷体_GB2312" pitchFamily="49" charset="-122"/>
                </a:rPr>
                <a:t>4</a:t>
              </a:r>
            </a:p>
          </p:txBody>
        </p:sp>
        <p:sp>
          <p:nvSpPr>
            <p:cNvPr id="14386" name="Rectangle 50"/>
            <p:cNvSpPr>
              <a:spLocks noChangeArrowheads="1"/>
            </p:cNvSpPr>
            <p:nvPr/>
          </p:nvSpPr>
          <p:spPr bwMode="auto">
            <a:xfrm>
              <a:off x="2208" y="960"/>
              <a:ext cx="20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zh-CN" sz="2400" b="0" i="0">
                  <a:solidFill>
                    <a:srgbClr val="0033CC"/>
                  </a:solidFill>
                  <a:ea typeface="楷体_GB2312" pitchFamily="49" charset="-122"/>
                </a:rPr>
                <a:t>2</a:t>
              </a:r>
            </a:p>
          </p:txBody>
        </p:sp>
        <p:sp>
          <p:nvSpPr>
            <p:cNvPr id="14387" name="Rectangle 51"/>
            <p:cNvSpPr>
              <a:spLocks noChangeArrowheads="1"/>
            </p:cNvSpPr>
            <p:nvPr/>
          </p:nvSpPr>
          <p:spPr bwMode="auto">
            <a:xfrm>
              <a:off x="2784" y="960"/>
              <a:ext cx="1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en-US" altLang="zh-CN" sz="2400" b="0" i="0">
                  <a:solidFill>
                    <a:srgbClr val="0033CC"/>
                  </a:solidFill>
                  <a:ea typeface="楷体_GB2312" pitchFamily="49" charset="-122"/>
                </a:rPr>
                <a:t>3</a:t>
              </a:r>
            </a:p>
          </p:txBody>
        </p:sp>
        <p:sp>
          <p:nvSpPr>
            <p:cNvPr id="14388" name="Rectangle 52"/>
            <p:cNvSpPr>
              <a:spLocks noChangeArrowheads="1"/>
            </p:cNvSpPr>
            <p:nvPr/>
          </p:nvSpPr>
          <p:spPr bwMode="auto">
            <a:xfrm>
              <a:off x="3312" y="960"/>
              <a:ext cx="20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zh-CN" sz="2400" b="0" i="0">
                  <a:solidFill>
                    <a:srgbClr val="0033CC"/>
                  </a:solidFill>
                  <a:ea typeface="楷体_GB2312" pitchFamily="49" charset="-122"/>
                </a:rPr>
                <a:t>4</a:t>
              </a:r>
            </a:p>
          </p:txBody>
        </p:sp>
        <p:sp>
          <p:nvSpPr>
            <p:cNvPr id="14389" name="Rectangle 53"/>
            <p:cNvSpPr>
              <a:spLocks noChangeArrowheads="1"/>
            </p:cNvSpPr>
            <p:nvPr/>
          </p:nvSpPr>
          <p:spPr bwMode="auto">
            <a:xfrm>
              <a:off x="3840" y="960"/>
              <a:ext cx="20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zh-CN" sz="2400" b="0" i="0">
                  <a:solidFill>
                    <a:srgbClr val="0033CC"/>
                  </a:solidFill>
                  <a:ea typeface="楷体_GB2312" pitchFamily="49" charset="-122"/>
                </a:rPr>
                <a:t>5</a:t>
              </a:r>
            </a:p>
          </p:txBody>
        </p:sp>
        <p:sp>
          <p:nvSpPr>
            <p:cNvPr id="14390" name="Rectangle 54"/>
            <p:cNvSpPr>
              <a:spLocks noChangeArrowheads="1"/>
            </p:cNvSpPr>
            <p:nvPr/>
          </p:nvSpPr>
          <p:spPr bwMode="auto">
            <a:xfrm>
              <a:off x="2160" y="1344"/>
              <a:ext cx="35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spcBef>
                  <a:spcPct val="20000"/>
                </a:spcBef>
                <a:buClr>
                  <a:srgbClr val="CC0066"/>
                </a:buClr>
                <a:buSzPct val="70000"/>
                <a:buFont typeface="Wingdings" pitchFamily="2" charset="2"/>
                <a:buNone/>
              </a:pPr>
              <a:r>
                <a:rPr lang="en-US" altLang="zh-CN" sz="2400" b="0" i="0">
                  <a:solidFill>
                    <a:srgbClr val="0033CC"/>
                  </a:solidFill>
                  <a:ea typeface="楷体_GB2312" pitchFamily="49" charset="-122"/>
                </a:rPr>
                <a:t>4.5</a:t>
              </a:r>
            </a:p>
          </p:txBody>
        </p:sp>
        <p:sp>
          <p:nvSpPr>
            <p:cNvPr id="14391" name="Rectangle 55"/>
            <p:cNvSpPr>
              <a:spLocks noChangeArrowheads="1"/>
            </p:cNvSpPr>
            <p:nvPr/>
          </p:nvSpPr>
          <p:spPr bwMode="auto">
            <a:xfrm>
              <a:off x="2784" y="1344"/>
              <a:ext cx="20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zh-CN" sz="2400" b="0" i="0">
                  <a:solidFill>
                    <a:srgbClr val="0033CC"/>
                  </a:solidFill>
                  <a:ea typeface="楷体_GB2312" pitchFamily="49" charset="-122"/>
                </a:rPr>
                <a:t>6</a:t>
              </a:r>
            </a:p>
          </p:txBody>
        </p:sp>
        <p:sp>
          <p:nvSpPr>
            <p:cNvPr id="14392" name="Rectangle 56"/>
            <p:cNvSpPr>
              <a:spLocks noChangeArrowheads="1"/>
            </p:cNvSpPr>
            <p:nvPr/>
          </p:nvSpPr>
          <p:spPr bwMode="auto">
            <a:xfrm>
              <a:off x="3312" y="1344"/>
              <a:ext cx="20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zh-CN" sz="2400" b="0" i="0">
                  <a:solidFill>
                    <a:srgbClr val="0033CC"/>
                  </a:solidFill>
                  <a:ea typeface="楷体_GB2312" pitchFamily="49" charset="-122"/>
                </a:rPr>
                <a:t>8</a:t>
              </a:r>
            </a:p>
          </p:txBody>
        </p:sp>
        <p:sp>
          <p:nvSpPr>
            <p:cNvPr id="14393" name="Rectangle 57"/>
            <p:cNvSpPr>
              <a:spLocks noChangeArrowheads="1"/>
            </p:cNvSpPr>
            <p:nvPr/>
          </p:nvSpPr>
          <p:spPr bwMode="auto">
            <a:xfrm>
              <a:off x="3792" y="1344"/>
              <a:ext cx="35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zh-CN" sz="2400" b="0" i="0">
                  <a:solidFill>
                    <a:srgbClr val="0033CC"/>
                  </a:solidFill>
                  <a:ea typeface="楷体_GB2312" pitchFamily="49" charset="-122"/>
                </a:rPr>
                <a:t>8.5</a:t>
              </a:r>
            </a:p>
          </p:txBody>
        </p:sp>
      </p:grpSp>
      <p:pic>
        <p:nvPicPr>
          <p:cNvPr id="14397" name="Picture 61" descr="MCj04375610000[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21450" y="4330725"/>
            <a:ext cx="2889250" cy="192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98" name="Picture 62" descr="MCj04344110000[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12750" y="3810000"/>
            <a:ext cx="2132542"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99" name="AutoShape 63"/>
          <p:cNvSpPr>
            <a:spLocks noChangeArrowheads="1"/>
          </p:cNvSpPr>
          <p:nvPr/>
        </p:nvSpPr>
        <p:spPr bwMode="auto">
          <a:xfrm>
            <a:off x="2146300" y="3352800"/>
            <a:ext cx="4870450" cy="2133600"/>
          </a:xfrm>
          <a:prstGeom prst="cloudCallout">
            <a:avLst>
              <a:gd name="adj1" fmla="val -49083"/>
              <a:gd name="adj2" fmla="val 51639"/>
            </a:avLst>
          </a:prstGeom>
          <a:gradFill rotWithShape="0">
            <a:gsLst>
              <a:gs pos="0">
                <a:srgbClr val="CCFFFF"/>
              </a:gs>
              <a:gs pos="100000">
                <a:schemeClr val="bg1"/>
              </a:gs>
            </a:gsLst>
            <a:lin ang="2700000" scaled="1"/>
          </a:gra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kumimoji="1" lang="zh-CN" altLang="en-US" sz="2400" i="0">
                <a:solidFill>
                  <a:srgbClr val="000099"/>
                </a:solidFill>
                <a:ea typeface="楷体_GB2312" pitchFamily="49" charset="-122"/>
              </a:rPr>
              <a:t>原来通过原函数来计算积分有它的局限性。那</a:t>
            </a:r>
            <a:r>
              <a:rPr kumimoji="1" lang="en-US" altLang="zh-CN" sz="2400" i="0">
                <a:solidFill>
                  <a:srgbClr val="000099"/>
                </a:solidFill>
                <a:ea typeface="楷体_GB2312" pitchFamily="49" charset="-122"/>
              </a:rPr>
              <a:t>……</a:t>
            </a:r>
          </a:p>
          <a:p>
            <a:pPr eaLnBrk="1" hangingPunct="1"/>
            <a:r>
              <a:rPr kumimoji="1" lang="zh-CN" altLang="en-US" sz="2400" i="0">
                <a:solidFill>
                  <a:srgbClr val="000099"/>
                </a:solidFill>
                <a:ea typeface="楷体_GB2312" pitchFamily="49" charset="-122"/>
              </a:rPr>
              <a:t>怎么办呢？</a:t>
            </a:r>
          </a:p>
        </p:txBody>
      </p:sp>
      <p:sp>
        <p:nvSpPr>
          <p:cNvPr id="14401" name="AutoShape 65"/>
          <p:cNvSpPr>
            <a:spLocks noChangeArrowheads="1"/>
          </p:cNvSpPr>
          <p:nvPr/>
        </p:nvSpPr>
        <p:spPr bwMode="auto">
          <a:xfrm>
            <a:off x="2641600" y="3429000"/>
            <a:ext cx="4787900" cy="1524000"/>
          </a:xfrm>
          <a:prstGeom prst="cloudCallout">
            <a:avLst>
              <a:gd name="adj1" fmla="val 39116"/>
              <a:gd name="adj2" fmla="val 111981"/>
            </a:avLst>
          </a:prstGeom>
          <a:gradFill rotWithShape="0">
            <a:gsLst>
              <a:gs pos="0">
                <a:srgbClr val="CCFFFF"/>
              </a:gs>
              <a:gs pos="100000">
                <a:schemeClr val="bg1"/>
              </a:gs>
            </a:gsLst>
            <a:lin ang="2700000" scaled="1"/>
          </a:gra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kumimoji="1" lang="zh-CN" altLang="en-US" sz="2400" i="0">
                <a:solidFill>
                  <a:srgbClr val="000099"/>
                </a:solidFill>
                <a:ea typeface="楷体_GB2312" pitchFamily="49" charset="-122"/>
              </a:rPr>
              <a:t>呵呵</a:t>
            </a:r>
            <a:r>
              <a:rPr kumimoji="1" lang="en-US" altLang="zh-CN" sz="2400" i="0">
                <a:solidFill>
                  <a:srgbClr val="000099"/>
                </a:solidFill>
                <a:ea typeface="楷体_GB2312" pitchFamily="49" charset="-122"/>
              </a:rPr>
              <a:t>…</a:t>
            </a:r>
            <a:r>
              <a:rPr kumimoji="1" lang="zh-CN" altLang="en-US" sz="2400" i="0">
                <a:solidFill>
                  <a:srgbClr val="000099"/>
                </a:solidFill>
                <a:ea typeface="楷体_GB2312" pitchFamily="49" charset="-122"/>
              </a:rPr>
              <a:t>这就需要积分的数值方法来帮忙啦。</a:t>
            </a:r>
          </a:p>
        </p:txBody>
      </p:sp>
    </p:spTree>
    <p:custDataLst>
      <p:tags r:id="rId2"/>
    </p:custDataLst>
    <p:extLst>
      <p:ext uri="{BB962C8B-B14F-4D97-AF65-F5344CB8AC3E}">
        <p14:creationId xmlns:p14="http://schemas.microsoft.com/office/powerpoint/2010/main" val="25152486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99"/>
                                        </p:tgtEl>
                                        <p:attrNameLst>
                                          <p:attrName>style.visibility</p:attrName>
                                        </p:attrNameLst>
                                      </p:cBhvr>
                                      <p:to>
                                        <p:strVal val="visible"/>
                                      </p:to>
                                    </p:set>
                                    <p:anim calcmode="lin" valueType="num">
                                      <p:cBhvr additive="base">
                                        <p:cTn id="7" dur="500" fill="hold"/>
                                        <p:tgtEl>
                                          <p:spTgt spid="14399"/>
                                        </p:tgtEl>
                                        <p:attrNameLst>
                                          <p:attrName>ppt_x</p:attrName>
                                        </p:attrNameLst>
                                      </p:cBhvr>
                                      <p:tavLst>
                                        <p:tav tm="0">
                                          <p:val>
                                            <p:strVal val="0-#ppt_w/2"/>
                                          </p:val>
                                        </p:tav>
                                        <p:tav tm="100000">
                                          <p:val>
                                            <p:strVal val="#ppt_x"/>
                                          </p:val>
                                        </p:tav>
                                      </p:tavLst>
                                    </p:anim>
                                    <p:anim calcmode="lin" valueType="num">
                                      <p:cBhvr additive="base">
                                        <p:cTn id="8" dur="500" fill="hold"/>
                                        <p:tgtEl>
                                          <p:spTgt spid="14399"/>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4399"/>
                                        </p:tgtEl>
                                        <p:attrNameLst>
                                          <p:attrName>style.visibility</p:attrName>
                                        </p:attrNameLst>
                                      </p:cBhvr>
                                      <p:to>
                                        <p:strVal val="hidden"/>
                                      </p:to>
                                    </p:set>
                                  </p:subTnLst>
                                </p:cTn>
                              </p:par>
                              <p:par>
                                <p:cTn id="9" presetID="2" presetClass="entr" presetSubtype="8" fill="hold" nodeType="withEffect">
                                  <p:stCondLst>
                                    <p:cond delay="0"/>
                                  </p:stCondLst>
                                  <p:childTnLst>
                                    <p:set>
                                      <p:cBhvr>
                                        <p:cTn id="10" dur="1" fill="hold">
                                          <p:stCondLst>
                                            <p:cond delay="0"/>
                                          </p:stCondLst>
                                        </p:cTn>
                                        <p:tgtEl>
                                          <p:spTgt spid="14398"/>
                                        </p:tgtEl>
                                        <p:attrNameLst>
                                          <p:attrName>style.visibility</p:attrName>
                                        </p:attrNameLst>
                                      </p:cBhvr>
                                      <p:to>
                                        <p:strVal val="visible"/>
                                      </p:to>
                                    </p:set>
                                    <p:anim calcmode="lin" valueType="num">
                                      <p:cBhvr additive="base">
                                        <p:cTn id="11" dur="500" fill="hold"/>
                                        <p:tgtEl>
                                          <p:spTgt spid="14398"/>
                                        </p:tgtEl>
                                        <p:attrNameLst>
                                          <p:attrName>ppt_x</p:attrName>
                                        </p:attrNameLst>
                                      </p:cBhvr>
                                      <p:tavLst>
                                        <p:tav tm="0">
                                          <p:val>
                                            <p:strVal val="0-#ppt_w/2"/>
                                          </p:val>
                                        </p:tav>
                                        <p:tav tm="100000">
                                          <p:val>
                                            <p:strVal val="#ppt_x"/>
                                          </p:val>
                                        </p:tav>
                                      </p:tavLst>
                                    </p:anim>
                                    <p:anim calcmode="lin" valueType="num">
                                      <p:cBhvr additive="base">
                                        <p:cTn id="12" dur="500" fill="hold"/>
                                        <p:tgtEl>
                                          <p:spTgt spid="1439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4398"/>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14397"/>
                                        </p:tgtEl>
                                        <p:attrNameLst>
                                          <p:attrName>style.visibility</p:attrName>
                                        </p:attrNameLst>
                                      </p:cBhvr>
                                      <p:to>
                                        <p:strVal val="visible"/>
                                      </p:to>
                                    </p:set>
                                    <p:anim calcmode="lin" valueType="num">
                                      <p:cBhvr additive="base">
                                        <p:cTn id="17" dur="500" fill="hold"/>
                                        <p:tgtEl>
                                          <p:spTgt spid="14397"/>
                                        </p:tgtEl>
                                        <p:attrNameLst>
                                          <p:attrName>ppt_x</p:attrName>
                                        </p:attrNameLst>
                                      </p:cBhvr>
                                      <p:tavLst>
                                        <p:tav tm="0">
                                          <p:val>
                                            <p:strVal val="0-#ppt_w/2"/>
                                          </p:val>
                                        </p:tav>
                                        <p:tav tm="100000">
                                          <p:val>
                                            <p:strVal val="#ppt_x"/>
                                          </p:val>
                                        </p:tav>
                                      </p:tavLst>
                                    </p:anim>
                                    <p:anim calcmode="lin" valueType="num">
                                      <p:cBhvr additive="base">
                                        <p:cTn id="18" dur="500" fill="hold"/>
                                        <p:tgtEl>
                                          <p:spTgt spid="14397"/>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4401"/>
                                        </p:tgtEl>
                                        <p:attrNameLst>
                                          <p:attrName>style.visibility</p:attrName>
                                        </p:attrNameLst>
                                      </p:cBhvr>
                                      <p:to>
                                        <p:strVal val="visible"/>
                                      </p:to>
                                    </p:set>
                                    <p:anim calcmode="lin" valueType="num">
                                      <p:cBhvr additive="base">
                                        <p:cTn id="21" dur="500" fill="hold"/>
                                        <p:tgtEl>
                                          <p:spTgt spid="14401"/>
                                        </p:tgtEl>
                                        <p:attrNameLst>
                                          <p:attrName>ppt_x</p:attrName>
                                        </p:attrNameLst>
                                      </p:cBhvr>
                                      <p:tavLst>
                                        <p:tav tm="0">
                                          <p:val>
                                            <p:strVal val="0-#ppt_w/2"/>
                                          </p:val>
                                        </p:tav>
                                        <p:tav tm="100000">
                                          <p:val>
                                            <p:strVal val="#ppt_x"/>
                                          </p:val>
                                        </p:tav>
                                      </p:tavLst>
                                    </p:anim>
                                    <p:anim calcmode="lin" valueType="num">
                                      <p:cBhvr additive="base">
                                        <p:cTn id="22" dur="500" fill="hold"/>
                                        <p:tgtEl>
                                          <p:spTgt spid="144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99" grpId="0" animBg="1"/>
      <p:bldP spid="1440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0"/>
          </p:nvPr>
        </p:nvSpPr>
        <p:spPr/>
        <p:txBody>
          <a:bodyPr/>
          <a:lstStyle/>
          <a:p>
            <a:fld id="{C454724A-CB82-4320-950D-1D2AEC671B38}" type="slidenum">
              <a:rPr lang="zh-CN" altLang="en-US"/>
              <a:pPr/>
              <a:t>9</a:t>
            </a:fld>
            <a:endParaRPr lang="en-US" altLang="zh-CN"/>
          </a:p>
        </p:txBody>
      </p:sp>
      <p:sp>
        <p:nvSpPr>
          <p:cNvPr id="7" name="日期占位符 5"/>
          <p:cNvSpPr>
            <a:spLocks noGrp="1"/>
          </p:cNvSpPr>
          <p:nvPr>
            <p:ph type="dt" sz="half" idx="11"/>
          </p:nvPr>
        </p:nvSpPr>
        <p:spPr/>
        <p:txBody>
          <a:bodyPr/>
          <a:lstStyle/>
          <a:p>
            <a:fld id="{2848A24F-F175-4BA0-A734-0D04C2CA251F}" type="datetime1">
              <a:rPr lang="zh-CN" altLang="en-US"/>
              <a:pPr/>
              <a:t>2024/11/11</a:t>
            </a:fld>
            <a:endParaRPr lang="en-US" altLang="zh-CN"/>
          </a:p>
        </p:txBody>
      </p:sp>
      <p:sp>
        <p:nvSpPr>
          <p:cNvPr id="821250" name="Rectangle 2"/>
          <p:cNvSpPr>
            <a:spLocks noGrp="1" noChangeArrowheads="1"/>
          </p:cNvSpPr>
          <p:nvPr>
            <p:ph type="title"/>
          </p:nvPr>
        </p:nvSpPr>
        <p:spPr/>
        <p:txBody>
          <a:bodyPr/>
          <a:lstStyle/>
          <a:p>
            <a:r>
              <a:rPr lang="zh-CN" altLang="en-US"/>
              <a:t>§</a:t>
            </a:r>
            <a:r>
              <a:rPr lang="en-US" altLang="zh-CN"/>
              <a:t> 1 </a:t>
            </a:r>
            <a:r>
              <a:rPr lang="zh-CN" altLang="en-US"/>
              <a:t>数值积分</a:t>
            </a:r>
          </a:p>
        </p:txBody>
      </p:sp>
      <p:sp>
        <p:nvSpPr>
          <p:cNvPr id="821251" name="Rectangle 3"/>
          <p:cNvSpPr>
            <a:spLocks noGrp="1" noChangeArrowheads="1"/>
          </p:cNvSpPr>
          <p:nvPr>
            <p:ph type="body" sz="half" idx="1"/>
          </p:nvPr>
        </p:nvSpPr>
        <p:spPr>
          <a:xfrm>
            <a:off x="650875" y="1143000"/>
            <a:ext cx="8766175" cy="3968750"/>
          </a:xfrm>
        </p:spPr>
        <p:txBody>
          <a:bodyPr/>
          <a:lstStyle/>
          <a:p>
            <a:r>
              <a:rPr lang="zh-CN" altLang="en-US" dirty="0"/>
              <a:t>在工程和科学实验中，经常要计算定积分</a:t>
            </a:r>
          </a:p>
          <a:p>
            <a:pPr lvl="1"/>
            <a:endParaRPr lang="zh-CN" altLang="en-US" sz="3100" dirty="0"/>
          </a:p>
          <a:p>
            <a:pPr lvl="1"/>
            <a:r>
              <a:rPr lang="zh-CN" altLang="en-US" dirty="0"/>
              <a:t>被积函数的原函数不能用初等函数表示；</a:t>
            </a:r>
          </a:p>
          <a:p>
            <a:pPr lvl="1"/>
            <a:r>
              <a:rPr lang="zh-CN" altLang="en-US" dirty="0"/>
              <a:t>被积函数的原函数过于复杂；</a:t>
            </a:r>
          </a:p>
          <a:p>
            <a:pPr lvl="1"/>
            <a:r>
              <a:rPr lang="zh-CN" altLang="en-US" dirty="0"/>
              <a:t>原函数以表格形式给出；</a:t>
            </a:r>
          </a:p>
          <a:p>
            <a:r>
              <a:rPr lang="zh-CN" altLang="en-US" sz="2500" dirty="0"/>
              <a:t>基本思想：</a:t>
            </a:r>
          </a:p>
          <a:p>
            <a:pPr lvl="1"/>
            <a:r>
              <a:rPr lang="zh-CN" altLang="en-US" dirty="0"/>
              <a:t>用简单函数近似代替被积函数，然后建立如下求积公式</a:t>
            </a:r>
          </a:p>
        </p:txBody>
      </p:sp>
      <p:graphicFrame>
        <p:nvGraphicFramePr>
          <p:cNvPr id="821252" name="Object 4"/>
          <p:cNvGraphicFramePr>
            <a:graphicFrameLocks noGrp="1" noChangeAspect="1"/>
          </p:cNvGraphicFramePr>
          <p:nvPr>
            <p:ph sz="half" idx="2"/>
            <p:extLst>
              <p:ext uri="{D42A27DB-BD31-4B8C-83A1-F6EECF244321}">
                <p14:modId xmlns:p14="http://schemas.microsoft.com/office/powerpoint/2010/main" val="3684769348"/>
              </p:ext>
            </p:extLst>
          </p:nvPr>
        </p:nvGraphicFramePr>
        <p:xfrm>
          <a:off x="2311407" y="4939506"/>
          <a:ext cx="6696075" cy="1557338"/>
        </p:xfrm>
        <a:graphic>
          <a:graphicData uri="http://schemas.openxmlformats.org/presentationml/2006/ole">
            <mc:AlternateContent xmlns:mc="http://schemas.openxmlformats.org/markup-compatibility/2006">
              <mc:Choice xmlns:v="urn:schemas-microsoft-com:vml" Requires="v">
                <p:oleObj spid="_x0000_s821400" name="Equation" r:id="rId4" imgW="2971800" imgH="787320" progId="Equation.DSMT4">
                  <p:embed/>
                </p:oleObj>
              </mc:Choice>
              <mc:Fallback>
                <p:oleObj name="Equation" r:id="rId4" imgW="2971800" imgH="78732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11407" y="4939506"/>
                        <a:ext cx="6696075" cy="1557338"/>
                      </a:xfrm>
                      <a:prstGeom prst="rect">
                        <a:avLst/>
                      </a:prstGeom>
                      <a:noFill/>
                      <a:ln>
                        <a:noFill/>
                      </a:ln>
                      <a:effectLst/>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253" name="Object 5"/>
          <p:cNvGraphicFramePr>
            <a:graphicFrameLocks noChangeAspect="1"/>
          </p:cNvGraphicFramePr>
          <p:nvPr/>
        </p:nvGraphicFramePr>
        <p:xfrm>
          <a:off x="2432052" y="1557338"/>
          <a:ext cx="1584325" cy="635000"/>
        </p:xfrm>
        <a:graphic>
          <a:graphicData uri="http://schemas.openxmlformats.org/presentationml/2006/ole">
            <mc:AlternateContent xmlns:mc="http://schemas.openxmlformats.org/markup-compatibility/2006">
              <mc:Choice xmlns:v="urn:schemas-microsoft-com:vml" Requires="v">
                <p:oleObj spid="_x0000_s821401" name="公式" r:id="rId6" imgW="672840" imgH="330120" progId="Equation.3">
                  <p:embed/>
                </p:oleObj>
              </mc:Choice>
              <mc:Fallback>
                <p:oleObj name="公式" r:id="rId6" imgW="672840" imgH="33012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2052" y="1557338"/>
                        <a:ext cx="1584325"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88" name="Rectangle 28"/>
          <p:cNvSpPr>
            <a:spLocks noChangeArrowheads="1"/>
          </p:cNvSpPr>
          <p:nvPr/>
        </p:nvSpPr>
        <p:spPr bwMode="auto">
          <a:xfrm>
            <a:off x="4860642" y="-230832"/>
            <a:ext cx="1847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sz="2400" b="0" i="0">
              <a:solidFill>
                <a:srgbClr val="0033CC"/>
              </a:solidFill>
              <a:ea typeface="楷体_GB2312" pitchFamily="49" charset="-122"/>
            </a:endParaRPr>
          </a:p>
        </p:txBody>
      </p:sp>
      <p:sp>
        <p:nvSpPr>
          <p:cNvPr id="15389" name="Rectangle 29"/>
          <p:cNvSpPr>
            <a:spLocks noChangeArrowheads="1"/>
          </p:cNvSpPr>
          <p:nvPr/>
        </p:nvSpPr>
        <p:spPr bwMode="auto">
          <a:xfrm>
            <a:off x="4860642" y="-230832"/>
            <a:ext cx="1847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sz="2400" b="0" i="0">
              <a:solidFill>
                <a:srgbClr val="0033CC"/>
              </a:solidFill>
              <a:ea typeface="楷体_GB2312" pitchFamily="49" charset="-122"/>
            </a:endParaRPr>
          </a:p>
        </p:txBody>
      </p:sp>
      <p:sp>
        <p:nvSpPr>
          <p:cNvPr id="35" name="Rectangle 30"/>
          <p:cNvSpPr>
            <a:spLocks noChangeArrowheads="1"/>
          </p:cNvSpPr>
          <p:nvPr/>
        </p:nvSpPr>
        <p:spPr bwMode="auto">
          <a:xfrm>
            <a:off x="575565" y="476986"/>
            <a:ext cx="5105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zh-CN" altLang="en-US" sz="3200" b="1" dirty="0">
                <a:solidFill>
                  <a:srgbClr val="000066"/>
                </a:solidFill>
              </a:rPr>
              <a:t>数值积分的基本思想</a:t>
            </a:r>
          </a:p>
        </p:txBody>
      </p:sp>
      <p:sp>
        <p:nvSpPr>
          <p:cNvPr id="36" name="Rectangle 31"/>
          <p:cNvSpPr>
            <a:spLocks noChangeArrowheads="1"/>
          </p:cNvSpPr>
          <p:nvPr/>
        </p:nvSpPr>
        <p:spPr bwMode="auto">
          <a:xfrm>
            <a:off x="478369" y="1275038"/>
            <a:ext cx="411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tabLst>
                <a:tab pos="228600" algn="l"/>
              </a:tabLst>
            </a:pPr>
            <a:r>
              <a:rPr lang="en-US" altLang="zh-CN" sz="2800" b="1" dirty="0">
                <a:solidFill>
                  <a:srgbClr val="FF3399"/>
                </a:solidFill>
              </a:rPr>
              <a:t>1</a:t>
            </a:r>
            <a:r>
              <a:rPr lang="zh-CN" altLang="en-US" sz="2800" b="1" dirty="0">
                <a:solidFill>
                  <a:srgbClr val="FF3399"/>
                </a:solidFill>
              </a:rPr>
              <a:t>、定积分的几何意义</a:t>
            </a:r>
          </a:p>
        </p:txBody>
      </p:sp>
      <p:graphicFrame>
        <p:nvGraphicFramePr>
          <p:cNvPr id="37" name="Object 32"/>
          <p:cNvGraphicFramePr>
            <a:graphicFrameLocks noChangeAspect="1"/>
          </p:cNvGraphicFramePr>
          <p:nvPr>
            <p:extLst>
              <p:ext uri="{D42A27DB-BD31-4B8C-83A1-F6EECF244321}">
                <p14:modId xmlns:p14="http://schemas.microsoft.com/office/powerpoint/2010/main" val="1289557741"/>
              </p:ext>
            </p:extLst>
          </p:nvPr>
        </p:nvGraphicFramePr>
        <p:xfrm>
          <a:off x="1249643" y="1680363"/>
          <a:ext cx="2819400" cy="1182688"/>
        </p:xfrm>
        <a:graphic>
          <a:graphicData uri="http://schemas.openxmlformats.org/presentationml/2006/ole">
            <mc:AlternateContent xmlns:mc="http://schemas.openxmlformats.org/markup-compatibility/2006">
              <mc:Choice xmlns:v="urn:schemas-microsoft-com:vml" Requires="v">
                <p:oleObj spid="_x0000_s880942" name="Equation" r:id="rId4" imgW="1028254" imgH="482391" progId="Equation.DSMT4">
                  <p:embed/>
                </p:oleObj>
              </mc:Choice>
              <mc:Fallback>
                <p:oleObj name="Equation" r:id="rId4" imgW="1028254" imgH="482391"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9643" y="1680363"/>
                        <a:ext cx="2819400" cy="1182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80712" name="Picture 7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23678" y="764704"/>
            <a:ext cx="4096882" cy="2763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2"/>
          <p:cNvSpPr>
            <a:spLocks noChangeArrowheads="1"/>
          </p:cNvSpPr>
          <p:nvPr/>
        </p:nvSpPr>
        <p:spPr bwMode="auto">
          <a:xfrm>
            <a:off x="423292" y="3068960"/>
            <a:ext cx="4457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eaLnBrk="1" hangingPunct="1">
              <a:tabLst>
                <a:tab pos="228600" algn="l"/>
              </a:tabLst>
            </a:pPr>
            <a:r>
              <a:rPr lang="en-US" altLang="zh-CN" sz="2800" i="0" dirty="0">
                <a:solidFill>
                  <a:srgbClr val="FF3399"/>
                </a:solidFill>
                <a:ea typeface="楷体_GB2312" pitchFamily="49" charset="-122"/>
              </a:rPr>
              <a:t>2</a:t>
            </a:r>
            <a:r>
              <a:rPr lang="zh-CN" altLang="en-US" sz="2800" i="0" dirty="0">
                <a:solidFill>
                  <a:srgbClr val="FF3399"/>
                </a:solidFill>
                <a:ea typeface="楷体_GB2312" pitchFamily="49" charset="-122"/>
              </a:rPr>
              <a:t>、数值积分的理论依据</a:t>
            </a:r>
          </a:p>
        </p:txBody>
      </p:sp>
      <p:graphicFrame>
        <p:nvGraphicFramePr>
          <p:cNvPr id="9" name="Object 14"/>
          <p:cNvGraphicFramePr>
            <a:graphicFrameLocks noChangeAspect="1"/>
          </p:cNvGraphicFramePr>
          <p:nvPr>
            <p:extLst>
              <p:ext uri="{D42A27DB-BD31-4B8C-83A1-F6EECF244321}">
                <p14:modId xmlns:p14="http://schemas.microsoft.com/office/powerpoint/2010/main" val="664890401"/>
              </p:ext>
            </p:extLst>
          </p:nvPr>
        </p:nvGraphicFramePr>
        <p:xfrm>
          <a:off x="6299200" y="3802085"/>
          <a:ext cx="660400" cy="457200"/>
        </p:xfrm>
        <a:graphic>
          <a:graphicData uri="http://schemas.openxmlformats.org/presentationml/2006/ole">
            <mc:AlternateContent xmlns:mc="http://schemas.openxmlformats.org/markup-compatibility/2006">
              <mc:Choice xmlns:v="urn:schemas-microsoft-com:vml" Requires="v">
                <p:oleObj spid="_x0000_s880943" name="Equation" r:id="rId7" imgW="368280" imgH="253800" progId="Equation.DSMT4">
                  <p:embed/>
                </p:oleObj>
              </mc:Choice>
              <mc:Fallback>
                <p:oleObj name="Equation" r:id="rId7" imgW="368280" imgH="2538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99200" y="3802085"/>
                        <a:ext cx="66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Rectangle 15"/>
          <p:cNvSpPr>
            <a:spLocks noChangeArrowheads="1"/>
          </p:cNvSpPr>
          <p:nvPr/>
        </p:nvSpPr>
        <p:spPr bwMode="auto">
          <a:xfrm>
            <a:off x="1346200" y="3802107"/>
            <a:ext cx="27446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zh-CN" altLang="en-US" sz="2400" i="0">
                <a:solidFill>
                  <a:srgbClr val="0033CC"/>
                </a:solidFill>
                <a:ea typeface="楷体_GB2312" pitchFamily="49" charset="-122"/>
              </a:rPr>
              <a:t>依据</a:t>
            </a:r>
            <a:r>
              <a:rPr lang="zh-CN" altLang="en-US" sz="2400" i="0">
                <a:solidFill>
                  <a:srgbClr val="CC3399"/>
                </a:solidFill>
                <a:ea typeface="楷体_GB2312" pitchFamily="49" charset="-122"/>
              </a:rPr>
              <a:t>积分中值定理</a:t>
            </a:r>
            <a:r>
              <a:rPr lang="en-US" altLang="zh-CN" sz="2400" i="0">
                <a:solidFill>
                  <a:srgbClr val="0033CC"/>
                </a:solidFill>
                <a:ea typeface="楷体_GB2312" pitchFamily="49" charset="-122"/>
              </a:rPr>
              <a:t>,</a:t>
            </a:r>
          </a:p>
        </p:txBody>
      </p:sp>
      <p:sp>
        <p:nvSpPr>
          <p:cNvPr id="11" name="Rectangle 16"/>
          <p:cNvSpPr>
            <a:spLocks noChangeArrowheads="1"/>
          </p:cNvSpPr>
          <p:nvPr/>
        </p:nvSpPr>
        <p:spPr bwMode="auto">
          <a:xfrm>
            <a:off x="4235462" y="3802107"/>
            <a:ext cx="303665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hangingPunct="1"/>
            <a:r>
              <a:rPr lang="zh-CN" altLang="en-US" sz="2400" i="0" dirty="0">
                <a:solidFill>
                  <a:srgbClr val="0033CC"/>
                </a:solidFill>
                <a:ea typeface="楷体_GB2312" pitchFamily="49" charset="-122"/>
              </a:rPr>
              <a:t>对于连续函数          </a:t>
            </a:r>
            <a:r>
              <a:rPr lang="en-US" altLang="zh-CN" sz="2400" i="0" dirty="0">
                <a:solidFill>
                  <a:srgbClr val="0033CC"/>
                </a:solidFill>
                <a:ea typeface="楷体_GB2312" pitchFamily="49" charset="-122"/>
              </a:rPr>
              <a:t>,</a:t>
            </a:r>
          </a:p>
        </p:txBody>
      </p:sp>
      <p:sp>
        <p:nvSpPr>
          <p:cNvPr id="12" name="Rectangle 17"/>
          <p:cNvSpPr>
            <a:spLocks noChangeArrowheads="1"/>
          </p:cNvSpPr>
          <p:nvPr/>
        </p:nvSpPr>
        <p:spPr bwMode="auto">
          <a:xfrm>
            <a:off x="685800" y="4335487"/>
            <a:ext cx="41040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zh-CN" altLang="en-US" sz="2400" i="0" dirty="0">
                <a:solidFill>
                  <a:srgbClr val="0033CC"/>
                </a:solidFill>
                <a:ea typeface="楷体_GB2312" pitchFamily="49" charset="-122"/>
              </a:rPr>
              <a:t>在         内存在一点     </a:t>
            </a:r>
            <a:r>
              <a:rPr lang="en-US" altLang="zh-CN" sz="2400" i="0" dirty="0">
                <a:solidFill>
                  <a:srgbClr val="0033CC"/>
                </a:solidFill>
                <a:ea typeface="楷体_GB2312" pitchFamily="49" charset="-122"/>
              </a:rPr>
              <a:t>,  </a:t>
            </a:r>
            <a:r>
              <a:rPr lang="zh-CN" altLang="en-US" sz="2400" i="0" dirty="0">
                <a:solidFill>
                  <a:srgbClr val="0033CC"/>
                </a:solidFill>
                <a:ea typeface="楷体_GB2312" pitchFamily="49" charset="-122"/>
              </a:rPr>
              <a:t>使得</a:t>
            </a:r>
          </a:p>
        </p:txBody>
      </p:sp>
      <p:graphicFrame>
        <p:nvGraphicFramePr>
          <p:cNvPr id="13" name="Object 18"/>
          <p:cNvGraphicFramePr>
            <a:graphicFrameLocks noChangeAspect="1"/>
          </p:cNvGraphicFramePr>
          <p:nvPr>
            <p:extLst>
              <p:ext uri="{D42A27DB-BD31-4B8C-83A1-F6EECF244321}">
                <p14:modId xmlns:p14="http://schemas.microsoft.com/office/powerpoint/2010/main" val="3710342328"/>
              </p:ext>
            </p:extLst>
          </p:nvPr>
        </p:nvGraphicFramePr>
        <p:xfrm>
          <a:off x="1098552" y="4335485"/>
          <a:ext cx="687917" cy="452438"/>
        </p:xfrm>
        <a:graphic>
          <a:graphicData uri="http://schemas.openxmlformats.org/presentationml/2006/ole">
            <mc:AlternateContent xmlns:mc="http://schemas.openxmlformats.org/markup-compatibility/2006">
              <mc:Choice xmlns:v="urn:schemas-microsoft-com:vml" Requires="v">
                <p:oleObj spid="_x0000_s880944" name="Equation" r:id="rId9" imgW="355320" imgH="253800" progId="Equation.DSMT4">
                  <p:embed/>
                </p:oleObj>
              </mc:Choice>
              <mc:Fallback>
                <p:oleObj name="Equation" r:id="rId9" imgW="355320" imgH="2538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8552" y="4335485"/>
                        <a:ext cx="687917" cy="452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19"/>
          <p:cNvGraphicFramePr>
            <a:graphicFrameLocks noChangeAspect="1"/>
          </p:cNvGraphicFramePr>
          <p:nvPr>
            <p:extLst>
              <p:ext uri="{D42A27DB-BD31-4B8C-83A1-F6EECF244321}">
                <p14:modId xmlns:p14="http://schemas.microsoft.com/office/powerpoint/2010/main" val="758163205"/>
              </p:ext>
            </p:extLst>
          </p:nvPr>
        </p:nvGraphicFramePr>
        <p:xfrm>
          <a:off x="3492512" y="4411685"/>
          <a:ext cx="257969" cy="381000"/>
        </p:xfrm>
        <a:graphic>
          <a:graphicData uri="http://schemas.openxmlformats.org/presentationml/2006/ole">
            <mc:AlternateContent xmlns:mc="http://schemas.openxmlformats.org/markup-compatibility/2006">
              <mc:Choice xmlns:v="urn:schemas-microsoft-com:vml" Requires="v">
                <p:oleObj spid="_x0000_s880945" name="Equation" r:id="rId11" imgW="126720" imgH="203040" progId="Equation.DSMT4">
                  <p:embed/>
                </p:oleObj>
              </mc:Choice>
              <mc:Fallback>
                <p:oleObj name="Equation" r:id="rId11" imgW="126720" imgH="20304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92512" y="4411685"/>
                        <a:ext cx="257969"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20"/>
          <p:cNvGraphicFramePr>
            <a:graphicFrameLocks noChangeAspect="1"/>
          </p:cNvGraphicFramePr>
          <p:nvPr>
            <p:extLst>
              <p:ext uri="{D42A27DB-BD31-4B8C-83A1-F6EECF244321}">
                <p14:modId xmlns:p14="http://schemas.microsoft.com/office/powerpoint/2010/main" val="694474012"/>
              </p:ext>
            </p:extLst>
          </p:nvPr>
        </p:nvGraphicFramePr>
        <p:xfrm>
          <a:off x="1700556" y="4825868"/>
          <a:ext cx="4973638" cy="1004888"/>
        </p:xfrm>
        <a:graphic>
          <a:graphicData uri="http://schemas.openxmlformats.org/presentationml/2006/ole">
            <mc:AlternateContent xmlns:mc="http://schemas.openxmlformats.org/markup-compatibility/2006">
              <mc:Choice xmlns:v="urn:schemas-microsoft-com:vml" Requires="v">
                <p:oleObj spid="_x0000_s880946" name="Equation" r:id="rId13" imgW="1892300" imgH="482600" progId="Equation.DSMT4">
                  <p:embed/>
                </p:oleObj>
              </mc:Choice>
              <mc:Fallback>
                <p:oleObj name="Equation" r:id="rId13" imgW="1892300" imgH="48260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00556" y="4825868"/>
                        <a:ext cx="4973638"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21"/>
          <p:cNvSpPr>
            <a:spLocks noChangeArrowheads="1"/>
          </p:cNvSpPr>
          <p:nvPr/>
        </p:nvSpPr>
        <p:spPr bwMode="auto">
          <a:xfrm>
            <a:off x="679450" y="5933894"/>
            <a:ext cx="61138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hangingPunct="1"/>
            <a:r>
              <a:rPr kumimoji="1" lang="zh-CN" altLang="en-US" sz="2400" i="0" dirty="0">
                <a:solidFill>
                  <a:srgbClr val="0033CC"/>
                </a:solidFill>
                <a:ea typeface="楷体_GB2312" pitchFamily="49" charset="-122"/>
              </a:rPr>
              <a:t>称 </a:t>
            </a:r>
            <a:r>
              <a:rPr kumimoji="1" lang="zh-CN" altLang="en-US" sz="2400" dirty="0">
                <a:solidFill>
                  <a:srgbClr val="0033CC"/>
                </a:solidFill>
                <a:ea typeface="楷体_GB2312" pitchFamily="49" charset="-122"/>
              </a:rPr>
              <a:t>       </a:t>
            </a:r>
            <a:r>
              <a:rPr kumimoji="1" lang="zh-CN" altLang="en-US" sz="2400" i="0" dirty="0">
                <a:solidFill>
                  <a:srgbClr val="0033CC"/>
                </a:solidFill>
                <a:ea typeface="楷体_GB2312" pitchFamily="49" charset="-122"/>
              </a:rPr>
              <a:t>为        在区间          上的平均高度</a:t>
            </a:r>
            <a:r>
              <a:rPr kumimoji="1" lang="en-US" altLang="zh-CN" sz="2400" i="0" dirty="0">
                <a:solidFill>
                  <a:srgbClr val="0033CC"/>
                </a:solidFill>
                <a:ea typeface="楷体_GB2312" pitchFamily="49" charset="-122"/>
              </a:rPr>
              <a:t>.</a:t>
            </a:r>
          </a:p>
        </p:txBody>
      </p:sp>
      <p:graphicFrame>
        <p:nvGraphicFramePr>
          <p:cNvPr id="17" name="Object 22"/>
          <p:cNvGraphicFramePr>
            <a:graphicFrameLocks noChangeAspect="1"/>
          </p:cNvGraphicFramePr>
          <p:nvPr>
            <p:extLst>
              <p:ext uri="{D42A27DB-BD31-4B8C-83A1-F6EECF244321}">
                <p14:modId xmlns:p14="http://schemas.microsoft.com/office/powerpoint/2010/main" val="1020690034"/>
              </p:ext>
            </p:extLst>
          </p:nvPr>
        </p:nvGraphicFramePr>
        <p:xfrm>
          <a:off x="1051813" y="5933875"/>
          <a:ext cx="742950" cy="457200"/>
        </p:xfrm>
        <a:graphic>
          <a:graphicData uri="http://schemas.openxmlformats.org/presentationml/2006/ole">
            <mc:AlternateContent xmlns:mc="http://schemas.openxmlformats.org/markup-compatibility/2006">
              <mc:Choice xmlns:v="urn:schemas-microsoft-com:vml" Requires="v">
                <p:oleObj spid="_x0000_s880947" name="Equation" r:id="rId15" imgW="380880" imgH="253800" progId="Equation.DSMT4">
                  <p:embed/>
                </p:oleObj>
              </mc:Choice>
              <mc:Fallback>
                <p:oleObj name="Equation" r:id="rId15" imgW="380880" imgH="25380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51813" y="5933875"/>
                        <a:ext cx="742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23"/>
          <p:cNvGraphicFramePr>
            <a:graphicFrameLocks noChangeAspect="1"/>
          </p:cNvGraphicFramePr>
          <p:nvPr>
            <p:extLst>
              <p:ext uri="{D42A27DB-BD31-4B8C-83A1-F6EECF244321}">
                <p14:modId xmlns:p14="http://schemas.microsoft.com/office/powerpoint/2010/main" val="903358382"/>
              </p:ext>
            </p:extLst>
          </p:nvPr>
        </p:nvGraphicFramePr>
        <p:xfrm>
          <a:off x="3858515" y="5933875"/>
          <a:ext cx="687917" cy="452438"/>
        </p:xfrm>
        <a:graphic>
          <a:graphicData uri="http://schemas.openxmlformats.org/presentationml/2006/ole">
            <mc:AlternateContent xmlns:mc="http://schemas.openxmlformats.org/markup-compatibility/2006">
              <mc:Choice xmlns:v="urn:schemas-microsoft-com:vml" Requires="v">
                <p:oleObj spid="_x0000_s880948" name="Equation" r:id="rId17" imgW="355320" imgH="253800" progId="Equation.DSMT4">
                  <p:embed/>
                </p:oleObj>
              </mc:Choice>
              <mc:Fallback>
                <p:oleObj name="Equation" r:id="rId17" imgW="355320" imgH="2538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58515" y="5933875"/>
                        <a:ext cx="687917" cy="452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9" name="Group 27"/>
          <p:cNvGrpSpPr>
            <a:grpSpLocks/>
          </p:cNvGrpSpPr>
          <p:nvPr/>
        </p:nvGrpSpPr>
        <p:grpSpPr bwMode="auto">
          <a:xfrm>
            <a:off x="6393160" y="4437112"/>
            <a:ext cx="2365271" cy="1488086"/>
            <a:chOff x="3910" y="795"/>
            <a:chExt cx="1584" cy="1371"/>
          </a:xfrm>
        </p:grpSpPr>
        <p:pic>
          <p:nvPicPr>
            <p:cNvPr id="20" name="Picture 26" descr="MCj04346670000[1]"/>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rot="2249739">
              <a:off x="3910" y="795"/>
              <a:ext cx="1584" cy="1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1" name="Object 25"/>
            <p:cNvGraphicFramePr>
              <a:graphicFrameLocks noChangeAspect="1"/>
            </p:cNvGraphicFramePr>
            <p:nvPr/>
          </p:nvGraphicFramePr>
          <p:xfrm>
            <a:off x="4272" y="1008"/>
            <a:ext cx="883" cy="421"/>
          </p:xfrm>
          <a:graphic>
            <a:graphicData uri="http://schemas.openxmlformats.org/presentationml/2006/ole">
              <mc:AlternateContent xmlns:mc="http://schemas.openxmlformats.org/markup-compatibility/2006">
                <mc:Choice xmlns:v="urn:schemas-microsoft-com:vml" Requires="v">
                  <p:oleObj spid="_x0000_s880949" name="Equation" r:id="rId19" imgW="583920" imgH="253800" progId="Equation.DSMT4">
                    <p:embed/>
                  </p:oleObj>
                </mc:Choice>
                <mc:Fallback>
                  <p:oleObj name="Equation" r:id="rId19" imgW="583920" imgH="253800" progId="Equation.DSMT4">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72" y="1008"/>
                          <a:ext cx="883"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2" name="Object 31"/>
          <p:cNvGraphicFramePr>
            <a:graphicFrameLocks noChangeAspect="1"/>
          </p:cNvGraphicFramePr>
          <p:nvPr>
            <p:extLst>
              <p:ext uri="{D42A27DB-BD31-4B8C-83A1-F6EECF244321}">
                <p14:modId xmlns:p14="http://schemas.microsoft.com/office/powerpoint/2010/main" val="524709115"/>
              </p:ext>
            </p:extLst>
          </p:nvPr>
        </p:nvGraphicFramePr>
        <p:xfrm>
          <a:off x="2042425" y="5933875"/>
          <a:ext cx="718873" cy="457200"/>
        </p:xfrm>
        <a:graphic>
          <a:graphicData uri="http://schemas.openxmlformats.org/presentationml/2006/ole">
            <mc:AlternateContent xmlns:mc="http://schemas.openxmlformats.org/markup-compatibility/2006">
              <mc:Choice xmlns:v="urn:schemas-microsoft-com:vml" Requires="v">
                <p:oleObj spid="_x0000_s880950" name="Equation" r:id="rId21" imgW="368280" imgH="253800" progId="Equation.DSMT4">
                  <p:embed/>
                </p:oleObj>
              </mc:Choice>
              <mc:Fallback>
                <p:oleObj name="Equation" r:id="rId21" imgW="368280" imgH="253800" progId="Equation.DSMT4">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042425" y="5933875"/>
                        <a:ext cx="71887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2"/>
    </p:custDataLst>
    <p:extLst>
      <p:ext uri="{BB962C8B-B14F-4D97-AF65-F5344CB8AC3E}">
        <p14:creationId xmlns:p14="http://schemas.microsoft.com/office/powerpoint/2010/main" val="377049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blinds(horizontal)">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linds(horizontal)">
                                      <p:cBhvr>
                                        <p:cTn id="26" dur="500"/>
                                        <p:tgtEl>
                                          <p:spTgt spid="13"/>
                                        </p:tgtEl>
                                      </p:cBhvr>
                                    </p:animEffect>
                                  </p:childTnLst>
                                </p:cTn>
                              </p:par>
                              <p:par>
                                <p:cTn id="27" presetID="3" presetClass="entr" presetSubtype="1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blinds(horizontal)">
                                      <p:cBhvr>
                                        <p:cTn id="29" dur="500"/>
                                        <p:tgtEl>
                                          <p:spTgt spid="14"/>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linds(horizontal)">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blinds(horizontal)">
                                      <p:cBhvr>
                                        <p:cTn id="43" dur="500"/>
                                        <p:tgtEl>
                                          <p:spTgt spid="18"/>
                                        </p:tgtEl>
                                      </p:cBhvr>
                                    </p:animEffect>
                                  </p:childTnLst>
                                </p:cTn>
                              </p:par>
                              <p:par>
                                <p:cTn id="44" presetID="3" presetClass="entr" presetSubtype="1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blinds(horizontal)">
                                      <p:cBhvr>
                                        <p:cTn id="46" dur="500"/>
                                        <p:tgtEl>
                                          <p:spTgt spid="17"/>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blinds(horizontal)">
                                      <p:cBhvr>
                                        <p:cTn id="49" dur="500"/>
                                        <p:tgtEl>
                                          <p:spTgt spid="16"/>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8" fill="hold" nodeType="click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additive="base">
                                        <p:cTn id="54" dur="500" fill="hold"/>
                                        <p:tgtEl>
                                          <p:spTgt spid="19"/>
                                        </p:tgtEl>
                                        <p:attrNameLst>
                                          <p:attrName>ppt_x</p:attrName>
                                        </p:attrNameLst>
                                      </p:cBhvr>
                                      <p:tavLst>
                                        <p:tav tm="0">
                                          <p:val>
                                            <p:strVal val="0-#ppt_w/2"/>
                                          </p:val>
                                        </p:tav>
                                        <p:tav tm="100000">
                                          <p:val>
                                            <p:strVal val="#ppt_x"/>
                                          </p:val>
                                        </p:tav>
                                      </p:tavLst>
                                    </p:anim>
                                    <p:anim calcmode="lin" valueType="num">
                                      <p:cBhvr additive="base">
                                        <p:cTn id="55" dur="500" fill="hold"/>
                                        <p:tgtEl>
                                          <p:spTgt spid="19"/>
                                        </p:tgtEl>
                                        <p:attrNameLst>
                                          <p:attrName>ppt_y</p:attrName>
                                        </p:attrNameLst>
                                      </p:cBhvr>
                                      <p:tavLst>
                                        <p:tav tm="0">
                                          <p:val>
                                            <p:strVal val="#ppt_y"/>
                                          </p:val>
                                        </p:tav>
                                        <p:tav tm="100000">
                                          <p:val>
                                            <p:strVal val="#ppt_y"/>
                                          </p:val>
                                        </p:tav>
                                      </p:tavLst>
                                    </p:anim>
                                  </p:childTnLst>
                                </p:cTn>
                              </p:par>
                              <p:par>
                                <p:cTn id="56" presetID="3" presetClass="entr" presetSubtype="10" fill="hold"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blinds(horizontal)">
                                      <p:cBhvr>
                                        <p:cTn id="5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2"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3"/>
          <p:cNvSpPr>
            <a:spLocks noGrp="1"/>
          </p:cNvSpPr>
          <p:nvPr>
            <p:ph type="sldNum" sz="quarter" idx="10"/>
          </p:nvPr>
        </p:nvSpPr>
        <p:spPr/>
        <p:txBody>
          <a:bodyPr/>
          <a:lstStyle/>
          <a:p>
            <a:fld id="{1F0DE386-EB58-4043-9C51-B77D21AD27CD}" type="slidenum">
              <a:rPr lang="zh-CN" altLang="en-US"/>
              <a:pPr/>
              <a:t>11</a:t>
            </a:fld>
            <a:endParaRPr lang="en-US" altLang="zh-CN" dirty="0"/>
          </a:p>
        </p:txBody>
      </p:sp>
      <p:sp>
        <p:nvSpPr>
          <p:cNvPr id="53" name="日期占位符 4"/>
          <p:cNvSpPr>
            <a:spLocks noGrp="1"/>
          </p:cNvSpPr>
          <p:nvPr>
            <p:ph type="dt" sz="half" idx="11"/>
          </p:nvPr>
        </p:nvSpPr>
        <p:spPr/>
        <p:txBody>
          <a:bodyPr/>
          <a:lstStyle/>
          <a:p>
            <a:fld id="{DA87CA37-0531-41BF-A529-A1E0F4271C31}" type="datetime1">
              <a:rPr lang="zh-CN" altLang="en-US"/>
              <a:pPr/>
              <a:t>2024/11/11</a:t>
            </a:fld>
            <a:endParaRPr lang="en-US" altLang="zh-CN"/>
          </a:p>
        </p:txBody>
      </p:sp>
      <p:sp>
        <p:nvSpPr>
          <p:cNvPr id="822274" name="Rectangle 2"/>
          <p:cNvSpPr>
            <a:spLocks noGrp="1" noChangeArrowheads="1"/>
          </p:cNvSpPr>
          <p:nvPr>
            <p:ph type="title"/>
          </p:nvPr>
        </p:nvSpPr>
        <p:spPr/>
        <p:txBody>
          <a:bodyPr/>
          <a:lstStyle/>
          <a:p>
            <a:r>
              <a:rPr lang="zh-CN" altLang="en-US"/>
              <a:t>§</a:t>
            </a:r>
            <a:r>
              <a:rPr lang="en-US" altLang="zh-CN"/>
              <a:t>1 </a:t>
            </a:r>
            <a:r>
              <a:rPr lang="zh-CN" altLang="en-US"/>
              <a:t>数值积分</a:t>
            </a:r>
          </a:p>
        </p:txBody>
      </p:sp>
      <p:graphicFrame>
        <p:nvGraphicFramePr>
          <p:cNvPr id="822322" name="Object 50"/>
          <p:cNvGraphicFramePr>
            <a:graphicFrameLocks noGrp="1" noChangeAspect="1"/>
          </p:cNvGraphicFramePr>
          <p:nvPr>
            <p:ph idx="1"/>
            <p:extLst>
              <p:ext uri="{D42A27DB-BD31-4B8C-83A1-F6EECF244321}">
                <p14:modId xmlns:p14="http://schemas.microsoft.com/office/powerpoint/2010/main" val="1554969263"/>
              </p:ext>
            </p:extLst>
          </p:nvPr>
        </p:nvGraphicFramePr>
        <p:xfrm>
          <a:off x="1656557" y="1484155"/>
          <a:ext cx="6481763" cy="1717675"/>
        </p:xfrm>
        <a:graphic>
          <a:graphicData uri="http://schemas.openxmlformats.org/presentationml/2006/ole">
            <mc:AlternateContent xmlns:mc="http://schemas.openxmlformats.org/markup-compatibility/2006">
              <mc:Choice xmlns:v="urn:schemas-microsoft-com:vml" Requires="v">
                <p:oleObj spid="_x0000_s822395" name="Equation" r:id="rId4" imgW="2971800" imgH="787320" progId="Equation.DSMT4">
                  <p:embed/>
                </p:oleObj>
              </mc:Choice>
              <mc:Fallback>
                <p:oleObj name="Equation" r:id="rId4" imgW="2971800" imgH="787320" progId="Equation.DSMT4">
                  <p:embed/>
                  <p:pic>
                    <p:nvPicPr>
                      <p:cNvPr id="0" name="Object 5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6557" y="1484155"/>
                        <a:ext cx="6481763" cy="1717675"/>
                      </a:xfrm>
                      <a:prstGeom prst="rect">
                        <a:avLst/>
                      </a:prstGeom>
                      <a:noFill/>
                      <a:ln>
                        <a:noFill/>
                      </a:ln>
                      <a:effectLst/>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2323" name="Rectangle 51"/>
          <p:cNvSpPr>
            <a:spLocks noChangeArrowheads="1"/>
          </p:cNvSpPr>
          <p:nvPr/>
        </p:nvSpPr>
        <p:spPr bwMode="auto">
          <a:xfrm>
            <a:off x="3872880" y="2974998"/>
            <a:ext cx="5900732" cy="2542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342900" indent="-342900" algn="l">
              <a:lnSpc>
                <a:spcPct val="90000"/>
              </a:lnSpc>
              <a:spcBef>
                <a:spcPct val="35000"/>
              </a:spcBef>
              <a:buClr>
                <a:srgbClr val="27305F"/>
              </a:buClr>
              <a:buSzPct val="60000"/>
              <a:buFont typeface="Wingdings" pitchFamily="2" charset="2"/>
              <a:buChar char="n"/>
            </a:pPr>
            <a:r>
              <a:rPr lang="zh-CN" altLang="en-US" sz="2800" i="0" dirty="0">
                <a:latin typeface="+mj-ea"/>
                <a:ea typeface="+mj-ea"/>
              </a:rPr>
              <a:t>可以从以下不同角度建立求积公式</a:t>
            </a:r>
          </a:p>
          <a:p>
            <a:pPr marL="742950" lvl="1" indent="-285750" algn="l">
              <a:lnSpc>
                <a:spcPct val="90000"/>
              </a:lnSpc>
              <a:spcBef>
                <a:spcPct val="35000"/>
              </a:spcBef>
              <a:buClr>
                <a:srgbClr val="27305F"/>
              </a:buClr>
              <a:buFontTx/>
              <a:buChar char="–"/>
            </a:pPr>
            <a:r>
              <a:rPr lang="zh-CN" altLang="en-US" sz="2800" i="0" dirty="0">
                <a:latin typeface="+mj-ea"/>
                <a:ea typeface="+mj-ea"/>
              </a:rPr>
              <a:t>求积公式具有最高的代数精确度</a:t>
            </a:r>
          </a:p>
          <a:p>
            <a:pPr marL="742950" lvl="1" indent="-285750" algn="l">
              <a:lnSpc>
                <a:spcPct val="90000"/>
              </a:lnSpc>
              <a:spcBef>
                <a:spcPct val="35000"/>
              </a:spcBef>
              <a:buClr>
                <a:srgbClr val="27305F"/>
              </a:buClr>
              <a:buFontTx/>
              <a:buChar char="–"/>
            </a:pPr>
            <a:r>
              <a:rPr lang="zh-CN" altLang="en-US" sz="2800" i="0" dirty="0">
                <a:latin typeface="+mj-ea"/>
                <a:ea typeface="+mj-ea"/>
              </a:rPr>
              <a:t>求积公式的余式</a:t>
            </a:r>
            <a:r>
              <a:rPr lang="zh-CN" altLang="en-US" sz="2800" i="0" dirty="0">
                <a:latin typeface="+mj-ea"/>
              </a:rPr>
              <a:t>绝对值</a:t>
            </a:r>
            <a:r>
              <a:rPr lang="zh-CN" altLang="en-US" sz="2800" i="0" dirty="0">
                <a:latin typeface="+mj-ea"/>
                <a:ea typeface="+mj-ea"/>
              </a:rPr>
              <a:t>最小</a:t>
            </a:r>
            <a:endParaRPr lang="en-US" altLang="zh-CN" sz="2800" i="0" dirty="0">
              <a:latin typeface="+mj-ea"/>
              <a:ea typeface="+mj-ea"/>
            </a:endParaRPr>
          </a:p>
          <a:p>
            <a:pPr marL="742950" lvl="1" indent="-285750" algn="l">
              <a:lnSpc>
                <a:spcPct val="90000"/>
              </a:lnSpc>
              <a:spcBef>
                <a:spcPct val="35000"/>
              </a:spcBef>
              <a:buClr>
                <a:srgbClr val="27305F"/>
              </a:buClr>
              <a:buFontTx/>
              <a:buChar char="–"/>
            </a:pPr>
            <a:r>
              <a:rPr lang="zh-CN" altLang="en-US" sz="2800" i="0" dirty="0">
                <a:latin typeface="+mj-ea"/>
                <a:ea typeface="+mj-ea"/>
              </a:rPr>
              <a:t>求积公式的系数绝对值之和最小</a:t>
            </a:r>
          </a:p>
          <a:p>
            <a:pPr marL="742950" lvl="1" indent="-285750" algn="l">
              <a:lnSpc>
                <a:spcPct val="90000"/>
              </a:lnSpc>
              <a:spcBef>
                <a:spcPct val="35000"/>
              </a:spcBef>
              <a:buClr>
                <a:srgbClr val="27305F"/>
              </a:buClr>
              <a:buFontTx/>
              <a:buChar char="–"/>
            </a:pPr>
            <a:r>
              <a:rPr lang="zh-CN" altLang="en-US" sz="2800" i="0" dirty="0">
                <a:latin typeface="+mj-ea"/>
                <a:ea typeface="+mj-ea"/>
              </a:rPr>
              <a:t>系数相等以便于计算</a:t>
            </a:r>
          </a:p>
        </p:txBody>
      </p:sp>
      <p:pic>
        <p:nvPicPr>
          <p:cNvPr id="822328" name="Picture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952" y="2922984"/>
            <a:ext cx="54864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107953" y="1050049"/>
            <a:ext cx="9578972" cy="480131"/>
          </a:xfrm>
          <a:prstGeom prst="rect">
            <a:avLst/>
          </a:prstGeom>
        </p:spPr>
        <p:txBody>
          <a:bodyPr wrap="square">
            <a:spAutoFit/>
          </a:bodyPr>
          <a:lstStyle/>
          <a:p>
            <a:pPr marL="258763" lvl="0" indent="-258763" algn="l" defTabSz="814388">
              <a:lnSpc>
                <a:spcPct val="90000"/>
              </a:lnSpc>
              <a:spcBef>
                <a:spcPct val="35000"/>
              </a:spcBef>
              <a:buClr>
                <a:srgbClr val="27305F"/>
              </a:buClr>
              <a:buSzPct val="60000"/>
              <a:buFont typeface="Wingdings" pitchFamily="2" charset="2"/>
              <a:buChar char="n"/>
            </a:pPr>
            <a:r>
              <a:rPr lang="zh-CN" altLang="en-US" sz="2500" i="0" kern="0" dirty="0">
                <a:solidFill>
                  <a:srgbClr val="C00000"/>
                </a:solidFill>
                <a:latin typeface="Times New Roman"/>
                <a:ea typeface="黑体"/>
              </a:rPr>
              <a:t>基本思想：</a:t>
            </a:r>
            <a:r>
              <a:rPr lang="zh-CN" altLang="en-US" sz="2800" i="0" kern="0" dirty="0">
                <a:solidFill>
                  <a:srgbClr val="000000"/>
                </a:solidFill>
                <a:latin typeface="Times New Roman"/>
                <a:ea typeface="黑体"/>
              </a:rPr>
              <a:t>用简单函数近似代替被积函数，建立求积公式</a:t>
            </a: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22323"/>
                                        </p:tgtEl>
                                        <p:attrNameLst>
                                          <p:attrName>style.visibility</p:attrName>
                                        </p:attrNameLst>
                                      </p:cBhvr>
                                      <p:to>
                                        <p:strVal val="visible"/>
                                      </p:to>
                                    </p:set>
                                    <p:animEffect transition="in" filter="blinds(horizontal)">
                                      <p:cBhvr>
                                        <p:cTn id="7" dur="500"/>
                                        <p:tgtEl>
                                          <p:spTgt spid="822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3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0"/>
          </p:nvPr>
        </p:nvSpPr>
        <p:spPr/>
        <p:txBody>
          <a:bodyPr/>
          <a:lstStyle/>
          <a:p>
            <a:fld id="{567D490D-E7C6-4D40-9F6F-F5625ADB185A}" type="slidenum">
              <a:rPr lang="zh-CN" altLang="en-US"/>
              <a:pPr/>
              <a:t>12</a:t>
            </a:fld>
            <a:endParaRPr lang="en-US" altLang="zh-CN"/>
          </a:p>
        </p:txBody>
      </p:sp>
      <p:sp>
        <p:nvSpPr>
          <p:cNvPr id="14" name="日期占位符 4"/>
          <p:cNvSpPr>
            <a:spLocks noGrp="1"/>
          </p:cNvSpPr>
          <p:nvPr>
            <p:ph type="dt" sz="half" idx="11"/>
          </p:nvPr>
        </p:nvSpPr>
        <p:spPr/>
        <p:txBody>
          <a:bodyPr/>
          <a:lstStyle/>
          <a:p>
            <a:fld id="{257C4A6A-423C-4BFA-8347-0C68656F610D}" type="datetime1">
              <a:rPr lang="zh-CN" altLang="en-US"/>
              <a:pPr/>
              <a:t>2024/11/11</a:t>
            </a:fld>
            <a:endParaRPr lang="en-US" altLang="zh-CN"/>
          </a:p>
        </p:txBody>
      </p:sp>
      <p:sp>
        <p:nvSpPr>
          <p:cNvPr id="823298" name="Rectangle 2"/>
          <p:cNvSpPr>
            <a:spLocks noGrp="1" noChangeArrowheads="1"/>
          </p:cNvSpPr>
          <p:nvPr>
            <p:ph type="title"/>
          </p:nvPr>
        </p:nvSpPr>
        <p:spPr/>
        <p:txBody>
          <a:bodyPr/>
          <a:lstStyle/>
          <a:p>
            <a:r>
              <a:rPr lang="zh-CN" altLang="en-US"/>
              <a:t>§1.2 牛顿——柯特斯求积公式</a:t>
            </a:r>
          </a:p>
        </p:txBody>
      </p:sp>
      <p:sp>
        <p:nvSpPr>
          <p:cNvPr id="823299" name="Rectangle 3"/>
          <p:cNvSpPr>
            <a:spLocks noGrp="1" noChangeArrowheads="1"/>
          </p:cNvSpPr>
          <p:nvPr>
            <p:ph type="body" idx="1"/>
          </p:nvPr>
        </p:nvSpPr>
        <p:spPr>
          <a:xfrm>
            <a:off x="610175" y="1361617"/>
            <a:ext cx="8820150" cy="384175"/>
          </a:xfrm>
          <a:noFill/>
          <a:ln/>
        </p:spPr>
        <p:txBody>
          <a:bodyPr/>
          <a:lstStyle/>
          <a:p>
            <a:r>
              <a:rPr lang="en-US" altLang="zh-CN" i="1"/>
              <a:t>f</a:t>
            </a:r>
            <a:r>
              <a:rPr lang="en-US" altLang="zh-CN"/>
              <a:t>(</a:t>
            </a:r>
            <a:r>
              <a:rPr lang="en-US" altLang="zh-CN" i="1"/>
              <a:t>x</a:t>
            </a:r>
            <a:r>
              <a:rPr lang="en-US" altLang="zh-CN"/>
              <a:t>) </a:t>
            </a:r>
            <a:r>
              <a:rPr lang="en-US" altLang="zh-CN">
                <a:sym typeface="Symbol" pitchFamily="18" charset="2"/>
              </a:rPr>
              <a:t> </a:t>
            </a:r>
            <a:r>
              <a:rPr lang="en-US" altLang="zh-CN" i="1">
                <a:sym typeface="Symbol" pitchFamily="18" charset="2"/>
              </a:rPr>
              <a:t>P</a:t>
            </a:r>
            <a:r>
              <a:rPr lang="en-US" altLang="zh-CN" baseline="-25000"/>
              <a:t>n</a:t>
            </a:r>
            <a:r>
              <a:rPr lang="en-US" altLang="zh-CN"/>
              <a:t>(</a:t>
            </a:r>
            <a:r>
              <a:rPr lang="en-US" altLang="zh-CN" i="1"/>
              <a:t>x</a:t>
            </a:r>
            <a:r>
              <a:rPr lang="en-US" altLang="zh-CN"/>
              <a:t>)</a:t>
            </a:r>
            <a:endParaRPr lang="zh-CN" altLang="en-US"/>
          </a:p>
        </p:txBody>
      </p:sp>
      <p:sp>
        <p:nvSpPr>
          <p:cNvPr id="823300" name="AutoShape 4"/>
          <p:cNvSpPr>
            <a:spLocks noChangeArrowheads="1"/>
          </p:cNvSpPr>
          <p:nvPr/>
        </p:nvSpPr>
        <p:spPr bwMode="auto">
          <a:xfrm>
            <a:off x="2608832" y="1361595"/>
            <a:ext cx="609600" cy="457200"/>
          </a:xfrm>
          <a:prstGeom prst="rightArrow">
            <a:avLst>
              <a:gd name="adj1" fmla="val 50000"/>
              <a:gd name="adj2" fmla="val 33333"/>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23301" name="Object 5"/>
          <p:cNvGraphicFramePr>
            <a:graphicFrameLocks noChangeAspect="1"/>
          </p:cNvGraphicFramePr>
          <p:nvPr>
            <p:extLst>
              <p:ext uri="{D42A27DB-BD31-4B8C-83A1-F6EECF244321}">
                <p14:modId xmlns:p14="http://schemas.microsoft.com/office/powerpoint/2010/main" val="1799351695"/>
              </p:ext>
            </p:extLst>
          </p:nvPr>
        </p:nvGraphicFramePr>
        <p:xfrm>
          <a:off x="3547047" y="1183001"/>
          <a:ext cx="3949700" cy="814388"/>
        </p:xfrm>
        <a:graphic>
          <a:graphicData uri="http://schemas.openxmlformats.org/presentationml/2006/ole">
            <mc:AlternateContent xmlns:mc="http://schemas.openxmlformats.org/markup-compatibility/2006">
              <mc:Choice xmlns:v="urn:schemas-microsoft-com:vml" Requires="v">
                <p:oleObj spid="_x0000_s823669" name="Equation" r:id="rId4" imgW="1447560" imgH="330120" progId="Equation.3">
                  <p:embed/>
                </p:oleObj>
              </mc:Choice>
              <mc:Fallback>
                <p:oleObj name="Equation" r:id="rId4" imgW="1447560" imgH="33012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47047" y="1183001"/>
                        <a:ext cx="3949700" cy="814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3302" name="Object 6"/>
          <p:cNvGraphicFramePr>
            <a:graphicFrameLocks noChangeAspect="1"/>
          </p:cNvGraphicFramePr>
          <p:nvPr>
            <p:extLst>
              <p:ext uri="{D42A27DB-BD31-4B8C-83A1-F6EECF244321}">
                <p14:modId xmlns:p14="http://schemas.microsoft.com/office/powerpoint/2010/main" val="1560390254"/>
              </p:ext>
            </p:extLst>
          </p:nvPr>
        </p:nvGraphicFramePr>
        <p:xfrm>
          <a:off x="416500" y="1971217"/>
          <a:ext cx="5410200" cy="1065213"/>
        </p:xfrm>
        <a:graphic>
          <a:graphicData uri="http://schemas.openxmlformats.org/presentationml/2006/ole">
            <mc:AlternateContent xmlns:mc="http://schemas.openxmlformats.org/markup-compatibility/2006">
              <mc:Choice xmlns:v="urn:schemas-microsoft-com:vml" Requires="v">
                <p:oleObj spid="_x0000_s823670" name="Equation" r:id="rId6" imgW="2438280" imgH="431640" progId="Equation.3">
                  <p:embed/>
                </p:oleObj>
              </mc:Choice>
              <mc:Fallback>
                <p:oleObj name="Equation" r:id="rId6" imgW="2438280" imgH="43164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6500" y="1971217"/>
                        <a:ext cx="5410200" cy="106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3303" name="Object 7"/>
          <p:cNvGraphicFramePr>
            <a:graphicFrameLocks noChangeAspect="1"/>
          </p:cNvGraphicFramePr>
          <p:nvPr>
            <p:extLst>
              <p:ext uri="{D42A27DB-BD31-4B8C-83A1-F6EECF244321}">
                <p14:modId xmlns:p14="http://schemas.microsoft.com/office/powerpoint/2010/main" val="1329483643"/>
              </p:ext>
            </p:extLst>
          </p:nvPr>
        </p:nvGraphicFramePr>
        <p:xfrm>
          <a:off x="5745732" y="1972783"/>
          <a:ext cx="3967162" cy="1065212"/>
        </p:xfrm>
        <a:graphic>
          <a:graphicData uri="http://schemas.openxmlformats.org/presentationml/2006/ole">
            <mc:AlternateContent xmlns:mc="http://schemas.openxmlformats.org/markup-compatibility/2006">
              <mc:Choice xmlns:v="urn:schemas-microsoft-com:vml" Requires="v">
                <p:oleObj spid="_x0000_s823671" name="Equation" r:id="rId8" imgW="1549080" imgH="431640" progId="Equation.3">
                  <p:embed/>
                </p:oleObj>
              </mc:Choice>
              <mc:Fallback>
                <p:oleObj name="Equation" r:id="rId8" imgW="1549080" imgH="43164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45732" y="1972783"/>
                        <a:ext cx="3967162"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3304" name="Object 8"/>
          <p:cNvGraphicFramePr>
            <a:graphicFrameLocks noChangeAspect="1"/>
          </p:cNvGraphicFramePr>
          <p:nvPr>
            <p:extLst>
              <p:ext uri="{D42A27DB-BD31-4B8C-83A1-F6EECF244321}">
                <p14:modId xmlns:p14="http://schemas.microsoft.com/office/powerpoint/2010/main" val="1882868928"/>
              </p:ext>
            </p:extLst>
          </p:nvPr>
        </p:nvGraphicFramePr>
        <p:xfrm>
          <a:off x="2534229" y="2961809"/>
          <a:ext cx="4000500" cy="1065213"/>
        </p:xfrm>
        <a:graphic>
          <a:graphicData uri="http://schemas.openxmlformats.org/presentationml/2006/ole">
            <mc:AlternateContent xmlns:mc="http://schemas.openxmlformats.org/markup-compatibility/2006">
              <mc:Choice xmlns:v="urn:schemas-microsoft-com:vml" Requires="v">
                <p:oleObj spid="_x0000_s823672" name="Equation" r:id="rId10" imgW="1562040" imgH="431640" progId="Equation.3">
                  <p:embed/>
                </p:oleObj>
              </mc:Choice>
              <mc:Fallback>
                <p:oleObj name="Equation" r:id="rId10" imgW="1562040" imgH="431640"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34229" y="2961809"/>
                        <a:ext cx="4000500" cy="106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3305" name="Rectangle 9"/>
          <p:cNvSpPr>
            <a:spLocks noChangeArrowheads="1"/>
          </p:cNvSpPr>
          <p:nvPr/>
        </p:nvSpPr>
        <p:spPr bwMode="auto">
          <a:xfrm>
            <a:off x="3388301" y="3114195"/>
            <a:ext cx="2133600" cy="762000"/>
          </a:xfrm>
          <a:prstGeom prst="rect">
            <a:avLst/>
          </a:prstGeom>
          <a:noFill/>
          <a:ln w="381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306" name="AutoShape 10"/>
          <p:cNvSpPr>
            <a:spLocks noChangeArrowheads="1"/>
          </p:cNvSpPr>
          <p:nvPr/>
        </p:nvSpPr>
        <p:spPr bwMode="auto">
          <a:xfrm>
            <a:off x="5601076" y="3876205"/>
            <a:ext cx="3456380" cy="1296987"/>
          </a:xfrm>
          <a:prstGeom prst="wedgeRoundRectCallout">
            <a:avLst>
              <a:gd name="adj1" fmla="val -69182"/>
              <a:gd name="adj2" fmla="val -40870"/>
              <a:gd name="adj3" fmla="val 16667"/>
            </a:avLst>
          </a:prstGeom>
          <a:solidFill>
            <a:srgbClr val="FFFF99"/>
          </a:solidFill>
          <a:ln w="381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en-US" altLang="zh-CN" sz="2400" dirty="0"/>
              <a:t>C</a:t>
            </a:r>
            <a:r>
              <a:rPr lang="en-US" altLang="zh-CN" sz="2400" baseline="-25000" dirty="0"/>
              <a:t>i  </a:t>
            </a:r>
            <a:r>
              <a:rPr lang="en-US" altLang="zh-CN" sz="2400" i="0" dirty="0"/>
              <a:t>:   </a:t>
            </a:r>
            <a:r>
              <a:rPr lang="zh-CN" altLang="en-US" sz="2400" i="0" dirty="0"/>
              <a:t>只与节点有关，</a:t>
            </a:r>
            <a:endParaRPr lang="en-US" altLang="zh-CN" sz="2400" i="0" dirty="0"/>
          </a:p>
          <a:p>
            <a:pPr algn="l"/>
            <a:r>
              <a:rPr lang="zh-CN" altLang="en-US" sz="2400" i="0" dirty="0"/>
              <a:t>与被积函数的形式无关</a:t>
            </a:r>
            <a:endParaRPr lang="en-US" altLang="zh-CN" sz="2400" i="0" dirty="0"/>
          </a:p>
        </p:txBody>
      </p:sp>
      <p:graphicFrame>
        <p:nvGraphicFramePr>
          <p:cNvPr id="2" name="对象 1"/>
          <p:cNvGraphicFramePr>
            <a:graphicFrameLocks noChangeAspect="1"/>
          </p:cNvGraphicFramePr>
          <p:nvPr>
            <p:extLst>
              <p:ext uri="{D42A27DB-BD31-4B8C-83A1-F6EECF244321}">
                <p14:modId xmlns:p14="http://schemas.microsoft.com/office/powerpoint/2010/main" val="1000387285"/>
              </p:ext>
            </p:extLst>
          </p:nvPr>
        </p:nvGraphicFramePr>
        <p:xfrm>
          <a:off x="2934592" y="5173192"/>
          <a:ext cx="2439987" cy="814387"/>
        </p:xfrm>
        <a:graphic>
          <a:graphicData uri="http://schemas.openxmlformats.org/presentationml/2006/ole">
            <mc:AlternateContent xmlns:mc="http://schemas.openxmlformats.org/markup-compatibility/2006">
              <mc:Choice xmlns:v="urn:schemas-microsoft-com:vml" Requires="v">
                <p:oleObj spid="_x0000_s823673" name="公式" r:id="rId12" imgW="952087" imgH="330057" progId="Equation.3">
                  <p:embed/>
                </p:oleObj>
              </mc:Choice>
              <mc:Fallback>
                <p:oleObj name="公式" r:id="rId12" imgW="952087" imgH="330057" progId="Equation.3">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34592" y="5173192"/>
                        <a:ext cx="2439987" cy="814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23300"/>
                                        </p:tgtEl>
                                        <p:attrNameLst>
                                          <p:attrName>style.visibility</p:attrName>
                                        </p:attrNameLst>
                                      </p:cBhvr>
                                      <p:to>
                                        <p:strVal val="visible"/>
                                      </p:to>
                                    </p:set>
                                    <p:animEffect transition="in" filter="dissolve">
                                      <p:cBhvr>
                                        <p:cTn id="7" dur="500"/>
                                        <p:tgtEl>
                                          <p:spTgt spid="8233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23301"/>
                                        </p:tgtEl>
                                        <p:attrNameLst>
                                          <p:attrName>style.visibility</p:attrName>
                                        </p:attrNameLst>
                                      </p:cBhvr>
                                      <p:to>
                                        <p:strVal val="visible"/>
                                      </p:to>
                                    </p:set>
                                    <p:animEffect transition="in" filter="dissolve">
                                      <p:cBhvr>
                                        <p:cTn id="12" dur="500"/>
                                        <p:tgtEl>
                                          <p:spTgt spid="8233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23302"/>
                                        </p:tgtEl>
                                        <p:attrNameLst>
                                          <p:attrName>style.visibility</p:attrName>
                                        </p:attrNameLst>
                                      </p:cBhvr>
                                      <p:to>
                                        <p:strVal val="visible"/>
                                      </p:to>
                                    </p:set>
                                    <p:animEffect transition="in" filter="dissolve">
                                      <p:cBhvr>
                                        <p:cTn id="17" dur="500"/>
                                        <p:tgtEl>
                                          <p:spTgt spid="82330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23303"/>
                                        </p:tgtEl>
                                        <p:attrNameLst>
                                          <p:attrName>style.visibility</p:attrName>
                                        </p:attrNameLst>
                                      </p:cBhvr>
                                      <p:to>
                                        <p:strVal val="visible"/>
                                      </p:to>
                                    </p:set>
                                    <p:animEffect transition="in" filter="dissolve">
                                      <p:cBhvr>
                                        <p:cTn id="22" dur="500"/>
                                        <p:tgtEl>
                                          <p:spTgt spid="82330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823304"/>
                                        </p:tgtEl>
                                        <p:attrNameLst>
                                          <p:attrName>style.visibility</p:attrName>
                                        </p:attrNameLst>
                                      </p:cBhvr>
                                      <p:to>
                                        <p:strVal val="visible"/>
                                      </p:to>
                                    </p:set>
                                    <p:animEffect transition="in" filter="dissolve">
                                      <p:cBhvr>
                                        <p:cTn id="27" dur="500"/>
                                        <p:tgtEl>
                                          <p:spTgt spid="82330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23305"/>
                                        </p:tgtEl>
                                        <p:attrNameLst>
                                          <p:attrName>style.visibility</p:attrName>
                                        </p:attrNameLst>
                                      </p:cBhvr>
                                      <p:to>
                                        <p:strVal val="visible"/>
                                      </p:to>
                                    </p:set>
                                    <p:animEffect transition="in" filter="dissolve">
                                      <p:cBhvr>
                                        <p:cTn id="32" dur="500"/>
                                        <p:tgtEl>
                                          <p:spTgt spid="823305"/>
                                        </p:tgtEl>
                                      </p:cBhvr>
                                    </p:animEffect>
                                  </p:childTnLst>
                                </p:cTn>
                              </p:par>
                            </p:childTnLst>
                          </p:cTn>
                        </p:par>
                        <p:par>
                          <p:cTn id="33" fill="hold" nodeType="afterGroup">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823306"/>
                                        </p:tgtEl>
                                        <p:attrNameLst>
                                          <p:attrName>style.visibility</p:attrName>
                                        </p:attrNameLst>
                                      </p:cBhvr>
                                      <p:to>
                                        <p:strVal val="visible"/>
                                      </p:to>
                                    </p:set>
                                    <p:animEffect transition="in" filter="dissolve">
                                      <p:cBhvr>
                                        <p:cTn id="36" dur="500"/>
                                        <p:tgtEl>
                                          <p:spTgt spid="823306"/>
                                        </p:tgtEl>
                                      </p:cBhvr>
                                    </p:animEffect>
                                  </p:childTnLst>
                                </p:cTn>
                              </p:par>
                            </p:childTnLst>
                          </p:cTn>
                        </p:par>
                        <p:par>
                          <p:cTn id="37" fill="hold">
                            <p:stCondLst>
                              <p:cond delay="1000"/>
                            </p:stCondLst>
                            <p:childTnLst>
                              <p:par>
                                <p:cTn id="38" presetID="1" presetClass="entr" presetSubtype="0" fill="hold" nodeType="afterEffect">
                                  <p:stCondLst>
                                    <p:cond delay="0"/>
                                  </p:stCondLst>
                                  <p:childTnLst>
                                    <p:set>
                                      <p:cBhvr>
                                        <p:cTn id="3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3300" grpId="0" animBg="1"/>
      <p:bldP spid="823305" grpId="0" animBg="1"/>
      <p:bldP spid="823306"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 name="灯片编号占位符 3"/>
          <p:cNvSpPr>
            <a:spLocks noGrp="1"/>
          </p:cNvSpPr>
          <p:nvPr>
            <p:ph type="sldNum" sz="quarter" idx="10"/>
          </p:nvPr>
        </p:nvSpPr>
        <p:spPr/>
        <p:txBody>
          <a:bodyPr/>
          <a:lstStyle/>
          <a:p>
            <a:fld id="{750DC247-8892-4C75-9702-8058C861615D}" type="slidenum">
              <a:rPr lang="zh-CN" altLang="en-US"/>
              <a:pPr/>
              <a:t>13</a:t>
            </a:fld>
            <a:endParaRPr lang="en-US" altLang="zh-CN"/>
          </a:p>
        </p:txBody>
      </p:sp>
      <p:sp>
        <p:nvSpPr>
          <p:cNvPr id="17" name="日期占位符 4"/>
          <p:cNvSpPr>
            <a:spLocks noGrp="1"/>
          </p:cNvSpPr>
          <p:nvPr>
            <p:ph type="dt" sz="half" idx="11"/>
          </p:nvPr>
        </p:nvSpPr>
        <p:spPr/>
        <p:txBody>
          <a:bodyPr/>
          <a:lstStyle/>
          <a:p>
            <a:fld id="{5D5CAAEE-94FC-4417-8CB4-D6EE92C85A75}" type="datetime1">
              <a:rPr lang="zh-CN" altLang="en-US"/>
              <a:pPr/>
              <a:t>2024/11/11</a:t>
            </a:fld>
            <a:endParaRPr lang="en-US" altLang="zh-CN"/>
          </a:p>
        </p:txBody>
      </p:sp>
      <p:sp>
        <p:nvSpPr>
          <p:cNvPr id="824322" name="Rectangle 2"/>
          <p:cNvSpPr>
            <a:spLocks noGrp="1" noChangeArrowheads="1"/>
          </p:cNvSpPr>
          <p:nvPr>
            <p:ph type="title"/>
          </p:nvPr>
        </p:nvSpPr>
        <p:spPr/>
        <p:txBody>
          <a:bodyPr/>
          <a:lstStyle/>
          <a:p>
            <a:r>
              <a:rPr lang="zh-CN" altLang="en-US"/>
              <a:t>§ 1.2 牛顿——柯特斯求积公式</a:t>
            </a:r>
          </a:p>
        </p:txBody>
      </p:sp>
      <p:sp>
        <p:nvSpPr>
          <p:cNvPr id="824323" name="Rectangle 3"/>
          <p:cNvSpPr>
            <a:spLocks noGrp="1" noChangeArrowheads="1"/>
          </p:cNvSpPr>
          <p:nvPr>
            <p:ph type="body" idx="1"/>
          </p:nvPr>
        </p:nvSpPr>
        <p:spPr>
          <a:xfrm>
            <a:off x="650878" y="1989160"/>
            <a:ext cx="8820150" cy="384175"/>
          </a:xfrm>
        </p:spPr>
        <p:txBody>
          <a:bodyPr/>
          <a:lstStyle/>
          <a:p>
            <a:r>
              <a:rPr lang="zh-CN" altLang="en-US"/>
              <a:t>等距节点下的拉格朗日插值公式</a:t>
            </a:r>
            <a:endParaRPr lang="en-US" altLang="zh-CN"/>
          </a:p>
        </p:txBody>
      </p:sp>
      <p:graphicFrame>
        <p:nvGraphicFramePr>
          <p:cNvPr id="824324" name="Object 4"/>
          <p:cNvGraphicFramePr>
            <a:graphicFrameLocks noChangeAspect="1"/>
          </p:cNvGraphicFramePr>
          <p:nvPr/>
        </p:nvGraphicFramePr>
        <p:xfrm>
          <a:off x="457203" y="2370138"/>
          <a:ext cx="8382000" cy="1096962"/>
        </p:xfrm>
        <a:graphic>
          <a:graphicData uri="http://schemas.openxmlformats.org/presentationml/2006/ole">
            <mc:AlternateContent xmlns:mc="http://schemas.openxmlformats.org/markup-compatibility/2006">
              <mc:Choice xmlns:v="urn:schemas-microsoft-com:vml" Requires="v">
                <p:oleObj spid="_x0000_s824707" name="Equation" r:id="rId4" imgW="3416040" imgH="444240" progId="Equation.3">
                  <p:embed/>
                </p:oleObj>
              </mc:Choice>
              <mc:Fallback>
                <p:oleObj name="Equation" r:id="rId4" imgW="3416040" imgH="44424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3" y="2370138"/>
                        <a:ext cx="8382000" cy="1096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4325" name="Rectangle 5"/>
          <p:cNvSpPr>
            <a:spLocks noChangeArrowheads="1"/>
          </p:cNvSpPr>
          <p:nvPr/>
        </p:nvSpPr>
        <p:spPr bwMode="auto">
          <a:xfrm>
            <a:off x="8323275" y="2522538"/>
            <a:ext cx="1430337" cy="1077218"/>
          </a:xfrm>
          <a:prstGeom prst="rect">
            <a:avLst/>
          </a:prstGeom>
          <a:noFill/>
          <a:ln w="38100">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ltLang="zh-CN" sz="3200">
              <a:latin typeface="Times New Roman" pitchFamily="18" charset="0"/>
            </a:endParaRPr>
          </a:p>
          <a:p>
            <a:r>
              <a:rPr lang="en-US" altLang="zh-CN" sz="3200">
                <a:latin typeface="Times New Roman" pitchFamily="18" charset="0"/>
              </a:rPr>
              <a:t>x</a:t>
            </a:r>
            <a:r>
              <a:rPr lang="en-US" altLang="zh-CN" sz="3200" i="0">
                <a:latin typeface="Times New Roman" pitchFamily="18" charset="0"/>
              </a:rPr>
              <a:t>=</a:t>
            </a:r>
            <a:r>
              <a:rPr lang="en-US" altLang="zh-CN" sz="3200">
                <a:latin typeface="Times New Roman" pitchFamily="18" charset="0"/>
              </a:rPr>
              <a:t>a</a:t>
            </a:r>
            <a:r>
              <a:rPr lang="en-US" altLang="zh-CN" sz="3200" i="0">
                <a:latin typeface="Times New Roman" pitchFamily="18" charset="0"/>
              </a:rPr>
              <a:t>+</a:t>
            </a:r>
            <a:r>
              <a:rPr lang="en-US" altLang="zh-CN" sz="3200">
                <a:latin typeface="Times New Roman" pitchFamily="18" charset="0"/>
              </a:rPr>
              <a:t>th</a:t>
            </a:r>
            <a:endParaRPr lang="zh-CN" altLang="en-US" sz="3200">
              <a:latin typeface="Times New Roman" pitchFamily="18" charset="0"/>
            </a:endParaRPr>
          </a:p>
        </p:txBody>
      </p:sp>
      <p:graphicFrame>
        <p:nvGraphicFramePr>
          <p:cNvPr id="824326" name="Object 6"/>
          <p:cNvGraphicFramePr>
            <a:graphicFrameLocks noChangeAspect="1"/>
          </p:cNvGraphicFramePr>
          <p:nvPr/>
        </p:nvGraphicFramePr>
        <p:xfrm>
          <a:off x="488962" y="3914797"/>
          <a:ext cx="8442325" cy="1096963"/>
        </p:xfrm>
        <a:graphic>
          <a:graphicData uri="http://schemas.openxmlformats.org/presentationml/2006/ole">
            <mc:AlternateContent xmlns:mc="http://schemas.openxmlformats.org/markup-compatibility/2006">
              <mc:Choice xmlns:v="urn:schemas-microsoft-com:vml" Requires="v">
                <p:oleObj spid="_x0000_s824708" name="Equation" r:id="rId6" imgW="3441600" imgH="444240" progId="Equation.3">
                  <p:embed/>
                </p:oleObj>
              </mc:Choice>
              <mc:Fallback>
                <p:oleObj name="Equation" r:id="rId6" imgW="3441600" imgH="44424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8962" y="3914797"/>
                        <a:ext cx="8442325" cy="109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4327" name="AutoShape 7"/>
          <p:cNvSpPr>
            <a:spLocks noChangeArrowheads="1"/>
          </p:cNvSpPr>
          <p:nvPr/>
        </p:nvSpPr>
        <p:spPr bwMode="auto">
          <a:xfrm>
            <a:off x="3224214" y="3122613"/>
            <a:ext cx="2286000" cy="609600"/>
          </a:xfrm>
          <a:prstGeom prst="wedgeRoundRectCallout">
            <a:avLst>
              <a:gd name="adj1" fmla="val -72917"/>
              <a:gd name="adj2" fmla="val -37500"/>
              <a:gd name="adj3" fmla="val 16667"/>
            </a:avLst>
          </a:prstGeom>
          <a:solidFill>
            <a:srgbClr val="FFFF99"/>
          </a:solidFill>
          <a:ln w="381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2800" i="0">
                <a:latin typeface="Times New Roman" pitchFamily="18" charset="0"/>
              </a:rPr>
              <a:t>h</a:t>
            </a:r>
            <a:r>
              <a:rPr lang="en-US" altLang="zh-CN" sz="3200">
                <a:latin typeface="Times New Roman" pitchFamily="18" charset="0"/>
              </a:rPr>
              <a:t>=(b-a)</a:t>
            </a:r>
            <a:r>
              <a:rPr lang="en-US" altLang="zh-CN" sz="3200" i="0">
                <a:latin typeface="Times New Roman" pitchFamily="18" charset="0"/>
              </a:rPr>
              <a:t>/</a:t>
            </a:r>
            <a:r>
              <a:rPr lang="en-US" altLang="zh-CN" sz="3200">
                <a:latin typeface="Times New Roman" pitchFamily="18" charset="0"/>
              </a:rPr>
              <a:t>n</a:t>
            </a:r>
            <a:endParaRPr lang="zh-CN" altLang="en-US" sz="3200">
              <a:latin typeface="Times New Roman" pitchFamily="18" charset="0"/>
            </a:endParaRPr>
          </a:p>
        </p:txBody>
      </p:sp>
      <p:graphicFrame>
        <p:nvGraphicFramePr>
          <p:cNvPr id="824328" name="Object 8"/>
          <p:cNvGraphicFramePr>
            <a:graphicFrameLocks noChangeAspect="1"/>
          </p:cNvGraphicFramePr>
          <p:nvPr/>
        </p:nvGraphicFramePr>
        <p:xfrm>
          <a:off x="533400" y="5037138"/>
          <a:ext cx="9158288" cy="1096962"/>
        </p:xfrm>
        <a:graphic>
          <a:graphicData uri="http://schemas.openxmlformats.org/presentationml/2006/ole">
            <mc:AlternateContent xmlns:mc="http://schemas.openxmlformats.org/markup-compatibility/2006">
              <mc:Choice xmlns:v="urn:schemas-microsoft-com:vml" Requires="v">
                <p:oleObj spid="_x0000_s824709" name="Equation" r:id="rId8" imgW="3733560" imgH="444240" progId="Equation.3">
                  <p:embed/>
                </p:oleObj>
              </mc:Choice>
              <mc:Fallback>
                <p:oleObj name="Equation" r:id="rId8" imgW="3733560" imgH="44424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400" y="5037138"/>
                        <a:ext cx="9158288" cy="1096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4329" name="Freeform 9"/>
          <p:cNvSpPr>
            <a:spLocks/>
          </p:cNvSpPr>
          <p:nvPr/>
        </p:nvSpPr>
        <p:spPr bwMode="auto">
          <a:xfrm>
            <a:off x="1295400" y="5067300"/>
            <a:ext cx="8610600" cy="1143000"/>
          </a:xfrm>
          <a:custGeom>
            <a:avLst/>
            <a:gdLst>
              <a:gd name="T0" fmla="*/ 528 w 5424"/>
              <a:gd name="T1" fmla="*/ 0 h 720"/>
              <a:gd name="T2" fmla="*/ 528 w 5424"/>
              <a:gd name="T3" fmla="*/ 384 h 720"/>
              <a:gd name="T4" fmla="*/ 0 w 5424"/>
              <a:gd name="T5" fmla="*/ 384 h 720"/>
              <a:gd name="T6" fmla="*/ 0 w 5424"/>
              <a:gd name="T7" fmla="*/ 720 h 720"/>
              <a:gd name="T8" fmla="*/ 5424 w 5424"/>
              <a:gd name="T9" fmla="*/ 720 h 720"/>
              <a:gd name="T10" fmla="*/ 5424 w 5424"/>
              <a:gd name="T11" fmla="*/ 0 h 720"/>
              <a:gd name="T12" fmla="*/ 528 w 5424"/>
              <a:gd name="T13" fmla="*/ 0 h 720"/>
            </a:gdLst>
            <a:ahLst/>
            <a:cxnLst>
              <a:cxn ang="0">
                <a:pos x="T0" y="T1"/>
              </a:cxn>
              <a:cxn ang="0">
                <a:pos x="T2" y="T3"/>
              </a:cxn>
              <a:cxn ang="0">
                <a:pos x="T4" y="T5"/>
              </a:cxn>
              <a:cxn ang="0">
                <a:pos x="T6" y="T7"/>
              </a:cxn>
              <a:cxn ang="0">
                <a:pos x="T8" y="T9"/>
              </a:cxn>
              <a:cxn ang="0">
                <a:pos x="T10" y="T11"/>
              </a:cxn>
              <a:cxn ang="0">
                <a:pos x="T12" y="T13"/>
              </a:cxn>
            </a:cxnLst>
            <a:rect l="0" t="0" r="r" b="b"/>
            <a:pathLst>
              <a:path w="5424" h="720">
                <a:moveTo>
                  <a:pt x="528" y="0"/>
                </a:moveTo>
                <a:lnTo>
                  <a:pt x="528" y="384"/>
                </a:lnTo>
                <a:lnTo>
                  <a:pt x="0" y="384"/>
                </a:lnTo>
                <a:lnTo>
                  <a:pt x="0" y="720"/>
                </a:lnTo>
                <a:lnTo>
                  <a:pt x="5424" y="720"/>
                </a:lnTo>
                <a:lnTo>
                  <a:pt x="5424" y="0"/>
                </a:lnTo>
                <a:lnTo>
                  <a:pt x="528" y="0"/>
                </a:lnTo>
                <a:close/>
              </a:path>
            </a:pathLst>
          </a:custGeom>
          <a:noFill/>
          <a:ln w="38100" cap="flat" cmpd="sng">
            <a:solidFill>
              <a:srgbClr val="FF3300"/>
            </a:solidFill>
            <a:prstDash val="dash"/>
            <a:round/>
            <a:headEnd type="non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330" name="AutoShape 10"/>
          <p:cNvSpPr>
            <a:spLocks noChangeArrowheads="1"/>
          </p:cNvSpPr>
          <p:nvPr/>
        </p:nvSpPr>
        <p:spPr bwMode="auto">
          <a:xfrm>
            <a:off x="6392863" y="4130675"/>
            <a:ext cx="1447800" cy="609600"/>
          </a:xfrm>
          <a:prstGeom prst="wedgeRoundRectCallout">
            <a:avLst>
              <a:gd name="adj1" fmla="val -34870"/>
              <a:gd name="adj2" fmla="val 93750"/>
              <a:gd name="adj3" fmla="val 16667"/>
            </a:avLst>
          </a:prstGeom>
          <a:solidFill>
            <a:srgbClr val="FFFF99"/>
          </a:solidFill>
          <a:ln w="381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3200" dirty="0" err="1">
                <a:solidFill>
                  <a:srgbClr val="FF0000"/>
                </a:solidFill>
                <a:latin typeface="Times New Roman" pitchFamily="18" charset="0"/>
              </a:rPr>
              <a:t>C</a:t>
            </a:r>
            <a:r>
              <a:rPr lang="en-US" altLang="zh-CN" sz="3200" baseline="-25000" dirty="0" err="1">
                <a:solidFill>
                  <a:srgbClr val="FF0000"/>
                </a:solidFill>
                <a:latin typeface="Times New Roman" pitchFamily="18" charset="0"/>
              </a:rPr>
              <a:t>i</a:t>
            </a:r>
            <a:r>
              <a:rPr lang="en-US" altLang="zh-CN" sz="3200" baseline="30000" dirty="0">
                <a:solidFill>
                  <a:srgbClr val="FF0000"/>
                </a:solidFill>
                <a:latin typeface="Times New Roman" pitchFamily="18" charset="0"/>
              </a:rPr>
              <a:t>(n)</a:t>
            </a:r>
            <a:endParaRPr lang="zh-CN" altLang="en-US" sz="3200" baseline="30000" dirty="0">
              <a:solidFill>
                <a:srgbClr val="FF0000"/>
              </a:solidFill>
              <a:latin typeface="Times New Roman" pitchFamily="18" charset="0"/>
            </a:endParaRPr>
          </a:p>
        </p:txBody>
      </p:sp>
      <p:sp>
        <p:nvSpPr>
          <p:cNvPr id="824331" name="Rectangle 11"/>
          <p:cNvSpPr>
            <a:spLocks noChangeArrowheads="1"/>
          </p:cNvSpPr>
          <p:nvPr/>
        </p:nvSpPr>
        <p:spPr bwMode="auto">
          <a:xfrm>
            <a:off x="4367219" y="5661046"/>
            <a:ext cx="538639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i="0" dirty="0">
                <a:solidFill>
                  <a:srgbClr val="FF0000"/>
                </a:solidFill>
                <a:latin typeface="Times New Roman" pitchFamily="18" charset="0"/>
                <a:ea typeface="黑体" pitchFamily="2" charset="-122"/>
              </a:rPr>
              <a:t>牛顿—柯特斯</a:t>
            </a:r>
            <a:r>
              <a:rPr lang="en-US" altLang="zh-CN" sz="2400" i="0" dirty="0">
                <a:solidFill>
                  <a:srgbClr val="FF0000"/>
                </a:solidFill>
                <a:latin typeface="Times New Roman" pitchFamily="18" charset="0"/>
                <a:ea typeface="黑体" pitchFamily="2" charset="-122"/>
              </a:rPr>
              <a:t>(</a:t>
            </a:r>
            <a:r>
              <a:rPr lang="en-US" altLang="zh-CN" sz="2400" i="0" dirty="0">
                <a:solidFill>
                  <a:srgbClr val="FF0000"/>
                </a:solidFill>
                <a:ea typeface="黑体" pitchFamily="2" charset="-122"/>
              </a:rPr>
              <a:t>Newton-Cotes</a:t>
            </a:r>
            <a:r>
              <a:rPr lang="en-US" altLang="zh-CN" sz="2400" i="0" dirty="0">
                <a:solidFill>
                  <a:srgbClr val="FF0000"/>
                </a:solidFill>
                <a:latin typeface="Times New Roman" pitchFamily="18" charset="0"/>
                <a:ea typeface="黑体" pitchFamily="2" charset="-122"/>
              </a:rPr>
              <a:t>)</a:t>
            </a:r>
            <a:r>
              <a:rPr lang="zh-CN" altLang="en-US" sz="2400" i="0" dirty="0">
                <a:solidFill>
                  <a:srgbClr val="FF0000"/>
                </a:solidFill>
                <a:latin typeface="Times New Roman" pitchFamily="18" charset="0"/>
                <a:ea typeface="黑体" pitchFamily="2" charset="-122"/>
              </a:rPr>
              <a:t>系数</a:t>
            </a:r>
            <a:endParaRPr lang="en-US" altLang="zh-CN" sz="2400" i="0" dirty="0">
              <a:solidFill>
                <a:srgbClr val="FF0000"/>
              </a:solidFill>
              <a:latin typeface="Times New Roman" pitchFamily="18" charset="0"/>
              <a:ea typeface="黑体" pitchFamily="2" charset="-122"/>
            </a:endParaRPr>
          </a:p>
        </p:txBody>
      </p:sp>
      <p:graphicFrame>
        <p:nvGraphicFramePr>
          <p:cNvPr id="824333" name="Object 13"/>
          <p:cNvGraphicFramePr>
            <a:graphicFrameLocks noChangeAspect="1"/>
          </p:cNvGraphicFramePr>
          <p:nvPr/>
        </p:nvGraphicFramePr>
        <p:xfrm>
          <a:off x="4735513" y="981097"/>
          <a:ext cx="2114550" cy="1065213"/>
        </p:xfrm>
        <a:graphic>
          <a:graphicData uri="http://schemas.openxmlformats.org/presentationml/2006/ole">
            <mc:AlternateContent xmlns:mc="http://schemas.openxmlformats.org/markup-compatibility/2006">
              <mc:Choice xmlns:v="urn:schemas-microsoft-com:vml" Requires="v">
                <p:oleObj spid="_x0000_s824710" name="公式" r:id="rId10" imgW="825480" imgH="431640" progId="Equation.3">
                  <p:embed/>
                </p:oleObj>
              </mc:Choice>
              <mc:Fallback>
                <p:oleObj name="公式" r:id="rId10" imgW="825480" imgH="431640"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35513" y="981097"/>
                        <a:ext cx="2114550" cy="106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4334" name="Object 14"/>
          <p:cNvGraphicFramePr>
            <a:graphicFrameLocks noChangeAspect="1"/>
          </p:cNvGraphicFramePr>
          <p:nvPr/>
        </p:nvGraphicFramePr>
        <p:xfrm>
          <a:off x="560388" y="981097"/>
          <a:ext cx="4227512" cy="1065213"/>
        </p:xfrm>
        <a:graphic>
          <a:graphicData uri="http://schemas.openxmlformats.org/presentationml/2006/ole">
            <mc:AlternateContent xmlns:mc="http://schemas.openxmlformats.org/markup-compatibility/2006">
              <mc:Choice xmlns:v="urn:schemas-microsoft-com:vml" Requires="v">
                <p:oleObj spid="_x0000_s824711" name="公式" r:id="rId12" imgW="1650960" imgH="431640" progId="Equation.3">
                  <p:embed/>
                </p:oleObj>
              </mc:Choice>
              <mc:Fallback>
                <p:oleObj name="公式" r:id="rId12" imgW="1650960" imgH="431640" progId="Equation.3">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60388" y="981097"/>
                        <a:ext cx="4227512" cy="106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4335" name="Rectangle 15"/>
          <p:cNvSpPr>
            <a:spLocks noChangeArrowheads="1"/>
          </p:cNvSpPr>
          <p:nvPr/>
        </p:nvSpPr>
        <p:spPr bwMode="auto">
          <a:xfrm>
            <a:off x="1639892" y="1052513"/>
            <a:ext cx="2133600" cy="762000"/>
          </a:xfrm>
          <a:prstGeom prst="rect">
            <a:avLst/>
          </a:prstGeom>
          <a:noFill/>
          <a:ln w="381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24324"/>
                                        </p:tgtEl>
                                        <p:attrNameLst>
                                          <p:attrName>style.visibility</p:attrName>
                                        </p:attrNameLst>
                                      </p:cBhvr>
                                      <p:to>
                                        <p:strVal val="visible"/>
                                      </p:to>
                                    </p:set>
                                    <p:animEffect transition="in" filter="dissolve">
                                      <p:cBhvr>
                                        <p:cTn id="7" dur="500"/>
                                        <p:tgtEl>
                                          <p:spTgt spid="8243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24325"/>
                                        </p:tgtEl>
                                        <p:attrNameLst>
                                          <p:attrName>style.visibility</p:attrName>
                                        </p:attrNameLst>
                                      </p:cBhvr>
                                      <p:to>
                                        <p:strVal val="visible"/>
                                      </p:to>
                                    </p:set>
                                    <p:animEffect transition="in" filter="dissolve">
                                      <p:cBhvr>
                                        <p:cTn id="12" dur="500"/>
                                        <p:tgtEl>
                                          <p:spTgt spid="8243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24326"/>
                                        </p:tgtEl>
                                        <p:attrNameLst>
                                          <p:attrName>style.visibility</p:attrName>
                                        </p:attrNameLst>
                                      </p:cBhvr>
                                      <p:to>
                                        <p:strVal val="visible"/>
                                      </p:to>
                                    </p:set>
                                    <p:animEffect transition="in" filter="dissolve">
                                      <p:cBhvr>
                                        <p:cTn id="17" dur="500"/>
                                        <p:tgtEl>
                                          <p:spTgt spid="8243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24327"/>
                                        </p:tgtEl>
                                        <p:attrNameLst>
                                          <p:attrName>style.visibility</p:attrName>
                                        </p:attrNameLst>
                                      </p:cBhvr>
                                      <p:to>
                                        <p:strVal val="visible"/>
                                      </p:to>
                                    </p:set>
                                    <p:animEffect transition="in" filter="dissolve">
                                      <p:cBhvr>
                                        <p:cTn id="22" dur="500"/>
                                        <p:tgtEl>
                                          <p:spTgt spid="82432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824328"/>
                                        </p:tgtEl>
                                        <p:attrNameLst>
                                          <p:attrName>style.visibility</p:attrName>
                                        </p:attrNameLst>
                                      </p:cBhvr>
                                      <p:to>
                                        <p:strVal val="visible"/>
                                      </p:to>
                                    </p:set>
                                    <p:animEffect transition="in" filter="dissolve">
                                      <p:cBhvr>
                                        <p:cTn id="27" dur="500"/>
                                        <p:tgtEl>
                                          <p:spTgt spid="82432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24329"/>
                                        </p:tgtEl>
                                        <p:attrNameLst>
                                          <p:attrName>style.visibility</p:attrName>
                                        </p:attrNameLst>
                                      </p:cBhvr>
                                      <p:to>
                                        <p:strVal val="visible"/>
                                      </p:to>
                                    </p:set>
                                    <p:animEffect transition="in" filter="dissolve">
                                      <p:cBhvr>
                                        <p:cTn id="32" dur="500"/>
                                        <p:tgtEl>
                                          <p:spTgt spid="82432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824330"/>
                                        </p:tgtEl>
                                        <p:attrNameLst>
                                          <p:attrName>style.visibility</p:attrName>
                                        </p:attrNameLst>
                                      </p:cBhvr>
                                      <p:to>
                                        <p:strVal val="visible"/>
                                      </p:to>
                                    </p:set>
                                    <p:animEffect transition="in" filter="dissolve">
                                      <p:cBhvr>
                                        <p:cTn id="37" dur="500"/>
                                        <p:tgtEl>
                                          <p:spTgt spid="82433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824331"/>
                                        </p:tgtEl>
                                        <p:attrNameLst>
                                          <p:attrName>style.visibility</p:attrName>
                                        </p:attrNameLst>
                                      </p:cBhvr>
                                      <p:to>
                                        <p:strVal val="visible"/>
                                      </p:to>
                                    </p:set>
                                    <p:animEffect transition="in" filter="dissolve">
                                      <p:cBhvr>
                                        <p:cTn id="42" dur="500"/>
                                        <p:tgtEl>
                                          <p:spTgt spid="824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4325" grpId="0" animBg="1" autoUpdateAnimBg="0"/>
      <p:bldP spid="824327" grpId="0" animBg="1" autoUpdateAnimBg="0"/>
      <p:bldP spid="824329" grpId="0" animBg="1"/>
      <p:bldP spid="824330" grpId="0" animBg="1" autoUpdateAnimBg="0"/>
      <p:bldP spid="824331" grpId="0" autoUpdateAnimBg="0"/>
    </p:bldLst>
  </p:timing>
  <p:extLst mod="1"/>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灯片编号占位符 3"/>
          <p:cNvSpPr>
            <a:spLocks noGrp="1"/>
          </p:cNvSpPr>
          <p:nvPr>
            <p:ph type="sldNum" sz="quarter" idx="10"/>
          </p:nvPr>
        </p:nvSpPr>
        <p:spPr/>
        <p:txBody>
          <a:bodyPr/>
          <a:lstStyle/>
          <a:p>
            <a:fld id="{DB5C7EB4-2D5F-4681-9836-4CE0DC1FF44D}" type="slidenum">
              <a:rPr lang="zh-CN" altLang="en-US"/>
              <a:pPr/>
              <a:t>14</a:t>
            </a:fld>
            <a:endParaRPr lang="en-US" altLang="zh-CN"/>
          </a:p>
        </p:txBody>
      </p:sp>
      <p:sp>
        <p:nvSpPr>
          <p:cNvPr id="77" name="日期占位符 4"/>
          <p:cNvSpPr>
            <a:spLocks noGrp="1"/>
          </p:cNvSpPr>
          <p:nvPr>
            <p:ph type="dt" sz="half" idx="11"/>
          </p:nvPr>
        </p:nvSpPr>
        <p:spPr/>
        <p:txBody>
          <a:bodyPr/>
          <a:lstStyle/>
          <a:p>
            <a:fld id="{8B3183FA-49C7-41E6-B3E9-620A420F5C46}" type="datetime1">
              <a:rPr lang="zh-CN" altLang="en-US"/>
              <a:pPr/>
              <a:t>2024/11/11</a:t>
            </a:fld>
            <a:endParaRPr lang="en-US" altLang="zh-CN"/>
          </a:p>
        </p:txBody>
      </p:sp>
      <p:sp>
        <p:nvSpPr>
          <p:cNvPr id="825346" name="Rectangle 2"/>
          <p:cNvSpPr>
            <a:spLocks noGrp="1" noChangeArrowheads="1"/>
          </p:cNvSpPr>
          <p:nvPr>
            <p:ph type="title"/>
          </p:nvPr>
        </p:nvSpPr>
        <p:spPr/>
        <p:txBody>
          <a:bodyPr/>
          <a:lstStyle/>
          <a:p>
            <a:r>
              <a:rPr lang="zh-CN" altLang="en-US"/>
              <a:t>§1.2 牛顿——柯特斯求积公式</a:t>
            </a:r>
          </a:p>
        </p:txBody>
      </p:sp>
      <p:graphicFrame>
        <p:nvGraphicFramePr>
          <p:cNvPr id="825347" name="Object 3"/>
          <p:cNvGraphicFramePr>
            <a:graphicFrameLocks noChangeAspect="1"/>
          </p:cNvGraphicFramePr>
          <p:nvPr/>
        </p:nvGraphicFramePr>
        <p:xfrm>
          <a:off x="762000" y="992188"/>
          <a:ext cx="2503488" cy="1065212"/>
        </p:xfrm>
        <a:graphic>
          <a:graphicData uri="http://schemas.openxmlformats.org/presentationml/2006/ole">
            <mc:AlternateContent xmlns:mc="http://schemas.openxmlformats.org/markup-compatibility/2006">
              <mc:Choice xmlns:v="urn:schemas-microsoft-com:vml" Requires="v">
                <p:oleObj spid="_x0000_s825686" name="Equation" r:id="rId4" imgW="977760" imgH="431640" progId="Equation.3">
                  <p:embed/>
                </p:oleObj>
              </mc:Choice>
              <mc:Fallback>
                <p:oleObj name="Equation" r:id="rId4" imgW="977760" imgH="43164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992188"/>
                        <a:ext cx="2503488"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348" name="Object 4"/>
          <p:cNvGraphicFramePr>
            <a:graphicFrameLocks noChangeAspect="1"/>
          </p:cNvGraphicFramePr>
          <p:nvPr/>
        </p:nvGraphicFramePr>
        <p:xfrm>
          <a:off x="3200400" y="990622"/>
          <a:ext cx="3576638" cy="1065213"/>
        </p:xfrm>
        <a:graphic>
          <a:graphicData uri="http://schemas.openxmlformats.org/presentationml/2006/ole">
            <mc:AlternateContent xmlns:mc="http://schemas.openxmlformats.org/markup-compatibility/2006">
              <mc:Choice xmlns:v="urn:schemas-microsoft-com:vml" Requires="v">
                <p:oleObj spid="_x0000_s825687" name="Equation" r:id="rId6" imgW="1396800" imgH="431640" progId="Equation.3">
                  <p:embed/>
                </p:oleObj>
              </mc:Choice>
              <mc:Fallback>
                <p:oleObj name="Equation" r:id="rId6" imgW="1396800" imgH="43164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0400" y="990622"/>
                        <a:ext cx="3576638" cy="106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5349" name="Rectangle 5"/>
          <p:cNvSpPr>
            <a:spLocks noChangeArrowheads="1"/>
          </p:cNvSpPr>
          <p:nvPr/>
        </p:nvSpPr>
        <p:spPr bwMode="auto">
          <a:xfrm>
            <a:off x="6608775" y="1052531"/>
            <a:ext cx="329723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i="0">
                <a:solidFill>
                  <a:srgbClr val="0000FF"/>
                </a:solidFill>
              </a:rPr>
              <a:t>n</a:t>
            </a:r>
            <a:r>
              <a:rPr lang="zh-CN" altLang="en-US" sz="2800" i="0">
                <a:solidFill>
                  <a:srgbClr val="0000FF"/>
                </a:solidFill>
              </a:rPr>
              <a:t>阶</a:t>
            </a:r>
          </a:p>
          <a:p>
            <a:r>
              <a:rPr lang="en-US" altLang="zh-CN" sz="2800" i="0">
                <a:solidFill>
                  <a:srgbClr val="0000FF"/>
                </a:solidFill>
              </a:rPr>
              <a:t>Newton-Cotes</a:t>
            </a:r>
            <a:r>
              <a:rPr lang="zh-CN" altLang="en-US" sz="2800" i="0">
                <a:solidFill>
                  <a:srgbClr val="0000FF"/>
                </a:solidFill>
              </a:rPr>
              <a:t>公式</a:t>
            </a:r>
          </a:p>
        </p:txBody>
      </p:sp>
      <p:graphicFrame>
        <p:nvGraphicFramePr>
          <p:cNvPr id="825425" name="Group 81"/>
          <p:cNvGraphicFramePr>
            <a:graphicFrameLocks noGrp="1"/>
          </p:cNvGraphicFramePr>
          <p:nvPr>
            <p:extLst>
              <p:ext uri="{D42A27DB-BD31-4B8C-83A1-F6EECF244321}">
                <p14:modId xmlns:p14="http://schemas.microsoft.com/office/powerpoint/2010/main" val="4081043703"/>
              </p:ext>
            </p:extLst>
          </p:nvPr>
        </p:nvGraphicFramePr>
        <p:xfrm>
          <a:off x="704533" y="3354885"/>
          <a:ext cx="8677477" cy="2688336"/>
        </p:xfrm>
        <a:graphic>
          <a:graphicData uri="http://schemas.openxmlformats.org/drawingml/2006/table">
            <a:tbl>
              <a:tblPr/>
              <a:tblGrid>
                <a:gridCol w="984496">
                  <a:extLst>
                    <a:ext uri="{9D8B030D-6E8A-4147-A177-3AD203B41FA5}">
                      <a16:colId xmlns="" xmlns:a16="http://schemas.microsoft.com/office/drawing/2014/main" val="20000"/>
                    </a:ext>
                  </a:extLst>
                </a:gridCol>
                <a:gridCol w="1185630">
                  <a:extLst>
                    <a:ext uri="{9D8B030D-6E8A-4147-A177-3AD203B41FA5}">
                      <a16:colId xmlns="" xmlns:a16="http://schemas.microsoft.com/office/drawing/2014/main" val="20001"/>
                    </a:ext>
                  </a:extLst>
                </a:gridCol>
                <a:gridCol w="1084306">
                  <a:extLst>
                    <a:ext uri="{9D8B030D-6E8A-4147-A177-3AD203B41FA5}">
                      <a16:colId xmlns="" xmlns:a16="http://schemas.microsoft.com/office/drawing/2014/main" val="20002"/>
                    </a:ext>
                  </a:extLst>
                </a:gridCol>
                <a:gridCol w="1085819">
                  <a:extLst>
                    <a:ext uri="{9D8B030D-6E8A-4147-A177-3AD203B41FA5}">
                      <a16:colId xmlns="" xmlns:a16="http://schemas.microsoft.com/office/drawing/2014/main" val="20003"/>
                    </a:ext>
                  </a:extLst>
                </a:gridCol>
                <a:gridCol w="1082794">
                  <a:extLst>
                    <a:ext uri="{9D8B030D-6E8A-4147-A177-3AD203B41FA5}">
                      <a16:colId xmlns="" xmlns:a16="http://schemas.microsoft.com/office/drawing/2014/main" val="20004"/>
                    </a:ext>
                  </a:extLst>
                </a:gridCol>
                <a:gridCol w="1085819">
                  <a:extLst>
                    <a:ext uri="{9D8B030D-6E8A-4147-A177-3AD203B41FA5}">
                      <a16:colId xmlns="" xmlns:a16="http://schemas.microsoft.com/office/drawing/2014/main" val="20005"/>
                    </a:ext>
                  </a:extLst>
                </a:gridCol>
                <a:gridCol w="1084307">
                  <a:extLst>
                    <a:ext uri="{9D8B030D-6E8A-4147-A177-3AD203B41FA5}">
                      <a16:colId xmlns="" xmlns:a16="http://schemas.microsoft.com/office/drawing/2014/main" val="20006"/>
                    </a:ext>
                  </a:extLst>
                </a:gridCol>
                <a:gridCol w="1084306">
                  <a:extLst>
                    <a:ext uri="{9D8B030D-6E8A-4147-A177-3AD203B41FA5}">
                      <a16:colId xmlns="" xmlns:a16="http://schemas.microsoft.com/office/drawing/2014/main" val="20007"/>
                    </a:ext>
                  </a:extLst>
                </a:gridCol>
              </a:tblGrid>
              <a:tr h="360024">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dirty="0">
                          <a:ln>
                            <a:noFill/>
                          </a:ln>
                          <a:solidFill>
                            <a:schemeClr val="tx1"/>
                          </a:solidFill>
                          <a:effectLst/>
                          <a:latin typeface="Times New Roman" pitchFamily="18" charset="0"/>
                          <a:ea typeface="黑体" pitchFamily="2" charset="-122"/>
                        </a:rPr>
                        <a:t>n</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7">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dirty="0" err="1">
                          <a:ln>
                            <a:noFill/>
                          </a:ln>
                          <a:solidFill>
                            <a:schemeClr val="tx1"/>
                          </a:solidFill>
                          <a:effectLst/>
                          <a:latin typeface="Times New Roman" pitchFamily="18" charset="0"/>
                          <a:ea typeface="黑体" pitchFamily="2" charset="-122"/>
                        </a:rPr>
                        <a:t>C</a:t>
                      </a:r>
                      <a:r>
                        <a:rPr kumimoji="0" lang="en-US" altLang="zh-CN" sz="2800" b="1" i="1" u="none" strike="noStrike" cap="none" normalizeH="0" baseline="-25000" dirty="0" err="1">
                          <a:ln>
                            <a:noFill/>
                          </a:ln>
                          <a:solidFill>
                            <a:schemeClr val="tx1"/>
                          </a:solidFill>
                          <a:effectLst/>
                          <a:latin typeface="Times New Roman" pitchFamily="18" charset="0"/>
                          <a:ea typeface="黑体" pitchFamily="2" charset="-122"/>
                        </a:rPr>
                        <a:t>k</a:t>
                      </a:r>
                      <a:r>
                        <a:rPr kumimoji="0" lang="en-US" altLang="zh-CN" sz="2800" b="1" i="0" u="none" strike="noStrike" cap="none" normalizeH="0" baseline="30000" dirty="0">
                          <a:ln>
                            <a:noFill/>
                          </a:ln>
                          <a:solidFill>
                            <a:schemeClr val="tx1"/>
                          </a:solidFill>
                          <a:effectLst/>
                          <a:latin typeface="Times New Roman" pitchFamily="18" charset="0"/>
                          <a:ea typeface="黑体" pitchFamily="2" charset="-122"/>
                        </a:rPr>
                        <a:t>(</a:t>
                      </a:r>
                      <a:r>
                        <a:rPr kumimoji="0" lang="en-US" altLang="zh-CN" sz="2800" b="1" i="1" u="none" strike="noStrike" cap="none" normalizeH="0" baseline="30000" dirty="0">
                          <a:ln>
                            <a:noFill/>
                          </a:ln>
                          <a:solidFill>
                            <a:schemeClr val="tx1"/>
                          </a:solidFill>
                          <a:effectLst/>
                          <a:latin typeface="Times New Roman" pitchFamily="18" charset="0"/>
                          <a:ea typeface="黑体" pitchFamily="2" charset="-122"/>
                        </a:rPr>
                        <a:t>n</a:t>
                      </a:r>
                      <a:r>
                        <a:rPr kumimoji="0" lang="en-US" altLang="zh-CN" sz="2800" b="1" i="0" u="none" strike="noStrike" cap="none" normalizeH="0" baseline="30000" dirty="0">
                          <a:ln>
                            <a:noFill/>
                          </a:ln>
                          <a:solidFill>
                            <a:schemeClr val="tx1"/>
                          </a:solidFill>
                          <a:effectLst/>
                          <a:latin typeface="Times New Roman" pitchFamily="18" charset="0"/>
                          <a:ea typeface="黑体" pitchFamily="2" charset="-122"/>
                        </a:rPr>
                        <a:t>)</a:t>
                      </a:r>
                      <a:endParaRPr kumimoji="0" lang="en-US" altLang="zh-CN" sz="2800" b="1" i="0" u="none" strike="noStrike" cap="none" normalizeH="0" baseline="0" dirty="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0"/>
                  </a:ext>
                </a:extLst>
              </a:tr>
              <a:tr h="358879">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1/2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1/2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dirty="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360024">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2</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rgbClr val="008000"/>
                          </a:solidFill>
                          <a:effectLst/>
                          <a:latin typeface="Times New Roman" pitchFamily="18" charset="0"/>
                          <a:ea typeface="黑体" pitchFamily="2" charset="-122"/>
                        </a:rPr>
                        <a:t>1/6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4/6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rgbClr val="008000"/>
                          </a:solidFill>
                          <a:effectLst/>
                          <a:latin typeface="Times New Roman" pitchFamily="18" charset="0"/>
                          <a:ea typeface="黑体" pitchFamily="2" charset="-122"/>
                        </a:rPr>
                        <a:t>1/6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361171">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3</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rgbClr val="B2329D"/>
                          </a:solidFill>
                          <a:effectLst/>
                          <a:latin typeface="Times New Roman" pitchFamily="18" charset="0"/>
                          <a:ea typeface="黑体" pitchFamily="2" charset="-122"/>
                        </a:rPr>
                        <a:t>1/8</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rgbClr val="008000"/>
                          </a:solidFill>
                          <a:effectLst/>
                          <a:latin typeface="Times New Roman" pitchFamily="18" charset="0"/>
                          <a:ea typeface="黑体" pitchFamily="2" charset="-122"/>
                        </a:rPr>
                        <a:t>3/8</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rgbClr val="008000"/>
                          </a:solidFill>
                          <a:effectLst/>
                          <a:latin typeface="Times New Roman" pitchFamily="18" charset="0"/>
                          <a:ea typeface="黑体" pitchFamily="2" charset="-122"/>
                        </a:rPr>
                        <a:t>3/8</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rgbClr val="B2329D"/>
                          </a:solidFill>
                          <a:effectLst/>
                          <a:latin typeface="Times New Roman" pitchFamily="18" charset="0"/>
                          <a:ea typeface="黑体" pitchFamily="2" charset="-122"/>
                        </a:rPr>
                        <a:t>1/8</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360024">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4</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rgbClr val="A50021"/>
                          </a:solidFill>
                          <a:effectLst/>
                          <a:latin typeface="Times New Roman" pitchFamily="18" charset="0"/>
                          <a:ea typeface="黑体" pitchFamily="2" charset="-122"/>
                        </a:rPr>
                        <a:t>7/90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rgbClr val="B2329D"/>
                          </a:solidFill>
                          <a:effectLst/>
                          <a:latin typeface="Times New Roman" pitchFamily="18" charset="0"/>
                          <a:ea typeface="黑体" pitchFamily="2" charset="-122"/>
                        </a:rPr>
                        <a:t>16/45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dirty="0">
                          <a:ln>
                            <a:noFill/>
                          </a:ln>
                          <a:solidFill>
                            <a:schemeClr val="tx1"/>
                          </a:solidFill>
                          <a:effectLst/>
                          <a:latin typeface="Times New Roman" pitchFamily="18" charset="0"/>
                          <a:ea typeface="黑体" pitchFamily="2" charset="-122"/>
                        </a:rPr>
                        <a:t>2/15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rgbClr val="B2329D"/>
                          </a:solidFill>
                          <a:effectLst/>
                          <a:latin typeface="Times New Roman" pitchFamily="18" charset="0"/>
                          <a:ea typeface="黑体" pitchFamily="2" charset="-122"/>
                        </a:rPr>
                        <a:t>16/45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rgbClr val="A50021"/>
                          </a:solidFill>
                          <a:effectLst/>
                          <a:latin typeface="Times New Roman" pitchFamily="18" charset="0"/>
                          <a:ea typeface="黑体" pitchFamily="2" charset="-122"/>
                        </a:rPr>
                        <a:t>7/90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358879">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rgbClr val="B2329D"/>
                          </a:solidFill>
                          <a:effectLst/>
                          <a:latin typeface="Times New Roman" pitchFamily="18" charset="0"/>
                          <a:ea typeface="黑体" pitchFamily="2" charset="-122"/>
                        </a:rPr>
                        <a:t>19/288</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rgbClr val="008000"/>
                          </a:solidFill>
                          <a:effectLst/>
                          <a:latin typeface="Times New Roman" pitchFamily="18" charset="0"/>
                          <a:ea typeface="黑体" pitchFamily="2" charset="-122"/>
                        </a:rPr>
                        <a:t>25/96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2"/>
                          </a:solidFill>
                          <a:effectLst/>
                          <a:latin typeface="Times New Roman" pitchFamily="18" charset="0"/>
                          <a:ea typeface="黑体" pitchFamily="2" charset="-122"/>
                        </a:rPr>
                        <a:t>25/144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2"/>
                          </a:solidFill>
                          <a:effectLst/>
                          <a:latin typeface="Times New Roman" pitchFamily="18" charset="0"/>
                          <a:ea typeface="黑体" pitchFamily="2" charset="-122"/>
                        </a:rPr>
                        <a:t>25/144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rgbClr val="008000"/>
                          </a:solidFill>
                          <a:effectLst/>
                          <a:latin typeface="Times New Roman" pitchFamily="18" charset="0"/>
                          <a:ea typeface="黑体" pitchFamily="2" charset="-122"/>
                        </a:rPr>
                        <a:t>25/96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rgbClr val="B2329D"/>
                          </a:solidFill>
                          <a:effectLst/>
                          <a:latin typeface="Times New Roman" pitchFamily="18" charset="0"/>
                          <a:ea typeface="黑体" pitchFamily="2" charset="-122"/>
                        </a:rPr>
                        <a:t>19/288</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360024">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6</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2"/>
                          </a:solidFill>
                          <a:effectLst/>
                          <a:latin typeface="Times New Roman" pitchFamily="18" charset="0"/>
                          <a:ea typeface="黑体" pitchFamily="2" charset="-122"/>
                        </a:rPr>
                        <a:t>41/840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rgbClr val="B2329D"/>
                          </a:solidFill>
                          <a:effectLst/>
                          <a:latin typeface="Times New Roman" pitchFamily="18" charset="0"/>
                          <a:ea typeface="黑体" pitchFamily="2" charset="-122"/>
                        </a:rPr>
                        <a:t>9/35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hlink"/>
                          </a:solidFill>
                          <a:effectLst/>
                          <a:latin typeface="Times New Roman" pitchFamily="18" charset="0"/>
                          <a:ea typeface="黑体" pitchFamily="2" charset="-122"/>
                        </a:rPr>
                        <a:t>9/280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34/105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hlink"/>
                          </a:solidFill>
                          <a:effectLst/>
                          <a:latin typeface="Times New Roman" pitchFamily="18" charset="0"/>
                          <a:ea typeface="黑体" pitchFamily="2" charset="-122"/>
                        </a:rPr>
                        <a:t>9/280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rgbClr val="B2329D"/>
                          </a:solidFill>
                          <a:effectLst/>
                          <a:latin typeface="Times New Roman" pitchFamily="18" charset="0"/>
                          <a:ea typeface="黑体" pitchFamily="2" charset="-122"/>
                        </a:rPr>
                        <a:t>9/35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dirty="0">
                          <a:ln>
                            <a:noFill/>
                          </a:ln>
                          <a:solidFill>
                            <a:schemeClr val="tx2"/>
                          </a:solidFill>
                          <a:effectLst/>
                          <a:latin typeface="Times New Roman" pitchFamily="18" charset="0"/>
                          <a:ea typeface="黑体" pitchFamily="2" charset="-122"/>
                        </a:rPr>
                        <a:t>41/840</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bl>
          </a:graphicData>
        </a:graphic>
      </p:graphicFrame>
      <p:graphicFrame>
        <p:nvGraphicFramePr>
          <p:cNvPr id="825418" name="Object 74"/>
          <p:cNvGraphicFramePr>
            <a:graphicFrameLocks noChangeAspect="1"/>
          </p:cNvGraphicFramePr>
          <p:nvPr>
            <p:extLst>
              <p:ext uri="{D42A27DB-BD31-4B8C-83A1-F6EECF244321}">
                <p14:modId xmlns:p14="http://schemas.microsoft.com/office/powerpoint/2010/main" val="3299421739"/>
              </p:ext>
            </p:extLst>
          </p:nvPr>
        </p:nvGraphicFramePr>
        <p:xfrm>
          <a:off x="2123685" y="5949974"/>
          <a:ext cx="1749196" cy="678955"/>
        </p:xfrm>
        <a:graphic>
          <a:graphicData uri="http://schemas.openxmlformats.org/presentationml/2006/ole">
            <mc:AlternateContent xmlns:mc="http://schemas.openxmlformats.org/markup-compatibility/2006">
              <mc:Choice xmlns:v="urn:schemas-microsoft-com:vml" Requires="v">
                <p:oleObj spid="_x0000_s825688" name="Equation" r:id="rId8" imgW="622080" imgH="241200" progId="Equation.DSMT4">
                  <p:embed/>
                </p:oleObj>
              </mc:Choice>
              <mc:Fallback>
                <p:oleObj name="Equation" r:id="rId8" imgW="622080" imgH="241200" progId="Equation.DSMT4">
                  <p:embed/>
                  <p:pic>
                    <p:nvPicPr>
                      <p:cNvPr id="0" name="Object 7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3685" y="5949974"/>
                        <a:ext cx="1749196" cy="678955"/>
                      </a:xfrm>
                      <a:prstGeom prst="rect">
                        <a:avLst/>
                      </a:prstGeom>
                      <a:noFill/>
                      <a:ln>
                        <a:noFill/>
                      </a:ln>
                      <a:effectLst/>
                      <a:extLst/>
                    </p:spPr>
                  </p:pic>
                </p:oleObj>
              </mc:Fallback>
            </mc:AlternateContent>
          </a:graphicData>
        </a:graphic>
      </p:graphicFrame>
      <p:sp>
        <p:nvSpPr>
          <p:cNvPr id="825419" name="Text Box 75" descr="白色大理石"/>
          <p:cNvSpPr txBox="1">
            <a:spLocks noChangeArrowheads="1"/>
          </p:cNvSpPr>
          <p:nvPr/>
        </p:nvSpPr>
        <p:spPr bwMode="auto">
          <a:xfrm>
            <a:off x="3872885" y="6043231"/>
            <a:ext cx="4531818" cy="492443"/>
          </a:xfrm>
          <a:prstGeom prst="rect">
            <a:avLst/>
          </a:prstGeom>
          <a:noFill/>
          <a:ln>
            <a:noFill/>
          </a:ln>
          <a:effectLst/>
          <a:extLst>
            <a:ext uri="{909E8E84-426E-40DD-AFC4-6F175D3DCCD1}">
              <a14:hiddenFill xmlns:a14="http://schemas.microsoft.com/office/drawing/2010/main">
                <a:blipFill dpi="0" rotWithShape="1">
                  <a:blip r:embed="rId10"/>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l" eaLnBrk="1" hangingPunct="1">
              <a:spcBef>
                <a:spcPct val="50000"/>
              </a:spcBef>
            </a:pPr>
            <a:r>
              <a:rPr lang="zh-CN" altLang="en-US" sz="3200" i="0" dirty="0">
                <a:latin typeface="Times New Roman" pitchFamily="18" charset="0"/>
                <a:ea typeface="楷体_GB2312" pitchFamily="49" charset="-122"/>
              </a:rPr>
              <a:t>柯特斯系数具有对称性</a:t>
            </a:r>
          </a:p>
        </p:txBody>
      </p:sp>
      <p:sp>
        <p:nvSpPr>
          <p:cNvPr id="11" name="Rectangle 14"/>
          <p:cNvSpPr>
            <a:spLocks noChangeArrowheads="1"/>
          </p:cNvSpPr>
          <p:nvPr/>
        </p:nvSpPr>
        <p:spPr bwMode="auto">
          <a:xfrm>
            <a:off x="145688" y="1995314"/>
            <a:ext cx="565626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i="0" dirty="0">
                <a:latin typeface="Times New Roman" pitchFamily="18" charset="0"/>
              </a:rPr>
              <a:t>等距情况下的</a:t>
            </a:r>
            <a:r>
              <a:rPr lang="en-US" altLang="zh-CN" sz="3200" dirty="0">
                <a:latin typeface="Times New Roman" pitchFamily="18" charset="0"/>
              </a:rPr>
              <a:t>x</a:t>
            </a:r>
            <a:r>
              <a:rPr lang="en-US" altLang="zh-CN" sz="3200" i="0" baseline="-25000" dirty="0">
                <a:latin typeface="Times New Roman" pitchFamily="18" charset="0"/>
              </a:rPr>
              <a:t>i</a:t>
            </a:r>
            <a:r>
              <a:rPr lang="en-US" altLang="zh-CN" sz="3200" i="0" dirty="0">
                <a:latin typeface="Times New Roman" pitchFamily="18" charset="0"/>
              </a:rPr>
              <a:t>=</a:t>
            </a:r>
            <a:r>
              <a:rPr lang="en-US" altLang="zh-CN" sz="3200" dirty="0" err="1">
                <a:latin typeface="Times New Roman" pitchFamily="18" charset="0"/>
              </a:rPr>
              <a:t>a</a:t>
            </a:r>
            <a:r>
              <a:rPr lang="en-US" altLang="zh-CN" sz="3200" i="0" dirty="0" err="1">
                <a:latin typeface="Times New Roman" pitchFamily="18" charset="0"/>
              </a:rPr>
              <a:t>+</a:t>
            </a:r>
            <a:r>
              <a:rPr lang="en-US" altLang="zh-CN" sz="3200" dirty="0" err="1">
                <a:latin typeface="Times New Roman" pitchFamily="18" charset="0"/>
              </a:rPr>
              <a:t>ih</a:t>
            </a:r>
            <a:r>
              <a:rPr lang="zh-CN" altLang="en-US" sz="2800" i="0" dirty="0">
                <a:latin typeface="Times New Roman" pitchFamily="18" charset="0"/>
              </a:rPr>
              <a:t>, </a:t>
            </a:r>
            <a:r>
              <a:rPr lang="en-US" altLang="zh-CN" sz="2800" i="0" dirty="0">
                <a:latin typeface="Times New Roman" pitchFamily="18" charset="0"/>
              </a:rPr>
              <a:t>h</a:t>
            </a:r>
            <a:r>
              <a:rPr lang="en-US" altLang="zh-CN" sz="3200" dirty="0">
                <a:latin typeface="Times New Roman" pitchFamily="18" charset="0"/>
              </a:rPr>
              <a:t>=(b-a)</a:t>
            </a:r>
            <a:r>
              <a:rPr lang="en-US" altLang="zh-CN" sz="3200" i="0" dirty="0">
                <a:latin typeface="Times New Roman" pitchFamily="18" charset="0"/>
              </a:rPr>
              <a:t>/</a:t>
            </a:r>
            <a:r>
              <a:rPr lang="en-US" altLang="zh-CN" sz="3200" dirty="0">
                <a:latin typeface="Times New Roman" pitchFamily="18" charset="0"/>
              </a:rPr>
              <a:t>n</a:t>
            </a:r>
            <a:endParaRPr lang="zh-CN" altLang="en-US" sz="3200" dirty="0">
              <a:latin typeface="Times New Roman" pitchFamily="18" charset="0"/>
            </a:endParaRPr>
          </a:p>
        </p:txBody>
      </p:sp>
      <p:graphicFrame>
        <p:nvGraphicFramePr>
          <p:cNvPr id="12" name="Object 15"/>
          <p:cNvGraphicFramePr>
            <a:graphicFrameLocks noChangeAspect="1"/>
          </p:cNvGraphicFramePr>
          <p:nvPr>
            <p:extLst>
              <p:ext uri="{D42A27DB-BD31-4B8C-83A1-F6EECF244321}">
                <p14:modId xmlns:p14="http://schemas.microsoft.com/office/powerpoint/2010/main" val="1145468610"/>
              </p:ext>
            </p:extLst>
          </p:nvPr>
        </p:nvGraphicFramePr>
        <p:xfrm>
          <a:off x="1496617" y="2346091"/>
          <a:ext cx="7344816" cy="1006818"/>
        </p:xfrm>
        <a:graphic>
          <a:graphicData uri="http://schemas.openxmlformats.org/presentationml/2006/ole">
            <mc:AlternateContent xmlns:mc="http://schemas.openxmlformats.org/markup-compatibility/2006">
              <mc:Choice xmlns:v="urn:schemas-microsoft-com:vml" Requires="v">
                <p:oleObj spid="_x0000_s825689" name="Equation" r:id="rId11" imgW="3035160" imgH="431640" progId="Equation.3">
                  <p:embed/>
                </p:oleObj>
              </mc:Choice>
              <mc:Fallback>
                <p:oleObj name="Equation" r:id="rId11" imgW="3035160" imgH="4316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96617" y="2346091"/>
                        <a:ext cx="7344816" cy="1006818"/>
                      </a:xfrm>
                      <a:prstGeom prst="rect">
                        <a:avLst/>
                      </a:prstGeom>
                      <a:noFill/>
                      <a:ln>
                        <a:noFill/>
                      </a:ln>
                      <a:effectLst/>
                      <a:extLst/>
                    </p:spPr>
                  </p:pic>
                </p:oleObj>
              </mc:Fallback>
            </mc:AlternateContent>
          </a:graphicData>
        </a:graphic>
      </p:graphicFrame>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Lst>
  </p:timing>
  <p:extLst mod="1"/>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0"/>
          </p:nvPr>
        </p:nvSpPr>
        <p:spPr/>
        <p:txBody>
          <a:bodyPr/>
          <a:lstStyle/>
          <a:p>
            <a:fld id="{7264E3FC-3F2C-41B6-8BD8-09F9DE347DAA}" type="slidenum">
              <a:rPr lang="zh-CN" altLang="en-US"/>
              <a:pPr/>
              <a:t>15</a:t>
            </a:fld>
            <a:endParaRPr lang="en-US" altLang="zh-CN"/>
          </a:p>
        </p:txBody>
      </p:sp>
      <p:sp>
        <p:nvSpPr>
          <p:cNvPr id="10" name="日期占位符 4"/>
          <p:cNvSpPr>
            <a:spLocks noGrp="1"/>
          </p:cNvSpPr>
          <p:nvPr>
            <p:ph type="dt" sz="half" idx="11"/>
          </p:nvPr>
        </p:nvSpPr>
        <p:spPr/>
        <p:txBody>
          <a:bodyPr/>
          <a:lstStyle/>
          <a:p>
            <a:fld id="{1E6DE18C-C7F1-4034-A112-9406669801D5}" type="datetime1">
              <a:rPr lang="zh-CN" altLang="en-US"/>
              <a:pPr/>
              <a:t>2024/11/11</a:t>
            </a:fld>
            <a:endParaRPr lang="en-US" altLang="zh-CN"/>
          </a:p>
        </p:txBody>
      </p:sp>
      <p:sp>
        <p:nvSpPr>
          <p:cNvPr id="826370" name="Rectangle 2"/>
          <p:cNvSpPr>
            <a:spLocks noGrp="1" noChangeArrowheads="1"/>
          </p:cNvSpPr>
          <p:nvPr>
            <p:ph type="title"/>
          </p:nvPr>
        </p:nvSpPr>
        <p:spPr/>
        <p:txBody>
          <a:bodyPr/>
          <a:lstStyle/>
          <a:p>
            <a:r>
              <a:rPr lang="zh-CN" altLang="en-US"/>
              <a:t>§1.2 牛顿——柯特斯求积公式</a:t>
            </a:r>
          </a:p>
        </p:txBody>
      </p:sp>
      <p:sp>
        <p:nvSpPr>
          <p:cNvPr id="826371" name="Rectangle 3"/>
          <p:cNvSpPr>
            <a:spLocks noChangeArrowheads="1"/>
          </p:cNvSpPr>
          <p:nvPr/>
        </p:nvSpPr>
        <p:spPr bwMode="auto">
          <a:xfrm>
            <a:off x="323851" y="981075"/>
            <a:ext cx="7772400"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58763" indent="-258763" algn="l" defTabSz="814388">
              <a:lnSpc>
                <a:spcPct val="90000"/>
              </a:lnSpc>
              <a:spcBef>
                <a:spcPct val="35000"/>
              </a:spcBef>
              <a:buClr>
                <a:srgbClr val="27305F"/>
              </a:buClr>
              <a:buSzPct val="60000"/>
              <a:buFont typeface="Wingdings" pitchFamily="2" charset="2"/>
              <a:buNone/>
            </a:pPr>
            <a:r>
              <a:rPr lang="zh-CN" altLang="en-US" sz="2800" i="0">
                <a:latin typeface="宋体" pitchFamily="2" charset="-122"/>
                <a:ea typeface="黑体" pitchFamily="2" charset="-122"/>
              </a:rPr>
              <a:t>当</a:t>
            </a:r>
            <a:r>
              <a:rPr lang="en-US" altLang="zh-CN" sz="2800" i="0">
                <a:latin typeface="宋体" pitchFamily="2" charset="-122"/>
                <a:ea typeface="黑体" pitchFamily="2" charset="-122"/>
              </a:rPr>
              <a:t>n=1</a:t>
            </a:r>
            <a:r>
              <a:rPr lang="zh-CN" altLang="en-US" sz="2800" i="0">
                <a:latin typeface="宋体" pitchFamily="2" charset="-122"/>
                <a:ea typeface="黑体" pitchFamily="2" charset="-122"/>
              </a:rPr>
              <a:t>时，</a:t>
            </a:r>
            <a:r>
              <a:rPr lang="en-US" altLang="zh-CN" sz="2800">
                <a:latin typeface="Times New Roman" pitchFamily="18" charset="0"/>
                <a:ea typeface="黑体" pitchFamily="2" charset="-122"/>
              </a:rPr>
              <a:t>C</a:t>
            </a:r>
            <a:r>
              <a:rPr lang="en-US" altLang="zh-CN" sz="2800" i="0" baseline="-25000">
                <a:latin typeface="宋体" pitchFamily="2" charset="-122"/>
                <a:ea typeface="黑体" pitchFamily="2" charset="-122"/>
              </a:rPr>
              <a:t>0</a:t>
            </a:r>
            <a:r>
              <a:rPr lang="en-US" altLang="zh-CN" sz="2800" i="0" baseline="30000">
                <a:latin typeface="宋体" pitchFamily="2" charset="-122"/>
                <a:ea typeface="黑体" pitchFamily="2" charset="-122"/>
              </a:rPr>
              <a:t>(1) </a:t>
            </a:r>
            <a:r>
              <a:rPr lang="en-US" altLang="zh-CN" sz="2800" i="0">
                <a:latin typeface="宋体" pitchFamily="2" charset="-122"/>
                <a:ea typeface="黑体" pitchFamily="2" charset="-122"/>
              </a:rPr>
              <a:t>=</a:t>
            </a:r>
            <a:r>
              <a:rPr lang="en-US" altLang="zh-CN" sz="2800">
                <a:latin typeface="Times New Roman" pitchFamily="18" charset="0"/>
                <a:ea typeface="黑体" pitchFamily="2" charset="-122"/>
              </a:rPr>
              <a:t>C</a:t>
            </a:r>
            <a:r>
              <a:rPr lang="en-US" altLang="zh-CN" sz="2800" i="0" baseline="-25000">
                <a:latin typeface="宋体" pitchFamily="2" charset="-122"/>
                <a:ea typeface="黑体" pitchFamily="2" charset="-122"/>
              </a:rPr>
              <a:t>1</a:t>
            </a:r>
            <a:r>
              <a:rPr lang="en-US" altLang="zh-CN" sz="2800" i="0" baseline="30000">
                <a:latin typeface="宋体" pitchFamily="2" charset="-122"/>
                <a:ea typeface="黑体" pitchFamily="2" charset="-122"/>
              </a:rPr>
              <a:t>(1)</a:t>
            </a:r>
            <a:r>
              <a:rPr lang="en-US" altLang="zh-CN" sz="2800" i="0">
                <a:latin typeface="宋体" pitchFamily="2" charset="-122"/>
                <a:ea typeface="黑体" pitchFamily="2" charset="-122"/>
              </a:rPr>
              <a:t>,</a:t>
            </a:r>
            <a:r>
              <a:rPr lang="zh-CN" altLang="en-US" sz="2800" i="0">
                <a:latin typeface="宋体" pitchFamily="2" charset="-122"/>
                <a:ea typeface="黑体" pitchFamily="2" charset="-122"/>
              </a:rPr>
              <a:t>因此有：</a:t>
            </a:r>
          </a:p>
        </p:txBody>
      </p:sp>
      <p:graphicFrame>
        <p:nvGraphicFramePr>
          <p:cNvPr id="826372" name="Object 4"/>
          <p:cNvGraphicFramePr>
            <a:graphicFrameLocks noChangeAspect="1"/>
          </p:cNvGraphicFramePr>
          <p:nvPr/>
        </p:nvGraphicFramePr>
        <p:xfrm>
          <a:off x="2720987" y="1341442"/>
          <a:ext cx="5616575" cy="1036637"/>
        </p:xfrm>
        <a:graphic>
          <a:graphicData uri="http://schemas.openxmlformats.org/presentationml/2006/ole">
            <mc:AlternateContent xmlns:mc="http://schemas.openxmlformats.org/markup-compatibility/2006">
              <mc:Choice xmlns:v="urn:schemas-microsoft-com:vml" Requires="v">
                <p:oleObj spid="_x0000_s826517" name="Equation" r:id="rId4" imgW="2361960" imgH="393480" progId="Equation.DSMT4">
                  <p:embed/>
                </p:oleObj>
              </mc:Choice>
              <mc:Fallback>
                <p:oleObj name="Equation" r:id="rId4" imgW="2361960" imgH="39348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0987" y="1341442"/>
                        <a:ext cx="5616575" cy="1036637"/>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6373" name="Rectangle 5"/>
          <p:cNvSpPr>
            <a:spLocks noChangeArrowheads="1"/>
          </p:cNvSpPr>
          <p:nvPr/>
        </p:nvSpPr>
        <p:spPr bwMode="auto">
          <a:xfrm>
            <a:off x="57162" y="2349511"/>
            <a:ext cx="9936163" cy="9848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eaLnBrk="1" hangingPunct="1"/>
            <a:r>
              <a:rPr lang="zh-CN" altLang="en-US" sz="3200" i="0" dirty="0">
                <a:latin typeface="Times New Roman" pitchFamily="18" charset="0"/>
                <a:ea typeface="楷体_GB2312" pitchFamily="49" charset="-122"/>
              </a:rPr>
              <a:t>物理意义：以过点</a:t>
            </a:r>
            <a:r>
              <a:rPr lang="en-US" altLang="zh-CN" sz="3200" i="0" dirty="0">
                <a:latin typeface="Times New Roman" pitchFamily="18" charset="0"/>
                <a:ea typeface="楷体_GB2312" pitchFamily="49" charset="-122"/>
              </a:rPr>
              <a:t>(</a:t>
            </a:r>
            <a:r>
              <a:rPr lang="en-US" altLang="zh-CN" sz="3200" dirty="0" err="1">
                <a:latin typeface="Times New Roman" pitchFamily="18" charset="0"/>
                <a:ea typeface="楷体_GB2312" pitchFamily="49" charset="-122"/>
              </a:rPr>
              <a:t>a</a:t>
            </a:r>
            <a:r>
              <a:rPr lang="en-US" altLang="zh-CN" sz="3200" i="0" dirty="0" err="1">
                <a:latin typeface="Times New Roman" pitchFamily="18" charset="0"/>
                <a:ea typeface="楷体_GB2312" pitchFamily="49" charset="-122"/>
              </a:rPr>
              <a:t>,</a:t>
            </a:r>
            <a:r>
              <a:rPr lang="en-US" altLang="zh-CN" sz="3200" dirty="0" err="1">
                <a:latin typeface="Times New Roman" pitchFamily="18" charset="0"/>
                <a:ea typeface="楷体_GB2312" pitchFamily="49" charset="-122"/>
              </a:rPr>
              <a:t>f</a:t>
            </a:r>
            <a:r>
              <a:rPr lang="en-US" altLang="zh-CN" sz="3200" i="0" dirty="0">
                <a:latin typeface="Times New Roman" pitchFamily="18" charset="0"/>
                <a:ea typeface="楷体_GB2312" pitchFamily="49" charset="-122"/>
              </a:rPr>
              <a:t>(</a:t>
            </a:r>
            <a:r>
              <a:rPr lang="en-US" altLang="zh-CN" sz="3200" dirty="0">
                <a:latin typeface="Times New Roman" pitchFamily="18" charset="0"/>
                <a:ea typeface="楷体_GB2312" pitchFamily="49" charset="-122"/>
              </a:rPr>
              <a:t>a</a:t>
            </a:r>
            <a:r>
              <a:rPr lang="en-US" altLang="zh-CN" sz="3200" i="0" dirty="0">
                <a:latin typeface="Times New Roman" pitchFamily="18" charset="0"/>
                <a:ea typeface="楷体_GB2312" pitchFamily="49" charset="-122"/>
              </a:rPr>
              <a:t>)), (</a:t>
            </a:r>
            <a:r>
              <a:rPr lang="en-US" altLang="zh-CN" sz="3200" dirty="0" err="1">
                <a:latin typeface="Times New Roman" pitchFamily="18" charset="0"/>
                <a:ea typeface="楷体_GB2312" pitchFamily="49" charset="-122"/>
              </a:rPr>
              <a:t>b</a:t>
            </a:r>
            <a:r>
              <a:rPr lang="en-US" altLang="zh-CN" sz="3200" i="0" dirty="0" err="1">
                <a:latin typeface="Times New Roman" pitchFamily="18" charset="0"/>
                <a:ea typeface="楷体_GB2312" pitchFamily="49" charset="-122"/>
              </a:rPr>
              <a:t>,</a:t>
            </a:r>
            <a:r>
              <a:rPr lang="en-US" altLang="zh-CN" sz="3200" dirty="0" err="1">
                <a:latin typeface="Times New Roman" pitchFamily="18" charset="0"/>
                <a:ea typeface="楷体_GB2312" pitchFamily="49" charset="-122"/>
              </a:rPr>
              <a:t>f</a:t>
            </a:r>
            <a:r>
              <a:rPr lang="en-US" altLang="zh-CN" sz="3200" i="0" dirty="0">
                <a:latin typeface="Times New Roman" pitchFamily="18" charset="0"/>
                <a:ea typeface="楷体_GB2312" pitchFamily="49" charset="-122"/>
              </a:rPr>
              <a:t>(</a:t>
            </a:r>
            <a:r>
              <a:rPr lang="en-US" altLang="zh-CN" sz="3200" dirty="0">
                <a:latin typeface="Times New Roman" pitchFamily="18" charset="0"/>
                <a:ea typeface="楷体_GB2312" pitchFamily="49" charset="-122"/>
              </a:rPr>
              <a:t>b</a:t>
            </a:r>
            <a:r>
              <a:rPr lang="en-US" altLang="zh-CN" sz="3200" i="0" dirty="0">
                <a:latin typeface="Times New Roman" pitchFamily="18" charset="0"/>
                <a:ea typeface="楷体_GB2312" pitchFamily="49" charset="-122"/>
              </a:rPr>
              <a:t>))</a:t>
            </a:r>
            <a:r>
              <a:rPr lang="zh-CN" altLang="en-US" sz="3200" i="0" dirty="0">
                <a:latin typeface="Times New Roman" pitchFamily="18" charset="0"/>
                <a:ea typeface="楷体_GB2312" pitchFamily="49" charset="-122"/>
              </a:rPr>
              <a:t>的直线代替曲线</a:t>
            </a:r>
            <a:r>
              <a:rPr lang="en-US" altLang="zh-CN" sz="3200" dirty="0">
                <a:latin typeface="Times New Roman" pitchFamily="18" charset="0"/>
                <a:ea typeface="楷体_GB2312" pitchFamily="49" charset="-122"/>
              </a:rPr>
              <a:t>y</a:t>
            </a:r>
            <a:r>
              <a:rPr lang="en-US" altLang="zh-CN" sz="3200" i="0" dirty="0">
                <a:latin typeface="Times New Roman" pitchFamily="18" charset="0"/>
                <a:ea typeface="楷体_GB2312" pitchFamily="49" charset="-122"/>
              </a:rPr>
              <a:t>=</a:t>
            </a:r>
            <a:r>
              <a:rPr lang="en-US" altLang="zh-CN" sz="3200" dirty="0">
                <a:latin typeface="Times New Roman" pitchFamily="18" charset="0"/>
                <a:ea typeface="楷体_GB2312" pitchFamily="49" charset="-122"/>
              </a:rPr>
              <a:t>f</a:t>
            </a:r>
            <a:r>
              <a:rPr lang="en-US" altLang="zh-CN" sz="3200" i="0" dirty="0">
                <a:latin typeface="Times New Roman" pitchFamily="18" charset="0"/>
                <a:ea typeface="楷体_GB2312" pitchFamily="49" charset="-122"/>
              </a:rPr>
              <a:t>(</a:t>
            </a:r>
            <a:r>
              <a:rPr lang="en-US" altLang="zh-CN" sz="3200" dirty="0">
                <a:latin typeface="Times New Roman" pitchFamily="18" charset="0"/>
                <a:ea typeface="楷体_GB2312" pitchFamily="49" charset="-122"/>
              </a:rPr>
              <a:t>x</a:t>
            </a:r>
            <a:r>
              <a:rPr lang="en-US" altLang="zh-CN" sz="3200" i="0" dirty="0">
                <a:latin typeface="Times New Roman" pitchFamily="18" charset="0"/>
                <a:ea typeface="楷体_GB2312" pitchFamily="49" charset="-122"/>
              </a:rPr>
              <a:t>),</a:t>
            </a:r>
            <a:r>
              <a:rPr lang="zh-CN" altLang="en-US" sz="3200" i="0" dirty="0">
                <a:latin typeface="Times New Roman" pitchFamily="18" charset="0"/>
                <a:ea typeface="楷体_GB2312" pitchFamily="49" charset="-122"/>
              </a:rPr>
              <a:t>以梯形面积近似曲线面积</a:t>
            </a:r>
            <a:r>
              <a:rPr lang="en-US" altLang="zh-CN" sz="3200" i="0" dirty="0">
                <a:latin typeface="Times New Roman" pitchFamily="18" charset="0"/>
                <a:ea typeface="楷体_GB2312" pitchFamily="49" charset="-122"/>
              </a:rPr>
              <a:t>.</a:t>
            </a:r>
            <a:r>
              <a:rPr lang="zh-CN" altLang="en-US" sz="3200" i="0" dirty="0">
                <a:latin typeface="Times New Roman" pitchFamily="18" charset="0"/>
                <a:ea typeface="楷体_GB2312" pitchFamily="49" charset="-122"/>
              </a:rPr>
              <a:t>又称为</a:t>
            </a:r>
            <a:r>
              <a:rPr lang="zh-CN" altLang="en-US" sz="3200" i="0" u="sng" dirty="0">
                <a:solidFill>
                  <a:srgbClr val="FF3300"/>
                </a:solidFill>
                <a:latin typeface="Times New Roman" pitchFamily="18" charset="0"/>
                <a:ea typeface="楷体_GB2312" pitchFamily="49" charset="-122"/>
              </a:rPr>
              <a:t>梯形公式</a:t>
            </a:r>
            <a:r>
              <a:rPr lang="zh-CN" altLang="en-US" sz="3200" i="0" dirty="0">
                <a:latin typeface="Times New Roman" pitchFamily="18" charset="0"/>
                <a:ea typeface="楷体_GB2312" pitchFamily="49" charset="-122"/>
              </a:rPr>
              <a:t>。</a:t>
            </a:r>
          </a:p>
        </p:txBody>
      </p:sp>
      <p:sp>
        <p:nvSpPr>
          <p:cNvPr id="826374" name="Rectangle 6"/>
          <p:cNvSpPr>
            <a:spLocks noChangeArrowheads="1"/>
          </p:cNvSpPr>
          <p:nvPr/>
        </p:nvSpPr>
        <p:spPr bwMode="auto">
          <a:xfrm>
            <a:off x="415930" y="3573463"/>
            <a:ext cx="7772400" cy="66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58763" indent="-258763" algn="l" defTabSz="814388">
              <a:lnSpc>
                <a:spcPct val="90000"/>
              </a:lnSpc>
              <a:spcBef>
                <a:spcPct val="35000"/>
              </a:spcBef>
              <a:buClr>
                <a:srgbClr val="27305F"/>
              </a:buClr>
              <a:buSzPct val="60000"/>
              <a:buFont typeface="Wingdings" pitchFamily="2" charset="2"/>
              <a:buNone/>
            </a:pPr>
            <a:r>
              <a:rPr lang="zh-CN" altLang="en-US" sz="2800" i="0">
                <a:ea typeface="楷体_GB2312" pitchFamily="49" charset="-122"/>
              </a:rPr>
              <a:t>当</a:t>
            </a:r>
            <a:r>
              <a:rPr lang="en-US" altLang="zh-CN" sz="2800" i="0">
                <a:ea typeface="楷体_GB2312" pitchFamily="49" charset="-122"/>
              </a:rPr>
              <a:t>n=2</a:t>
            </a:r>
            <a:r>
              <a:rPr lang="zh-CN" altLang="en-US" sz="2800" i="0">
                <a:ea typeface="楷体_GB2312" pitchFamily="49" charset="-122"/>
              </a:rPr>
              <a:t>时，</a:t>
            </a:r>
            <a:r>
              <a:rPr lang="en-US" altLang="zh-CN" sz="2800">
                <a:latin typeface="Times New Roman" pitchFamily="18" charset="0"/>
                <a:ea typeface="黑体" pitchFamily="2" charset="-122"/>
              </a:rPr>
              <a:t>N-C</a:t>
            </a:r>
            <a:r>
              <a:rPr lang="zh-CN" altLang="en-US" sz="2800" i="0">
                <a:latin typeface="Times New Roman" pitchFamily="18" charset="0"/>
                <a:ea typeface="楷体_GB2312" pitchFamily="49" charset="-122"/>
              </a:rPr>
              <a:t>公式为</a:t>
            </a:r>
            <a:r>
              <a:rPr lang="zh-CN" altLang="en-US" sz="2800" i="0">
                <a:ea typeface="楷体_GB2312" pitchFamily="49" charset="-122"/>
              </a:rPr>
              <a:t>：</a:t>
            </a:r>
          </a:p>
        </p:txBody>
      </p:sp>
      <p:graphicFrame>
        <p:nvGraphicFramePr>
          <p:cNvPr id="826375" name="Object 7"/>
          <p:cNvGraphicFramePr>
            <a:graphicFrameLocks noChangeAspect="1"/>
          </p:cNvGraphicFramePr>
          <p:nvPr/>
        </p:nvGraphicFramePr>
        <p:xfrm>
          <a:off x="1568450" y="3873500"/>
          <a:ext cx="7632700" cy="1068388"/>
        </p:xfrm>
        <a:graphic>
          <a:graphicData uri="http://schemas.openxmlformats.org/presentationml/2006/ole">
            <mc:AlternateContent xmlns:mc="http://schemas.openxmlformats.org/markup-compatibility/2006">
              <mc:Choice xmlns:v="urn:schemas-microsoft-com:vml" Requires="v">
                <p:oleObj spid="_x0000_s826518" name="Equation" r:id="rId6" imgW="3111480" imgH="393480" progId="Equation.DSMT4">
                  <p:embed/>
                </p:oleObj>
              </mc:Choice>
              <mc:Fallback>
                <p:oleObj name="Equation" r:id="rId6" imgW="3111480" imgH="39348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68450" y="3873500"/>
                        <a:ext cx="7632700" cy="1068388"/>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6376" name="Rectangle 8"/>
          <p:cNvSpPr>
            <a:spLocks noChangeArrowheads="1"/>
          </p:cNvSpPr>
          <p:nvPr/>
        </p:nvSpPr>
        <p:spPr bwMode="auto">
          <a:xfrm>
            <a:off x="128587" y="4941889"/>
            <a:ext cx="9937750" cy="1477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eaLnBrk="1" hangingPunct="1"/>
            <a:r>
              <a:rPr lang="zh-CN" altLang="en-US" sz="3200" i="0" dirty="0">
                <a:latin typeface="Times New Roman" pitchFamily="18" charset="0"/>
                <a:ea typeface="楷体_GB2312" pitchFamily="49" charset="-122"/>
              </a:rPr>
              <a:t>物理意义：以过三点</a:t>
            </a:r>
            <a:r>
              <a:rPr lang="en-US" altLang="zh-CN" sz="3200" i="0" dirty="0">
                <a:latin typeface="Times New Roman" pitchFamily="18" charset="0"/>
                <a:ea typeface="楷体_GB2312" pitchFamily="49" charset="-122"/>
              </a:rPr>
              <a:t>(</a:t>
            </a:r>
            <a:r>
              <a:rPr lang="en-US" altLang="zh-CN" sz="3200" dirty="0" err="1">
                <a:latin typeface="Times New Roman" pitchFamily="18" charset="0"/>
                <a:ea typeface="楷体_GB2312" pitchFamily="49" charset="-122"/>
              </a:rPr>
              <a:t>a</a:t>
            </a:r>
            <a:r>
              <a:rPr lang="en-US" altLang="zh-CN" sz="3200" i="0" dirty="0" err="1">
                <a:latin typeface="Times New Roman" pitchFamily="18" charset="0"/>
                <a:ea typeface="楷体_GB2312" pitchFamily="49" charset="-122"/>
              </a:rPr>
              <a:t>,</a:t>
            </a:r>
            <a:r>
              <a:rPr lang="en-US" altLang="zh-CN" sz="3200" dirty="0" err="1">
                <a:latin typeface="Times New Roman" pitchFamily="18" charset="0"/>
                <a:ea typeface="楷体_GB2312" pitchFamily="49" charset="-122"/>
              </a:rPr>
              <a:t>f</a:t>
            </a:r>
            <a:r>
              <a:rPr lang="en-US" altLang="zh-CN" sz="3200" i="0" dirty="0">
                <a:latin typeface="Times New Roman" pitchFamily="18" charset="0"/>
                <a:ea typeface="楷体_GB2312" pitchFamily="49" charset="-122"/>
              </a:rPr>
              <a:t>(</a:t>
            </a:r>
            <a:r>
              <a:rPr lang="en-US" altLang="zh-CN" sz="3200" dirty="0">
                <a:latin typeface="Times New Roman" pitchFamily="18" charset="0"/>
                <a:ea typeface="楷体_GB2312" pitchFamily="49" charset="-122"/>
              </a:rPr>
              <a:t>a</a:t>
            </a:r>
            <a:r>
              <a:rPr lang="en-US" altLang="zh-CN" sz="3200" i="0" dirty="0">
                <a:latin typeface="Times New Roman" pitchFamily="18" charset="0"/>
                <a:ea typeface="楷体_GB2312" pitchFamily="49" charset="-122"/>
              </a:rPr>
              <a:t>)), ((</a:t>
            </a:r>
            <a:r>
              <a:rPr lang="en-US" altLang="zh-CN" sz="3200" dirty="0" err="1">
                <a:latin typeface="Times New Roman" pitchFamily="18" charset="0"/>
                <a:ea typeface="楷体_GB2312" pitchFamily="49" charset="-122"/>
              </a:rPr>
              <a:t>a</a:t>
            </a:r>
            <a:r>
              <a:rPr lang="en-US" altLang="zh-CN" sz="3200" i="0" dirty="0" err="1">
                <a:latin typeface="Times New Roman" pitchFamily="18" charset="0"/>
                <a:ea typeface="楷体_GB2312" pitchFamily="49" charset="-122"/>
              </a:rPr>
              <a:t>+</a:t>
            </a:r>
            <a:r>
              <a:rPr lang="en-US" altLang="zh-CN" sz="3200" dirty="0" err="1">
                <a:latin typeface="Times New Roman" pitchFamily="18" charset="0"/>
                <a:ea typeface="楷体_GB2312" pitchFamily="49" charset="-122"/>
              </a:rPr>
              <a:t>b</a:t>
            </a:r>
            <a:r>
              <a:rPr lang="en-US" altLang="zh-CN" sz="3200" i="0" dirty="0">
                <a:latin typeface="Times New Roman" pitchFamily="18" charset="0"/>
                <a:ea typeface="楷体_GB2312" pitchFamily="49" charset="-122"/>
              </a:rPr>
              <a:t>)/2,</a:t>
            </a:r>
            <a:r>
              <a:rPr lang="en-US" altLang="zh-CN" sz="3200" dirty="0">
                <a:latin typeface="Times New Roman" pitchFamily="18" charset="0"/>
                <a:ea typeface="楷体_GB2312" pitchFamily="49" charset="-122"/>
              </a:rPr>
              <a:t>f</a:t>
            </a:r>
            <a:r>
              <a:rPr lang="en-US" altLang="zh-CN" sz="3200" i="0" dirty="0">
                <a:latin typeface="Times New Roman" pitchFamily="18" charset="0"/>
                <a:ea typeface="楷体_GB2312" pitchFamily="49" charset="-122"/>
              </a:rPr>
              <a:t>((</a:t>
            </a:r>
            <a:r>
              <a:rPr lang="en-US" altLang="zh-CN" sz="3200" dirty="0" err="1">
                <a:latin typeface="Times New Roman" pitchFamily="18" charset="0"/>
                <a:ea typeface="楷体_GB2312" pitchFamily="49" charset="-122"/>
              </a:rPr>
              <a:t>a</a:t>
            </a:r>
            <a:r>
              <a:rPr lang="en-US" altLang="zh-CN" sz="3200" i="0" dirty="0" err="1">
                <a:latin typeface="Times New Roman" pitchFamily="18" charset="0"/>
                <a:ea typeface="楷体_GB2312" pitchFamily="49" charset="-122"/>
              </a:rPr>
              <a:t>+</a:t>
            </a:r>
            <a:r>
              <a:rPr lang="en-US" altLang="zh-CN" sz="3200" dirty="0" err="1">
                <a:latin typeface="Times New Roman" pitchFamily="18" charset="0"/>
                <a:ea typeface="楷体_GB2312" pitchFamily="49" charset="-122"/>
              </a:rPr>
              <a:t>b</a:t>
            </a:r>
            <a:r>
              <a:rPr lang="en-US" altLang="zh-CN" sz="3200" i="0" dirty="0">
                <a:latin typeface="Times New Roman" pitchFamily="18" charset="0"/>
                <a:ea typeface="楷体_GB2312" pitchFamily="49" charset="-122"/>
              </a:rPr>
              <a:t>)/2)),(</a:t>
            </a:r>
            <a:r>
              <a:rPr lang="en-US" altLang="zh-CN" sz="3200" dirty="0" err="1">
                <a:latin typeface="Times New Roman" pitchFamily="18" charset="0"/>
                <a:ea typeface="楷体_GB2312" pitchFamily="49" charset="-122"/>
              </a:rPr>
              <a:t>b</a:t>
            </a:r>
            <a:r>
              <a:rPr lang="en-US" altLang="zh-CN" sz="3200" i="0" dirty="0" err="1">
                <a:latin typeface="Times New Roman" pitchFamily="18" charset="0"/>
                <a:ea typeface="楷体_GB2312" pitchFamily="49" charset="-122"/>
              </a:rPr>
              <a:t>,</a:t>
            </a:r>
            <a:r>
              <a:rPr lang="en-US" altLang="zh-CN" sz="3200" dirty="0" err="1">
                <a:latin typeface="Times New Roman" pitchFamily="18" charset="0"/>
                <a:ea typeface="楷体_GB2312" pitchFamily="49" charset="-122"/>
              </a:rPr>
              <a:t>f</a:t>
            </a:r>
            <a:r>
              <a:rPr lang="en-US" altLang="zh-CN" sz="3200" i="0" dirty="0">
                <a:latin typeface="Times New Roman" pitchFamily="18" charset="0"/>
                <a:ea typeface="楷体_GB2312" pitchFamily="49" charset="-122"/>
              </a:rPr>
              <a:t>(</a:t>
            </a:r>
            <a:r>
              <a:rPr lang="en-US" altLang="zh-CN" sz="3200" dirty="0">
                <a:latin typeface="Times New Roman" pitchFamily="18" charset="0"/>
                <a:ea typeface="楷体_GB2312" pitchFamily="49" charset="-122"/>
              </a:rPr>
              <a:t>b</a:t>
            </a:r>
            <a:r>
              <a:rPr lang="en-US" altLang="zh-CN" sz="3200" i="0" dirty="0">
                <a:latin typeface="Times New Roman" pitchFamily="18" charset="0"/>
                <a:ea typeface="楷体_GB2312" pitchFamily="49" charset="-122"/>
              </a:rPr>
              <a:t>))</a:t>
            </a:r>
            <a:r>
              <a:rPr lang="zh-CN" altLang="en-US" sz="3200" i="0" dirty="0">
                <a:latin typeface="Times New Roman" pitchFamily="18" charset="0"/>
                <a:ea typeface="楷体_GB2312" pitchFamily="49" charset="-122"/>
              </a:rPr>
              <a:t>的抛物线代替曲线</a:t>
            </a:r>
            <a:r>
              <a:rPr lang="en-US" altLang="zh-CN" sz="3200" dirty="0">
                <a:latin typeface="Times New Roman" pitchFamily="18" charset="0"/>
                <a:ea typeface="楷体_GB2312" pitchFamily="49" charset="-122"/>
              </a:rPr>
              <a:t>y</a:t>
            </a:r>
            <a:r>
              <a:rPr lang="en-US" altLang="zh-CN" sz="3200" i="0" dirty="0">
                <a:latin typeface="Times New Roman" pitchFamily="18" charset="0"/>
                <a:ea typeface="楷体_GB2312" pitchFamily="49" charset="-122"/>
              </a:rPr>
              <a:t>=</a:t>
            </a:r>
            <a:r>
              <a:rPr lang="en-US" altLang="zh-CN" sz="3200" dirty="0">
                <a:latin typeface="Times New Roman" pitchFamily="18" charset="0"/>
                <a:ea typeface="楷体_GB2312" pitchFamily="49" charset="-122"/>
              </a:rPr>
              <a:t>f</a:t>
            </a:r>
            <a:r>
              <a:rPr lang="en-US" altLang="zh-CN" sz="3200" i="0" dirty="0">
                <a:latin typeface="Times New Roman" pitchFamily="18" charset="0"/>
                <a:ea typeface="楷体_GB2312" pitchFamily="49" charset="-122"/>
              </a:rPr>
              <a:t>(</a:t>
            </a:r>
            <a:r>
              <a:rPr lang="en-US" altLang="zh-CN" sz="3200" dirty="0">
                <a:latin typeface="Times New Roman" pitchFamily="18" charset="0"/>
                <a:ea typeface="楷体_GB2312" pitchFamily="49" charset="-122"/>
              </a:rPr>
              <a:t>x</a:t>
            </a:r>
            <a:r>
              <a:rPr lang="en-US" altLang="zh-CN" sz="3200" i="0" dirty="0">
                <a:latin typeface="Times New Roman" pitchFamily="18" charset="0"/>
                <a:ea typeface="楷体_GB2312" pitchFamily="49" charset="-122"/>
              </a:rPr>
              <a:t>),</a:t>
            </a:r>
            <a:r>
              <a:rPr lang="zh-CN" altLang="en-US" sz="3200" i="0" dirty="0">
                <a:latin typeface="Times New Roman" pitchFamily="18" charset="0"/>
                <a:ea typeface="楷体_GB2312" pitchFamily="49" charset="-122"/>
              </a:rPr>
              <a:t>求曲线面积的近似值。所以又称为</a:t>
            </a:r>
            <a:r>
              <a:rPr lang="zh-CN" altLang="en-US" sz="3200" i="0" u="sng" dirty="0">
                <a:solidFill>
                  <a:srgbClr val="FF3300"/>
                </a:solidFill>
                <a:latin typeface="Times New Roman" pitchFamily="18" charset="0"/>
                <a:ea typeface="楷体_GB2312" pitchFamily="49" charset="-122"/>
              </a:rPr>
              <a:t>辛普生公式（</a:t>
            </a:r>
            <a:r>
              <a:rPr lang="en-US" altLang="zh-CN" sz="3200" i="0" u="sng" dirty="0">
                <a:solidFill>
                  <a:srgbClr val="FF3300"/>
                </a:solidFill>
                <a:latin typeface="Times New Roman" pitchFamily="18" charset="0"/>
                <a:ea typeface="楷体_GB2312" pitchFamily="49" charset="-122"/>
              </a:rPr>
              <a:t>Simpson</a:t>
            </a:r>
            <a:r>
              <a:rPr lang="zh-CN" altLang="en-US" sz="3200" i="0" u="sng" dirty="0">
                <a:solidFill>
                  <a:srgbClr val="FF3300"/>
                </a:solidFill>
                <a:latin typeface="Times New Roman" pitchFamily="18" charset="0"/>
                <a:ea typeface="楷体_GB2312" pitchFamily="49" charset="-122"/>
              </a:rPr>
              <a:t>）</a:t>
            </a:r>
            <a:r>
              <a:rPr lang="zh-CN" altLang="en-US" sz="3200" i="0" dirty="0">
                <a:latin typeface="Times New Roman" pitchFamily="18" charset="0"/>
                <a:ea typeface="楷体_GB2312" pitchFamily="49" charset="-122"/>
              </a:rPr>
              <a:t>。</a:t>
            </a: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26371">
                                            <p:txEl>
                                              <p:pRg st="0" end="0"/>
                                            </p:txEl>
                                          </p:spTgt>
                                        </p:tgtEl>
                                        <p:attrNameLst>
                                          <p:attrName>style.visibility</p:attrName>
                                        </p:attrNameLst>
                                      </p:cBhvr>
                                      <p:to>
                                        <p:strVal val="visible"/>
                                      </p:to>
                                    </p:set>
                                    <p:animEffect transition="in" filter="slide(fromBottom)">
                                      <p:cBhvr>
                                        <p:cTn id="7" dur="500"/>
                                        <p:tgtEl>
                                          <p:spTgt spid="8263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826372"/>
                                        </p:tgtEl>
                                        <p:attrNameLst>
                                          <p:attrName>style.visibility</p:attrName>
                                        </p:attrNameLst>
                                      </p:cBhvr>
                                      <p:to>
                                        <p:strVal val="visible"/>
                                      </p:to>
                                    </p:set>
                                    <p:animEffect transition="in" filter="slide(fromBottom)">
                                      <p:cBhvr>
                                        <p:cTn id="12" dur="500"/>
                                        <p:tgtEl>
                                          <p:spTgt spid="8263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826373"/>
                                        </p:tgtEl>
                                        <p:attrNameLst>
                                          <p:attrName>style.visibility</p:attrName>
                                        </p:attrNameLst>
                                      </p:cBhvr>
                                      <p:to>
                                        <p:strVal val="visible"/>
                                      </p:to>
                                    </p:set>
                                    <p:animEffect transition="in" filter="slide(fromBottom)">
                                      <p:cBhvr>
                                        <p:cTn id="17" dur="500"/>
                                        <p:tgtEl>
                                          <p:spTgt spid="82637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826374"/>
                                        </p:tgtEl>
                                        <p:attrNameLst>
                                          <p:attrName>style.visibility</p:attrName>
                                        </p:attrNameLst>
                                      </p:cBhvr>
                                      <p:to>
                                        <p:strVal val="visible"/>
                                      </p:to>
                                    </p:set>
                                    <p:animEffect transition="in" filter="slide(fromBottom)">
                                      <p:cBhvr>
                                        <p:cTn id="22" dur="500"/>
                                        <p:tgtEl>
                                          <p:spTgt spid="82637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826375"/>
                                        </p:tgtEl>
                                        <p:attrNameLst>
                                          <p:attrName>style.visibility</p:attrName>
                                        </p:attrNameLst>
                                      </p:cBhvr>
                                      <p:to>
                                        <p:strVal val="visible"/>
                                      </p:to>
                                    </p:set>
                                    <p:animEffect transition="in" filter="slide(fromBottom)">
                                      <p:cBhvr>
                                        <p:cTn id="27" dur="500"/>
                                        <p:tgtEl>
                                          <p:spTgt spid="82637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826376"/>
                                        </p:tgtEl>
                                        <p:attrNameLst>
                                          <p:attrName>style.visibility</p:attrName>
                                        </p:attrNameLst>
                                      </p:cBhvr>
                                      <p:to>
                                        <p:strVal val="visible"/>
                                      </p:to>
                                    </p:set>
                                    <p:animEffect transition="in" filter="slide(fromBottom)">
                                      <p:cBhvr>
                                        <p:cTn id="32" dur="500"/>
                                        <p:tgtEl>
                                          <p:spTgt spid="826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6371" grpId="0" build="p"/>
      <p:bldP spid="826373" grpId="0"/>
      <p:bldP spid="826374" grpId="0"/>
      <p:bldP spid="826376" grpId="0"/>
    </p:bldLst>
  </p:timing>
  <p:extLst mod="1"/>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50878" y="305002"/>
            <a:ext cx="8820150" cy="609398"/>
          </a:xfrm>
        </p:spPr>
        <p:txBody>
          <a:bodyPr/>
          <a:lstStyle/>
          <a:p>
            <a:r>
              <a:rPr lang="zh-CN" altLang="en-US" dirty="0"/>
              <a:t>§1.2 牛顿——柯特斯求积公式</a:t>
            </a:r>
          </a:p>
        </p:txBody>
      </p:sp>
      <p:sp>
        <p:nvSpPr>
          <p:cNvPr id="4" name="灯片编号占位符 3"/>
          <p:cNvSpPr>
            <a:spLocks noGrp="1"/>
          </p:cNvSpPr>
          <p:nvPr>
            <p:ph type="sldNum" sz="quarter" idx="10"/>
          </p:nvPr>
        </p:nvSpPr>
        <p:spPr/>
        <p:txBody>
          <a:bodyPr/>
          <a:lstStyle/>
          <a:p>
            <a:fld id="{1F5F0EBA-0C75-4BFC-809B-EB51E31A110C}" type="slidenum">
              <a:rPr lang="zh-CN" altLang="en-US" smtClean="0"/>
              <a:pPr/>
              <a:t>16</a:t>
            </a:fld>
            <a:endParaRPr lang="en-US" altLang="zh-CN"/>
          </a:p>
        </p:txBody>
      </p:sp>
      <p:sp>
        <p:nvSpPr>
          <p:cNvPr id="5" name="日期占位符 4"/>
          <p:cNvSpPr>
            <a:spLocks noGrp="1"/>
          </p:cNvSpPr>
          <p:nvPr>
            <p:ph type="dt" sz="half" idx="11"/>
          </p:nvPr>
        </p:nvSpPr>
        <p:spPr/>
        <p:txBody>
          <a:bodyPr/>
          <a:lstStyle/>
          <a:p>
            <a:fld id="{3C8D7209-8540-466F-BFB0-B486ABF0E336}" type="datetime1">
              <a:rPr lang="zh-CN" altLang="en-US" smtClean="0"/>
              <a:pPr/>
              <a:t>2024/11/11</a:t>
            </a:fld>
            <a:endParaRPr lang="en-US" altLang="zh-CN"/>
          </a:p>
        </p:txBody>
      </p:sp>
      <p:graphicFrame>
        <p:nvGraphicFramePr>
          <p:cNvPr id="6" name="对象 5"/>
          <p:cNvGraphicFramePr>
            <a:graphicFrameLocks noChangeAspect="1"/>
          </p:cNvGraphicFramePr>
          <p:nvPr>
            <p:extLst>
              <p:ext uri="{D42A27DB-BD31-4B8C-83A1-F6EECF244321}">
                <p14:modId xmlns:p14="http://schemas.microsoft.com/office/powerpoint/2010/main" val="2444911380"/>
              </p:ext>
            </p:extLst>
          </p:nvPr>
        </p:nvGraphicFramePr>
        <p:xfrm>
          <a:off x="637880" y="1628800"/>
          <a:ext cx="8419576" cy="3156056"/>
        </p:xfrm>
        <a:graphic>
          <a:graphicData uri="http://schemas.openxmlformats.org/presentationml/2006/ole">
            <mc:AlternateContent xmlns:mc="http://schemas.openxmlformats.org/markup-compatibility/2006">
              <mc:Choice xmlns:v="urn:schemas-microsoft-com:vml" Requires="v">
                <p:oleObj spid="_x0000_s884803" name="公式" r:id="rId4" imgW="2984400" imgH="1295280" progId="Equation.3">
                  <p:embed/>
                </p:oleObj>
              </mc:Choice>
              <mc:Fallback>
                <p:oleObj name="公式" r:id="rId4" imgW="2984400" imgH="1295280" progId="Equation.3">
                  <p:embed/>
                  <p:pic>
                    <p:nvPicPr>
                      <p:cNvPr id="0" name="Object 4"/>
                      <p:cNvPicPr>
                        <a:picLocks noChangeAspect="1" noChangeArrowheads="1"/>
                      </p:cNvPicPr>
                      <p:nvPr/>
                    </p:nvPicPr>
                    <p:blipFill>
                      <a:blip r:embed="rId5"/>
                      <a:srcRect/>
                      <a:stretch>
                        <a:fillRect/>
                      </a:stretch>
                    </p:blipFill>
                    <p:spPr bwMode="auto">
                      <a:xfrm>
                        <a:off x="637880" y="1628800"/>
                        <a:ext cx="8419576" cy="3156056"/>
                      </a:xfrm>
                      <a:prstGeom prst="rect">
                        <a:avLst/>
                      </a:prstGeom>
                      <a:noFill/>
                      <a:ln>
                        <a:noFill/>
                      </a:ln>
                      <a:effectLst/>
                    </p:spPr>
                  </p:pic>
                </p:oleObj>
              </mc:Fallback>
            </mc:AlternateContent>
          </a:graphicData>
        </a:graphic>
      </p:graphicFrame>
    </p:spTree>
    <p:custDataLst>
      <p:tags r:id="rId2"/>
    </p:custDataLst>
    <p:extLst>
      <p:ext uri="{BB962C8B-B14F-4D97-AF65-F5344CB8AC3E}">
        <p14:creationId xmlns:p14="http://schemas.microsoft.com/office/powerpoint/2010/main" val="621228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灯片编号占位符 3"/>
          <p:cNvSpPr>
            <a:spLocks noGrp="1"/>
          </p:cNvSpPr>
          <p:nvPr>
            <p:ph type="sldNum" sz="quarter" idx="10"/>
          </p:nvPr>
        </p:nvSpPr>
        <p:spPr/>
        <p:txBody>
          <a:bodyPr/>
          <a:lstStyle/>
          <a:p>
            <a:fld id="{1272648B-6631-4CDE-96E9-12C72B3708AD}" type="slidenum">
              <a:rPr lang="zh-CN" altLang="en-US"/>
              <a:pPr/>
              <a:t>17</a:t>
            </a:fld>
            <a:endParaRPr lang="en-US" altLang="zh-CN"/>
          </a:p>
        </p:txBody>
      </p:sp>
      <p:sp>
        <p:nvSpPr>
          <p:cNvPr id="41" name="日期占位符 4"/>
          <p:cNvSpPr>
            <a:spLocks noGrp="1"/>
          </p:cNvSpPr>
          <p:nvPr>
            <p:ph type="dt" sz="half" idx="11"/>
          </p:nvPr>
        </p:nvSpPr>
        <p:spPr/>
        <p:txBody>
          <a:bodyPr/>
          <a:lstStyle/>
          <a:p>
            <a:fld id="{459B037D-9FEF-4D3D-9319-B6A9686CC1E1}" type="datetime1">
              <a:rPr lang="zh-CN" altLang="en-US"/>
              <a:pPr/>
              <a:t>2024/11/11</a:t>
            </a:fld>
            <a:endParaRPr lang="en-US" altLang="zh-CN"/>
          </a:p>
        </p:txBody>
      </p:sp>
      <p:sp>
        <p:nvSpPr>
          <p:cNvPr id="827394" name="Rectangle 2"/>
          <p:cNvSpPr>
            <a:spLocks noGrp="1" noChangeArrowheads="1"/>
          </p:cNvSpPr>
          <p:nvPr>
            <p:ph type="title"/>
          </p:nvPr>
        </p:nvSpPr>
        <p:spPr/>
        <p:txBody>
          <a:bodyPr/>
          <a:lstStyle/>
          <a:p>
            <a:r>
              <a:rPr lang="zh-CN" altLang="en-US"/>
              <a:t>§1.2 牛顿——柯特斯求积公式</a:t>
            </a:r>
          </a:p>
        </p:txBody>
      </p:sp>
      <p:sp>
        <p:nvSpPr>
          <p:cNvPr id="827395" name="Rectangle 3"/>
          <p:cNvSpPr>
            <a:spLocks noGrp="1" noChangeArrowheads="1"/>
          </p:cNvSpPr>
          <p:nvPr>
            <p:ph type="body" idx="1"/>
          </p:nvPr>
        </p:nvSpPr>
        <p:spPr>
          <a:xfrm>
            <a:off x="650878" y="1514497"/>
            <a:ext cx="8820150" cy="384175"/>
          </a:xfrm>
        </p:spPr>
        <p:txBody>
          <a:bodyPr/>
          <a:lstStyle/>
          <a:p>
            <a:r>
              <a:rPr lang="zh-CN" altLang="en-US" dirty="0"/>
              <a:t>例6.1 用</a:t>
            </a:r>
            <a:r>
              <a:rPr lang="en-US" altLang="zh-CN" dirty="0"/>
              <a:t>n=6</a:t>
            </a:r>
            <a:r>
              <a:rPr lang="zh-CN" altLang="en-US" dirty="0"/>
              <a:t>牛顿—柯特斯公式计算下列定积分值</a:t>
            </a:r>
          </a:p>
        </p:txBody>
      </p:sp>
      <p:graphicFrame>
        <p:nvGraphicFramePr>
          <p:cNvPr id="827396" name="Object 4"/>
          <p:cNvGraphicFramePr>
            <a:graphicFrameLocks noChangeAspect="1"/>
          </p:cNvGraphicFramePr>
          <p:nvPr/>
        </p:nvGraphicFramePr>
        <p:xfrm>
          <a:off x="2819412" y="1743075"/>
          <a:ext cx="1871663" cy="971550"/>
        </p:xfrm>
        <a:graphic>
          <a:graphicData uri="http://schemas.openxmlformats.org/presentationml/2006/ole">
            <mc:AlternateContent xmlns:mc="http://schemas.openxmlformats.org/markup-compatibility/2006">
              <mc:Choice xmlns:v="urn:schemas-microsoft-com:vml" Requires="v">
                <p:oleObj spid="_x0000_s828100" name="Equation" r:id="rId4" imgW="685800" imgH="393480" progId="Equation.3">
                  <p:embed/>
                </p:oleObj>
              </mc:Choice>
              <mc:Fallback>
                <p:oleObj name="Equation" r:id="rId4" imgW="685800" imgH="39348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12" y="1743075"/>
                        <a:ext cx="1871663"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7397" name="Rectangle 5"/>
          <p:cNvSpPr>
            <a:spLocks noChangeArrowheads="1"/>
          </p:cNvSpPr>
          <p:nvPr/>
        </p:nvSpPr>
        <p:spPr bwMode="auto">
          <a:xfrm>
            <a:off x="685800" y="2733697"/>
            <a:ext cx="882015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a:latin typeface="Times New Roman" pitchFamily="18" charset="0"/>
              </a:rPr>
              <a:t>解：</a:t>
            </a:r>
          </a:p>
        </p:txBody>
      </p:sp>
      <p:sp>
        <p:nvSpPr>
          <p:cNvPr id="827398" name="Rectangle 6"/>
          <p:cNvSpPr>
            <a:spLocks noChangeArrowheads="1"/>
          </p:cNvSpPr>
          <p:nvPr/>
        </p:nvSpPr>
        <p:spPr bwMode="auto">
          <a:xfrm>
            <a:off x="1408126" y="2733696"/>
            <a:ext cx="391004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i="0">
                <a:latin typeface="Times New Roman" pitchFamily="18" charset="0"/>
              </a:rPr>
              <a:t>h</a:t>
            </a:r>
            <a:r>
              <a:rPr lang="en-US" altLang="zh-CN" sz="3200">
                <a:latin typeface="Times New Roman" pitchFamily="18" charset="0"/>
              </a:rPr>
              <a:t>=(b-a)</a:t>
            </a:r>
            <a:r>
              <a:rPr lang="en-US" altLang="zh-CN" sz="3200" i="0">
                <a:latin typeface="Times New Roman" pitchFamily="18" charset="0"/>
              </a:rPr>
              <a:t>/</a:t>
            </a:r>
            <a:r>
              <a:rPr lang="en-US" altLang="zh-CN" sz="3200">
                <a:latin typeface="Times New Roman" pitchFamily="18" charset="0"/>
              </a:rPr>
              <a:t>n=</a:t>
            </a:r>
            <a:r>
              <a:rPr lang="en-US" altLang="zh-CN" sz="3200" i="0">
                <a:latin typeface="Times New Roman" pitchFamily="18" charset="0"/>
              </a:rPr>
              <a:t>(1-0)/6=1/6</a:t>
            </a:r>
            <a:endParaRPr lang="zh-CN" altLang="en-US" sz="3200" i="0">
              <a:latin typeface="Times New Roman" pitchFamily="18" charset="0"/>
            </a:endParaRPr>
          </a:p>
        </p:txBody>
      </p:sp>
      <p:sp>
        <p:nvSpPr>
          <p:cNvPr id="827399" name="Rectangle 7"/>
          <p:cNvSpPr>
            <a:spLocks noChangeArrowheads="1"/>
          </p:cNvSpPr>
          <p:nvPr/>
        </p:nvSpPr>
        <p:spPr bwMode="auto">
          <a:xfrm>
            <a:off x="5714998" y="2657496"/>
            <a:ext cx="157126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200" dirty="0">
                <a:latin typeface="Times New Roman" pitchFamily="18" charset="0"/>
              </a:rPr>
              <a:t>x</a:t>
            </a:r>
            <a:r>
              <a:rPr lang="en-US" altLang="zh-CN" sz="3200" i="0" baseline="-25000" dirty="0">
                <a:latin typeface="Times New Roman" pitchFamily="18" charset="0"/>
              </a:rPr>
              <a:t>i</a:t>
            </a:r>
            <a:r>
              <a:rPr lang="en-US" altLang="zh-CN" sz="3200" i="0" dirty="0">
                <a:latin typeface="Times New Roman" pitchFamily="18" charset="0"/>
              </a:rPr>
              <a:t>=0+</a:t>
            </a:r>
            <a:r>
              <a:rPr lang="en-US" altLang="zh-CN" sz="3200" dirty="0">
                <a:latin typeface="Times New Roman" pitchFamily="18" charset="0"/>
              </a:rPr>
              <a:t>i</a:t>
            </a:r>
            <a:r>
              <a:rPr lang="en-US" altLang="zh-CN" sz="3200" i="0" dirty="0">
                <a:latin typeface="Times New Roman" pitchFamily="18" charset="0"/>
              </a:rPr>
              <a:t>/6</a:t>
            </a:r>
            <a:endParaRPr lang="zh-CN" altLang="en-US" sz="3200" i="0" dirty="0">
              <a:latin typeface="Times New Roman" pitchFamily="18" charset="0"/>
            </a:endParaRPr>
          </a:p>
        </p:txBody>
      </p:sp>
      <p:graphicFrame>
        <p:nvGraphicFramePr>
          <p:cNvPr id="827400" name="Object 8"/>
          <p:cNvGraphicFramePr>
            <a:graphicFrameLocks noChangeAspect="1"/>
          </p:cNvGraphicFramePr>
          <p:nvPr/>
        </p:nvGraphicFramePr>
        <p:xfrm>
          <a:off x="1524000" y="3079754"/>
          <a:ext cx="3868738" cy="1065213"/>
        </p:xfrm>
        <a:graphic>
          <a:graphicData uri="http://schemas.openxmlformats.org/presentationml/2006/ole">
            <mc:AlternateContent xmlns:mc="http://schemas.openxmlformats.org/markup-compatibility/2006">
              <mc:Choice xmlns:v="urn:schemas-microsoft-com:vml" Requires="v">
                <p:oleObj spid="_x0000_s828101" name="Equation" r:id="rId6" imgW="1511280" imgH="431640" progId="Equation.3">
                  <p:embed/>
                </p:oleObj>
              </mc:Choice>
              <mc:Fallback>
                <p:oleObj name="Equation" r:id="rId6" imgW="1511280" imgH="43164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0" y="3079754"/>
                        <a:ext cx="3868738" cy="106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7401" name="Object 9"/>
          <p:cNvGraphicFramePr>
            <a:graphicFrameLocks noChangeAspect="1"/>
          </p:cNvGraphicFramePr>
          <p:nvPr>
            <p:extLst>
              <p:ext uri="{D42A27DB-BD31-4B8C-83A1-F6EECF244321}">
                <p14:modId xmlns:p14="http://schemas.microsoft.com/office/powerpoint/2010/main" val="2942863694"/>
              </p:ext>
            </p:extLst>
          </p:nvPr>
        </p:nvGraphicFramePr>
        <p:xfrm>
          <a:off x="685800" y="4005074"/>
          <a:ext cx="990600" cy="896937"/>
        </p:xfrm>
        <a:graphic>
          <a:graphicData uri="http://schemas.openxmlformats.org/presentationml/2006/ole">
            <mc:AlternateContent xmlns:mc="http://schemas.openxmlformats.org/markup-compatibility/2006">
              <mc:Choice xmlns:v="urn:schemas-microsoft-com:vml" Requires="v">
                <p:oleObj spid="_x0000_s828102" name="Equation" r:id="rId8" imgW="419040" imgH="393480" progId="Equation.3">
                  <p:embed/>
                </p:oleObj>
              </mc:Choice>
              <mc:Fallback>
                <p:oleObj name="Equation" r:id="rId8" imgW="419040" imgH="39348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5800" y="4005074"/>
                        <a:ext cx="990600" cy="896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7402" name="Object 10"/>
          <p:cNvGraphicFramePr>
            <a:graphicFrameLocks noChangeAspect="1"/>
          </p:cNvGraphicFramePr>
          <p:nvPr>
            <p:extLst>
              <p:ext uri="{D42A27DB-BD31-4B8C-83A1-F6EECF244321}">
                <p14:modId xmlns:p14="http://schemas.microsoft.com/office/powerpoint/2010/main" val="850759093"/>
              </p:ext>
            </p:extLst>
          </p:nvPr>
        </p:nvGraphicFramePr>
        <p:xfrm>
          <a:off x="1784649" y="4005074"/>
          <a:ext cx="1892120" cy="1152127"/>
        </p:xfrm>
        <a:graphic>
          <a:graphicData uri="http://schemas.openxmlformats.org/presentationml/2006/ole">
            <mc:AlternateContent xmlns:mc="http://schemas.openxmlformats.org/markup-compatibility/2006">
              <mc:Choice xmlns:v="urn:schemas-microsoft-com:vml" Requires="v">
                <p:oleObj spid="_x0000_s828103" name="公式" r:id="rId10" imgW="965160" imgH="609480" progId="Equation.3">
                  <p:embed/>
                </p:oleObj>
              </mc:Choice>
              <mc:Fallback>
                <p:oleObj name="公式" r:id="rId10" imgW="965160" imgH="609480" progId="Equation.3">
                  <p:embed/>
                  <p:pic>
                    <p:nvPicPr>
                      <p:cNvPr id="0" name="Object 10"/>
                      <p:cNvPicPr>
                        <a:picLocks noChangeAspect="1" noChangeArrowheads="1"/>
                      </p:cNvPicPr>
                      <p:nvPr/>
                    </p:nvPicPr>
                    <p:blipFill>
                      <a:blip r:embed="rId11"/>
                      <a:srcRect/>
                      <a:stretch>
                        <a:fillRect/>
                      </a:stretch>
                    </p:blipFill>
                    <p:spPr bwMode="auto">
                      <a:xfrm>
                        <a:off x="1784649" y="4005074"/>
                        <a:ext cx="1892120" cy="1152127"/>
                      </a:xfrm>
                      <a:prstGeom prst="rect">
                        <a:avLst/>
                      </a:prstGeom>
                      <a:noFill/>
                      <a:ln>
                        <a:noFill/>
                      </a:ln>
                      <a:effectLst/>
                      <a:extLst/>
                    </p:spPr>
                  </p:pic>
                </p:oleObj>
              </mc:Fallback>
            </mc:AlternateContent>
          </a:graphicData>
        </a:graphic>
      </p:graphicFrame>
      <p:graphicFrame>
        <p:nvGraphicFramePr>
          <p:cNvPr id="827403" name="Object 11"/>
          <p:cNvGraphicFramePr>
            <a:graphicFrameLocks noChangeAspect="1"/>
          </p:cNvGraphicFramePr>
          <p:nvPr>
            <p:extLst>
              <p:ext uri="{D42A27DB-BD31-4B8C-83A1-F6EECF244321}">
                <p14:modId xmlns:p14="http://schemas.microsoft.com/office/powerpoint/2010/main" val="708444684"/>
              </p:ext>
            </p:extLst>
          </p:nvPr>
        </p:nvGraphicFramePr>
        <p:xfrm>
          <a:off x="3800877" y="4077072"/>
          <a:ext cx="2075234" cy="1156580"/>
        </p:xfrm>
        <a:graphic>
          <a:graphicData uri="http://schemas.openxmlformats.org/presentationml/2006/ole">
            <mc:AlternateContent xmlns:mc="http://schemas.openxmlformats.org/markup-compatibility/2006">
              <mc:Choice xmlns:v="urn:schemas-microsoft-com:vml" Requires="v">
                <p:oleObj spid="_x0000_s828104" name="公式" r:id="rId12" imgW="1054080" imgH="609480" progId="Equation.3">
                  <p:embed/>
                </p:oleObj>
              </mc:Choice>
              <mc:Fallback>
                <p:oleObj name="公式" r:id="rId12" imgW="1054080" imgH="609480" progId="Equation.3">
                  <p:embed/>
                  <p:pic>
                    <p:nvPicPr>
                      <p:cNvPr id="0" name="Object 11"/>
                      <p:cNvPicPr>
                        <a:picLocks noChangeAspect="1" noChangeArrowheads="1"/>
                      </p:cNvPicPr>
                      <p:nvPr/>
                    </p:nvPicPr>
                    <p:blipFill>
                      <a:blip r:embed="rId13"/>
                      <a:srcRect/>
                      <a:stretch>
                        <a:fillRect/>
                      </a:stretch>
                    </p:blipFill>
                    <p:spPr bwMode="auto">
                      <a:xfrm>
                        <a:off x="3800877" y="4077072"/>
                        <a:ext cx="2075234" cy="1156580"/>
                      </a:xfrm>
                      <a:prstGeom prst="rect">
                        <a:avLst/>
                      </a:prstGeom>
                      <a:noFill/>
                      <a:ln>
                        <a:noFill/>
                      </a:ln>
                      <a:effectLst/>
                      <a:extLst/>
                    </p:spPr>
                  </p:pic>
                </p:oleObj>
              </mc:Fallback>
            </mc:AlternateContent>
          </a:graphicData>
        </a:graphic>
      </p:graphicFrame>
      <p:graphicFrame>
        <p:nvGraphicFramePr>
          <p:cNvPr id="827404" name="Object 12"/>
          <p:cNvGraphicFramePr>
            <a:graphicFrameLocks noChangeAspect="1"/>
          </p:cNvGraphicFramePr>
          <p:nvPr>
            <p:extLst>
              <p:ext uri="{D42A27DB-BD31-4B8C-83A1-F6EECF244321}">
                <p14:modId xmlns:p14="http://schemas.microsoft.com/office/powerpoint/2010/main" val="2029713881"/>
              </p:ext>
            </p:extLst>
          </p:nvPr>
        </p:nvGraphicFramePr>
        <p:xfrm>
          <a:off x="5817097" y="4005064"/>
          <a:ext cx="2016224" cy="1254770"/>
        </p:xfrm>
        <a:graphic>
          <a:graphicData uri="http://schemas.openxmlformats.org/presentationml/2006/ole">
            <mc:AlternateContent xmlns:mc="http://schemas.openxmlformats.org/markup-compatibility/2006">
              <mc:Choice xmlns:v="urn:schemas-microsoft-com:vml" Requires="v">
                <p:oleObj spid="_x0000_s828105" name="公式" r:id="rId14" imgW="1041120" imgH="609480" progId="Equation.3">
                  <p:embed/>
                </p:oleObj>
              </mc:Choice>
              <mc:Fallback>
                <p:oleObj name="公式" r:id="rId14" imgW="1041120" imgH="609480" progId="Equation.3">
                  <p:embed/>
                  <p:pic>
                    <p:nvPicPr>
                      <p:cNvPr id="0" name="Object 12"/>
                      <p:cNvPicPr>
                        <a:picLocks noChangeAspect="1" noChangeArrowheads="1"/>
                      </p:cNvPicPr>
                      <p:nvPr/>
                    </p:nvPicPr>
                    <p:blipFill>
                      <a:blip r:embed="rId15"/>
                      <a:srcRect/>
                      <a:stretch>
                        <a:fillRect/>
                      </a:stretch>
                    </p:blipFill>
                    <p:spPr bwMode="auto">
                      <a:xfrm>
                        <a:off x="5817097" y="4005064"/>
                        <a:ext cx="2016224" cy="1254770"/>
                      </a:xfrm>
                      <a:prstGeom prst="rect">
                        <a:avLst/>
                      </a:prstGeom>
                      <a:noFill/>
                      <a:ln>
                        <a:noFill/>
                      </a:ln>
                      <a:effectLst/>
                      <a:extLst/>
                    </p:spPr>
                  </p:pic>
                </p:oleObj>
              </mc:Fallback>
            </mc:AlternateContent>
          </a:graphicData>
        </a:graphic>
      </p:graphicFrame>
      <p:graphicFrame>
        <p:nvGraphicFramePr>
          <p:cNvPr id="827405" name="Object 13"/>
          <p:cNvGraphicFramePr>
            <a:graphicFrameLocks noChangeAspect="1"/>
          </p:cNvGraphicFramePr>
          <p:nvPr>
            <p:extLst>
              <p:ext uri="{D42A27DB-BD31-4B8C-83A1-F6EECF244321}">
                <p14:modId xmlns:p14="http://schemas.microsoft.com/office/powerpoint/2010/main" val="947379805"/>
              </p:ext>
            </p:extLst>
          </p:nvPr>
        </p:nvGraphicFramePr>
        <p:xfrm>
          <a:off x="7761318" y="4077072"/>
          <a:ext cx="2028567" cy="1131292"/>
        </p:xfrm>
        <a:graphic>
          <a:graphicData uri="http://schemas.openxmlformats.org/presentationml/2006/ole">
            <mc:AlternateContent xmlns:mc="http://schemas.openxmlformats.org/markup-compatibility/2006">
              <mc:Choice xmlns:v="urn:schemas-microsoft-com:vml" Requires="v">
                <p:oleObj spid="_x0000_s828106" name="公式" r:id="rId16" imgW="1054080" imgH="609480" progId="Equation.3">
                  <p:embed/>
                </p:oleObj>
              </mc:Choice>
              <mc:Fallback>
                <p:oleObj name="公式" r:id="rId16" imgW="1054080" imgH="609480" progId="Equation.3">
                  <p:embed/>
                  <p:pic>
                    <p:nvPicPr>
                      <p:cNvPr id="0" name="Object 13"/>
                      <p:cNvPicPr>
                        <a:picLocks noChangeAspect="1" noChangeArrowheads="1"/>
                      </p:cNvPicPr>
                      <p:nvPr/>
                    </p:nvPicPr>
                    <p:blipFill>
                      <a:blip r:embed="rId17"/>
                      <a:srcRect/>
                      <a:stretch>
                        <a:fillRect/>
                      </a:stretch>
                    </p:blipFill>
                    <p:spPr bwMode="auto">
                      <a:xfrm>
                        <a:off x="7761318" y="4077072"/>
                        <a:ext cx="2028567" cy="1131292"/>
                      </a:xfrm>
                      <a:prstGeom prst="rect">
                        <a:avLst/>
                      </a:prstGeom>
                      <a:noFill/>
                      <a:ln>
                        <a:noFill/>
                      </a:ln>
                      <a:effectLst/>
                      <a:extLst/>
                    </p:spPr>
                  </p:pic>
                </p:oleObj>
              </mc:Fallback>
            </mc:AlternateContent>
          </a:graphicData>
        </a:graphic>
      </p:graphicFrame>
      <p:graphicFrame>
        <p:nvGraphicFramePr>
          <p:cNvPr id="827406" name="Object 14"/>
          <p:cNvGraphicFramePr>
            <a:graphicFrameLocks noChangeAspect="1"/>
          </p:cNvGraphicFramePr>
          <p:nvPr>
            <p:extLst>
              <p:ext uri="{D42A27DB-BD31-4B8C-83A1-F6EECF244321}">
                <p14:modId xmlns:p14="http://schemas.microsoft.com/office/powerpoint/2010/main" val="924054615"/>
              </p:ext>
            </p:extLst>
          </p:nvPr>
        </p:nvGraphicFramePr>
        <p:xfrm>
          <a:off x="1404943" y="5016500"/>
          <a:ext cx="2281237" cy="1390650"/>
        </p:xfrm>
        <a:graphic>
          <a:graphicData uri="http://schemas.openxmlformats.org/presentationml/2006/ole">
            <mc:AlternateContent xmlns:mc="http://schemas.openxmlformats.org/markup-compatibility/2006">
              <mc:Choice xmlns:v="urn:schemas-microsoft-com:vml" Requires="v">
                <p:oleObj spid="_x0000_s828107" name="公式" r:id="rId18" imgW="965160" imgH="609480" progId="Equation.3">
                  <p:embed/>
                </p:oleObj>
              </mc:Choice>
              <mc:Fallback>
                <p:oleObj name="公式" r:id="rId18" imgW="965160" imgH="609480" progId="Equation.3">
                  <p:embed/>
                  <p:pic>
                    <p:nvPicPr>
                      <p:cNvPr id="0" name="Object 14"/>
                      <p:cNvPicPr>
                        <a:picLocks noChangeAspect="1" noChangeArrowheads="1"/>
                      </p:cNvPicPr>
                      <p:nvPr/>
                    </p:nvPicPr>
                    <p:blipFill>
                      <a:blip r:embed="rId19"/>
                      <a:srcRect/>
                      <a:stretch>
                        <a:fillRect/>
                      </a:stretch>
                    </p:blipFill>
                    <p:spPr bwMode="auto">
                      <a:xfrm>
                        <a:off x="1404943" y="5016500"/>
                        <a:ext cx="2281237" cy="1390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7407" name="Object 15"/>
          <p:cNvGraphicFramePr>
            <a:graphicFrameLocks noChangeAspect="1"/>
          </p:cNvGraphicFramePr>
          <p:nvPr>
            <p:extLst>
              <p:ext uri="{D42A27DB-BD31-4B8C-83A1-F6EECF244321}">
                <p14:modId xmlns:p14="http://schemas.microsoft.com/office/powerpoint/2010/main" val="3541083970"/>
              </p:ext>
            </p:extLst>
          </p:nvPr>
        </p:nvGraphicFramePr>
        <p:xfrm>
          <a:off x="3645920" y="5085194"/>
          <a:ext cx="2069083" cy="1153151"/>
        </p:xfrm>
        <a:graphic>
          <a:graphicData uri="http://schemas.openxmlformats.org/presentationml/2006/ole">
            <mc:AlternateContent xmlns:mc="http://schemas.openxmlformats.org/markup-compatibility/2006">
              <mc:Choice xmlns:v="urn:schemas-microsoft-com:vml" Requires="v">
                <p:oleObj spid="_x0000_s828108" name="公式" r:id="rId20" imgW="1054080" imgH="609480" progId="Equation.3">
                  <p:embed/>
                </p:oleObj>
              </mc:Choice>
              <mc:Fallback>
                <p:oleObj name="公式" r:id="rId20" imgW="1054080" imgH="609480" progId="Equation.3">
                  <p:embed/>
                  <p:pic>
                    <p:nvPicPr>
                      <p:cNvPr id="0" name="Object 15"/>
                      <p:cNvPicPr>
                        <a:picLocks noChangeAspect="1" noChangeArrowheads="1"/>
                      </p:cNvPicPr>
                      <p:nvPr/>
                    </p:nvPicPr>
                    <p:blipFill>
                      <a:blip r:embed="rId21"/>
                      <a:srcRect/>
                      <a:stretch>
                        <a:fillRect/>
                      </a:stretch>
                    </p:blipFill>
                    <p:spPr bwMode="auto">
                      <a:xfrm>
                        <a:off x="3645920" y="5085194"/>
                        <a:ext cx="2069083" cy="1153151"/>
                      </a:xfrm>
                      <a:prstGeom prst="rect">
                        <a:avLst/>
                      </a:prstGeom>
                      <a:noFill/>
                      <a:ln>
                        <a:noFill/>
                      </a:ln>
                      <a:effectLst/>
                      <a:extLst/>
                    </p:spPr>
                  </p:pic>
                </p:oleObj>
              </mc:Fallback>
            </mc:AlternateContent>
          </a:graphicData>
        </a:graphic>
      </p:graphicFrame>
      <p:sp>
        <p:nvSpPr>
          <p:cNvPr id="827408" name="Rectangle 16"/>
          <p:cNvSpPr>
            <a:spLocks noChangeArrowheads="1"/>
          </p:cNvSpPr>
          <p:nvPr/>
        </p:nvSpPr>
        <p:spPr bwMode="auto">
          <a:xfrm>
            <a:off x="1431430" y="6162696"/>
            <a:ext cx="15472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i="0">
                <a:latin typeface="Times New Roman" pitchFamily="18" charset="0"/>
              </a:rPr>
              <a:t>=0.6933</a:t>
            </a:r>
            <a:endParaRPr lang="zh-CN" altLang="en-US" sz="3200" i="0">
              <a:latin typeface="Times New Roman" pitchFamily="18" charset="0"/>
            </a:endParaRPr>
          </a:p>
        </p:txBody>
      </p:sp>
      <p:graphicFrame>
        <p:nvGraphicFramePr>
          <p:cNvPr id="827478" name="Group 86"/>
          <p:cNvGraphicFramePr>
            <a:graphicFrameLocks noGrp="1"/>
          </p:cNvGraphicFramePr>
          <p:nvPr/>
        </p:nvGraphicFramePr>
        <p:xfrm>
          <a:off x="560389" y="333375"/>
          <a:ext cx="9109076" cy="996950"/>
        </p:xfrm>
        <a:graphic>
          <a:graphicData uri="http://schemas.openxmlformats.org/drawingml/2006/table">
            <a:tbl>
              <a:tblPr/>
              <a:tblGrid>
                <a:gridCol w="1033462">
                  <a:extLst>
                    <a:ext uri="{9D8B030D-6E8A-4147-A177-3AD203B41FA5}">
                      <a16:colId xmlns="" xmlns:a16="http://schemas.microsoft.com/office/drawing/2014/main" val="20000"/>
                    </a:ext>
                  </a:extLst>
                </a:gridCol>
                <a:gridCol w="1244601">
                  <a:extLst>
                    <a:ext uri="{9D8B030D-6E8A-4147-A177-3AD203B41FA5}">
                      <a16:colId xmlns="" xmlns:a16="http://schemas.microsoft.com/office/drawing/2014/main" val="20001"/>
                    </a:ext>
                  </a:extLst>
                </a:gridCol>
                <a:gridCol w="1138238">
                  <a:extLst>
                    <a:ext uri="{9D8B030D-6E8A-4147-A177-3AD203B41FA5}">
                      <a16:colId xmlns="" xmlns:a16="http://schemas.microsoft.com/office/drawing/2014/main" val="20002"/>
                    </a:ext>
                  </a:extLst>
                </a:gridCol>
                <a:gridCol w="1139825">
                  <a:extLst>
                    <a:ext uri="{9D8B030D-6E8A-4147-A177-3AD203B41FA5}">
                      <a16:colId xmlns="" xmlns:a16="http://schemas.microsoft.com/office/drawing/2014/main" val="20003"/>
                    </a:ext>
                  </a:extLst>
                </a:gridCol>
                <a:gridCol w="1136650">
                  <a:extLst>
                    <a:ext uri="{9D8B030D-6E8A-4147-A177-3AD203B41FA5}">
                      <a16:colId xmlns="" xmlns:a16="http://schemas.microsoft.com/office/drawing/2014/main" val="20004"/>
                    </a:ext>
                  </a:extLst>
                </a:gridCol>
                <a:gridCol w="1139825">
                  <a:extLst>
                    <a:ext uri="{9D8B030D-6E8A-4147-A177-3AD203B41FA5}">
                      <a16:colId xmlns="" xmlns:a16="http://schemas.microsoft.com/office/drawing/2014/main" val="20005"/>
                    </a:ext>
                  </a:extLst>
                </a:gridCol>
                <a:gridCol w="1138237">
                  <a:extLst>
                    <a:ext uri="{9D8B030D-6E8A-4147-A177-3AD203B41FA5}">
                      <a16:colId xmlns="" xmlns:a16="http://schemas.microsoft.com/office/drawing/2014/main" val="20006"/>
                    </a:ext>
                  </a:extLst>
                </a:gridCol>
                <a:gridCol w="1138238">
                  <a:extLst>
                    <a:ext uri="{9D8B030D-6E8A-4147-A177-3AD203B41FA5}">
                      <a16:colId xmlns="" xmlns:a16="http://schemas.microsoft.com/office/drawing/2014/main" val="20007"/>
                    </a:ext>
                  </a:extLst>
                </a:gridCol>
              </a:tblGrid>
              <a:tr h="498475">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a:ln>
                            <a:noFill/>
                          </a:ln>
                          <a:solidFill>
                            <a:schemeClr val="tx1"/>
                          </a:solidFill>
                          <a:effectLst/>
                          <a:latin typeface="Times New Roman" pitchFamily="18" charset="0"/>
                          <a:ea typeface="黑体" pitchFamily="2" charset="-122"/>
                        </a:rPr>
                        <a:t>n</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99CCFF"/>
                        </a:gs>
                        <a:gs pos="100000">
                          <a:srgbClr val="99CCFF">
                            <a:gamma/>
                            <a:tint val="0"/>
                            <a:invGamma/>
                          </a:srgbClr>
                        </a:gs>
                      </a:gsLst>
                      <a:lin ang="5400000" scaled="1"/>
                    </a:gradFill>
                  </a:tcPr>
                </a:tc>
                <a:tc gridSpan="7">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a:ln>
                            <a:noFill/>
                          </a:ln>
                          <a:solidFill>
                            <a:schemeClr val="tx1"/>
                          </a:solidFill>
                          <a:effectLst/>
                          <a:latin typeface="Times New Roman" pitchFamily="18" charset="0"/>
                          <a:ea typeface="黑体" pitchFamily="2" charset="-122"/>
                        </a:rPr>
                        <a:t>C</a:t>
                      </a:r>
                      <a:r>
                        <a:rPr kumimoji="0" lang="en-US" altLang="zh-CN" sz="3200" b="1" i="1" u="none" strike="noStrike" cap="none" normalizeH="0" baseline="-25000">
                          <a:ln>
                            <a:noFill/>
                          </a:ln>
                          <a:solidFill>
                            <a:schemeClr val="tx1"/>
                          </a:solidFill>
                          <a:effectLst/>
                          <a:latin typeface="Times New Roman" pitchFamily="18" charset="0"/>
                          <a:ea typeface="黑体" pitchFamily="2" charset="-122"/>
                        </a:rPr>
                        <a:t>k</a:t>
                      </a:r>
                      <a:r>
                        <a:rPr kumimoji="0" lang="en-US" altLang="zh-CN" sz="3200" b="1" i="0" u="none" strike="noStrike" cap="none" normalizeH="0" baseline="30000">
                          <a:ln>
                            <a:noFill/>
                          </a:ln>
                          <a:solidFill>
                            <a:schemeClr val="tx1"/>
                          </a:solidFill>
                          <a:effectLst/>
                          <a:latin typeface="Times New Roman" pitchFamily="18" charset="0"/>
                          <a:ea typeface="黑体" pitchFamily="2" charset="-122"/>
                        </a:rPr>
                        <a:t>(</a:t>
                      </a:r>
                      <a:r>
                        <a:rPr kumimoji="0" lang="en-US" altLang="zh-CN" sz="3200" b="1" i="1" u="none" strike="noStrike" cap="none" normalizeH="0" baseline="30000">
                          <a:ln>
                            <a:noFill/>
                          </a:ln>
                          <a:solidFill>
                            <a:schemeClr val="tx1"/>
                          </a:solidFill>
                          <a:effectLst/>
                          <a:latin typeface="Times New Roman" pitchFamily="18" charset="0"/>
                          <a:ea typeface="黑体" pitchFamily="2" charset="-122"/>
                        </a:rPr>
                        <a:t>n</a:t>
                      </a:r>
                      <a:r>
                        <a:rPr kumimoji="0" lang="en-US" altLang="zh-CN" sz="3200" b="1" i="0" u="none" strike="noStrike" cap="none" normalizeH="0" baseline="30000">
                          <a:ln>
                            <a:noFill/>
                          </a:ln>
                          <a:solidFill>
                            <a:schemeClr val="tx1"/>
                          </a:solidFill>
                          <a:effectLst/>
                          <a:latin typeface="Times New Roman" pitchFamily="18" charset="0"/>
                          <a:ea typeface="黑体" pitchFamily="2" charset="-122"/>
                        </a:rPr>
                        <a:t>)</a:t>
                      </a:r>
                      <a:endParaRPr kumimoji="0" lang="en-US" altLang="zh-CN" sz="32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99CCFF"/>
                        </a:gs>
                        <a:gs pos="100000">
                          <a:srgbClr val="99CCFF">
                            <a:gamma/>
                            <a:tint val="0"/>
                            <a:invGamma/>
                          </a:srgbClr>
                        </a:gs>
                      </a:gsLst>
                      <a:lin ang="5400000" scaled="1"/>
                    </a:gra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0"/>
                  </a:ext>
                </a:extLst>
              </a:tr>
              <a:tr h="498475">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1"/>
                          </a:solidFill>
                          <a:effectLst/>
                          <a:latin typeface="Times New Roman" pitchFamily="18" charset="0"/>
                          <a:ea typeface="黑体" pitchFamily="2" charset="-122"/>
                        </a:rPr>
                        <a:t>6</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99CCFF"/>
                        </a:gs>
                        <a:gs pos="100000">
                          <a:srgbClr val="99CCFF">
                            <a:gamma/>
                            <a:tint val="0"/>
                            <a:invGamma/>
                          </a:srgbClr>
                        </a:gs>
                      </a:gsLst>
                      <a:lin ang="5400000" scaled="1"/>
                    </a:grad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2"/>
                          </a:solidFill>
                          <a:effectLst/>
                          <a:latin typeface="Times New Roman" pitchFamily="18" charset="0"/>
                          <a:ea typeface="黑体" pitchFamily="2" charset="-122"/>
                        </a:rPr>
                        <a:t>41/840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99CCFF"/>
                        </a:gs>
                        <a:gs pos="100000">
                          <a:srgbClr val="99CCFF">
                            <a:gamma/>
                            <a:tint val="0"/>
                            <a:invGamma/>
                          </a:srgbClr>
                        </a:gs>
                      </a:gsLst>
                      <a:lin ang="5400000" scaled="1"/>
                    </a:grad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rgbClr val="B2329D"/>
                          </a:solidFill>
                          <a:effectLst/>
                          <a:latin typeface="Times New Roman" pitchFamily="18" charset="0"/>
                          <a:ea typeface="黑体" pitchFamily="2" charset="-122"/>
                        </a:rPr>
                        <a:t>9/35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99CCFF"/>
                        </a:gs>
                        <a:gs pos="100000">
                          <a:srgbClr val="99CCFF">
                            <a:gamma/>
                            <a:tint val="0"/>
                            <a:invGamma/>
                          </a:srgbClr>
                        </a:gs>
                      </a:gsLst>
                      <a:lin ang="5400000" scaled="1"/>
                    </a:grad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hlink"/>
                          </a:solidFill>
                          <a:effectLst/>
                          <a:latin typeface="Times New Roman" pitchFamily="18" charset="0"/>
                          <a:ea typeface="黑体" pitchFamily="2" charset="-122"/>
                        </a:rPr>
                        <a:t>9/280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99CCFF"/>
                        </a:gs>
                        <a:gs pos="100000">
                          <a:srgbClr val="99CCFF">
                            <a:gamma/>
                            <a:tint val="0"/>
                            <a:invGamma/>
                          </a:srgbClr>
                        </a:gs>
                      </a:gsLst>
                      <a:lin ang="5400000" scaled="1"/>
                    </a:grad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1"/>
                          </a:solidFill>
                          <a:effectLst/>
                          <a:latin typeface="Times New Roman" pitchFamily="18" charset="0"/>
                          <a:ea typeface="黑体" pitchFamily="2" charset="-122"/>
                        </a:rPr>
                        <a:t>34/105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99CCFF"/>
                        </a:gs>
                        <a:gs pos="100000">
                          <a:srgbClr val="99CCFF">
                            <a:gamma/>
                            <a:tint val="0"/>
                            <a:invGamma/>
                          </a:srgbClr>
                        </a:gs>
                      </a:gsLst>
                      <a:lin ang="5400000" scaled="1"/>
                    </a:grad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hlink"/>
                          </a:solidFill>
                          <a:effectLst/>
                          <a:latin typeface="Times New Roman" pitchFamily="18" charset="0"/>
                          <a:ea typeface="黑体" pitchFamily="2" charset="-122"/>
                        </a:rPr>
                        <a:t>9/280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99CCFF"/>
                        </a:gs>
                        <a:gs pos="100000">
                          <a:srgbClr val="99CCFF">
                            <a:gamma/>
                            <a:tint val="0"/>
                            <a:invGamma/>
                          </a:srgbClr>
                        </a:gs>
                      </a:gsLst>
                      <a:lin ang="5400000" scaled="1"/>
                    </a:grad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rgbClr val="B2329D"/>
                          </a:solidFill>
                          <a:effectLst/>
                          <a:latin typeface="Times New Roman" pitchFamily="18" charset="0"/>
                          <a:ea typeface="黑体" pitchFamily="2" charset="-122"/>
                        </a:rPr>
                        <a:t>9/35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99CCFF"/>
                        </a:gs>
                        <a:gs pos="100000">
                          <a:srgbClr val="99CCFF">
                            <a:gamma/>
                            <a:tint val="0"/>
                            <a:invGamma/>
                          </a:srgbClr>
                        </a:gs>
                      </a:gsLst>
                      <a:lin ang="5400000" scaled="1"/>
                    </a:grad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2"/>
                          </a:solidFill>
                          <a:effectLst/>
                          <a:latin typeface="Times New Roman" pitchFamily="18" charset="0"/>
                          <a:ea typeface="黑体" pitchFamily="2" charset="-122"/>
                        </a:rPr>
                        <a:t>41/840</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99CCFF"/>
                        </a:gs>
                        <a:gs pos="100000">
                          <a:srgbClr val="99CCFF">
                            <a:gamma/>
                            <a:tint val="0"/>
                            <a:invGamma/>
                          </a:srgbClr>
                        </a:gs>
                      </a:gsLst>
                      <a:lin ang="5400000" scaled="1"/>
                    </a:gradFill>
                  </a:tcPr>
                </a:tc>
                <a:extLst>
                  <a:ext uri="{0D108BD9-81ED-4DB2-BD59-A6C34878D82A}">
                    <a16:rowId xmlns="" xmlns:a16="http://schemas.microsoft.com/office/drawing/2014/main" val="10001"/>
                  </a:ext>
                </a:extLst>
              </a:tr>
            </a:tbl>
          </a:graphicData>
        </a:graphic>
      </p:graphicFrame>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27396"/>
                                        </p:tgtEl>
                                        <p:attrNameLst>
                                          <p:attrName>style.visibility</p:attrName>
                                        </p:attrNameLst>
                                      </p:cBhvr>
                                      <p:to>
                                        <p:strVal val="visible"/>
                                      </p:to>
                                    </p:set>
                                    <p:animEffect transition="in" filter="dissolve">
                                      <p:cBhvr>
                                        <p:cTn id="7" dur="500"/>
                                        <p:tgtEl>
                                          <p:spTgt spid="8273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27397"/>
                                        </p:tgtEl>
                                        <p:attrNameLst>
                                          <p:attrName>style.visibility</p:attrName>
                                        </p:attrNameLst>
                                      </p:cBhvr>
                                      <p:to>
                                        <p:strVal val="visible"/>
                                      </p:to>
                                    </p:set>
                                    <p:animEffect transition="in" filter="dissolve">
                                      <p:cBhvr>
                                        <p:cTn id="12" dur="500"/>
                                        <p:tgtEl>
                                          <p:spTgt spid="8273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27398"/>
                                        </p:tgtEl>
                                        <p:attrNameLst>
                                          <p:attrName>style.visibility</p:attrName>
                                        </p:attrNameLst>
                                      </p:cBhvr>
                                      <p:to>
                                        <p:strVal val="visible"/>
                                      </p:to>
                                    </p:set>
                                    <p:animEffect transition="in" filter="dissolve">
                                      <p:cBhvr>
                                        <p:cTn id="17" dur="500"/>
                                        <p:tgtEl>
                                          <p:spTgt spid="8273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27399"/>
                                        </p:tgtEl>
                                        <p:attrNameLst>
                                          <p:attrName>style.visibility</p:attrName>
                                        </p:attrNameLst>
                                      </p:cBhvr>
                                      <p:to>
                                        <p:strVal val="visible"/>
                                      </p:to>
                                    </p:set>
                                    <p:animEffect transition="in" filter="dissolve">
                                      <p:cBhvr>
                                        <p:cTn id="22" dur="500"/>
                                        <p:tgtEl>
                                          <p:spTgt spid="82739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827400"/>
                                        </p:tgtEl>
                                        <p:attrNameLst>
                                          <p:attrName>style.visibility</p:attrName>
                                        </p:attrNameLst>
                                      </p:cBhvr>
                                      <p:to>
                                        <p:strVal val="visible"/>
                                      </p:to>
                                    </p:set>
                                    <p:animEffect transition="in" filter="dissolve">
                                      <p:cBhvr>
                                        <p:cTn id="27" dur="500"/>
                                        <p:tgtEl>
                                          <p:spTgt spid="82740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827401"/>
                                        </p:tgtEl>
                                        <p:attrNameLst>
                                          <p:attrName>style.visibility</p:attrName>
                                        </p:attrNameLst>
                                      </p:cBhvr>
                                      <p:to>
                                        <p:strVal val="visible"/>
                                      </p:to>
                                    </p:set>
                                    <p:animEffect transition="in" filter="dissolve">
                                      <p:cBhvr>
                                        <p:cTn id="32" dur="500"/>
                                        <p:tgtEl>
                                          <p:spTgt spid="82740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827402"/>
                                        </p:tgtEl>
                                        <p:attrNameLst>
                                          <p:attrName>style.visibility</p:attrName>
                                        </p:attrNameLst>
                                      </p:cBhvr>
                                      <p:to>
                                        <p:strVal val="visible"/>
                                      </p:to>
                                    </p:set>
                                    <p:animEffect transition="in" filter="dissolve">
                                      <p:cBhvr>
                                        <p:cTn id="37" dur="500"/>
                                        <p:tgtEl>
                                          <p:spTgt spid="82740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827403"/>
                                        </p:tgtEl>
                                        <p:attrNameLst>
                                          <p:attrName>style.visibility</p:attrName>
                                        </p:attrNameLst>
                                      </p:cBhvr>
                                      <p:to>
                                        <p:strVal val="visible"/>
                                      </p:to>
                                    </p:set>
                                    <p:animEffect transition="in" filter="dissolve">
                                      <p:cBhvr>
                                        <p:cTn id="42" dur="500"/>
                                        <p:tgtEl>
                                          <p:spTgt spid="82740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827404"/>
                                        </p:tgtEl>
                                        <p:attrNameLst>
                                          <p:attrName>style.visibility</p:attrName>
                                        </p:attrNameLst>
                                      </p:cBhvr>
                                      <p:to>
                                        <p:strVal val="visible"/>
                                      </p:to>
                                    </p:set>
                                    <p:animEffect transition="in" filter="dissolve">
                                      <p:cBhvr>
                                        <p:cTn id="47" dur="500"/>
                                        <p:tgtEl>
                                          <p:spTgt spid="82740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827405"/>
                                        </p:tgtEl>
                                        <p:attrNameLst>
                                          <p:attrName>style.visibility</p:attrName>
                                        </p:attrNameLst>
                                      </p:cBhvr>
                                      <p:to>
                                        <p:strVal val="visible"/>
                                      </p:to>
                                    </p:set>
                                    <p:animEffect transition="in" filter="dissolve">
                                      <p:cBhvr>
                                        <p:cTn id="52" dur="500"/>
                                        <p:tgtEl>
                                          <p:spTgt spid="82740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827406"/>
                                        </p:tgtEl>
                                        <p:attrNameLst>
                                          <p:attrName>style.visibility</p:attrName>
                                        </p:attrNameLst>
                                      </p:cBhvr>
                                      <p:to>
                                        <p:strVal val="visible"/>
                                      </p:to>
                                    </p:set>
                                    <p:animEffect transition="in" filter="dissolve">
                                      <p:cBhvr>
                                        <p:cTn id="57" dur="500"/>
                                        <p:tgtEl>
                                          <p:spTgt spid="82740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nodeType="clickEffect">
                                  <p:stCondLst>
                                    <p:cond delay="0"/>
                                  </p:stCondLst>
                                  <p:childTnLst>
                                    <p:set>
                                      <p:cBhvr>
                                        <p:cTn id="61" dur="1" fill="hold">
                                          <p:stCondLst>
                                            <p:cond delay="0"/>
                                          </p:stCondLst>
                                        </p:cTn>
                                        <p:tgtEl>
                                          <p:spTgt spid="827407"/>
                                        </p:tgtEl>
                                        <p:attrNameLst>
                                          <p:attrName>style.visibility</p:attrName>
                                        </p:attrNameLst>
                                      </p:cBhvr>
                                      <p:to>
                                        <p:strVal val="visible"/>
                                      </p:to>
                                    </p:set>
                                    <p:animEffect transition="in" filter="dissolve">
                                      <p:cBhvr>
                                        <p:cTn id="62" dur="500"/>
                                        <p:tgtEl>
                                          <p:spTgt spid="82740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827408"/>
                                        </p:tgtEl>
                                        <p:attrNameLst>
                                          <p:attrName>style.visibility</p:attrName>
                                        </p:attrNameLst>
                                      </p:cBhvr>
                                      <p:to>
                                        <p:strVal val="visible"/>
                                      </p:to>
                                    </p:set>
                                    <p:animEffect transition="in" filter="dissolve">
                                      <p:cBhvr>
                                        <p:cTn id="67" dur="500"/>
                                        <p:tgtEl>
                                          <p:spTgt spid="827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7397" grpId="0" autoUpdateAnimBg="0"/>
      <p:bldP spid="827398" grpId="0" autoUpdateAnimBg="0"/>
      <p:bldP spid="827399" grpId="0" autoUpdateAnimBg="0"/>
      <p:bldP spid="827408" grpId="0" autoUpdateAnimBg="0"/>
    </p:bldLst>
  </p:timing>
  <p:extLst mod="1"/>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灯片编号占位符 3"/>
          <p:cNvSpPr>
            <a:spLocks noGrp="1"/>
          </p:cNvSpPr>
          <p:nvPr>
            <p:ph type="sldNum" sz="quarter" idx="10"/>
          </p:nvPr>
        </p:nvSpPr>
        <p:spPr/>
        <p:txBody>
          <a:bodyPr/>
          <a:lstStyle/>
          <a:p>
            <a:fld id="{DB5C7EB4-2D5F-4681-9836-4CE0DC1FF44D}" type="slidenum">
              <a:rPr lang="zh-CN" altLang="en-US"/>
              <a:pPr/>
              <a:t>18</a:t>
            </a:fld>
            <a:endParaRPr lang="en-US" altLang="zh-CN"/>
          </a:p>
        </p:txBody>
      </p:sp>
      <p:sp>
        <p:nvSpPr>
          <p:cNvPr id="77" name="日期占位符 4"/>
          <p:cNvSpPr>
            <a:spLocks noGrp="1"/>
          </p:cNvSpPr>
          <p:nvPr>
            <p:ph type="dt" sz="half" idx="11"/>
          </p:nvPr>
        </p:nvSpPr>
        <p:spPr/>
        <p:txBody>
          <a:bodyPr/>
          <a:lstStyle/>
          <a:p>
            <a:fld id="{8B3183FA-49C7-41E6-B3E9-620A420F5C46}" type="datetime1">
              <a:rPr lang="zh-CN" altLang="en-US"/>
              <a:pPr/>
              <a:t>2024/11/11</a:t>
            </a:fld>
            <a:endParaRPr lang="en-US" altLang="zh-CN"/>
          </a:p>
        </p:txBody>
      </p:sp>
      <p:sp>
        <p:nvSpPr>
          <p:cNvPr id="825346" name="Rectangle 2"/>
          <p:cNvSpPr>
            <a:spLocks noGrp="1" noChangeArrowheads="1"/>
          </p:cNvSpPr>
          <p:nvPr>
            <p:ph type="title"/>
          </p:nvPr>
        </p:nvSpPr>
        <p:spPr/>
        <p:txBody>
          <a:bodyPr/>
          <a:lstStyle/>
          <a:p>
            <a:r>
              <a:rPr lang="zh-CN" altLang="en-US" dirty="0"/>
              <a:t>数值求积公式</a:t>
            </a:r>
          </a:p>
        </p:txBody>
      </p:sp>
      <p:sp>
        <p:nvSpPr>
          <p:cNvPr id="21" name="Rectangle 4"/>
          <p:cNvSpPr>
            <a:spLocks noChangeArrowheads="1"/>
          </p:cNvSpPr>
          <p:nvPr/>
        </p:nvSpPr>
        <p:spPr bwMode="auto">
          <a:xfrm>
            <a:off x="704528" y="1280328"/>
            <a:ext cx="7543800"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lnSpc>
                <a:spcPct val="150000"/>
              </a:lnSpc>
            </a:pPr>
            <a:r>
              <a:rPr lang="en-US" altLang="zh-CN" sz="2400" b="1" i="0" dirty="0">
                <a:solidFill>
                  <a:schemeClr val="accent2"/>
                </a:solidFill>
                <a:sym typeface="Wingdings" pitchFamily="2" charset="2"/>
              </a:rPr>
              <a:t> </a:t>
            </a:r>
            <a:r>
              <a:rPr lang="zh-CN" altLang="en-US" sz="2400" b="1" i="0" dirty="0">
                <a:sym typeface="Wingdings" pitchFamily="2" charset="2"/>
              </a:rPr>
              <a:t>一般地 ，取区间         内        个点</a:t>
            </a:r>
          </a:p>
        </p:txBody>
      </p:sp>
      <p:graphicFrame>
        <p:nvGraphicFramePr>
          <p:cNvPr id="22" name="Object 5"/>
          <p:cNvGraphicFramePr>
            <a:graphicFrameLocks noChangeAspect="1"/>
          </p:cNvGraphicFramePr>
          <p:nvPr>
            <p:extLst>
              <p:ext uri="{D42A27DB-BD31-4B8C-83A1-F6EECF244321}">
                <p14:modId xmlns:p14="http://schemas.microsoft.com/office/powerpoint/2010/main" val="1203457530"/>
              </p:ext>
            </p:extLst>
          </p:nvPr>
        </p:nvGraphicFramePr>
        <p:xfrm>
          <a:off x="3371528" y="1432718"/>
          <a:ext cx="685800" cy="490538"/>
        </p:xfrm>
        <a:graphic>
          <a:graphicData uri="http://schemas.openxmlformats.org/presentationml/2006/ole">
            <mc:AlternateContent xmlns:mc="http://schemas.openxmlformats.org/markup-compatibility/2006">
              <mc:Choice xmlns:v="urn:schemas-microsoft-com:vml" Requires="v">
                <p:oleObj spid="_x0000_s892156" name="Equation" r:id="rId5" imgW="355292" imgH="253780" progId="Equation.DSMT4">
                  <p:embed/>
                </p:oleObj>
              </mc:Choice>
              <mc:Fallback>
                <p:oleObj name="Equation" r:id="rId5" imgW="355292" imgH="2537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1528" y="1432718"/>
                        <a:ext cx="685800" cy="490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6"/>
          <p:cNvGraphicFramePr>
            <a:graphicFrameLocks noChangeAspect="1"/>
          </p:cNvGraphicFramePr>
          <p:nvPr>
            <p:extLst>
              <p:ext uri="{D42A27DB-BD31-4B8C-83A1-F6EECF244321}">
                <p14:modId xmlns:p14="http://schemas.microsoft.com/office/powerpoint/2010/main" val="1779795170"/>
              </p:ext>
            </p:extLst>
          </p:nvPr>
        </p:nvGraphicFramePr>
        <p:xfrm>
          <a:off x="4438328" y="1508918"/>
          <a:ext cx="609600" cy="355600"/>
        </p:xfrm>
        <a:graphic>
          <a:graphicData uri="http://schemas.openxmlformats.org/presentationml/2006/ole">
            <mc:AlternateContent xmlns:mc="http://schemas.openxmlformats.org/markup-compatibility/2006">
              <mc:Choice xmlns:v="urn:schemas-microsoft-com:vml" Requires="v">
                <p:oleObj spid="_x0000_s892157" name="Equation" r:id="rId7" imgW="304404" imgH="177569" progId="Equation.DSMT4">
                  <p:embed/>
                </p:oleObj>
              </mc:Choice>
              <mc:Fallback>
                <p:oleObj name="Equation" r:id="rId7" imgW="304404" imgH="177569"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8328" y="1508918"/>
                        <a:ext cx="6096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7"/>
          <p:cNvGraphicFramePr>
            <a:graphicFrameLocks noChangeAspect="1"/>
          </p:cNvGraphicFramePr>
          <p:nvPr>
            <p:extLst>
              <p:ext uri="{D42A27DB-BD31-4B8C-83A1-F6EECF244321}">
                <p14:modId xmlns:p14="http://schemas.microsoft.com/office/powerpoint/2010/main" val="2246128221"/>
              </p:ext>
            </p:extLst>
          </p:nvPr>
        </p:nvGraphicFramePr>
        <p:xfrm>
          <a:off x="5657528" y="1432728"/>
          <a:ext cx="2616200" cy="523875"/>
        </p:xfrm>
        <a:graphic>
          <a:graphicData uri="http://schemas.openxmlformats.org/presentationml/2006/ole">
            <mc:AlternateContent xmlns:mc="http://schemas.openxmlformats.org/markup-compatibility/2006">
              <mc:Choice xmlns:v="urn:schemas-microsoft-com:vml" Requires="v">
                <p:oleObj spid="_x0000_s892158" name="Equation" r:id="rId9" imgW="1269449" imgH="253890" progId="Equation.DSMT4">
                  <p:embed/>
                </p:oleObj>
              </mc:Choice>
              <mc:Fallback>
                <p:oleObj name="Equation" r:id="rId9" imgW="1269449" imgH="25389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57528" y="1432728"/>
                        <a:ext cx="26162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8"/>
          <p:cNvGraphicFramePr>
            <a:graphicFrameLocks noChangeAspect="1"/>
          </p:cNvGraphicFramePr>
          <p:nvPr>
            <p:extLst>
              <p:ext uri="{D42A27DB-BD31-4B8C-83A1-F6EECF244321}">
                <p14:modId xmlns:p14="http://schemas.microsoft.com/office/powerpoint/2010/main" val="3531999444"/>
              </p:ext>
            </p:extLst>
          </p:nvPr>
        </p:nvGraphicFramePr>
        <p:xfrm>
          <a:off x="2304727" y="2118518"/>
          <a:ext cx="2978151" cy="547688"/>
        </p:xfrm>
        <a:graphic>
          <a:graphicData uri="http://schemas.openxmlformats.org/presentationml/2006/ole">
            <mc:AlternateContent xmlns:mc="http://schemas.openxmlformats.org/markup-compatibility/2006">
              <mc:Choice xmlns:v="urn:schemas-microsoft-com:vml" Requires="v">
                <p:oleObj spid="_x0000_s892159" name="Equation" r:id="rId11" imgW="1384300" imgH="254000" progId="Equation.DSMT4">
                  <p:embed/>
                </p:oleObj>
              </mc:Choice>
              <mc:Fallback>
                <p:oleObj name="Equation" r:id="rId11" imgW="1384300" imgH="2540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04727" y="2118518"/>
                        <a:ext cx="2978151" cy="54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9"/>
          <p:cNvGraphicFramePr>
            <a:graphicFrameLocks noChangeAspect="1"/>
          </p:cNvGraphicFramePr>
          <p:nvPr>
            <p:extLst>
              <p:ext uri="{D42A27DB-BD31-4B8C-83A1-F6EECF244321}">
                <p14:modId xmlns:p14="http://schemas.microsoft.com/office/powerpoint/2010/main" val="3194907072"/>
              </p:ext>
            </p:extLst>
          </p:nvPr>
        </p:nvGraphicFramePr>
        <p:xfrm>
          <a:off x="6398439" y="2713065"/>
          <a:ext cx="838200" cy="558800"/>
        </p:xfrm>
        <a:graphic>
          <a:graphicData uri="http://schemas.openxmlformats.org/presentationml/2006/ole">
            <mc:AlternateContent xmlns:mc="http://schemas.openxmlformats.org/markup-compatibility/2006">
              <mc:Choice xmlns:v="urn:schemas-microsoft-com:vml" Requires="v">
                <p:oleObj spid="_x0000_s892160" name="Equation" r:id="rId13" imgW="380835" imgH="253890" progId="Equation.DSMT4">
                  <p:embed/>
                </p:oleObj>
              </mc:Choice>
              <mc:Fallback>
                <p:oleObj name="Equation" r:id="rId13" imgW="380835" imgH="25389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98439" y="2713065"/>
                        <a:ext cx="8382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 name="Rectangle 10"/>
          <p:cNvSpPr>
            <a:spLocks noChangeArrowheads="1"/>
          </p:cNvSpPr>
          <p:nvPr/>
        </p:nvSpPr>
        <p:spPr bwMode="auto">
          <a:xfrm>
            <a:off x="552128" y="2118528"/>
            <a:ext cx="167640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2400" b="1" i="0"/>
              <a:t>处的高度</a:t>
            </a:r>
          </a:p>
        </p:txBody>
      </p:sp>
      <p:sp>
        <p:nvSpPr>
          <p:cNvPr id="28" name="Rectangle 11"/>
          <p:cNvSpPr>
            <a:spLocks noChangeArrowheads="1"/>
          </p:cNvSpPr>
          <p:nvPr/>
        </p:nvSpPr>
        <p:spPr bwMode="auto">
          <a:xfrm>
            <a:off x="552127" y="2804328"/>
            <a:ext cx="5867401"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2400" b="1" i="0" dirty="0"/>
              <a:t>通过</a:t>
            </a:r>
            <a:r>
              <a:rPr lang="zh-CN" altLang="en-US" sz="2400" b="1" i="0" dirty="0">
                <a:solidFill>
                  <a:srgbClr val="0000CC"/>
                </a:solidFill>
              </a:rPr>
              <a:t>加权平均</a:t>
            </a:r>
            <a:r>
              <a:rPr lang="zh-CN" altLang="en-US" sz="2400" b="1" i="0" dirty="0"/>
              <a:t>的方法近似地得出平均高度</a:t>
            </a:r>
          </a:p>
        </p:txBody>
      </p:sp>
      <p:sp>
        <p:nvSpPr>
          <p:cNvPr id="30" name="AutoShape 4"/>
          <p:cNvSpPr>
            <a:spLocks noChangeArrowheads="1"/>
          </p:cNvSpPr>
          <p:nvPr/>
        </p:nvSpPr>
        <p:spPr bwMode="auto">
          <a:xfrm>
            <a:off x="4477399" y="5491179"/>
            <a:ext cx="3111152" cy="936104"/>
          </a:xfrm>
          <a:prstGeom prst="wedgeEllipseCallout">
            <a:avLst>
              <a:gd name="adj1" fmla="val -38499"/>
              <a:gd name="adj2" fmla="val -123865"/>
            </a:avLst>
          </a:prstGeom>
          <a:gradFill rotWithShape="0">
            <a:gsLst>
              <a:gs pos="0">
                <a:schemeClr val="bg1"/>
              </a:gs>
              <a:gs pos="100000">
                <a:srgbClr val="C0C0C0"/>
              </a:gs>
            </a:gsLst>
            <a:lin ang="189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hangingPunct="0"/>
            <a:r>
              <a:rPr lang="zh-CN" altLang="en-US" sz="2800" b="1" dirty="0">
                <a:solidFill>
                  <a:srgbClr val="0000CC"/>
                </a:solidFill>
                <a:latin typeface="Times New Roman" pitchFamily="18" charset="0"/>
              </a:rPr>
              <a:t>求积系数</a:t>
            </a:r>
            <a:r>
              <a:rPr lang="zh-CN" altLang="en-US" sz="2800" b="1" dirty="0">
                <a:solidFill>
                  <a:srgbClr val="0000CC"/>
                </a:solidFill>
                <a:latin typeface="Times New Roman" pitchFamily="18" charset="0"/>
                <a:ea typeface="宋体" pitchFamily="2" charset="-122"/>
              </a:rPr>
              <a:t> </a:t>
            </a:r>
          </a:p>
        </p:txBody>
      </p:sp>
      <p:sp>
        <p:nvSpPr>
          <p:cNvPr id="31" name="AutoShape 5"/>
          <p:cNvSpPr>
            <a:spLocks noChangeArrowheads="1"/>
          </p:cNvSpPr>
          <p:nvPr/>
        </p:nvSpPr>
        <p:spPr bwMode="auto">
          <a:xfrm>
            <a:off x="5284290" y="3332410"/>
            <a:ext cx="2359224" cy="667860"/>
          </a:xfrm>
          <a:prstGeom prst="wedgeEllipseCallout">
            <a:avLst>
              <a:gd name="adj1" fmla="val -25681"/>
              <a:gd name="adj2" fmla="val 108056"/>
            </a:avLst>
          </a:prstGeom>
          <a:gradFill rotWithShape="0">
            <a:gsLst>
              <a:gs pos="0">
                <a:schemeClr val="bg1"/>
              </a:gs>
              <a:gs pos="100000">
                <a:srgbClr val="C0C0C0"/>
              </a:gs>
            </a:gsLst>
            <a:lin ang="189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hangingPunct="0"/>
            <a:r>
              <a:rPr lang="zh-CN" altLang="en-US" sz="2800" b="1" dirty="0">
                <a:solidFill>
                  <a:srgbClr val="0000CC"/>
                </a:solidFill>
                <a:latin typeface="楷体_GB2312" pitchFamily="49" charset="-122"/>
              </a:rPr>
              <a:t>求积节点 </a:t>
            </a:r>
          </a:p>
        </p:txBody>
      </p:sp>
      <p:graphicFrame>
        <p:nvGraphicFramePr>
          <p:cNvPr id="2" name="对象 1"/>
          <p:cNvGraphicFramePr>
            <a:graphicFrameLocks noChangeAspect="1"/>
          </p:cNvGraphicFramePr>
          <p:nvPr>
            <p:extLst>
              <p:ext uri="{D42A27DB-BD31-4B8C-83A1-F6EECF244321}">
                <p14:modId xmlns:p14="http://schemas.microsoft.com/office/powerpoint/2010/main" val="3971186010"/>
              </p:ext>
            </p:extLst>
          </p:nvPr>
        </p:nvGraphicFramePr>
        <p:xfrm>
          <a:off x="1954634" y="3907003"/>
          <a:ext cx="4176712" cy="1225550"/>
        </p:xfrm>
        <a:graphic>
          <a:graphicData uri="http://schemas.openxmlformats.org/presentationml/2006/ole">
            <mc:AlternateContent xmlns:mc="http://schemas.openxmlformats.org/markup-compatibility/2006">
              <mc:Choice xmlns:v="urn:schemas-microsoft-com:vml" Requires="v">
                <p:oleObj spid="_x0000_s892161" name="Equation" r:id="rId15" imgW="1473200" imgH="431800" progId="Equation.DSMT4">
                  <p:embed/>
                </p:oleObj>
              </mc:Choice>
              <mc:Fallback>
                <p:oleObj name="Equation" r:id="rId15" imgW="1473200" imgH="431800" progId="Equation.DSMT4">
                  <p:embed/>
                  <p:pic>
                    <p:nvPicPr>
                      <p:cNvPr id="0" name="Object 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54634" y="3907003"/>
                        <a:ext cx="4176712" cy="1225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矩形 2"/>
          <p:cNvSpPr/>
          <p:nvPr/>
        </p:nvSpPr>
        <p:spPr>
          <a:xfrm>
            <a:off x="695535" y="3501008"/>
            <a:ext cx="2040943" cy="461665"/>
          </a:xfrm>
          <a:prstGeom prst="rect">
            <a:avLst/>
          </a:prstGeom>
        </p:spPr>
        <p:txBody>
          <a:bodyPr wrap="none">
            <a:spAutoFit/>
          </a:bodyPr>
          <a:lstStyle/>
          <a:p>
            <a:r>
              <a:rPr kumimoji="1" lang="zh-CN" altLang="en-US" sz="2400" i="0" dirty="0">
                <a:solidFill>
                  <a:srgbClr val="0000CC"/>
                </a:solidFill>
                <a:latin typeface="Times New Roman" pitchFamily="18" charset="0"/>
                <a:sym typeface="Symbol" pitchFamily="18" charset="2"/>
              </a:rPr>
              <a:t>数值积分公式</a:t>
            </a:r>
            <a:endParaRPr kumimoji="1" lang="zh-CN" altLang="en-US" sz="2400" i="0" dirty="0">
              <a:solidFill>
                <a:srgbClr val="0000CC"/>
              </a:solidFill>
            </a:endParaRPr>
          </a:p>
        </p:txBody>
      </p:sp>
    </p:spTree>
    <p:custDataLst>
      <p:tags r:id="rId2"/>
    </p:custDataLst>
    <p:extLst>
      <p:ext uri="{BB962C8B-B14F-4D97-AF65-F5344CB8AC3E}">
        <p14:creationId xmlns:p14="http://schemas.microsoft.com/office/powerpoint/2010/main" val="1766470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0-#ppt_w/2"/>
                                          </p:val>
                                        </p:tav>
                                        <p:tav tm="100000">
                                          <p:val>
                                            <p:strVal val="#ppt_x"/>
                                          </p:val>
                                        </p:tav>
                                      </p:tavLst>
                                    </p:anim>
                                    <p:anim calcmode="lin" valueType="num">
                                      <p:cBhvr additive="base">
                                        <p:cTn id="8" dur="500" fill="hold"/>
                                        <p:tgtEl>
                                          <p:spTgt spid="3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
                                        </p:tgtEl>
                                        <p:attrNameLst>
                                          <p:attrName>style.visibility</p:attrName>
                                        </p:attrNameLst>
                                      </p:cBhvr>
                                      <p:to>
                                        <p:strVal val="visible"/>
                                      </p:to>
                                    </p:set>
                                    <p:anim calcmode="lin" valueType="num">
                                      <p:cBhvr additive="base">
                                        <p:cTn id="13" dur="500" fill="hold"/>
                                        <p:tgtEl>
                                          <p:spTgt spid="31"/>
                                        </p:tgtEl>
                                        <p:attrNameLst>
                                          <p:attrName>ppt_x</p:attrName>
                                        </p:attrNameLst>
                                      </p:cBhvr>
                                      <p:tavLst>
                                        <p:tav tm="0">
                                          <p:val>
                                            <p:strVal val="0-#ppt_w/2"/>
                                          </p:val>
                                        </p:tav>
                                        <p:tav tm="100000">
                                          <p:val>
                                            <p:strVal val="#ppt_x"/>
                                          </p:val>
                                        </p:tav>
                                      </p:tavLst>
                                    </p:anim>
                                    <p:anim calcmode="lin" valueType="num">
                                      <p:cBhvr additive="base">
                                        <p:cTn id="14" dur="500" fill="hold"/>
                                        <p:tgtEl>
                                          <p:spTgt spid="3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autoUpdateAnimBg="0"/>
      <p:bldP spid="31"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灯片编号占位符 3"/>
          <p:cNvSpPr>
            <a:spLocks noGrp="1"/>
          </p:cNvSpPr>
          <p:nvPr>
            <p:ph type="sldNum" sz="quarter" idx="10"/>
          </p:nvPr>
        </p:nvSpPr>
        <p:spPr/>
        <p:txBody>
          <a:bodyPr/>
          <a:lstStyle/>
          <a:p>
            <a:fld id="{1F5F0EBA-0C75-4BFC-809B-EB51E31A110C}" type="slidenum">
              <a:rPr lang="zh-CN" altLang="en-US" smtClean="0"/>
              <a:pPr/>
              <a:t>19</a:t>
            </a:fld>
            <a:endParaRPr lang="en-US" altLang="zh-CN"/>
          </a:p>
        </p:txBody>
      </p:sp>
      <p:sp>
        <p:nvSpPr>
          <p:cNvPr id="5" name="日期占位符 4"/>
          <p:cNvSpPr>
            <a:spLocks noGrp="1"/>
          </p:cNvSpPr>
          <p:nvPr>
            <p:ph type="dt" sz="half" idx="11"/>
          </p:nvPr>
        </p:nvSpPr>
        <p:spPr/>
        <p:txBody>
          <a:bodyPr/>
          <a:lstStyle/>
          <a:p>
            <a:fld id="{3C8D7209-8540-466F-BFB0-B486ABF0E336}" type="datetime1">
              <a:rPr lang="zh-CN" altLang="en-US" smtClean="0"/>
              <a:pPr/>
              <a:t>2024/11/11</a:t>
            </a:fld>
            <a:endParaRPr lang="en-US" altLang="zh-CN"/>
          </a:p>
        </p:txBody>
      </p:sp>
      <p:sp>
        <p:nvSpPr>
          <p:cNvPr id="6" name="Rectangle 6"/>
          <p:cNvSpPr>
            <a:spLocks noChangeArrowheads="1"/>
          </p:cNvSpPr>
          <p:nvPr/>
        </p:nvSpPr>
        <p:spPr bwMode="auto">
          <a:xfrm>
            <a:off x="699613" y="2059780"/>
            <a:ext cx="7452681"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kumimoji="1" lang="zh-CN" altLang="en-US" sz="2800" b="0" i="0" dirty="0">
                <a:latin typeface="微软雅黑" pitchFamily="34" charset="-122"/>
                <a:ea typeface="微软雅黑" pitchFamily="34" charset="-122"/>
              </a:rPr>
              <a:t>构造或确定一个求积公式，要解决的问题包括</a:t>
            </a:r>
            <a:r>
              <a:rPr kumimoji="1" lang="en-US" altLang="zh-CN" sz="2800" b="0" i="0" dirty="0">
                <a:latin typeface="微软雅黑" pitchFamily="34" charset="-122"/>
                <a:ea typeface="微软雅黑" pitchFamily="34" charset="-122"/>
              </a:rPr>
              <a:t>:</a:t>
            </a:r>
          </a:p>
        </p:txBody>
      </p:sp>
      <p:sp>
        <p:nvSpPr>
          <p:cNvPr id="8" name="Rectangle 9"/>
          <p:cNvSpPr>
            <a:spLocks noChangeArrowheads="1"/>
          </p:cNvSpPr>
          <p:nvPr/>
        </p:nvSpPr>
        <p:spPr bwMode="auto">
          <a:xfrm>
            <a:off x="1136583" y="3050380"/>
            <a:ext cx="5211683"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800" b="0" i="0" dirty="0">
                <a:solidFill>
                  <a:srgbClr val="660066"/>
                </a:solidFill>
                <a:latin typeface="微软雅黑" pitchFamily="34" charset="-122"/>
                <a:ea typeface="微软雅黑" pitchFamily="34" charset="-122"/>
              </a:rPr>
              <a:t>(i)</a:t>
            </a:r>
            <a:r>
              <a:rPr kumimoji="1" lang="en-US" altLang="zh-CN" sz="2800" b="0" i="0" dirty="0">
                <a:latin typeface="微软雅黑" pitchFamily="34" charset="-122"/>
                <a:ea typeface="微软雅黑" pitchFamily="34" charset="-122"/>
              </a:rPr>
              <a:t>   </a:t>
            </a:r>
            <a:r>
              <a:rPr kumimoji="1" lang="zh-CN" altLang="en-US" sz="2800" b="0" i="0" dirty="0">
                <a:solidFill>
                  <a:srgbClr val="000066"/>
                </a:solidFill>
                <a:latin typeface="微软雅黑" pitchFamily="34" charset="-122"/>
                <a:ea typeface="微软雅黑" pitchFamily="34" charset="-122"/>
              </a:rPr>
              <a:t>确定求积系数和求积节点</a:t>
            </a:r>
            <a:r>
              <a:rPr kumimoji="1" lang="zh-CN" altLang="en-US" sz="2800" b="0" i="0" dirty="0">
                <a:solidFill>
                  <a:srgbClr val="000099"/>
                </a:solidFill>
                <a:latin typeface="微软雅黑" pitchFamily="34" charset="-122"/>
                <a:ea typeface="微软雅黑" pitchFamily="34" charset="-122"/>
              </a:rPr>
              <a:t>    </a:t>
            </a:r>
          </a:p>
        </p:txBody>
      </p:sp>
      <p:sp>
        <p:nvSpPr>
          <p:cNvPr id="11" name="Rectangle 12"/>
          <p:cNvSpPr>
            <a:spLocks noChangeArrowheads="1"/>
          </p:cNvSpPr>
          <p:nvPr/>
        </p:nvSpPr>
        <p:spPr bwMode="auto">
          <a:xfrm>
            <a:off x="1079872" y="4650580"/>
            <a:ext cx="6292107"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kumimoji="1" lang="en-US" altLang="zh-CN" sz="2800" b="0" i="0" dirty="0">
                <a:solidFill>
                  <a:srgbClr val="660066"/>
                </a:solidFill>
                <a:latin typeface="微软雅黑" pitchFamily="34" charset="-122"/>
                <a:ea typeface="微软雅黑" pitchFamily="34" charset="-122"/>
              </a:rPr>
              <a:t>(iii)</a:t>
            </a:r>
            <a:r>
              <a:rPr kumimoji="1" lang="en-US" altLang="zh-CN" sz="2800" b="0" i="0" dirty="0">
                <a:latin typeface="微软雅黑" pitchFamily="34" charset="-122"/>
                <a:ea typeface="微软雅黑" pitchFamily="34" charset="-122"/>
              </a:rPr>
              <a:t> </a:t>
            </a:r>
            <a:r>
              <a:rPr kumimoji="1" lang="zh-CN" altLang="en-US" sz="2800" b="0" i="0" dirty="0">
                <a:solidFill>
                  <a:srgbClr val="000066"/>
                </a:solidFill>
                <a:latin typeface="微软雅黑" pitchFamily="34" charset="-122"/>
                <a:ea typeface="微软雅黑" pitchFamily="34" charset="-122"/>
              </a:rPr>
              <a:t>求积公式的误差估计和收敛性分析</a:t>
            </a:r>
            <a:r>
              <a:rPr kumimoji="1" lang="en-US" altLang="zh-CN" sz="2800" b="0" i="0" dirty="0">
                <a:solidFill>
                  <a:srgbClr val="000066"/>
                </a:solidFill>
                <a:latin typeface="微软雅黑" pitchFamily="34" charset="-122"/>
                <a:ea typeface="微软雅黑" pitchFamily="34" charset="-122"/>
              </a:rPr>
              <a:t>.</a:t>
            </a:r>
          </a:p>
        </p:txBody>
      </p:sp>
      <p:sp>
        <p:nvSpPr>
          <p:cNvPr id="12" name="Rectangle 16"/>
          <p:cNvSpPr>
            <a:spLocks noChangeArrowheads="1"/>
          </p:cNvSpPr>
          <p:nvPr/>
        </p:nvSpPr>
        <p:spPr bwMode="auto">
          <a:xfrm>
            <a:off x="1136576" y="3779371"/>
            <a:ext cx="585609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spcBef>
                <a:spcPct val="50000"/>
              </a:spcBef>
            </a:pPr>
            <a:r>
              <a:rPr kumimoji="1" lang="en-US" altLang="zh-CN" sz="2800" b="0" i="0" dirty="0">
                <a:solidFill>
                  <a:srgbClr val="660066"/>
                </a:solidFill>
                <a:latin typeface="微软雅黑" pitchFamily="34" charset="-122"/>
                <a:ea typeface="微软雅黑" pitchFamily="34" charset="-122"/>
              </a:rPr>
              <a:t>(ii)  </a:t>
            </a:r>
            <a:r>
              <a:rPr kumimoji="1" lang="zh-CN" altLang="en-US" sz="2800" b="0" i="0" dirty="0">
                <a:solidFill>
                  <a:srgbClr val="000099"/>
                </a:solidFill>
                <a:latin typeface="微软雅黑" pitchFamily="34" charset="-122"/>
                <a:ea typeface="微软雅黑" pitchFamily="34" charset="-122"/>
              </a:rPr>
              <a:t>确定衡量求积公式好坏的标准；</a:t>
            </a:r>
          </a:p>
        </p:txBody>
      </p:sp>
      <p:graphicFrame>
        <p:nvGraphicFramePr>
          <p:cNvPr id="13" name="对象 12"/>
          <p:cNvGraphicFramePr>
            <a:graphicFrameLocks noChangeAspect="1"/>
          </p:cNvGraphicFramePr>
          <p:nvPr>
            <p:extLst>
              <p:ext uri="{D42A27DB-BD31-4B8C-83A1-F6EECF244321}">
                <p14:modId xmlns:p14="http://schemas.microsoft.com/office/powerpoint/2010/main" val="480227352"/>
              </p:ext>
            </p:extLst>
          </p:nvPr>
        </p:nvGraphicFramePr>
        <p:xfrm>
          <a:off x="5961117" y="1145906"/>
          <a:ext cx="2562225" cy="906462"/>
        </p:xfrm>
        <a:graphic>
          <a:graphicData uri="http://schemas.openxmlformats.org/presentationml/2006/ole">
            <mc:AlternateContent xmlns:mc="http://schemas.openxmlformats.org/markup-compatibility/2006">
              <mc:Choice xmlns:v="urn:schemas-microsoft-com:vml" Requires="v">
                <p:oleObj spid="_x0000_s892970" name="Equation" r:id="rId4" imgW="1203928" imgH="419040" progId="Equation.DSMT4">
                  <p:embed/>
                </p:oleObj>
              </mc:Choice>
              <mc:Fallback>
                <p:oleObj name="Equation" r:id="rId4" imgW="1203928" imgH="41904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61117" y="1145906"/>
                        <a:ext cx="2562225" cy="90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2"/>
    </p:custDataLst>
    <p:extLst>
      <p:ext uri="{BB962C8B-B14F-4D97-AF65-F5344CB8AC3E}">
        <p14:creationId xmlns:p14="http://schemas.microsoft.com/office/powerpoint/2010/main" val="82009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4" descr="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2885" y="3789050"/>
            <a:ext cx="5884390" cy="2847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50878" y="305002"/>
            <a:ext cx="8820150" cy="609398"/>
          </a:xfrm>
        </p:spPr>
        <p:txBody>
          <a:bodyPr/>
          <a:lstStyle/>
          <a:p>
            <a:r>
              <a:rPr lang="zh-CN" altLang="en-US" dirty="0"/>
              <a:t>插值型求积公式</a:t>
            </a:r>
          </a:p>
        </p:txBody>
      </p:sp>
      <p:sp>
        <p:nvSpPr>
          <p:cNvPr id="4" name="灯片编号占位符 3"/>
          <p:cNvSpPr>
            <a:spLocks noGrp="1"/>
          </p:cNvSpPr>
          <p:nvPr>
            <p:ph type="sldNum" sz="quarter" idx="10"/>
          </p:nvPr>
        </p:nvSpPr>
        <p:spPr/>
        <p:txBody>
          <a:bodyPr/>
          <a:lstStyle/>
          <a:p>
            <a:fld id="{1F5F0EBA-0C75-4BFC-809B-EB51E31A110C}" type="slidenum">
              <a:rPr lang="zh-CN" altLang="en-US" smtClean="0"/>
              <a:pPr/>
              <a:t>20</a:t>
            </a:fld>
            <a:endParaRPr lang="en-US" altLang="zh-CN"/>
          </a:p>
        </p:txBody>
      </p:sp>
      <p:sp>
        <p:nvSpPr>
          <p:cNvPr id="5" name="日期占位符 4"/>
          <p:cNvSpPr>
            <a:spLocks noGrp="1"/>
          </p:cNvSpPr>
          <p:nvPr>
            <p:ph type="dt" sz="half" idx="11"/>
          </p:nvPr>
        </p:nvSpPr>
        <p:spPr/>
        <p:txBody>
          <a:bodyPr/>
          <a:lstStyle/>
          <a:p>
            <a:fld id="{3C8D7209-8540-466F-BFB0-B486ABF0E336}" type="datetime1">
              <a:rPr lang="zh-CN" altLang="en-US" smtClean="0"/>
              <a:pPr/>
              <a:t>2024/11/11</a:t>
            </a:fld>
            <a:endParaRPr lang="en-US" altLang="zh-CN"/>
          </a:p>
        </p:txBody>
      </p:sp>
      <p:graphicFrame>
        <p:nvGraphicFramePr>
          <p:cNvPr id="13" name="Object 3"/>
          <p:cNvGraphicFramePr>
            <a:graphicFrameLocks noChangeAspect="1"/>
          </p:cNvGraphicFramePr>
          <p:nvPr>
            <p:extLst>
              <p:ext uri="{D42A27DB-BD31-4B8C-83A1-F6EECF244321}">
                <p14:modId xmlns:p14="http://schemas.microsoft.com/office/powerpoint/2010/main" val="3773576861"/>
              </p:ext>
            </p:extLst>
          </p:nvPr>
        </p:nvGraphicFramePr>
        <p:xfrm>
          <a:off x="416496" y="1124744"/>
          <a:ext cx="8610600" cy="2032000"/>
        </p:xfrm>
        <a:graphic>
          <a:graphicData uri="http://schemas.openxmlformats.org/presentationml/2006/ole">
            <mc:AlternateContent xmlns:mc="http://schemas.openxmlformats.org/markup-compatibility/2006">
              <mc:Choice xmlns:v="urn:schemas-microsoft-com:vml" Requires="v">
                <p:oleObj spid="_x0000_s885959" name="公式" r:id="rId4" imgW="8610917" imgH="2032317" progId="Equation.3">
                  <p:embed/>
                </p:oleObj>
              </mc:Choice>
              <mc:Fallback>
                <p:oleObj name="公式" r:id="rId4" imgW="8610917" imgH="203231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6496" y="1124744"/>
                        <a:ext cx="8610600" cy="2032000"/>
                      </a:xfrm>
                      <a:prstGeom prst="rect">
                        <a:avLst/>
                      </a:prstGeom>
                      <a:noFill/>
                      <a:ln>
                        <a:noFill/>
                      </a:ln>
                      <a:effectLst/>
                      <a:extLst/>
                    </p:spPr>
                  </p:pic>
                </p:oleObj>
              </mc:Fallback>
            </mc:AlternateContent>
          </a:graphicData>
        </a:graphic>
      </p:graphicFrame>
      <p:graphicFrame>
        <p:nvGraphicFramePr>
          <p:cNvPr id="15" name="Object 5"/>
          <p:cNvGraphicFramePr>
            <a:graphicFrameLocks noChangeAspect="1"/>
          </p:cNvGraphicFramePr>
          <p:nvPr>
            <p:extLst>
              <p:ext uri="{D42A27DB-BD31-4B8C-83A1-F6EECF244321}">
                <p14:modId xmlns:p14="http://schemas.microsoft.com/office/powerpoint/2010/main" val="674346322"/>
              </p:ext>
            </p:extLst>
          </p:nvPr>
        </p:nvGraphicFramePr>
        <p:xfrm>
          <a:off x="344493" y="3039616"/>
          <a:ext cx="6245225" cy="1066800"/>
        </p:xfrm>
        <a:graphic>
          <a:graphicData uri="http://schemas.openxmlformats.org/presentationml/2006/ole">
            <mc:AlternateContent xmlns:mc="http://schemas.openxmlformats.org/markup-compatibility/2006">
              <mc:Choice xmlns:v="urn:schemas-microsoft-com:vml" Requires="v">
                <p:oleObj spid="_x0000_s885960" name="公式" r:id="rId6" imgW="2603160" imgH="444240" progId="Equation.3">
                  <p:embed/>
                </p:oleObj>
              </mc:Choice>
              <mc:Fallback>
                <p:oleObj name="公式" r:id="rId6" imgW="2603160" imgH="444240" progId="Equation.3">
                  <p:embed/>
                  <p:pic>
                    <p:nvPicPr>
                      <p:cNvPr id="0" name=""/>
                      <p:cNvPicPr>
                        <a:picLocks noChangeAspect="1" noChangeArrowheads="1"/>
                      </p:cNvPicPr>
                      <p:nvPr/>
                    </p:nvPicPr>
                    <p:blipFill>
                      <a:blip r:embed="rId7"/>
                      <a:srcRect/>
                      <a:stretch>
                        <a:fillRect/>
                      </a:stretch>
                    </p:blipFill>
                    <p:spPr bwMode="auto">
                      <a:xfrm>
                        <a:off x="344493" y="3039616"/>
                        <a:ext cx="6245225" cy="1066800"/>
                      </a:xfrm>
                      <a:prstGeom prst="rect">
                        <a:avLst/>
                      </a:prstGeom>
                      <a:noFill/>
                      <a:ln>
                        <a:noFill/>
                      </a:ln>
                      <a:effectLst/>
                    </p:spPr>
                  </p:pic>
                </p:oleObj>
              </mc:Fallback>
            </mc:AlternateContent>
          </a:graphicData>
        </a:graphic>
      </p:graphicFrame>
      <p:graphicFrame>
        <p:nvGraphicFramePr>
          <p:cNvPr id="16" name="Object 6"/>
          <p:cNvGraphicFramePr>
            <a:graphicFrameLocks noChangeAspect="1"/>
          </p:cNvGraphicFramePr>
          <p:nvPr>
            <p:extLst>
              <p:ext uri="{D42A27DB-BD31-4B8C-83A1-F6EECF244321}">
                <p14:modId xmlns:p14="http://schemas.microsoft.com/office/powerpoint/2010/main" val="3964630684"/>
              </p:ext>
            </p:extLst>
          </p:nvPr>
        </p:nvGraphicFramePr>
        <p:xfrm>
          <a:off x="272485" y="4077072"/>
          <a:ext cx="4105275" cy="481012"/>
        </p:xfrm>
        <a:graphic>
          <a:graphicData uri="http://schemas.openxmlformats.org/presentationml/2006/ole">
            <mc:AlternateContent xmlns:mc="http://schemas.openxmlformats.org/markup-compatibility/2006">
              <mc:Choice xmlns:v="urn:schemas-microsoft-com:vml" Requires="v">
                <p:oleObj spid="_x0000_s885961" name="公式" r:id="rId8" imgW="1434960" imgH="203040" progId="Equation.3">
                  <p:embed/>
                </p:oleObj>
              </mc:Choice>
              <mc:Fallback>
                <p:oleObj name="公式" r:id="rId8" imgW="1434960" imgH="203040" progId="Equation.3">
                  <p:embed/>
                  <p:pic>
                    <p:nvPicPr>
                      <p:cNvPr id="0" name=""/>
                      <p:cNvPicPr>
                        <a:picLocks noChangeAspect="1" noChangeArrowheads="1"/>
                      </p:cNvPicPr>
                      <p:nvPr/>
                    </p:nvPicPr>
                    <p:blipFill>
                      <a:blip r:embed="rId9"/>
                      <a:srcRect/>
                      <a:stretch>
                        <a:fillRect/>
                      </a:stretch>
                    </p:blipFill>
                    <p:spPr bwMode="auto">
                      <a:xfrm>
                        <a:off x="272485" y="4077072"/>
                        <a:ext cx="4105275" cy="48101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239912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fld id="{82832AC2-6DFC-47FE-85FF-14CFFBF95824}" type="slidenum">
              <a:rPr lang="zh-CN" altLang="en-US"/>
              <a:pPr/>
              <a:t>21</a:t>
            </a:fld>
            <a:endParaRPr lang="en-US" altLang="zh-CN"/>
          </a:p>
        </p:txBody>
      </p:sp>
      <p:sp>
        <p:nvSpPr>
          <p:cNvPr id="7" name="日期占位符 4"/>
          <p:cNvSpPr>
            <a:spLocks noGrp="1"/>
          </p:cNvSpPr>
          <p:nvPr>
            <p:ph type="dt" sz="half" idx="11"/>
          </p:nvPr>
        </p:nvSpPr>
        <p:spPr/>
        <p:txBody>
          <a:bodyPr/>
          <a:lstStyle/>
          <a:p>
            <a:fld id="{07AAB20B-EDFC-4BD0-B938-B4A864701CB5}" type="datetime1">
              <a:rPr lang="zh-CN" altLang="en-US"/>
              <a:pPr/>
              <a:t>2024/11/11</a:t>
            </a:fld>
            <a:endParaRPr lang="en-US" altLang="zh-CN"/>
          </a:p>
        </p:txBody>
      </p:sp>
      <p:sp>
        <p:nvSpPr>
          <p:cNvPr id="828418" name="Rectangle 2"/>
          <p:cNvSpPr>
            <a:spLocks noGrp="1" noChangeArrowheads="1"/>
          </p:cNvSpPr>
          <p:nvPr>
            <p:ph type="title"/>
          </p:nvPr>
        </p:nvSpPr>
        <p:spPr/>
        <p:txBody>
          <a:bodyPr/>
          <a:lstStyle/>
          <a:p>
            <a:r>
              <a:rPr lang="zh-CN" altLang="en-US" dirty="0"/>
              <a:t>求积公式的代数精度</a:t>
            </a:r>
          </a:p>
        </p:txBody>
      </p:sp>
      <p:sp>
        <p:nvSpPr>
          <p:cNvPr id="19" name="Rectangle 3"/>
          <p:cNvSpPr>
            <a:spLocks noChangeArrowheads="1"/>
          </p:cNvSpPr>
          <p:nvPr/>
        </p:nvSpPr>
        <p:spPr bwMode="auto">
          <a:xfrm>
            <a:off x="533400" y="1295400"/>
            <a:ext cx="8884096"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258763" indent="-258763" algn="l" defTabSz="814388">
              <a:lnSpc>
                <a:spcPct val="150000"/>
              </a:lnSpc>
              <a:spcBef>
                <a:spcPct val="35000"/>
              </a:spcBef>
              <a:buClr>
                <a:srgbClr val="27305F"/>
              </a:buClr>
              <a:buSzPct val="60000"/>
              <a:buFont typeface="Wingdings" pitchFamily="2" charset="2"/>
              <a:buChar char="n"/>
            </a:pPr>
            <a:r>
              <a:rPr lang="zh-CN" altLang="en-US" sz="2800" i="0" dirty="0">
                <a:latin typeface="+mn-lt"/>
                <a:ea typeface="+mn-ea"/>
              </a:rPr>
              <a:t>定义：称求积公式                                具有</a:t>
            </a:r>
            <a:r>
              <a:rPr lang="en-US" altLang="zh-CN" sz="2800" i="0" dirty="0">
                <a:latin typeface="+mn-lt"/>
                <a:ea typeface="+mn-ea"/>
              </a:rPr>
              <a:t>m</a:t>
            </a:r>
            <a:r>
              <a:rPr lang="zh-CN" altLang="en-US" sz="2800" i="0" dirty="0">
                <a:latin typeface="+mn-lt"/>
                <a:ea typeface="+mn-ea"/>
              </a:rPr>
              <a:t>次代数精度</a:t>
            </a:r>
            <a:r>
              <a:rPr lang="en-US" altLang="zh-CN" sz="2800" i="0" dirty="0">
                <a:latin typeface="+mn-lt"/>
                <a:ea typeface="+mn-ea"/>
              </a:rPr>
              <a:t>,</a:t>
            </a:r>
            <a:r>
              <a:rPr lang="zh-CN" altLang="en-US" sz="2800" i="0" dirty="0">
                <a:latin typeface="+mn-lt"/>
                <a:ea typeface="+mn-ea"/>
              </a:rPr>
              <a:t>如果它满足如下两个条件</a:t>
            </a:r>
            <a:r>
              <a:rPr lang="en-US" altLang="zh-CN" sz="2800" i="0" dirty="0">
                <a:latin typeface="+mn-lt"/>
                <a:ea typeface="+mn-ea"/>
              </a:rPr>
              <a:t>:</a:t>
            </a:r>
          </a:p>
        </p:txBody>
      </p:sp>
      <p:graphicFrame>
        <p:nvGraphicFramePr>
          <p:cNvPr id="21" name="Object 6"/>
          <p:cNvGraphicFramePr>
            <a:graphicFrameLocks noChangeAspect="1"/>
          </p:cNvGraphicFramePr>
          <p:nvPr>
            <p:extLst>
              <p:ext uri="{D42A27DB-BD31-4B8C-83A1-F6EECF244321}">
                <p14:modId xmlns:p14="http://schemas.microsoft.com/office/powerpoint/2010/main" val="3731966258"/>
              </p:ext>
            </p:extLst>
          </p:nvPr>
        </p:nvGraphicFramePr>
        <p:xfrm>
          <a:off x="3800878" y="1196762"/>
          <a:ext cx="2562225" cy="906463"/>
        </p:xfrm>
        <a:graphic>
          <a:graphicData uri="http://schemas.openxmlformats.org/presentationml/2006/ole">
            <mc:AlternateContent xmlns:mc="http://schemas.openxmlformats.org/markup-compatibility/2006">
              <mc:Choice xmlns:v="urn:schemas-microsoft-com:vml" Requires="v">
                <p:oleObj spid="_x0000_s828649" name="Equation" r:id="rId4" imgW="1211414" imgH="426676" progId="Equation.DSMT4">
                  <p:embed/>
                </p:oleObj>
              </mc:Choice>
              <mc:Fallback>
                <p:oleObj name="Equation" r:id="rId4" imgW="1211414" imgH="426676"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00878" y="1196762"/>
                        <a:ext cx="2562225"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Rectangle 7"/>
          <p:cNvSpPr>
            <a:spLocks noChangeArrowheads="1"/>
          </p:cNvSpPr>
          <p:nvPr/>
        </p:nvSpPr>
        <p:spPr bwMode="auto">
          <a:xfrm>
            <a:off x="609599" y="2895609"/>
            <a:ext cx="586740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FF0066"/>
                </a:solidFill>
                <a:effectLst/>
                <a:uLnTx/>
                <a:uFillTx/>
              </a:rPr>
              <a:t>(</a:t>
            </a:r>
            <a:r>
              <a:rPr kumimoji="0" lang="en-US" altLang="zh-CN" sz="2400" b="1" i="1" u="none" strike="noStrike" kern="0" cap="none" spc="0" normalizeH="0" baseline="0" noProof="0" dirty="0">
                <a:ln>
                  <a:noFill/>
                </a:ln>
                <a:solidFill>
                  <a:srgbClr val="FF0066"/>
                </a:solidFill>
                <a:effectLst/>
                <a:uLnTx/>
                <a:uFillTx/>
              </a:rPr>
              <a:t>i</a:t>
            </a:r>
            <a:r>
              <a:rPr kumimoji="0" lang="en-US" altLang="zh-CN" sz="2400" b="1" i="0" u="none" strike="noStrike" kern="0" cap="none" spc="0" normalizeH="0" baseline="0" noProof="0" dirty="0">
                <a:ln>
                  <a:noFill/>
                </a:ln>
                <a:solidFill>
                  <a:srgbClr val="FF0066"/>
                </a:solidFill>
                <a:effectLst/>
                <a:uLnTx/>
                <a:uFillTx/>
              </a:rPr>
              <a:t>)  </a:t>
            </a:r>
            <a:r>
              <a:rPr kumimoji="0" lang="zh-CN" altLang="en-US" sz="2400" b="1" i="0" u="none" strike="noStrike" kern="0" cap="none" spc="0" normalizeH="0" baseline="0" noProof="0" dirty="0">
                <a:ln>
                  <a:noFill/>
                </a:ln>
                <a:solidFill>
                  <a:srgbClr val="000099"/>
                </a:solidFill>
                <a:effectLst/>
                <a:uLnTx/>
                <a:uFillTx/>
              </a:rPr>
              <a:t>对所有次数≤</a:t>
            </a:r>
            <a:r>
              <a:rPr kumimoji="0" lang="en-US" altLang="zh-CN" sz="2400" b="1" i="0" u="none" strike="noStrike" kern="0" cap="none" spc="0" normalizeH="0" baseline="0" noProof="0" dirty="0">
                <a:ln>
                  <a:noFill/>
                </a:ln>
                <a:solidFill>
                  <a:srgbClr val="000099"/>
                </a:solidFill>
                <a:effectLst/>
                <a:uLnTx/>
                <a:uFillTx/>
              </a:rPr>
              <a:t>m</a:t>
            </a:r>
            <a:r>
              <a:rPr kumimoji="0" lang="zh-CN" altLang="en-US" sz="2400" b="1" i="0" u="none" strike="noStrike" kern="0" cap="none" spc="0" normalizeH="0" baseline="0" noProof="0" dirty="0">
                <a:ln>
                  <a:noFill/>
                </a:ln>
                <a:solidFill>
                  <a:srgbClr val="000099"/>
                </a:solidFill>
                <a:effectLst/>
                <a:uLnTx/>
                <a:uFillTx/>
              </a:rPr>
              <a:t>次的多项式             </a:t>
            </a:r>
            <a:r>
              <a:rPr kumimoji="0" lang="en-US" altLang="zh-CN" sz="2400" b="1" i="0" u="none" strike="noStrike" kern="0" cap="none" spc="0" normalizeH="0" baseline="0" noProof="0" dirty="0">
                <a:ln>
                  <a:noFill/>
                </a:ln>
                <a:solidFill>
                  <a:srgbClr val="000099"/>
                </a:solidFill>
                <a:effectLst/>
                <a:uLnTx/>
                <a:uFillTx/>
              </a:rPr>
              <a:t>,</a:t>
            </a:r>
            <a:r>
              <a:rPr kumimoji="0" lang="zh-CN" altLang="en-US" sz="2400" b="1" i="0" u="none" strike="noStrike" kern="0" cap="none" spc="0" normalizeH="0" baseline="0" noProof="0" dirty="0">
                <a:ln>
                  <a:noFill/>
                </a:ln>
                <a:solidFill>
                  <a:srgbClr val="000099"/>
                </a:solidFill>
                <a:effectLst/>
                <a:uLnTx/>
                <a:uFillTx/>
              </a:rPr>
              <a:t>有</a:t>
            </a:r>
          </a:p>
        </p:txBody>
      </p:sp>
      <p:graphicFrame>
        <p:nvGraphicFramePr>
          <p:cNvPr id="23" name="Object 8"/>
          <p:cNvGraphicFramePr>
            <a:graphicFrameLocks noChangeAspect="1"/>
          </p:cNvGraphicFramePr>
          <p:nvPr/>
        </p:nvGraphicFramePr>
        <p:xfrm>
          <a:off x="4800600" y="2895610"/>
          <a:ext cx="838200" cy="468313"/>
        </p:xfrm>
        <a:graphic>
          <a:graphicData uri="http://schemas.openxmlformats.org/presentationml/2006/ole">
            <mc:AlternateContent xmlns:mc="http://schemas.openxmlformats.org/markup-compatibility/2006">
              <mc:Choice xmlns:v="urn:schemas-microsoft-com:vml" Requires="v">
                <p:oleObj spid="_x0000_s828650" name="Equation" r:id="rId6" imgW="406224" imgH="228501" progId="Equation.DSMT4">
                  <p:embed/>
                </p:oleObj>
              </mc:Choice>
              <mc:Fallback>
                <p:oleObj name="Equation" r:id="rId6" imgW="406224" imgH="228501"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0600" y="2895610"/>
                        <a:ext cx="83820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9"/>
          <p:cNvGraphicFramePr>
            <a:graphicFrameLocks noChangeAspect="1"/>
          </p:cNvGraphicFramePr>
          <p:nvPr/>
        </p:nvGraphicFramePr>
        <p:xfrm>
          <a:off x="2514600" y="3733800"/>
          <a:ext cx="4033838" cy="534988"/>
        </p:xfrm>
        <a:graphic>
          <a:graphicData uri="http://schemas.openxmlformats.org/presentationml/2006/ole">
            <mc:AlternateContent xmlns:mc="http://schemas.openxmlformats.org/markup-compatibility/2006">
              <mc:Choice xmlns:v="urn:schemas-microsoft-com:vml" Requires="v">
                <p:oleObj spid="_x0000_s828651" name="Equation" r:id="rId8" imgW="1722268" imgH="220963" progId="Equation.DSMT4">
                  <p:embed/>
                </p:oleObj>
              </mc:Choice>
              <mc:Fallback>
                <p:oleObj name="Equation" r:id="rId8" imgW="1722268" imgH="22096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14600" y="3733800"/>
                        <a:ext cx="403383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Rectangle 10"/>
          <p:cNvSpPr>
            <a:spLocks noChangeArrowheads="1"/>
          </p:cNvSpPr>
          <p:nvPr/>
        </p:nvSpPr>
        <p:spPr bwMode="auto">
          <a:xfrm>
            <a:off x="609599" y="4572006"/>
            <a:ext cx="487680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eaLnBrk="1" fontAlgn="auto" latinLnBrk="0" hangingPunct="1">
              <a:lnSpc>
                <a:spcPct val="125000"/>
              </a:lnSpc>
              <a:spcBef>
                <a:spcPct val="20000"/>
              </a:spcBef>
              <a:spcAft>
                <a:spcPts val="0"/>
              </a:spcAft>
              <a:buClr>
                <a:srgbClr val="CC0066"/>
              </a:buClr>
              <a:buSzPct val="70000"/>
              <a:buFont typeface="Wingdings" pitchFamily="2" charset="2"/>
              <a:buNone/>
              <a:tabLst/>
              <a:defRPr/>
            </a:pPr>
            <a:r>
              <a:rPr kumimoji="0" lang="en-US" altLang="zh-CN" sz="2400" b="1" i="0" u="none" strike="noStrike" kern="0" cap="none" spc="0" normalizeH="0" baseline="0" noProof="0">
                <a:ln>
                  <a:noFill/>
                </a:ln>
                <a:solidFill>
                  <a:srgbClr val="FF0066"/>
                </a:solidFill>
                <a:effectLst/>
                <a:uLnTx/>
                <a:uFillTx/>
              </a:rPr>
              <a:t>(</a:t>
            </a:r>
            <a:r>
              <a:rPr kumimoji="0" lang="en-US" altLang="zh-CN" sz="2400" b="1" i="1" u="none" strike="noStrike" kern="0" cap="none" spc="0" normalizeH="0" baseline="0" noProof="0">
                <a:ln>
                  <a:noFill/>
                </a:ln>
                <a:solidFill>
                  <a:srgbClr val="FF0066"/>
                </a:solidFill>
                <a:effectLst/>
                <a:uLnTx/>
                <a:uFillTx/>
              </a:rPr>
              <a:t>ii</a:t>
            </a:r>
            <a:r>
              <a:rPr kumimoji="0" lang="en-US" altLang="zh-CN" sz="2400" b="1" i="0" u="none" strike="noStrike" kern="0" cap="none" spc="0" normalizeH="0" baseline="0" noProof="0">
                <a:ln>
                  <a:noFill/>
                </a:ln>
                <a:solidFill>
                  <a:srgbClr val="FF0066"/>
                </a:solidFill>
                <a:effectLst/>
                <a:uLnTx/>
                <a:uFillTx/>
              </a:rPr>
              <a:t>)</a:t>
            </a:r>
            <a:r>
              <a:rPr kumimoji="0" lang="zh-CN" altLang="en-US" sz="2400" b="1" i="0" u="none" strike="noStrike" kern="0" cap="none" spc="0" normalizeH="0" baseline="0" noProof="0">
                <a:ln>
                  <a:noFill/>
                </a:ln>
                <a:solidFill>
                  <a:srgbClr val="000099"/>
                </a:solidFill>
                <a:effectLst/>
                <a:uLnTx/>
                <a:uFillTx/>
              </a:rPr>
              <a:t>存在</a:t>
            </a:r>
            <a:r>
              <a:rPr kumimoji="0" lang="en-US" altLang="zh-CN" sz="2400" b="1" i="0" u="none" strike="noStrike" kern="0" cap="none" spc="0" normalizeH="0" baseline="0" noProof="0">
                <a:ln>
                  <a:noFill/>
                </a:ln>
                <a:solidFill>
                  <a:srgbClr val="000099"/>
                </a:solidFill>
                <a:effectLst/>
                <a:uLnTx/>
                <a:uFillTx/>
              </a:rPr>
              <a:t>m+1</a:t>
            </a:r>
            <a:r>
              <a:rPr kumimoji="0" lang="zh-CN" altLang="en-US" sz="2400" b="1" i="0" u="none" strike="noStrike" kern="0" cap="none" spc="0" normalizeH="0" baseline="0" noProof="0">
                <a:ln>
                  <a:noFill/>
                </a:ln>
                <a:solidFill>
                  <a:srgbClr val="000099"/>
                </a:solidFill>
                <a:effectLst/>
                <a:uLnTx/>
                <a:uFillTx/>
              </a:rPr>
              <a:t>次多项式             </a:t>
            </a:r>
            <a:r>
              <a:rPr kumimoji="0" lang="en-US" altLang="zh-CN" sz="2400" b="1" i="0" u="none" strike="noStrike" kern="0" cap="none" spc="0" normalizeH="0" baseline="0" noProof="0">
                <a:ln>
                  <a:noFill/>
                </a:ln>
                <a:solidFill>
                  <a:srgbClr val="000099"/>
                </a:solidFill>
                <a:effectLst/>
                <a:uLnTx/>
                <a:uFillTx/>
              </a:rPr>
              <a:t>,</a:t>
            </a:r>
            <a:r>
              <a:rPr kumimoji="0" lang="zh-CN" altLang="en-US" sz="2400" b="1" i="0" u="none" strike="noStrike" kern="0" cap="none" spc="0" normalizeH="0" baseline="0" noProof="0">
                <a:ln>
                  <a:noFill/>
                </a:ln>
                <a:solidFill>
                  <a:srgbClr val="000099"/>
                </a:solidFill>
                <a:effectLst/>
                <a:uLnTx/>
                <a:uFillTx/>
              </a:rPr>
              <a:t>使得</a:t>
            </a:r>
          </a:p>
        </p:txBody>
      </p:sp>
      <p:graphicFrame>
        <p:nvGraphicFramePr>
          <p:cNvPr id="26" name="Object 11"/>
          <p:cNvGraphicFramePr>
            <a:graphicFrameLocks noChangeAspect="1"/>
          </p:cNvGraphicFramePr>
          <p:nvPr/>
        </p:nvGraphicFramePr>
        <p:xfrm>
          <a:off x="3581399" y="4648200"/>
          <a:ext cx="1079501" cy="508000"/>
        </p:xfrm>
        <a:graphic>
          <a:graphicData uri="http://schemas.openxmlformats.org/presentationml/2006/ole">
            <mc:AlternateContent xmlns:mc="http://schemas.openxmlformats.org/markup-compatibility/2006">
              <mc:Choice xmlns:v="urn:schemas-microsoft-com:vml" Requires="v">
                <p:oleObj spid="_x0000_s828652" name="Equation" r:id="rId10" imgW="482391" imgH="228501" progId="Equation.DSMT4">
                  <p:embed/>
                </p:oleObj>
              </mc:Choice>
              <mc:Fallback>
                <p:oleObj name="Equation" r:id="rId10" imgW="482391" imgH="228501"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81399" y="4648200"/>
                        <a:ext cx="1079501"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12"/>
          <p:cNvGraphicFramePr>
            <a:graphicFrameLocks noChangeAspect="1"/>
          </p:cNvGraphicFramePr>
          <p:nvPr/>
        </p:nvGraphicFramePr>
        <p:xfrm>
          <a:off x="2438400" y="5486410"/>
          <a:ext cx="4752976" cy="544513"/>
        </p:xfrm>
        <a:graphic>
          <a:graphicData uri="http://schemas.openxmlformats.org/presentationml/2006/ole">
            <mc:AlternateContent xmlns:mc="http://schemas.openxmlformats.org/markup-compatibility/2006">
              <mc:Choice xmlns:v="urn:schemas-microsoft-com:vml" Requires="v">
                <p:oleObj spid="_x0000_s828653" name="Equation" r:id="rId12" imgW="1988708" imgH="220963" progId="Equation.DSMT4">
                  <p:embed/>
                </p:oleObj>
              </mc:Choice>
              <mc:Fallback>
                <p:oleObj name="Equation" r:id="rId12" imgW="1988708" imgH="220963"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38400" y="5486410"/>
                        <a:ext cx="4752976"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linds(horizontal)">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anim calcmode="lin" valueType="num">
                                      <p:cBhvr additive="base">
                                        <p:cTn id="33" dur="500" fill="hold"/>
                                        <p:tgtEl>
                                          <p:spTgt spid="27"/>
                                        </p:tgtEl>
                                        <p:attrNameLst>
                                          <p:attrName>ppt_x</p:attrName>
                                        </p:attrNameLst>
                                      </p:cBhvr>
                                      <p:tavLst>
                                        <p:tav tm="0">
                                          <p:val>
                                            <p:strVal val="#ppt_x"/>
                                          </p:val>
                                        </p:tav>
                                        <p:tav tm="100000">
                                          <p:val>
                                            <p:strVal val="#ppt_x"/>
                                          </p:val>
                                        </p:tav>
                                      </p:tavLst>
                                    </p:anim>
                                    <p:anim calcmode="lin" valueType="num">
                                      <p:cBhvr additive="base">
                                        <p:cTn id="3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2" grpId="0"/>
      <p:bldP spid="2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50878" y="305002"/>
            <a:ext cx="8820150" cy="609398"/>
          </a:xfrm>
        </p:spPr>
        <p:txBody>
          <a:bodyPr/>
          <a:lstStyle/>
          <a:p>
            <a:r>
              <a:rPr lang="zh-CN" altLang="en-US" dirty="0"/>
              <a:t>求积公式的代数精度</a:t>
            </a:r>
          </a:p>
        </p:txBody>
      </p:sp>
      <p:sp>
        <p:nvSpPr>
          <p:cNvPr id="3" name="内容占位符 2"/>
          <p:cNvSpPr>
            <a:spLocks noGrp="1"/>
          </p:cNvSpPr>
          <p:nvPr>
            <p:ph idx="1"/>
          </p:nvPr>
        </p:nvSpPr>
        <p:spPr>
          <a:xfrm>
            <a:off x="567296" y="2537504"/>
            <a:ext cx="8820150" cy="2930033"/>
          </a:xfrm>
        </p:spPr>
        <p:txBody>
          <a:bodyPr/>
          <a:lstStyle/>
          <a:p>
            <a:pPr lvl="1"/>
            <a:r>
              <a:rPr lang="zh-CN" altLang="en-US" dirty="0">
                <a:latin typeface="+mj-ea"/>
                <a:ea typeface="+mj-ea"/>
              </a:rPr>
              <a:t>因此，</a:t>
            </a:r>
            <a:r>
              <a:rPr lang="en-US" altLang="zh-CN" dirty="0">
                <a:latin typeface="+mj-ea"/>
                <a:ea typeface="+mj-ea"/>
              </a:rPr>
              <a:t>N</a:t>
            </a:r>
            <a:r>
              <a:rPr lang="zh-CN" altLang="en-US" dirty="0">
                <a:latin typeface="+mj-ea"/>
                <a:ea typeface="+mj-ea"/>
              </a:rPr>
              <a:t>阶牛顿—柯特斯公式至少具有</a:t>
            </a:r>
            <a:r>
              <a:rPr lang="en-US" altLang="zh-CN" dirty="0">
                <a:latin typeface="+mj-ea"/>
                <a:ea typeface="+mj-ea"/>
              </a:rPr>
              <a:t>n</a:t>
            </a:r>
            <a:r>
              <a:rPr lang="zh-CN" altLang="en-US" dirty="0">
                <a:latin typeface="+mj-ea"/>
                <a:ea typeface="+mj-ea"/>
              </a:rPr>
              <a:t>次代数精度</a:t>
            </a:r>
            <a:endParaRPr lang="en-US" altLang="zh-CN" dirty="0">
              <a:latin typeface="+mj-ea"/>
              <a:ea typeface="+mj-ea"/>
            </a:endParaRPr>
          </a:p>
          <a:p>
            <a:endParaRPr lang="en-US" altLang="zh-CN" dirty="0">
              <a:latin typeface="+mj-ea"/>
              <a:ea typeface="+mj-ea"/>
            </a:endParaRPr>
          </a:p>
          <a:p>
            <a:endParaRPr lang="en-US" altLang="zh-CN" dirty="0">
              <a:latin typeface="+mj-ea"/>
              <a:ea typeface="+mj-ea"/>
            </a:endParaRPr>
          </a:p>
          <a:p>
            <a:r>
              <a:rPr lang="zh-CN" altLang="en-US" dirty="0">
                <a:latin typeface="+mj-ea"/>
                <a:ea typeface="+mj-ea"/>
              </a:rPr>
              <a:t>定理：若</a:t>
            </a:r>
            <a:r>
              <a:rPr lang="en-US" altLang="zh-CN" dirty="0">
                <a:latin typeface="+mj-ea"/>
                <a:ea typeface="+mj-ea"/>
              </a:rPr>
              <a:t>n</a:t>
            </a:r>
            <a:r>
              <a:rPr lang="zh-CN" altLang="en-US" dirty="0">
                <a:latin typeface="+mj-ea"/>
                <a:ea typeface="+mj-ea"/>
              </a:rPr>
              <a:t>为偶数，则</a:t>
            </a:r>
            <a:r>
              <a:rPr lang="en-US" altLang="zh-CN" dirty="0">
                <a:latin typeface="+mj-ea"/>
                <a:ea typeface="+mj-ea"/>
              </a:rPr>
              <a:t>n</a:t>
            </a:r>
            <a:r>
              <a:rPr lang="zh-CN" altLang="en-US" dirty="0">
                <a:latin typeface="+mj-ea"/>
                <a:ea typeface="+mj-ea"/>
              </a:rPr>
              <a:t>阶牛顿—柯特斯公式至少具有</a:t>
            </a:r>
            <a:r>
              <a:rPr lang="en-US" altLang="zh-CN" dirty="0">
                <a:latin typeface="+mj-ea"/>
                <a:ea typeface="+mj-ea"/>
              </a:rPr>
              <a:t>n+1</a:t>
            </a:r>
            <a:r>
              <a:rPr lang="zh-CN" altLang="en-US" dirty="0">
                <a:latin typeface="+mj-ea"/>
                <a:ea typeface="+mj-ea"/>
              </a:rPr>
              <a:t>次代数精度</a:t>
            </a:r>
            <a:endParaRPr lang="en-US" altLang="zh-CN" dirty="0">
              <a:latin typeface="+mj-ea"/>
              <a:ea typeface="+mj-ea"/>
            </a:endParaRPr>
          </a:p>
          <a:p>
            <a:endParaRPr lang="zh-CN" altLang="en-US" dirty="0"/>
          </a:p>
        </p:txBody>
      </p:sp>
      <p:sp>
        <p:nvSpPr>
          <p:cNvPr id="4" name="灯片编号占位符 3"/>
          <p:cNvSpPr>
            <a:spLocks noGrp="1"/>
          </p:cNvSpPr>
          <p:nvPr>
            <p:ph type="sldNum" sz="quarter" idx="10"/>
          </p:nvPr>
        </p:nvSpPr>
        <p:spPr/>
        <p:txBody>
          <a:bodyPr/>
          <a:lstStyle/>
          <a:p>
            <a:fld id="{1F5F0EBA-0C75-4BFC-809B-EB51E31A110C}" type="slidenum">
              <a:rPr lang="zh-CN" altLang="en-US" smtClean="0"/>
              <a:pPr/>
              <a:t>22</a:t>
            </a:fld>
            <a:endParaRPr lang="en-US" altLang="zh-CN"/>
          </a:p>
        </p:txBody>
      </p:sp>
      <p:sp>
        <p:nvSpPr>
          <p:cNvPr id="5" name="日期占位符 4"/>
          <p:cNvSpPr>
            <a:spLocks noGrp="1"/>
          </p:cNvSpPr>
          <p:nvPr>
            <p:ph type="dt" sz="half" idx="11"/>
          </p:nvPr>
        </p:nvSpPr>
        <p:spPr/>
        <p:txBody>
          <a:bodyPr/>
          <a:lstStyle/>
          <a:p>
            <a:fld id="{3C8D7209-8540-466F-BFB0-B486ABF0E336}" type="datetime1">
              <a:rPr lang="zh-CN" altLang="en-US" smtClean="0"/>
              <a:pPr/>
              <a:t>2024/11/11</a:t>
            </a:fld>
            <a:endParaRPr lang="en-US" altLang="zh-CN"/>
          </a:p>
        </p:txBody>
      </p:sp>
      <p:graphicFrame>
        <p:nvGraphicFramePr>
          <p:cNvPr id="6" name="对象 5"/>
          <p:cNvGraphicFramePr>
            <a:graphicFrameLocks noChangeAspect="1"/>
          </p:cNvGraphicFramePr>
          <p:nvPr>
            <p:extLst>
              <p:ext uri="{D42A27DB-BD31-4B8C-83A1-F6EECF244321}">
                <p14:modId xmlns:p14="http://schemas.microsoft.com/office/powerpoint/2010/main" val="2996828465"/>
              </p:ext>
            </p:extLst>
          </p:nvPr>
        </p:nvGraphicFramePr>
        <p:xfrm>
          <a:off x="617538" y="1268413"/>
          <a:ext cx="9004300" cy="1512887"/>
        </p:xfrm>
        <a:graphic>
          <a:graphicData uri="http://schemas.openxmlformats.org/presentationml/2006/ole">
            <mc:AlternateContent xmlns:mc="http://schemas.openxmlformats.org/markup-compatibility/2006">
              <mc:Choice xmlns:v="urn:schemas-microsoft-com:vml" Requires="v">
                <p:oleObj spid="_x0000_s886851" name="公式" r:id="rId4" imgW="3974760" imgH="660240" progId="Equation.3">
                  <p:embed/>
                </p:oleObj>
              </mc:Choice>
              <mc:Fallback>
                <p:oleObj name="公式" r:id="rId4" imgW="3974760" imgH="660240" progId="Equation.3">
                  <p:embed/>
                  <p:pic>
                    <p:nvPicPr>
                      <p:cNvPr id="0" name="对象 17"/>
                      <p:cNvPicPr>
                        <a:picLocks noChangeAspect="1" noChangeArrowheads="1"/>
                      </p:cNvPicPr>
                      <p:nvPr/>
                    </p:nvPicPr>
                    <p:blipFill>
                      <a:blip r:embed="rId5"/>
                      <a:srcRect/>
                      <a:stretch>
                        <a:fillRect/>
                      </a:stretch>
                    </p:blipFill>
                    <p:spPr bwMode="auto">
                      <a:xfrm>
                        <a:off x="617538" y="1268413"/>
                        <a:ext cx="9004300" cy="1512887"/>
                      </a:xfrm>
                      <a:prstGeom prst="rect">
                        <a:avLst/>
                      </a:prstGeom>
                      <a:noFill/>
                      <a:ln>
                        <a:noFill/>
                      </a:ln>
                      <a:extLst/>
                    </p:spPr>
                  </p:pic>
                </p:oleObj>
              </mc:Fallback>
            </mc:AlternateContent>
          </a:graphicData>
        </a:graphic>
      </p:graphicFrame>
      <p:sp>
        <p:nvSpPr>
          <p:cNvPr id="9" name="Rectangle 3"/>
          <p:cNvSpPr>
            <a:spLocks noChangeArrowheads="1"/>
          </p:cNvSpPr>
          <p:nvPr/>
        </p:nvSpPr>
        <p:spPr bwMode="auto">
          <a:xfrm>
            <a:off x="1646557" y="3135313"/>
            <a:ext cx="6828792" cy="4924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1" hangingPunct="1">
              <a:buClr>
                <a:srgbClr val="008000"/>
              </a:buClr>
              <a:buSzPct val="90000"/>
              <a:buFont typeface="Wingdings" pitchFamily="2" charset="2"/>
              <a:buChar char="ª"/>
            </a:pPr>
            <a:r>
              <a:rPr lang="zh-CN" altLang="en-US" sz="3200" i="0" dirty="0">
                <a:solidFill>
                  <a:srgbClr val="A50021"/>
                </a:solidFill>
                <a:latin typeface="Times New Roman" pitchFamily="18" charset="0"/>
                <a:ea typeface="楷体_GB2312" pitchFamily="49" charset="-122"/>
              </a:rPr>
              <a:t>梯形求积公式</a:t>
            </a:r>
            <a:r>
              <a:rPr lang="en-US" altLang="zh-CN" sz="3200" i="0" dirty="0">
                <a:solidFill>
                  <a:srgbClr val="A50021"/>
                </a:solidFill>
                <a:latin typeface="Times New Roman" pitchFamily="18" charset="0"/>
                <a:ea typeface="楷体_GB2312" pitchFamily="49" charset="-122"/>
              </a:rPr>
              <a:t>(n=1)</a:t>
            </a:r>
            <a:r>
              <a:rPr lang="zh-CN" altLang="en-US" sz="3200" i="0" dirty="0">
                <a:solidFill>
                  <a:srgbClr val="A50021"/>
                </a:solidFill>
                <a:latin typeface="Times New Roman" pitchFamily="18" charset="0"/>
                <a:ea typeface="楷体_GB2312" pitchFamily="49" charset="-122"/>
              </a:rPr>
              <a:t>的代数精确度为</a:t>
            </a:r>
            <a:r>
              <a:rPr lang="en-US" altLang="zh-CN" sz="3200" i="0" dirty="0">
                <a:solidFill>
                  <a:srgbClr val="A50021"/>
                </a:solidFill>
                <a:latin typeface="Times New Roman" pitchFamily="18" charset="0"/>
                <a:ea typeface="楷体_GB2312" pitchFamily="49" charset="-122"/>
              </a:rPr>
              <a:t>1</a:t>
            </a:r>
            <a:endParaRPr lang="zh-CN" altLang="en-US" sz="3200" i="0" dirty="0">
              <a:solidFill>
                <a:srgbClr val="A50021"/>
              </a:solidFill>
              <a:latin typeface="Times New Roman" pitchFamily="18" charset="0"/>
              <a:ea typeface="楷体_GB2312" pitchFamily="49" charset="-122"/>
            </a:endParaRPr>
          </a:p>
        </p:txBody>
      </p:sp>
      <p:sp>
        <p:nvSpPr>
          <p:cNvPr id="10" name="Rectangle 3"/>
          <p:cNvSpPr>
            <a:spLocks noChangeArrowheads="1"/>
          </p:cNvSpPr>
          <p:nvPr/>
        </p:nvSpPr>
        <p:spPr bwMode="auto">
          <a:xfrm>
            <a:off x="1562981" y="5467537"/>
            <a:ext cx="6416820" cy="4924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1" hangingPunct="1">
              <a:buClr>
                <a:srgbClr val="008000"/>
              </a:buClr>
              <a:buSzPct val="90000"/>
              <a:buFont typeface="Wingdings" pitchFamily="2" charset="2"/>
              <a:buChar char="ª"/>
            </a:pPr>
            <a:r>
              <a:rPr lang="zh-CN" altLang="en-US" sz="3200" i="0" dirty="0">
                <a:solidFill>
                  <a:srgbClr val="A50021"/>
                </a:solidFill>
                <a:latin typeface="Times New Roman" pitchFamily="18" charset="0"/>
                <a:ea typeface="楷体_GB2312" pitchFamily="49" charset="-122"/>
              </a:rPr>
              <a:t>辛普生公式</a:t>
            </a:r>
            <a:r>
              <a:rPr lang="en-US" altLang="zh-CN" sz="3200" i="0" dirty="0">
                <a:solidFill>
                  <a:srgbClr val="A50021"/>
                </a:solidFill>
                <a:latin typeface="Times New Roman" pitchFamily="18" charset="0"/>
                <a:ea typeface="楷体_GB2312" pitchFamily="49" charset="-122"/>
              </a:rPr>
              <a:t>(n=2)</a:t>
            </a:r>
            <a:r>
              <a:rPr lang="zh-CN" altLang="en-US" sz="3200" i="0" dirty="0">
                <a:solidFill>
                  <a:srgbClr val="A50021"/>
                </a:solidFill>
                <a:latin typeface="Times New Roman" pitchFamily="18" charset="0"/>
                <a:ea typeface="楷体_GB2312" pitchFamily="49" charset="-122"/>
              </a:rPr>
              <a:t>具有</a:t>
            </a:r>
            <a:r>
              <a:rPr lang="en-US" altLang="zh-CN" sz="3200" i="0" dirty="0">
                <a:solidFill>
                  <a:srgbClr val="A50021"/>
                </a:solidFill>
                <a:latin typeface="Times New Roman" pitchFamily="18" charset="0"/>
                <a:ea typeface="楷体_GB2312" pitchFamily="49" charset="-122"/>
              </a:rPr>
              <a:t>3</a:t>
            </a:r>
            <a:r>
              <a:rPr lang="zh-CN" altLang="en-US" sz="3200" i="0" dirty="0">
                <a:solidFill>
                  <a:srgbClr val="A50021"/>
                </a:solidFill>
                <a:latin typeface="Times New Roman" pitchFamily="18" charset="0"/>
                <a:ea typeface="楷体_GB2312" pitchFamily="49" charset="-122"/>
              </a:rPr>
              <a:t>次代数精度</a:t>
            </a:r>
          </a:p>
        </p:txBody>
      </p:sp>
    </p:spTree>
    <p:custDataLst>
      <p:tags r:id="rId2"/>
    </p:custDataLst>
    <p:extLst>
      <p:ext uri="{BB962C8B-B14F-4D97-AF65-F5344CB8AC3E}">
        <p14:creationId xmlns:p14="http://schemas.microsoft.com/office/powerpoint/2010/main" val="4156448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0"/>
          </p:nvPr>
        </p:nvSpPr>
        <p:spPr/>
        <p:txBody>
          <a:bodyPr/>
          <a:lstStyle/>
          <a:p>
            <a:fld id="{6BF86762-0B15-4606-89A6-D0BA48BB2154}" type="slidenum">
              <a:rPr lang="zh-CN" altLang="en-US"/>
              <a:pPr/>
              <a:t>23</a:t>
            </a:fld>
            <a:endParaRPr lang="en-US" altLang="zh-CN"/>
          </a:p>
        </p:txBody>
      </p:sp>
      <p:sp>
        <p:nvSpPr>
          <p:cNvPr id="11" name="日期占位符 4"/>
          <p:cNvSpPr>
            <a:spLocks noGrp="1"/>
          </p:cNvSpPr>
          <p:nvPr>
            <p:ph type="dt" sz="half" idx="11"/>
          </p:nvPr>
        </p:nvSpPr>
        <p:spPr/>
        <p:txBody>
          <a:bodyPr/>
          <a:lstStyle/>
          <a:p>
            <a:fld id="{AD98F78F-0F05-4663-8CE0-93EB0E7C2E2B}" type="datetime1">
              <a:rPr lang="zh-CN" altLang="en-US"/>
              <a:pPr/>
              <a:t>2024/11/11</a:t>
            </a:fld>
            <a:endParaRPr lang="en-US" altLang="zh-CN"/>
          </a:p>
        </p:txBody>
      </p:sp>
      <p:sp>
        <p:nvSpPr>
          <p:cNvPr id="831490" name="Rectangle 2"/>
          <p:cNvSpPr>
            <a:spLocks noGrp="1" noChangeArrowheads="1"/>
          </p:cNvSpPr>
          <p:nvPr>
            <p:ph type="title"/>
          </p:nvPr>
        </p:nvSpPr>
        <p:spPr/>
        <p:txBody>
          <a:bodyPr/>
          <a:lstStyle/>
          <a:p>
            <a:r>
              <a:rPr lang="zh-CN" altLang="en-US" dirty="0"/>
              <a:t>插值型求积公式的误差估计</a:t>
            </a:r>
          </a:p>
        </p:txBody>
      </p:sp>
      <p:graphicFrame>
        <p:nvGraphicFramePr>
          <p:cNvPr id="831492" name="Object 4"/>
          <p:cNvGraphicFramePr>
            <a:graphicFrameLocks noChangeAspect="1"/>
          </p:cNvGraphicFramePr>
          <p:nvPr>
            <p:extLst>
              <p:ext uri="{D42A27DB-BD31-4B8C-83A1-F6EECF244321}">
                <p14:modId xmlns:p14="http://schemas.microsoft.com/office/powerpoint/2010/main" val="1266622146"/>
              </p:ext>
            </p:extLst>
          </p:nvPr>
        </p:nvGraphicFramePr>
        <p:xfrm>
          <a:off x="4304928" y="1124754"/>
          <a:ext cx="3709331" cy="1028185"/>
        </p:xfrm>
        <a:graphic>
          <a:graphicData uri="http://schemas.openxmlformats.org/presentationml/2006/ole">
            <mc:AlternateContent xmlns:mc="http://schemas.openxmlformats.org/markup-compatibility/2006">
              <mc:Choice xmlns:v="urn:schemas-microsoft-com:vml" Requires="v">
                <p:oleObj spid="_x0000_s831747" name="Equation" r:id="rId4" imgW="1866600" imgH="444240" progId="Equation.3">
                  <p:embed/>
                </p:oleObj>
              </mc:Choice>
              <mc:Fallback>
                <p:oleObj name="Equation" r:id="rId4" imgW="1866600" imgH="44424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04928" y="1124754"/>
                        <a:ext cx="3709331" cy="1028185"/>
                      </a:xfrm>
                      <a:prstGeom prst="rect">
                        <a:avLst/>
                      </a:prstGeom>
                      <a:noFill/>
                      <a:ln>
                        <a:noFill/>
                      </a:ln>
                      <a:effectLst/>
                      <a:extLst/>
                    </p:spPr>
                  </p:pic>
                </p:oleObj>
              </mc:Fallback>
            </mc:AlternateContent>
          </a:graphicData>
        </a:graphic>
      </p:graphicFrame>
      <p:graphicFrame>
        <p:nvGraphicFramePr>
          <p:cNvPr id="831493" name="Object 5"/>
          <p:cNvGraphicFramePr>
            <a:graphicFrameLocks noChangeAspect="1"/>
          </p:cNvGraphicFramePr>
          <p:nvPr>
            <p:extLst>
              <p:ext uri="{D42A27DB-BD31-4B8C-83A1-F6EECF244321}">
                <p14:modId xmlns:p14="http://schemas.microsoft.com/office/powerpoint/2010/main" val="3128223727"/>
              </p:ext>
            </p:extLst>
          </p:nvPr>
        </p:nvGraphicFramePr>
        <p:xfrm>
          <a:off x="1927671" y="4800455"/>
          <a:ext cx="5384800" cy="1065213"/>
        </p:xfrm>
        <a:graphic>
          <a:graphicData uri="http://schemas.openxmlformats.org/presentationml/2006/ole">
            <mc:AlternateContent xmlns:mc="http://schemas.openxmlformats.org/markup-compatibility/2006">
              <mc:Choice xmlns:v="urn:schemas-microsoft-com:vml" Requires="v">
                <p:oleObj spid="_x0000_s831748" name="Equation" r:id="rId6" imgW="2349360" imgH="419040" progId="Equation.3">
                  <p:embed/>
                </p:oleObj>
              </mc:Choice>
              <mc:Fallback>
                <p:oleObj name="Equation" r:id="rId6" imgW="2349360" imgH="41904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27671" y="4800455"/>
                        <a:ext cx="5384800" cy="106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1494" name="AutoShape 6"/>
          <p:cNvSpPr>
            <a:spLocks noChangeArrowheads="1"/>
          </p:cNvSpPr>
          <p:nvPr/>
        </p:nvSpPr>
        <p:spPr bwMode="auto">
          <a:xfrm>
            <a:off x="1381571" y="5104452"/>
            <a:ext cx="431800" cy="457200"/>
          </a:xfrm>
          <a:prstGeom prst="rightArrow">
            <a:avLst>
              <a:gd name="adj1" fmla="val 50000"/>
              <a:gd name="adj2" fmla="val 25000"/>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 name="对象 1"/>
          <p:cNvGraphicFramePr>
            <a:graphicFrameLocks noChangeAspect="1"/>
          </p:cNvGraphicFramePr>
          <p:nvPr>
            <p:extLst>
              <p:ext uri="{D42A27DB-BD31-4B8C-83A1-F6EECF244321}">
                <p14:modId xmlns:p14="http://schemas.microsoft.com/office/powerpoint/2010/main" val="2405879748"/>
              </p:ext>
            </p:extLst>
          </p:nvPr>
        </p:nvGraphicFramePr>
        <p:xfrm>
          <a:off x="518201" y="1340778"/>
          <a:ext cx="3382963" cy="576263"/>
        </p:xfrm>
        <a:graphic>
          <a:graphicData uri="http://schemas.openxmlformats.org/presentationml/2006/ole">
            <mc:AlternateContent xmlns:mc="http://schemas.openxmlformats.org/markup-compatibility/2006">
              <mc:Choice xmlns:v="urn:schemas-microsoft-com:vml" Requires="v">
                <p:oleObj spid="_x0000_s831749" name="Equation" r:id="rId8" imgW="1333592" imgH="213408" progId="Equation.DSMT4">
                  <p:embed/>
                </p:oleObj>
              </mc:Choice>
              <mc:Fallback>
                <p:oleObj name="Equation" r:id="rId8" imgW="1333592" imgH="213408" progId="Equation.DSMT4">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8201" y="1340778"/>
                        <a:ext cx="33829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4"/>
          <p:cNvSpPr>
            <a:spLocks noChangeArrowheads="1"/>
          </p:cNvSpPr>
          <p:nvPr/>
        </p:nvSpPr>
        <p:spPr bwMode="auto">
          <a:xfrm>
            <a:off x="518196" y="2251730"/>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i="0" dirty="0"/>
              <a:t>于是有：</a:t>
            </a:r>
          </a:p>
        </p:txBody>
      </p:sp>
      <p:graphicFrame>
        <p:nvGraphicFramePr>
          <p:cNvPr id="14" name="Object 5"/>
          <p:cNvGraphicFramePr>
            <a:graphicFrameLocks noChangeAspect="1"/>
          </p:cNvGraphicFramePr>
          <p:nvPr>
            <p:extLst>
              <p:ext uri="{D42A27DB-BD31-4B8C-83A1-F6EECF244321}">
                <p14:modId xmlns:p14="http://schemas.microsoft.com/office/powerpoint/2010/main" val="3658336592"/>
              </p:ext>
            </p:extLst>
          </p:nvPr>
        </p:nvGraphicFramePr>
        <p:xfrm>
          <a:off x="1381577" y="2697377"/>
          <a:ext cx="6451749" cy="2224088"/>
        </p:xfrm>
        <a:graphic>
          <a:graphicData uri="http://schemas.openxmlformats.org/presentationml/2006/ole">
            <mc:AlternateContent xmlns:mc="http://schemas.openxmlformats.org/markup-compatibility/2006">
              <mc:Choice xmlns:v="urn:schemas-microsoft-com:vml" Requires="v">
                <p:oleObj spid="_x0000_s831750" name="Equation" r:id="rId10" imgW="2712714" imgH="1005862" progId="Equation.DSMT4">
                  <p:embed/>
                </p:oleObj>
              </mc:Choice>
              <mc:Fallback>
                <p:oleObj name="Equation" r:id="rId10" imgW="2712714" imgH="1005862"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81577" y="2697377"/>
                        <a:ext cx="6451749" cy="2224088"/>
                      </a:xfrm>
                      <a:prstGeom prst="rect">
                        <a:avLst/>
                      </a:prstGeom>
                      <a:noFill/>
                      <a:ln>
                        <a:noFill/>
                      </a:ln>
                    </p:spPr>
                  </p:pic>
                </p:oleObj>
              </mc:Fallback>
            </mc:AlternateContent>
          </a:graphicData>
        </a:graphic>
      </p:graphicFrame>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31493"/>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8314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1494" grpId="0" animBg="1"/>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0"/>
          </p:nvPr>
        </p:nvSpPr>
        <p:spPr/>
        <p:txBody>
          <a:bodyPr/>
          <a:lstStyle/>
          <a:p>
            <a:fld id="{6BF86762-0B15-4606-89A6-D0BA48BB2154}" type="slidenum">
              <a:rPr lang="zh-CN" altLang="en-US"/>
              <a:pPr/>
              <a:t>24</a:t>
            </a:fld>
            <a:endParaRPr lang="en-US" altLang="zh-CN"/>
          </a:p>
        </p:txBody>
      </p:sp>
      <p:sp>
        <p:nvSpPr>
          <p:cNvPr id="11" name="日期占位符 4"/>
          <p:cNvSpPr>
            <a:spLocks noGrp="1"/>
          </p:cNvSpPr>
          <p:nvPr>
            <p:ph type="dt" sz="half" idx="11"/>
          </p:nvPr>
        </p:nvSpPr>
        <p:spPr/>
        <p:txBody>
          <a:bodyPr/>
          <a:lstStyle/>
          <a:p>
            <a:fld id="{AD98F78F-0F05-4663-8CE0-93EB0E7C2E2B}" type="datetime1">
              <a:rPr lang="zh-CN" altLang="en-US"/>
              <a:pPr/>
              <a:t>2024/11/11</a:t>
            </a:fld>
            <a:endParaRPr lang="en-US" altLang="zh-CN"/>
          </a:p>
        </p:txBody>
      </p:sp>
      <p:sp>
        <p:nvSpPr>
          <p:cNvPr id="831490" name="Rectangle 2"/>
          <p:cNvSpPr>
            <a:spLocks noGrp="1" noChangeArrowheads="1"/>
          </p:cNvSpPr>
          <p:nvPr>
            <p:ph type="title"/>
          </p:nvPr>
        </p:nvSpPr>
        <p:spPr/>
        <p:txBody>
          <a:bodyPr/>
          <a:lstStyle/>
          <a:p>
            <a:r>
              <a:rPr lang="zh-CN" altLang="en-US" dirty="0"/>
              <a:t>插值型求积公式的误差估计</a:t>
            </a:r>
          </a:p>
        </p:txBody>
      </p:sp>
      <p:graphicFrame>
        <p:nvGraphicFramePr>
          <p:cNvPr id="831491" name="Object 3"/>
          <p:cNvGraphicFramePr>
            <a:graphicFrameLocks noChangeAspect="1"/>
          </p:cNvGraphicFramePr>
          <p:nvPr/>
        </p:nvGraphicFramePr>
        <p:xfrm>
          <a:off x="0" y="2708297"/>
          <a:ext cx="9906000" cy="3540125"/>
        </p:xfrm>
        <a:graphic>
          <a:graphicData uri="http://schemas.openxmlformats.org/presentationml/2006/ole">
            <mc:AlternateContent xmlns:mc="http://schemas.openxmlformats.org/markup-compatibility/2006">
              <mc:Choice xmlns:v="urn:schemas-microsoft-com:vml" Requires="v">
                <p:oleObj spid="_x0000_s894068" name="Equation" r:id="rId3" imgW="3517560" imgH="1257120" progId="Equation.DSMT4">
                  <p:embed/>
                </p:oleObj>
              </mc:Choice>
              <mc:Fallback>
                <p:oleObj name="Equation" r:id="rId3" imgW="3517560" imgH="125712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708297"/>
                        <a:ext cx="9906000" cy="3540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1492" name="Object 4"/>
          <p:cNvGraphicFramePr>
            <a:graphicFrameLocks noChangeAspect="1"/>
          </p:cNvGraphicFramePr>
          <p:nvPr/>
        </p:nvGraphicFramePr>
        <p:xfrm>
          <a:off x="12" y="976335"/>
          <a:ext cx="4043363" cy="1120775"/>
        </p:xfrm>
        <a:graphic>
          <a:graphicData uri="http://schemas.openxmlformats.org/presentationml/2006/ole">
            <mc:AlternateContent xmlns:mc="http://schemas.openxmlformats.org/markup-compatibility/2006">
              <mc:Choice xmlns:v="urn:schemas-microsoft-com:vml" Requires="v">
                <p:oleObj spid="_x0000_s894069" name="Equation" r:id="rId5" imgW="1866600" imgH="444240" progId="Equation.3">
                  <p:embed/>
                </p:oleObj>
              </mc:Choice>
              <mc:Fallback>
                <p:oleObj name="Equation" r:id="rId5" imgW="1866600" imgH="4442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 y="976335"/>
                        <a:ext cx="4043363"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1493" name="Object 5"/>
          <p:cNvGraphicFramePr>
            <a:graphicFrameLocks noChangeAspect="1"/>
          </p:cNvGraphicFramePr>
          <p:nvPr/>
        </p:nvGraphicFramePr>
        <p:xfrm>
          <a:off x="4521200" y="981097"/>
          <a:ext cx="5384800" cy="1065213"/>
        </p:xfrm>
        <a:graphic>
          <a:graphicData uri="http://schemas.openxmlformats.org/presentationml/2006/ole">
            <mc:AlternateContent xmlns:mc="http://schemas.openxmlformats.org/markup-compatibility/2006">
              <mc:Choice xmlns:v="urn:schemas-microsoft-com:vml" Requires="v">
                <p:oleObj spid="_x0000_s894070" name="Equation" r:id="rId7" imgW="2349360" imgH="419040" progId="Equation.3">
                  <p:embed/>
                </p:oleObj>
              </mc:Choice>
              <mc:Fallback>
                <p:oleObj name="Equation" r:id="rId7" imgW="2349360" imgH="4190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21200" y="981097"/>
                        <a:ext cx="5384800" cy="106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1494" name="AutoShape 6"/>
          <p:cNvSpPr>
            <a:spLocks noChangeArrowheads="1"/>
          </p:cNvSpPr>
          <p:nvPr/>
        </p:nvSpPr>
        <p:spPr bwMode="auto">
          <a:xfrm>
            <a:off x="4089402" y="1268413"/>
            <a:ext cx="431800" cy="457200"/>
          </a:xfrm>
          <a:prstGeom prst="rightArrow">
            <a:avLst>
              <a:gd name="adj1" fmla="val 50000"/>
              <a:gd name="adj2" fmla="val 25000"/>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495" name="Rectangle 7"/>
          <p:cNvSpPr>
            <a:spLocks noChangeArrowheads="1"/>
          </p:cNvSpPr>
          <p:nvPr/>
        </p:nvSpPr>
        <p:spPr bwMode="auto">
          <a:xfrm>
            <a:off x="560388" y="2205038"/>
            <a:ext cx="8820150" cy="44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3200" i="0">
                <a:latin typeface="Times New Roman" pitchFamily="18" charset="0"/>
                <a:ea typeface="黑体" pitchFamily="2" charset="-122"/>
              </a:rPr>
              <a:t>梯形公式和辛普生公式的截断误差估计：</a:t>
            </a:r>
          </a:p>
        </p:txBody>
      </p:sp>
      <p:sp>
        <p:nvSpPr>
          <p:cNvPr id="831496" name="Rectangle 8"/>
          <p:cNvSpPr>
            <a:spLocks noChangeArrowheads="1"/>
          </p:cNvSpPr>
          <p:nvPr/>
        </p:nvSpPr>
        <p:spPr bwMode="auto">
          <a:xfrm>
            <a:off x="7040575" y="2636860"/>
            <a:ext cx="2865437" cy="1152525"/>
          </a:xfrm>
          <a:prstGeom prst="rect">
            <a:avLst/>
          </a:prstGeom>
          <a:noFill/>
          <a:ln w="381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497" name="Rectangle 9"/>
          <p:cNvSpPr>
            <a:spLocks noChangeArrowheads="1"/>
          </p:cNvSpPr>
          <p:nvPr/>
        </p:nvSpPr>
        <p:spPr bwMode="auto">
          <a:xfrm>
            <a:off x="344500" y="5084785"/>
            <a:ext cx="3024187" cy="1152525"/>
          </a:xfrm>
          <a:prstGeom prst="rect">
            <a:avLst/>
          </a:prstGeom>
          <a:noFill/>
          <a:ln w="381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965785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3"/>
          <p:cNvSpPr>
            <a:spLocks noGrp="1"/>
          </p:cNvSpPr>
          <p:nvPr>
            <p:ph type="sldNum" sz="quarter" idx="10"/>
          </p:nvPr>
        </p:nvSpPr>
        <p:spPr/>
        <p:txBody>
          <a:bodyPr/>
          <a:lstStyle/>
          <a:p>
            <a:fld id="{D7B38B7C-A798-40C1-9EA6-CC0B74A96D66}" type="slidenum">
              <a:rPr lang="zh-CN" altLang="en-US"/>
              <a:pPr/>
              <a:t>25</a:t>
            </a:fld>
            <a:endParaRPr lang="en-US" altLang="zh-CN"/>
          </a:p>
        </p:txBody>
      </p:sp>
      <p:sp>
        <p:nvSpPr>
          <p:cNvPr id="20" name="日期占位符 4"/>
          <p:cNvSpPr>
            <a:spLocks noGrp="1"/>
          </p:cNvSpPr>
          <p:nvPr>
            <p:ph type="dt" sz="half" idx="11"/>
          </p:nvPr>
        </p:nvSpPr>
        <p:spPr/>
        <p:txBody>
          <a:bodyPr/>
          <a:lstStyle/>
          <a:p>
            <a:fld id="{AD520F31-9900-4A6B-9148-9F63CB48148A}" type="datetime1">
              <a:rPr lang="zh-CN" altLang="en-US"/>
              <a:pPr/>
              <a:t>2024/11/11</a:t>
            </a:fld>
            <a:endParaRPr lang="en-US" altLang="zh-CN"/>
          </a:p>
        </p:txBody>
      </p:sp>
      <p:sp>
        <p:nvSpPr>
          <p:cNvPr id="832514" name="Rectangle 2"/>
          <p:cNvSpPr>
            <a:spLocks noGrp="1" noChangeArrowheads="1"/>
          </p:cNvSpPr>
          <p:nvPr>
            <p:ph type="title"/>
          </p:nvPr>
        </p:nvSpPr>
        <p:spPr/>
        <p:txBody>
          <a:bodyPr/>
          <a:lstStyle/>
          <a:p>
            <a:r>
              <a:rPr lang="zh-CN" altLang="en-US"/>
              <a:t>§1.2 牛顿——柯特斯求积公式</a:t>
            </a:r>
          </a:p>
        </p:txBody>
      </p:sp>
      <p:graphicFrame>
        <p:nvGraphicFramePr>
          <p:cNvPr id="832515" name="Object 3"/>
          <p:cNvGraphicFramePr>
            <a:graphicFrameLocks noChangeAspect="1"/>
          </p:cNvGraphicFramePr>
          <p:nvPr/>
        </p:nvGraphicFramePr>
        <p:xfrm>
          <a:off x="2720975" y="836613"/>
          <a:ext cx="2503488" cy="1065212"/>
        </p:xfrm>
        <a:graphic>
          <a:graphicData uri="http://schemas.openxmlformats.org/presentationml/2006/ole">
            <mc:AlternateContent xmlns:mc="http://schemas.openxmlformats.org/markup-compatibility/2006">
              <mc:Choice xmlns:v="urn:schemas-microsoft-com:vml" Requires="v">
                <p:oleObj spid="_x0000_s833221" name="Equation" r:id="rId4" imgW="977760" imgH="431640" progId="Equation.3">
                  <p:embed/>
                </p:oleObj>
              </mc:Choice>
              <mc:Fallback>
                <p:oleObj name="Equation" r:id="rId4" imgW="977760" imgH="43164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0975" y="836613"/>
                        <a:ext cx="2503488"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2516" name="Object 4"/>
          <p:cNvGraphicFramePr>
            <a:graphicFrameLocks noChangeAspect="1"/>
          </p:cNvGraphicFramePr>
          <p:nvPr/>
        </p:nvGraphicFramePr>
        <p:xfrm>
          <a:off x="5168900" y="836613"/>
          <a:ext cx="3576638" cy="1065212"/>
        </p:xfrm>
        <a:graphic>
          <a:graphicData uri="http://schemas.openxmlformats.org/presentationml/2006/ole">
            <mc:AlternateContent xmlns:mc="http://schemas.openxmlformats.org/markup-compatibility/2006">
              <mc:Choice xmlns:v="urn:schemas-microsoft-com:vml" Requires="v">
                <p:oleObj spid="_x0000_s833222" name="Equation" r:id="rId6" imgW="1396800" imgH="431640" progId="Equation.3">
                  <p:embed/>
                </p:oleObj>
              </mc:Choice>
              <mc:Fallback>
                <p:oleObj name="Equation" r:id="rId6" imgW="1396800" imgH="43164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68900" y="836613"/>
                        <a:ext cx="3576638"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2517" name="Object 5"/>
          <p:cNvGraphicFramePr>
            <a:graphicFrameLocks noChangeAspect="1"/>
          </p:cNvGraphicFramePr>
          <p:nvPr/>
        </p:nvGraphicFramePr>
        <p:xfrm>
          <a:off x="969975" y="1862160"/>
          <a:ext cx="3360737" cy="814387"/>
        </p:xfrm>
        <a:graphic>
          <a:graphicData uri="http://schemas.openxmlformats.org/presentationml/2006/ole">
            <mc:AlternateContent xmlns:mc="http://schemas.openxmlformats.org/markup-compatibility/2006">
              <mc:Choice xmlns:v="urn:schemas-microsoft-com:vml" Requires="v">
                <p:oleObj spid="_x0000_s833223" name="Equation" r:id="rId8" imgW="1231560" imgH="330120" progId="Equation.3">
                  <p:embed/>
                </p:oleObj>
              </mc:Choice>
              <mc:Fallback>
                <p:oleObj name="Equation" r:id="rId8" imgW="1231560" imgH="33012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69975" y="1862160"/>
                        <a:ext cx="3360737" cy="814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2518" name="Object 6"/>
          <p:cNvGraphicFramePr>
            <a:graphicFrameLocks noChangeAspect="1"/>
          </p:cNvGraphicFramePr>
          <p:nvPr/>
        </p:nvGraphicFramePr>
        <p:xfrm>
          <a:off x="4232287" y="1773238"/>
          <a:ext cx="2894013" cy="1065212"/>
        </p:xfrm>
        <a:graphic>
          <a:graphicData uri="http://schemas.openxmlformats.org/presentationml/2006/ole">
            <mc:AlternateContent xmlns:mc="http://schemas.openxmlformats.org/markup-compatibility/2006">
              <mc:Choice xmlns:v="urn:schemas-microsoft-com:vml" Requires="v">
                <p:oleObj spid="_x0000_s833224" name="Equation" r:id="rId10" imgW="1130040" imgH="431640" progId="Equation.3">
                  <p:embed/>
                </p:oleObj>
              </mc:Choice>
              <mc:Fallback>
                <p:oleObj name="Equation" r:id="rId10" imgW="1130040" imgH="43164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32287" y="1773238"/>
                        <a:ext cx="2894013"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2519" name="AutoShape 7"/>
          <p:cNvSpPr>
            <a:spLocks noChangeArrowheads="1"/>
          </p:cNvSpPr>
          <p:nvPr/>
        </p:nvSpPr>
        <p:spPr bwMode="auto">
          <a:xfrm>
            <a:off x="3568700" y="2676525"/>
            <a:ext cx="736600" cy="465138"/>
          </a:xfrm>
          <a:prstGeom prst="downArrow">
            <a:avLst>
              <a:gd name="adj1" fmla="val 50000"/>
              <a:gd name="adj2" fmla="val 49486"/>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32520" name="Object 8"/>
          <p:cNvGraphicFramePr>
            <a:graphicFrameLocks noChangeAspect="1"/>
          </p:cNvGraphicFramePr>
          <p:nvPr/>
        </p:nvGraphicFramePr>
        <p:xfrm>
          <a:off x="2505075" y="3141663"/>
          <a:ext cx="1558925" cy="500062"/>
        </p:xfrm>
        <a:graphic>
          <a:graphicData uri="http://schemas.openxmlformats.org/presentationml/2006/ole">
            <mc:AlternateContent xmlns:mc="http://schemas.openxmlformats.org/markup-compatibility/2006">
              <mc:Choice xmlns:v="urn:schemas-microsoft-com:vml" Requires="v">
                <p:oleObj spid="_x0000_s833225" name="Equation" r:id="rId12" imgW="571320" imgH="203040" progId="Equation.3">
                  <p:embed/>
                </p:oleObj>
              </mc:Choice>
              <mc:Fallback>
                <p:oleObj name="Equation" r:id="rId12" imgW="571320" imgH="203040" progId="Equation.3">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05075" y="3141663"/>
                        <a:ext cx="1558925" cy="500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2521" name="Object 9"/>
          <p:cNvGraphicFramePr>
            <a:graphicFrameLocks noChangeAspect="1"/>
          </p:cNvGraphicFramePr>
          <p:nvPr/>
        </p:nvGraphicFramePr>
        <p:xfrm>
          <a:off x="3873512" y="2925763"/>
          <a:ext cx="2894013" cy="1065212"/>
        </p:xfrm>
        <a:graphic>
          <a:graphicData uri="http://schemas.openxmlformats.org/presentationml/2006/ole">
            <mc:AlternateContent xmlns:mc="http://schemas.openxmlformats.org/markup-compatibility/2006">
              <mc:Choice xmlns:v="urn:schemas-microsoft-com:vml" Requires="v">
                <p:oleObj spid="_x0000_s833226" name="Equation" r:id="rId14" imgW="1130040" imgH="431640" progId="Equation.3">
                  <p:embed/>
                </p:oleObj>
              </mc:Choice>
              <mc:Fallback>
                <p:oleObj name="Equation" r:id="rId14" imgW="1130040" imgH="431640"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73512" y="2925763"/>
                        <a:ext cx="2894013"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2522" name="AutoShape 10"/>
          <p:cNvSpPr>
            <a:spLocks noChangeArrowheads="1"/>
          </p:cNvSpPr>
          <p:nvPr/>
        </p:nvSpPr>
        <p:spPr bwMode="auto">
          <a:xfrm>
            <a:off x="3440125" y="3573463"/>
            <a:ext cx="936625" cy="461962"/>
          </a:xfrm>
          <a:prstGeom prst="downArrow">
            <a:avLst>
              <a:gd name="adj1" fmla="val 49833"/>
              <a:gd name="adj2" fmla="val 45704"/>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32523" name="Object 11"/>
          <p:cNvGraphicFramePr>
            <a:graphicFrameLocks noChangeAspect="1"/>
          </p:cNvGraphicFramePr>
          <p:nvPr/>
        </p:nvGraphicFramePr>
        <p:xfrm>
          <a:off x="3152775" y="3862388"/>
          <a:ext cx="1852613" cy="1065212"/>
        </p:xfrm>
        <a:graphic>
          <a:graphicData uri="http://schemas.openxmlformats.org/presentationml/2006/ole">
            <mc:AlternateContent xmlns:mc="http://schemas.openxmlformats.org/markup-compatibility/2006">
              <mc:Choice xmlns:v="urn:schemas-microsoft-com:vml" Requires="v">
                <p:oleObj spid="_x0000_s833227" name="Equation" r:id="rId15" imgW="723600" imgH="431640" progId="Equation.3">
                  <p:embed/>
                </p:oleObj>
              </mc:Choice>
              <mc:Fallback>
                <p:oleObj name="Equation" r:id="rId15" imgW="723600" imgH="431640" progId="Equation.3">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52775" y="3862388"/>
                        <a:ext cx="1852613"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2524" name="Object 12"/>
          <p:cNvGraphicFramePr>
            <a:graphicFrameLocks noChangeAspect="1"/>
          </p:cNvGraphicFramePr>
          <p:nvPr/>
        </p:nvGraphicFramePr>
        <p:xfrm>
          <a:off x="0" y="4797447"/>
          <a:ext cx="6403976" cy="1065213"/>
        </p:xfrm>
        <a:graphic>
          <a:graphicData uri="http://schemas.openxmlformats.org/presentationml/2006/ole">
            <mc:AlternateContent xmlns:mc="http://schemas.openxmlformats.org/markup-compatibility/2006">
              <mc:Choice xmlns:v="urn:schemas-microsoft-com:vml" Requires="v">
                <p:oleObj spid="_x0000_s833228" name="公式" r:id="rId17" imgW="2501640" imgH="431640" progId="Equation.3">
                  <p:embed/>
                </p:oleObj>
              </mc:Choice>
              <mc:Fallback>
                <p:oleObj name="公式" r:id="rId17" imgW="2501640" imgH="431640" progId="Equation.3">
                  <p:embed/>
                  <p:pic>
                    <p:nvPicPr>
                      <p:cNvPr id="0"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4797447"/>
                        <a:ext cx="6403976" cy="106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2525" name="Object 13"/>
          <p:cNvGraphicFramePr>
            <a:graphicFrameLocks noChangeAspect="1"/>
          </p:cNvGraphicFramePr>
          <p:nvPr/>
        </p:nvGraphicFramePr>
        <p:xfrm>
          <a:off x="6653225" y="5029200"/>
          <a:ext cx="1927225" cy="1143000"/>
        </p:xfrm>
        <a:graphic>
          <a:graphicData uri="http://schemas.openxmlformats.org/presentationml/2006/ole">
            <mc:AlternateContent xmlns:mc="http://schemas.openxmlformats.org/markup-compatibility/2006">
              <mc:Choice xmlns:v="urn:schemas-microsoft-com:vml" Requires="v">
                <p:oleObj spid="_x0000_s833229" name="Equation" r:id="rId19" imgW="736560" imgH="431640" progId="Equation.3">
                  <p:embed/>
                </p:oleObj>
              </mc:Choice>
              <mc:Fallback>
                <p:oleObj name="Equation" r:id="rId19" imgW="736560" imgH="431640" progId="Equation.3">
                  <p:embed/>
                  <p:pic>
                    <p:nvPicPr>
                      <p:cNvPr id="0" name="Object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653225" y="5029200"/>
                        <a:ext cx="192722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2526" name="AutoShape 14"/>
          <p:cNvSpPr>
            <a:spLocks/>
          </p:cNvSpPr>
          <p:nvPr/>
        </p:nvSpPr>
        <p:spPr bwMode="auto">
          <a:xfrm>
            <a:off x="8689975" y="4953000"/>
            <a:ext cx="304800" cy="1295400"/>
          </a:xfrm>
          <a:prstGeom prst="leftBrace">
            <a:avLst>
              <a:gd name="adj1" fmla="val 35417"/>
              <a:gd name="adj2" fmla="val 48282"/>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527" name="Rectangle 15"/>
          <p:cNvSpPr>
            <a:spLocks noChangeArrowheads="1"/>
          </p:cNvSpPr>
          <p:nvPr/>
        </p:nvSpPr>
        <p:spPr bwMode="auto">
          <a:xfrm>
            <a:off x="9146049" y="4648201"/>
            <a:ext cx="3642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i="0">
                <a:latin typeface="Times New Roman" pitchFamily="18" charset="0"/>
              </a:rPr>
              <a:t>1</a:t>
            </a:r>
            <a:endParaRPr lang="zh-CN" altLang="en-US" sz="2800" i="0">
              <a:latin typeface="Times New Roman" pitchFamily="18" charset="0"/>
            </a:endParaRPr>
          </a:p>
        </p:txBody>
      </p:sp>
      <p:sp>
        <p:nvSpPr>
          <p:cNvPr id="832528" name="Rectangle 16"/>
          <p:cNvSpPr>
            <a:spLocks noChangeArrowheads="1"/>
          </p:cNvSpPr>
          <p:nvPr/>
        </p:nvSpPr>
        <p:spPr bwMode="auto">
          <a:xfrm>
            <a:off x="8967267" y="5791201"/>
            <a:ext cx="5693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i="0">
                <a:latin typeface="Times New Roman" pitchFamily="18" charset="0"/>
              </a:rPr>
              <a:t>&gt;1</a:t>
            </a:r>
            <a:endParaRPr lang="zh-CN" altLang="en-US" sz="2800" i="0">
              <a:latin typeface="Times New Roman" pitchFamily="18" charset="0"/>
            </a:endParaRPr>
          </a:p>
        </p:txBody>
      </p:sp>
      <p:sp>
        <p:nvSpPr>
          <p:cNvPr id="832529" name="Rectangle 17"/>
          <p:cNvSpPr>
            <a:spLocks noChangeArrowheads="1"/>
          </p:cNvSpPr>
          <p:nvPr/>
        </p:nvSpPr>
        <p:spPr bwMode="auto">
          <a:xfrm>
            <a:off x="127012" y="1052524"/>
            <a:ext cx="244951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i="0">
                <a:ea typeface="黑体" pitchFamily="2" charset="-122"/>
              </a:rPr>
              <a:t>舍入误差估计</a:t>
            </a:r>
            <a:endParaRPr lang="zh-CN" altLang="en-US" i="0">
              <a:ea typeface="黑体" pitchFamily="2" charset="-122"/>
            </a:endParaRPr>
          </a:p>
        </p:txBody>
      </p:sp>
      <p:graphicFrame>
        <p:nvGraphicFramePr>
          <p:cNvPr id="832530" name="Object 18"/>
          <p:cNvGraphicFramePr>
            <a:graphicFrameLocks noChangeAspect="1"/>
          </p:cNvGraphicFramePr>
          <p:nvPr/>
        </p:nvGraphicFramePr>
        <p:xfrm>
          <a:off x="344488" y="5516563"/>
          <a:ext cx="5232400" cy="1065212"/>
        </p:xfrm>
        <a:graphic>
          <a:graphicData uri="http://schemas.openxmlformats.org/presentationml/2006/ole">
            <mc:AlternateContent xmlns:mc="http://schemas.openxmlformats.org/markup-compatibility/2006">
              <mc:Choice xmlns:v="urn:schemas-microsoft-com:vml" Requires="v">
                <p:oleObj spid="_x0000_s833230" name="公式" r:id="rId21" imgW="2044440" imgH="431640" progId="Equation.3">
                  <p:embed/>
                </p:oleObj>
              </mc:Choice>
              <mc:Fallback>
                <p:oleObj name="公式" r:id="rId21" imgW="2044440" imgH="431640" progId="Equation.3">
                  <p:embed/>
                  <p:pic>
                    <p:nvPicPr>
                      <p:cNvPr id="0" name="Object 1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44488" y="5516563"/>
                        <a:ext cx="5232400"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32515"/>
                                        </p:tgtEl>
                                        <p:attrNameLst>
                                          <p:attrName>style.visibility</p:attrName>
                                        </p:attrNameLst>
                                      </p:cBhvr>
                                      <p:to>
                                        <p:strVal val="visible"/>
                                      </p:to>
                                    </p:set>
                                    <p:animEffect transition="in" filter="dissolve">
                                      <p:cBhvr>
                                        <p:cTn id="7" dur="500"/>
                                        <p:tgtEl>
                                          <p:spTgt spid="8325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32516"/>
                                        </p:tgtEl>
                                        <p:attrNameLst>
                                          <p:attrName>style.visibility</p:attrName>
                                        </p:attrNameLst>
                                      </p:cBhvr>
                                      <p:to>
                                        <p:strVal val="visible"/>
                                      </p:to>
                                    </p:set>
                                    <p:animEffect transition="in" filter="dissolve">
                                      <p:cBhvr>
                                        <p:cTn id="12" dur="500"/>
                                        <p:tgtEl>
                                          <p:spTgt spid="8325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32517"/>
                                        </p:tgtEl>
                                        <p:attrNameLst>
                                          <p:attrName>style.visibility</p:attrName>
                                        </p:attrNameLst>
                                      </p:cBhvr>
                                      <p:to>
                                        <p:strVal val="visible"/>
                                      </p:to>
                                    </p:set>
                                    <p:animEffect transition="in" filter="dissolve">
                                      <p:cBhvr>
                                        <p:cTn id="17" dur="500"/>
                                        <p:tgtEl>
                                          <p:spTgt spid="8325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32518"/>
                                        </p:tgtEl>
                                        <p:attrNameLst>
                                          <p:attrName>style.visibility</p:attrName>
                                        </p:attrNameLst>
                                      </p:cBhvr>
                                      <p:to>
                                        <p:strVal val="visible"/>
                                      </p:to>
                                    </p:set>
                                    <p:animEffect transition="in" filter="dissolve">
                                      <p:cBhvr>
                                        <p:cTn id="22" dur="500"/>
                                        <p:tgtEl>
                                          <p:spTgt spid="8325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32519"/>
                                        </p:tgtEl>
                                        <p:attrNameLst>
                                          <p:attrName>style.visibility</p:attrName>
                                        </p:attrNameLst>
                                      </p:cBhvr>
                                      <p:to>
                                        <p:strVal val="visible"/>
                                      </p:to>
                                    </p:set>
                                    <p:animEffect transition="in" filter="dissolve">
                                      <p:cBhvr>
                                        <p:cTn id="27" dur="500"/>
                                        <p:tgtEl>
                                          <p:spTgt spid="8325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832520"/>
                                        </p:tgtEl>
                                        <p:attrNameLst>
                                          <p:attrName>style.visibility</p:attrName>
                                        </p:attrNameLst>
                                      </p:cBhvr>
                                      <p:to>
                                        <p:strVal val="visible"/>
                                      </p:to>
                                    </p:set>
                                    <p:animEffect transition="in" filter="dissolve">
                                      <p:cBhvr>
                                        <p:cTn id="32" dur="500"/>
                                        <p:tgtEl>
                                          <p:spTgt spid="83252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832521"/>
                                        </p:tgtEl>
                                        <p:attrNameLst>
                                          <p:attrName>style.visibility</p:attrName>
                                        </p:attrNameLst>
                                      </p:cBhvr>
                                      <p:to>
                                        <p:strVal val="visible"/>
                                      </p:to>
                                    </p:set>
                                    <p:animEffect transition="in" filter="dissolve">
                                      <p:cBhvr>
                                        <p:cTn id="37" dur="500"/>
                                        <p:tgtEl>
                                          <p:spTgt spid="83252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832522"/>
                                        </p:tgtEl>
                                        <p:attrNameLst>
                                          <p:attrName>style.visibility</p:attrName>
                                        </p:attrNameLst>
                                      </p:cBhvr>
                                      <p:to>
                                        <p:strVal val="visible"/>
                                      </p:to>
                                    </p:set>
                                    <p:animEffect transition="in" filter="dissolve">
                                      <p:cBhvr>
                                        <p:cTn id="42" dur="500"/>
                                        <p:tgtEl>
                                          <p:spTgt spid="83252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832523"/>
                                        </p:tgtEl>
                                        <p:attrNameLst>
                                          <p:attrName>style.visibility</p:attrName>
                                        </p:attrNameLst>
                                      </p:cBhvr>
                                      <p:to>
                                        <p:strVal val="visible"/>
                                      </p:to>
                                    </p:set>
                                    <p:animEffect transition="in" filter="dissolve">
                                      <p:cBhvr>
                                        <p:cTn id="47" dur="500"/>
                                        <p:tgtEl>
                                          <p:spTgt spid="83252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832524"/>
                                        </p:tgtEl>
                                        <p:attrNameLst>
                                          <p:attrName>style.visibility</p:attrName>
                                        </p:attrNameLst>
                                      </p:cBhvr>
                                      <p:to>
                                        <p:strVal val="visible"/>
                                      </p:to>
                                    </p:set>
                                    <p:animEffect transition="in" filter="dissolve">
                                      <p:cBhvr>
                                        <p:cTn id="52" dur="500"/>
                                        <p:tgtEl>
                                          <p:spTgt spid="83252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832530"/>
                                        </p:tgtEl>
                                        <p:attrNameLst>
                                          <p:attrName>style.visibility</p:attrName>
                                        </p:attrNameLst>
                                      </p:cBhvr>
                                      <p:to>
                                        <p:strVal val="visible"/>
                                      </p:to>
                                    </p:set>
                                    <p:animEffect transition="in" filter="dissolve">
                                      <p:cBhvr>
                                        <p:cTn id="57" dur="500"/>
                                        <p:tgtEl>
                                          <p:spTgt spid="83253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nodeType="clickEffect">
                                  <p:stCondLst>
                                    <p:cond delay="0"/>
                                  </p:stCondLst>
                                  <p:childTnLst>
                                    <p:set>
                                      <p:cBhvr>
                                        <p:cTn id="61" dur="1" fill="hold">
                                          <p:stCondLst>
                                            <p:cond delay="0"/>
                                          </p:stCondLst>
                                        </p:cTn>
                                        <p:tgtEl>
                                          <p:spTgt spid="832525"/>
                                        </p:tgtEl>
                                        <p:attrNameLst>
                                          <p:attrName>style.visibility</p:attrName>
                                        </p:attrNameLst>
                                      </p:cBhvr>
                                      <p:to>
                                        <p:strVal val="visible"/>
                                      </p:to>
                                    </p:set>
                                    <p:animEffect transition="in" filter="dissolve">
                                      <p:cBhvr>
                                        <p:cTn id="62" dur="500"/>
                                        <p:tgtEl>
                                          <p:spTgt spid="83252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832526"/>
                                        </p:tgtEl>
                                        <p:attrNameLst>
                                          <p:attrName>style.visibility</p:attrName>
                                        </p:attrNameLst>
                                      </p:cBhvr>
                                      <p:to>
                                        <p:strVal val="visible"/>
                                      </p:to>
                                    </p:set>
                                    <p:animEffect transition="in" filter="dissolve">
                                      <p:cBhvr>
                                        <p:cTn id="67" dur="500"/>
                                        <p:tgtEl>
                                          <p:spTgt spid="83252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832527"/>
                                        </p:tgtEl>
                                        <p:attrNameLst>
                                          <p:attrName>style.visibility</p:attrName>
                                        </p:attrNameLst>
                                      </p:cBhvr>
                                      <p:to>
                                        <p:strVal val="visible"/>
                                      </p:to>
                                    </p:set>
                                    <p:animEffect transition="in" filter="dissolve">
                                      <p:cBhvr>
                                        <p:cTn id="72" dur="500"/>
                                        <p:tgtEl>
                                          <p:spTgt spid="83252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832528"/>
                                        </p:tgtEl>
                                        <p:attrNameLst>
                                          <p:attrName>style.visibility</p:attrName>
                                        </p:attrNameLst>
                                      </p:cBhvr>
                                      <p:to>
                                        <p:strVal val="visible"/>
                                      </p:to>
                                    </p:set>
                                    <p:animEffect transition="in" filter="dissolve">
                                      <p:cBhvr>
                                        <p:cTn id="77" dur="500"/>
                                        <p:tgtEl>
                                          <p:spTgt spid="8325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2519" grpId="0" animBg="1"/>
      <p:bldP spid="832522" grpId="0" animBg="1"/>
      <p:bldP spid="832526" grpId="0" animBg="1"/>
      <p:bldP spid="832527" grpId="0" autoUpdateAnimBg="0"/>
      <p:bldP spid="832528" grpId="0" autoUpdateAnimBg="0"/>
    </p:bldLst>
  </p:timing>
  <p:extLst mod="1"/>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灯片编号占位符 3"/>
          <p:cNvSpPr>
            <a:spLocks noGrp="1"/>
          </p:cNvSpPr>
          <p:nvPr>
            <p:ph type="sldNum" sz="quarter" idx="10"/>
          </p:nvPr>
        </p:nvSpPr>
        <p:spPr/>
        <p:txBody>
          <a:bodyPr/>
          <a:lstStyle/>
          <a:p>
            <a:fld id="{4C7630CF-3B40-4A11-A929-5150E9CC8F15}" type="slidenum">
              <a:rPr lang="zh-CN" altLang="en-US"/>
              <a:pPr/>
              <a:t>26</a:t>
            </a:fld>
            <a:endParaRPr lang="en-US" altLang="zh-CN"/>
          </a:p>
        </p:txBody>
      </p:sp>
      <p:sp>
        <p:nvSpPr>
          <p:cNvPr id="72" name="日期占位符 4"/>
          <p:cNvSpPr>
            <a:spLocks noGrp="1"/>
          </p:cNvSpPr>
          <p:nvPr>
            <p:ph type="dt" sz="half" idx="11"/>
          </p:nvPr>
        </p:nvSpPr>
        <p:spPr/>
        <p:txBody>
          <a:bodyPr/>
          <a:lstStyle/>
          <a:p>
            <a:fld id="{753D6B91-7D71-48FB-9EE7-822CAF83DA26}" type="datetime1">
              <a:rPr lang="zh-CN" altLang="en-US"/>
              <a:pPr/>
              <a:t>2024/11/11</a:t>
            </a:fld>
            <a:endParaRPr lang="en-US" altLang="zh-CN"/>
          </a:p>
        </p:txBody>
      </p:sp>
      <p:sp>
        <p:nvSpPr>
          <p:cNvPr id="872450" name="Rectangle 2"/>
          <p:cNvSpPr>
            <a:spLocks noGrp="1" noChangeArrowheads="1"/>
          </p:cNvSpPr>
          <p:nvPr>
            <p:ph type="title"/>
          </p:nvPr>
        </p:nvSpPr>
        <p:spPr/>
        <p:txBody>
          <a:bodyPr/>
          <a:lstStyle/>
          <a:p>
            <a:r>
              <a:rPr lang="zh-CN" altLang="en-US"/>
              <a:t>§1.2 牛顿——柯特斯求积公式</a:t>
            </a:r>
          </a:p>
        </p:txBody>
      </p:sp>
      <p:graphicFrame>
        <p:nvGraphicFramePr>
          <p:cNvPr id="872522" name="Group 74"/>
          <p:cNvGraphicFramePr>
            <a:graphicFrameLocks noGrp="1"/>
          </p:cNvGraphicFramePr>
          <p:nvPr>
            <p:ph idx="1"/>
          </p:nvPr>
        </p:nvGraphicFramePr>
        <p:xfrm>
          <a:off x="144463" y="1657350"/>
          <a:ext cx="9632955" cy="3072384"/>
        </p:xfrm>
        <a:graphic>
          <a:graphicData uri="http://schemas.openxmlformats.org/drawingml/2006/table">
            <a:tbl>
              <a:tblPr/>
              <a:tblGrid>
                <a:gridCol w="1093788">
                  <a:extLst>
                    <a:ext uri="{9D8B030D-6E8A-4147-A177-3AD203B41FA5}">
                      <a16:colId xmlns="" xmlns:a16="http://schemas.microsoft.com/office/drawing/2014/main" val="20000"/>
                    </a:ext>
                  </a:extLst>
                </a:gridCol>
                <a:gridCol w="1314450">
                  <a:extLst>
                    <a:ext uri="{9D8B030D-6E8A-4147-A177-3AD203B41FA5}">
                      <a16:colId xmlns="" xmlns:a16="http://schemas.microsoft.com/office/drawing/2014/main" val="20001"/>
                    </a:ext>
                  </a:extLst>
                </a:gridCol>
                <a:gridCol w="1203326">
                  <a:extLst>
                    <a:ext uri="{9D8B030D-6E8A-4147-A177-3AD203B41FA5}">
                      <a16:colId xmlns="" xmlns:a16="http://schemas.microsoft.com/office/drawing/2014/main" val="20002"/>
                    </a:ext>
                  </a:extLst>
                </a:gridCol>
                <a:gridCol w="1206500">
                  <a:extLst>
                    <a:ext uri="{9D8B030D-6E8A-4147-A177-3AD203B41FA5}">
                      <a16:colId xmlns="" xmlns:a16="http://schemas.microsoft.com/office/drawing/2014/main" val="20003"/>
                    </a:ext>
                  </a:extLst>
                </a:gridCol>
                <a:gridCol w="1203326">
                  <a:extLst>
                    <a:ext uri="{9D8B030D-6E8A-4147-A177-3AD203B41FA5}">
                      <a16:colId xmlns="" xmlns:a16="http://schemas.microsoft.com/office/drawing/2014/main" val="20004"/>
                    </a:ext>
                  </a:extLst>
                </a:gridCol>
                <a:gridCol w="1203326">
                  <a:extLst>
                    <a:ext uri="{9D8B030D-6E8A-4147-A177-3AD203B41FA5}">
                      <a16:colId xmlns="" xmlns:a16="http://schemas.microsoft.com/office/drawing/2014/main" val="20005"/>
                    </a:ext>
                  </a:extLst>
                </a:gridCol>
                <a:gridCol w="1203326">
                  <a:extLst>
                    <a:ext uri="{9D8B030D-6E8A-4147-A177-3AD203B41FA5}">
                      <a16:colId xmlns="" xmlns:a16="http://schemas.microsoft.com/office/drawing/2014/main" val="20006"/>
                    </a:ext>
                  </a:extLst>
                </a:gridCol>
                <a:gridCol w="1204913">
                  <a:extLst>
                    <a:ext uri="{9D8B030D-6E8A-4147-A177-3AD203B41FA5}">
                      <a16:colId xmlns="" xmlns:a16="http://schemas.microsoft.com/office/drawing/2014/main" val="20007"/>
                    </a:ext>
                  </a:extLst>
                </a:gridCol>
              </a:tblGrid>
              <a:tr h="338138">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a:ln>
                            <a:noFill/>
                          </a:ln>
                          <a:solidFill>
                            <a:schemeClr val="tx1"/>
                          </a:solidFill>
                          <a:effectLst/>
                          <a:latin typeface="Times New Roman" pitchFamily="18" charset="0"/>
                          <a:ea typeface="黑体" pitchFamily="2" charset="-122"/>
                        </a:rPr>
                        <a:t>n</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7">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1" u="none" strike="noStrike" cap="none" normalizeH="0" baseline="0">
                          <a:ln>
                            <a:noFill/>
                          </a:ln>
                          <a:solidFill>
                            <a:schemeClr val="tx1"/>
                          </a:solidFill>
                          <a:effectLst/>
                          <a:latin typeface="Times New Roman" pitchFamily="18" charset="0"/>
                          <a:ea typeface="黑体" pitchFamily="2" charset="-122"/>
                        </a:rPr>
                        <a:t>C</a:t>
                      </a:r>
                      <a:r>
                        <a:rPr kumimoji="0" lang="en-US" altLang="zh-CN" sz="3200" b="1" i="1" u="none" strike="noStrike" cap="none" normalizeH="0" baseline="-25000">
                          <a:ln>
                            <a:noFill/>
                          </a:ln>
                          <a:solidFill>
                            <a:schemeClr val="tx1"/>
                          </a:solidFill>
                          <a:effectLst/>
                          <a:latin typeface="Times New Roman" pitchFamily="18" charset="0"/>
                          <a:ea typeface="黑体" pitchFamily="2" charset="-122"/>
                        </a:rPr>
                        <a:t>k</a:t>
                      </a:r>
                      <a:r>
                        <a:rPr kumimoji="0" lang="en-US" altLang="zh-CN" sz="3200" b="1" i="0" u="none" strike="noStrike" cap="none" normalizeH="0" baseline="30000">
                          <a:ln>
                            <a:noFill/>
                          </a:ln>
                          <a:solidFill>
                            <a:schemeClr val="tx1"/>
                          </a:solidFill>
                          <a:effectLst/>
                          <a:latin typeface="Times New Roman" pitchFamily="18" charset="0"/>
                          <a:ea typeface="黑体" pitchFamily="2" charset="-122"/>
                        </a:rPr>
                        <a:t>(</a:t>
                      </a:r>
                      <a:r>
                        <a:rPr kumimoji="0" lang="en-US" altLang="zh-CN" sz="3200" b="1" i="1" u="none" strike="noStrike" cap="none" normalizeH="0" baseline="30000">
                          <a:ln>
                            <a:noFill/>
                          </a:ln>
                          <a:solidFill>
                            <a:schemeClr val="tx1"/>
                          </a:solidFill>
                          <a:effectLst/>
                          <a:latin typeface="Times New Roman" pitchFamily="18" charset="0"/>
                          <a:ea typeface="黑体" pitchFamily="2" charset="-122"/>
                        </a:rPr>
                        <a:t>n</a:t>
                      </a:r>
                      <a:r>
                        <a:rPr kumimoji="0" lang="en-US" altLang="zh-CN" sz="3200" b="1" i="0" u="none" strike="noStrike" cap="none" normalizeH="0" baseline="30000">
                          <a:ln>
                            <a:noFill/>
                          </a:ln>
                          <a:solidFill>
                            <a:schemeClr val="tx1"/>
                          </a:solidFill>
                          <a:effectLst/>
                          <a:latin typeface="Times New Roman" pitchFamily="18" charset="0"/>
                          <a:ea typeface="黑体" pitchFamily="2" charset="-122"/>
                        </a:rPr>
                        <a:t>)</a:t>
                      </a:r>
                      <a:endParaRPr kumimoji="0" lang="en-US" altLang="zh-CN" sz="32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0"/>
                  </a:ext>
                </a:extLst>
              </a:tr>
              <a:tr h="336550">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1"/>
                          </a:solidFill>
                          <a:effectLst/>
                          <a:latin typeface="Times New Roman" pitchFamily="18" charset="0"/>
                          <a:ea typeface="黑体" pitchFamily="2" charset="-122"/>
                        </a:rPr>
                        <a:t>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1"/>
                          </a:solidFill>
                          <a:effectLst/>
                          <a:latin typeface="Times New Roman" pitchFamily="18" charset="0"/>
                          <a:ea typeface="黑体" pitchFamily="2" charset="-122"/>
                        </a:rPr>
                        <a:t>1/2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1"/>
                          </a:solidFill>
                          <a:effectLst/>
                          <a:latin typeface="Times New Roman" pitchFamily="18" charset="0"/>
                          <a:ea typeface="黑体" pitchFamily="2" charset="-122"/>
                        </a:rPr>
                        <a:t>1/2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338138">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1"/>
                          </a:solidFill>
                          <a:effectLst/>
                          <a:latin typeface="Times New Roman" pitchFamily="18" charset="0"/>
                          <a:ea typeface="黑体" pitchFamily="2" charset="-122"/>
                        </a:rPr>
                        <a:t>2</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rgbClr val="008000"/>
                          </a:solidFill>
                          <a:effectLst/>
                          <a:latin typeface="Times New Roman" pitchFamily="18" charset="0"/>
                          <a:ea typeface="黑体" pitchFamily="2" charset="-122"/>
                        </a:rPr>
                        <a:t>1/6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1"/>
                          </a:solidFill>
                          <a:effectLst/>
                          <a:latin typeface="Times New Roman" pitchFamily="18" charset="0"/>
                          <a:ea typeface="黑体" pitchFamily="2" charset="-122"/>
                        </a:rPr>
                        <a:t>4/6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rgbClr val="008000"/>
                          </a:solidFill>
                          <a:effectLst/>
                          <a:latin typeface="Times New Roman" pitchFamily="18" charset="0"/>
                          <a:ea typeface="黑体" pitchFamily="2" charset="-122"/>
                        </a:rPr>
                        <a:t>1/6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339725">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1"/>
                          </a:solidFill>
                          <a:effectLst/>
                          <a:latin typeface="Times New Roman" pitchFamily="18" charset="0"/>
                          <a:ea typeface="黑体" pitchFamily="2" charset="-122"/>
                        </a:rPr>
                        <a:t>3</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rgbClr val="B2329D"/>
                          </a:solidFill>
                          <a:effectLst/>
                          <a:latin typeface="Times New Roman" pitchFamily="18" charset="0"/>
                          <a:ea typeface="黑体" pitchFamily="2" charset="-122"/>
                        </a:rPr>
                        <a:t>1/8</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rgbClr val="008000"/>
                          </a:solidFill>
                          <a:effectLst/>
                          <a:latin typeface="Times New Roman" pitchFamily="18" charset="0"/>
                          <a:ea typeface="黑体" pitchFamily="2" charset="-122"/>
                        </a:rPr>
                        <a:t>3/8</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rgbClr val="008000"/>
                          </a:solidFill>
                          <a:effectLst/>
                          <a:latin typeface="Times New Roman" pitchFamily="18" charset="0"/>
                          <a:ea typeface="黑体" pitchFamily="2" charset="-122"/>
                        </a:rPr>
                        <a:t>3/8</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rgbClr val="B2329D"/>
                          </a:solidFill>
                          <a:effectLst/>
                          <a:latin typeface="Times New Roman" pitchFamily="18" charset="0"/>
                          <a:ea typeface="黑体" pitchFamily="2" charset="-122"/>
                        </a:rPr>
                        <a:t>1/8</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338138">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1"/>
                          </a:solidFill>
                          <a:effectLst/>
                          <a:latin typeface="Times New Roman" pitchFamily="18" charset="0"/>
                          <a:ea typeface="黑体" pitchFamily="2" charset="-122"/>
                        </a:rPr>
                        <a:t>4</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rgbClr val="A50021"/>
                          </a:solidFill>
                          <a:effectLst/>
                          <a:latin typeface="Times New Roman" pitchFamily="18" charset="0"/>
                          <a:ea typeface="黑体" pitchFamily="2" charset="-122"/>
                        </a:rPr>
                        <a:t>7/90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rgbClr val="B2329D"/>
                          </a:solidFill>
                          <a:effectLst/>
                          <a:latin typeface="Times New Roman" pitchFamily="18" charset="0"/>
                          <a:ea typeface="黑体" pitchFamily="2" charset="-122"/>
                        </a:rPr>
                        <a:t>16/45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1"/>
                          </a:solidFill>
                          <a:effectLst/>
                          <a:latin typeface="Times New Roman" pitchFamily="18" charset="0"/>
                          <a:ea typeface="黑体" pitchFamily="2" charset="-122"/>
                        </a:rPr>
                        <a:t>2/15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rgbClr val="B2329D"/>
                          </a:solidFill>
                          <a:effectLst/>
                          <a:latin typeface="Times New Roman" pitchFamily="18" charset="0"/>
                          <a:ea typeface="黑体" pitchFamily="2" charset="-122"/>
                        </a:rPr>
                        <a:t>16/45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rgbClr val="A50021"/>
                          </a:solidFill>
                          <a:effectLst/>
                          <a:latin typeface="Times New Roman" pitchFamily="18" charset="0"/>
                          <a:ea typeface="黑体" pitchFamily="2" charset="-122"/>
                        </a:rPr>
                        <a:t>7/90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336550">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1"/>
                          </a:solidFill>
                          <a:effectLst/>
                          <a:latin typeface="Times New Roman" pitchFamily="18" charset="0"/>
                          <a:ea typeface="黑体" pitchFamily="2" charset="-122"/>
                        </a:rPr>
                        <a:t>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rgbClr val="B2329D"/>
                          </a:solidFill>
                          <a:effectLst/>
                          <a:latin typeface="Times New Roman" pitchFamily="18" charset="0"/>
                          <a:ea typeface="黑体" pitchFamily="2" charset="-122"/>
                        </a:rPr>
                        <a:t>19/288</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rgbClr val="008000"/>
                          </a:solidFill>
                          <a:effectLst/>
                          <a:latin typeface="Times New Roman" pitchFamily="18" charset="0"/>
                          <a:ea typeface="黑体" pitchFamily="2" charset="-122"/>
                        </a:rPr>
                        <a:t>25/96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2"/>
                          </a:solidFill>
                          <a:effectLst/>
                          <a:latin typeface="Times New Roman" pitchFamily="18" charset="0"/>
                          <a:ea typeface="黑体" pitchFamily="2" charset="-122"/>
                        </a:rPr>
                        <a:t>25/144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2"/>
                          </a:solidFill>
                          <a:effectLst/>
                          <a:latin typeface="Times New Roman" pitchFamily="18" charset="0"/>
                          <a:ea typeface="黑体" pitchFamily="2" charset="-122"/>
                        </a:rPr>
                        <a:t>25/144</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rgbClr val="008000"/>
                          </a:solidFill>
                          <a:effectLst/>
                          <a:latin typeface="Times New Roman" pitchFamily="18" charset="0"/>
                          <a:ea typeface="黑体" pitchFamily="2" charset="-122"/>
                        </a:rPr>
                        <a:t>25/96</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rgbClr val="B2329D"/>
                          </a:solidFill>
                          <a:effectLst/>
                          <a:latin typeface="Times New Roman" pitchFamily="18" charset="0"/>
                          <a:ea typeface="黑体" pitchFamily="2" charset="-122"/>
                        </a:rPr>
                        <a:t>19/288</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3200" b="1" i="0" u="none" strike="noStrike" cap="none" normalizeH="0" baseline="0">
                        <a:ln>
                          <a:noFill/>
                        </a:ln>
                        <a:solidFill>
                          <a:schemeClr val="tx1"/>
                        </a:solidFill>
                        <a:effectLst/>
                        <a:latin typeface="Times New Roman" pitchFamily="18" charset="0"/>
                        <a:ea typeface="黑体"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338138">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1"/>
                          </a:solidFill>
                          <a:effectLst/>
                          <a:latin typeface="Times New Roman" pitchFamily="18" charset="0"/>
                          <a:ea typeface="黑体" pitchFamily="2" charset="-122"/>
                        </a:rPr>
                        <a:t>6</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2"/>
                          </a:solidFill>
                          <a:effectLst/>
                          <a:latin typeface="Times New Roman" pitchFamily="18" charset="0"/>
                          <a:ea typeface="黑体" pitchFamily="2" charset="-122"/>
                        </a:rPr>
                        <a:t>41/840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rgbClr val="B2329D"/>
                          </a:solidFill>
                          <a:effectLst/>
                          <a:latin typeface="Times New Roman" pitchFamily="18" charset="0"/>
                          <a:ea typeface="黑体" pitchFamily="2" charset="-122"/>
                        </a:rPr>
                        <a:t>9/35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hlink"/>
                          </a:solidFill>
                          <a:effectLst/>
                          <a:latin typeface="Times New Roman" pitchFamily="18" charset="0"/>
                          <a:ea typeface="黑体" pitchFamily="2" charset="-122"/>
                        </a:rPr>
                        <a:t>9/280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1"/>
                          </a:solidFill>
                          <a:effectLst/>
                          <a:latin typeface="Times New Roman" pitchFamily="18" charset="0"/>
                          <a:ea typeface="黑体" pitchFamily="2" charset="-122"/>
                        </a:rPr>
                        <a:t>34/105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hlink"/>
                          </a:solidFill>
                          <a:effectLst/>
                          <a:latin typeface="Times New Roman" pitchFamily="18" charset="0"/>
                          <a:ea typeface="黑体" pitchFamily="2" charset="-122"/>
                        </a:rPr>
                        <a:t>9/280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rgbClr val="B2329D"/>
                          </a:solidFill>
                          <a:effectLst/>
                          <a:latin typeface="Times New Roman" pitchFamily="18" charset="0"/>
                          <a:ea typeface="黑体" pitchFamily="2" charset="-122"/>
                        </a:rPr>
                        <a:t>9/35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3200" b="1" i="0" u="none" strike="noStrike" cap="none" normalizeH="0" baseline="0">
                          <a:ln>
                            <a:noFill/>
                          </a:ln>
                          <a:solidFill>
                            <a:schemeClr val="tx2"/>
                          </a:solidFill>
                          <a:effectLst/>
                          <a:latin typeface="Times New Roman" pitchFamily="18" charset="0"/>
                          <a:ea typeface="黑体" pitchFamily="2" charset="-122"/>
                        </a:rPr>
                        <a:t>41/840</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bl>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1237310447"/>
              </p:ext>
            </p:extLst>
          </p:nvPr>
        </p:nvGraphicFramePr>
        <p:xfrm>
          <a:off x="632525" y="5229200"/>
          <a:ext cx="8153400" cy="520700"/>
        </p:xfrm>
        <a:graphic>
          <a:graphicData uri="http://schemas.openxmlformats.org/presentationml/2006/ole">
            <mc:AlternateContent xmlns:mc="http://schemas.openxmlformats.org/markup-compatibility/2006">
              <mc:Choice xmlns:v="urn:schemas-microsoft-com:vml" Requires="v">
                <p:oleObj spid="_x0000_s887871" r:id="rId4" imgW="8149863" imgH="520474" progId="Equation.3">
                  <p:embed/>
                </p:oleObj>
              </mc:Choice>
              <mc:Fallback>
                <p:oleObj r:id="rId4" imgW="8149863" imgH="520474"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525" y="5229200"/>
                        <a:ext cx="81534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1FD3AD5E-EB37-4B40-946C-0BE087B1A2D3}" type="slidenum">
              <a:rPr lang="zh-CN" altLang="en-US"/>
              <a:pPr/>
              <a:t>27</a:t>
            </a:fld>
            <a:endParaRPr lang="en-US" altLang="zh-CN"/>
          </a:p>
        </p:txBody>
      </p:sp>
      <p:sp>
        <p:nvSpPr>
          <p:cNvPr id="818178" name="Rectangle 2"/>
          <p:cNvSpPr>
            <a:spLocks noGrp="1" noChangeArrowheads="1"/>
          </p:cNvSpPr>
          <p:nvPr>
            <p:ph type="title"/>
          </p:nvPr>
        </p:nvSpPr>
        <p:spPr/>
        <p:txBody>
          <a:bodyPr/>
          <a:lstStyle/>
          <a:p>
            <a:r>
              <a:rPr lang="zh-CN" altLang="en-US" dirty="0"/>
              <a:t>第六章 数值积分</a:t>
            </a:r>
          </a:p>
        </p:txBody>
      </p:sp>
      <p:sp>
        <p:nvSpPr>
          <p:cNvPr id="6" name="Rectangle 3"/>
          <p:cNvSpPr txBox="1">
            <a:spLocks noChangeArrowheads="1"/>
          </p:cNvSpPr>
          <p:nvPr/>
        </p:nvSpPr>
        <p:spPr bwMode="auto">
          <a:xfrm>
            <a:off x="650878" y="1143022"/>
            <a:ext cx="8820150" cy="308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258763" indent="-258763" algn="l" defTabSz="814388" rtl="0" eaLnBrk="0" fontAlgn="base" hangingPunct="0">
              <a:lnSpc>
                <a:spcPct val="90000"/>
              </a:lnSpc>
              <a:spcBef>
                <a:spcPct val="35000"/>
              </a:spcBef>
              <a:spcAft>
                <a:spcPct val="0"/>
              </a:spcAft>
              <a:buClr>
                <a:srgbClr val="27305F"/>
              </a:buClr>
              <a:buSzPct val="60000"/>
              <a:buFont typeface="Wingdings" pitchFamily="2" charset="2"/>
              <a:buChar char="n"/>
              <a:defRPr sz="2800" b="1">
                <a:solidFill>
                  <a:schemeClr val="tx1"/>
                </a:solidFill>
                <a:latin typeface="+mn-lt"/>
                <a:ea typeface="+mn-ea"/>
                <a:cs typeface="+mn-cs"/>
              </a:defRPr>
            </a:lvl1pPr>
            <a:lvl2pPr marL="649288" indent="-2619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2pPr>
            <a:lvl3pPr marL="1027113" indent="-2492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3pPr>
            <a:lvl4pPr marL="1416050"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4pPr>
            <a:lvl5pPr marL="18049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5pPr>
            <a:lvl6pPr marL="22621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6pPr>
            <a:lvl7pPr marL="27193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7pPr>
            <a:lvl8pPr marL="31765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8pPr>
            <a:lvl9pPr marL="36337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9pPr>
          </a:lstStyle>
          <a:p>
            <a:r>
              <a:rPr lang="en-US" altLang="zh-CN" i="0" kern="0" dirty="0"/>
              <a:t>§1  </a:t>
            </a:r>
            <a:r>
              <a:rPr lang="zh-CN" altLang="en-US" i="0" kern="0" dirty="0"/>
              <a:t>数值积分</a:t>
            </a:r>
          </a:p>
          <a:p>
            <a:pPr lvl="1"/>
            <a:r>
              <a:rPr lang="en-US" altLang="zh-CN" i="0" kern="0" dirty="0"/>
              <a:t>1.2 </a:t>
            </a:r>
            <a:r>
              <a:rPr lang="zh-CN" altLang="en-US" i="0" kern="0" dirty="0"/>
              <a:t>牛顿</a:t>
            </a:r>
            <a:r>
              <a:rPr lang="en-US" altLang="zh-CN" i="0" kern="0" dirty="0"/>
              <a:t>—</a:t>
            </a:r>
            <a:r>
              <a:rPr lang="zh-CN" altLang="en-US" i="0" kern="0" dirty="0"/>
              <a:t>柯特斯求积公式</a:t>
            </a:r>
          </a:p>
          <a:p>
            <a:pPr lvl="1"/>
            <a:r>
              <a:rPr lang="en-US" altLang="zh-CN" i="0" kern="0" dirty="0">
                <a:solidFill>
                  <a:srgbClr val="0000FF"/>
                </a:solidFill>
              </a:rPr>
              <a:t>1.3 </a:t>
            </a:r>
            <a:r>
              <a:rPr lang="zh-CN" altLang="en-US" i="0" kern="0" dirty="0">
                <a:solidFill>
                  <a:srgbClr val="0000FF"/>
                </a:solidFill>
              </a:rPr>
              <a:t>复化求积公式</a:t>
            </a:r>
          </a:p>
          <a:p>
            <a:pPr lvl="1"/>
            <a:r>
              <a:rPr lang="en-US" altLang="zh-CN" i="0" kern="0" dirty="0"/>
              <a:t>1.4 </a:t>
            </a:r>
            <a:r>
              <a:rPr lang="zh-CN" altLang="en-US" i="0" kern="0" dirty="0"/>
              <a:t>龙贝格法</a:t>
            </a:r>
          </a:p>
          <a:p>
            <a:pPr lvl="1"/>
            <a:r>
              <a:rPr lang="en-US" altLang="zh-CN" i="0" kern="0" dirty="0"/>
              <a:t>1.7 </a:t>
            </a:r>
            <a:r>
              <a:rPr lang="zh-CN" altLang="en-US" i="0" kern="0" dirty="0"/>
              <a:t>高斯求积公式</a:t>
            </a:r>
          </a:p>
          <a:p>
            <a:pPr lvl="1"/>
            <a:r>
              <a:rPr lang="en-US" altLang="zh-CN" i="0" kern="0" dirty="0"/>
              <a:t>1.8 </a:t>
            </a:r>
            <a:r>
              <a:rPr lang="zh-CN" altLang="en-US" i="0" kern="0" dirty="0"/>
              <a:t>重积分的求积公式</a:t>
            </a:r>
          </a:p>
        </p:txBody>
      </p:sp>
    </p:spTree>
    <p:extLst>
      <p:ext uri="{BB962C8B-B14F-4D97-AF65-F5344CB8AC3E}">
        <p14:creationId xmlns:p14="http://schemas.microsoft.com/office/powerpoint/2010/main" val="40847206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Rectangle 4"/>
          <p:cNvSpPr>
            <a:spLocks noChangeArrowheads="1"/>
          </p:cNvSpPr>
          <p:nvPr/>
        </p:nvSpPr>
        <p:spPr bwMode="auto">
          <a:xfrm>
            <a:off x="660400" y="533400"/>
            <a:ext cx="4292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eaLnBrk="1" hangingPunct="1"/>
            <a:r>
              <a:rPr lang="zh-CN" altLang="en-US" sz="3200" i="0" dirty="0">
                <a:solidFill>
                  <a:srgbClr val="000066"/>
                </a:solidFill>
                <a:ea typeface="楷体_GB2312" pitchFamily="49" charset="-122"/>
              </a:rPr>
              <a:t>复化求积公式</a:t>
            </a:r>
            <a:endParaRPr lang="zh-CN" altLang="en-US" sz="2400" i="0" dirty="0">
              <a:solidFill>
                <a:srgbClr val="000099"/>
              </a:solidFill>
              <a:ea typeface="楷体_GB2312" pitchFamily="49" charset="-122"/>
            </a:endParaRPr>
          </a:p>
        </p:txBody>
      </p:sp>
      <p:grpSp>
        <p:nvGrpSpPr>
          <p:cNvPr id="79877" name="Group 5"/>
          <p:cNvGrpSpPr>
            <a:grpSpLocks/>
          </p:cNvGrpSpPr>
          <p:nvPr/>
        </p:nvGrpSpPr>
        <p:grpSpPr bwMode="auto">
          <a:xfrm flipH="1">
            <a:off x="7264400" y="4114800"/>
            <a:ext cx="1816100" cy="1631950"/>
            <a:chOff x="2051" y="1696"/>
            <a:chExt cx="1004" cy="1028"/>
          </a:xfrm>
        </p:grpSpPr>
        <p:sp>
          <p:nvSpPr>
            <p:cNvPr id="79878" name="Freeform 6"/>
            <p:cNvSpPr>
              <a:spLocks/>
            </p:cNvSpPr>
            <p:nvPr/>
          </p:nvSpPr>
          <p:spPr bwMode="auto">
            <a:xfrm rot="1123344">
              <a:off x="2261" y="1981"/>
              <a:ext cx="467" cy="582"/>
            </a:xfrm>
            <a:custGeom>
              <a:avLst/>
              <a:gdLst>
                <a:gd name="T0" fmla="*/ 38 w 648"/>
                <a:gd name="T1" fmla="*/ 148 h 858"/>
                <a:gd name="T2" fmla="*/ 89 w 648"/>
                <a:gd name="T3" fmla="*/ 103 h 858"/>
                <a:gd name="T4" fmla="*/ 292 w 648"/>
                <a:gd name="T5" fmla="*/ 40 h 858"/>
                <a:gd name="T6" fmla="*/ 418 w 648"/>
                <a:gd name="T7" fmla="*/ 7 h 858"/>
                <a:gd name="T8" fmla="*/ 463 w 648"/>
                <a:gd name="T9" fmla="*/ 0 h 858"/>
                <a:gd name="T10" fmla="*/ 526 w 648"/>
                <a:gd name="T11" fmla="*/ 97 h 858"/>
                <a:gd name="T12" fmla="*/ 559 w 648"/>
                <a:gd name="T13" fmla="*/ 206 h 858"/>
                <a:gd name="T14" fmla="*/ 577 w 648"/>
                <a:gd name="T15" fmla="*/ 309 h 858"/>
                <a:gd name="T16" fmla="*/ 577 w 648"/>
                <a:gd name="T17" fmla="*/ 495 h 858"/>
                <a:gd name="T18" fmla="*/ 648 w 648"/>
                <a:gd name="T19" fmla="*/ 678 h 858"/>
                <a:gd name="T20" fmla="*/ 640 w 648"/>
                <a:gd name="T21" fmla="*/ 763 h 858"/>
                <a:gd name="T22" fmla="*/ 545 w 648"/>
                <a:gd name="T23" fmla="*/ 813 h 858"/>
                <a:gd name="T24" fmla="*/ 299 w 648"/>
                <a:gd name="T25" fmla="*/ 858 h 858"/>
                <a:gd name="T26" fmla="*/ 210 w 648"/>
                <a:gd name="T27" fmla="*/ 807 h 858"/>
                <a:gd name="T28" fmla="*/ 153 w 648"/>
                <a:gd name="T29" fmla="*/ 660 h 858"/>
                <a:gd name="T30" fmla="*/ 108 w 648"/>
                <a:gd name="T31" fmla="*/ 499 h 858"/>
                <a:gd name="T32" fmla="*/ 25 w 648"/>
                <a:gd name="T33" fmla="*/ 416 h 858"/>
                <a:gd name="T34" fmla="*/ 6 w 648"/>
                <a:gd name="T35" fmla="*/ 328 h 858"/>
                <a:gd name="T36" fmla="*/ 0 w 648"/>
                <a:gd name="T37" fmla="*/ 219 h 858"/>
                <a:gd name="T38" fmla="*/ 38 w 648"/>
                <a:gd name="T39" fmla="*/ 148 h 8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48" h="858">
                  <a:moveTo>
                    <a:pt x="38" y="148"/>
                  </a:moveTo>
                  <a:lnTo>
                    <a:pt x="89" y="103"/>
                  </a:lnTo>
                  <a:lnTo>
                    <a:pt x="292" y="40"/>
                  </a:lnTo>
                  <a:lnTo>
                    <a:pt x="418" y="7"/>
                  </a:lnTo>
                  <a:lnTo>
                    <a:pt x="463" y="0"/>
                  </a:lnTo>
                  <a:lnTo>
                    <a:pt x="526" y="97"/>
                  </a:lnTo>
                  <a:lnTo>
                    <a:pt x="559" y="206"/>
                  </a:lnTo>
                  <a:lnTo>
                    <a:pt x="577" y="309"/>
                  </a:lnTo>
                  <a:lnTo>
                    <a:pt x="577" y="495"/>
                  </a:lnTo>
                  <a:lnTo>
                    <a:pt x="648" y="678"/>
                  </a:lnTo>
                  <a:lnTo>
                    <a:pt x="640" y="763"/>
                  </a:lnTo>
                  <a:lnTo>
                    <a:pt x="545" y="813"/>
                  </a:lnTo>
                  <a:lnTo>
                    <a:pt x="299" y="858"/>
                  </a:lnTo>
                  <a:lnTo>
                    <a:pt x="210" y="807"/>
                  </a:lnTo>
                  <a:lnTo>
                    <a:pt x="153" y="660"/>
                  </a:lnTo>
                  <a:lnTo>
                    <a:pt x="108" y="499"/>
                  </a:lnTo>
                  <a:lnTo>
                    <a:pt x="25" y="416"/>
                  </a:lnTo>
                  <a:lnTo>
                    <a:pt x="6" y="328"/>
                  </a:lnTo>
                  <a:lnTo>
                    <a:pt x="0" y="219"/>
                  </a:lnTo>
                  <a:lnTo>
                    <a:pt x="38" y="148"/>
                  </a:lnTo>
                  <a:close/>
                </a:path>
              </a:pathLst>
            </a:custGeom>
            <a:solidFill>
              <a:srgbClr val="FFFFFF"/>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nvGrpSpPr>
            <p:cNvPr id="79879" name="Group 7"/>
            <p:cNvGrpSpPr>
              <a:grpSpLocks/>
            </p:cNvGrpSpPr>
            <p:nvPr/>
          </p:nvGrpSpPr>
          <p:grpSpPr bwMode="auto">
            <a:xfrm rot="1123344">
              <a:off x="2441" y="2029"/>
              <a:ext cx="511" cy="637"/>
              <a:chOff x="2308" y="1206"/>
              <a:chExt cx="710" cy="940"/>
            </a:xfrm>
          </p:grpSpPr>
          <p:sp>
            <p:nvSpPr>
              <p:cNvPr id="79880" name="Freeform 8"/>
              <p:cNvSpPr>
                <a:spLocks/>
              </p:cNvSpPr>
              <p:nvPr/>
            </p:nvSpPr>
            <p:spPr bwMode="auto">
              <a:xfrm>
                <a:off x="2308" y="1206"/>
                <a:ext cx="710" cy="940"/>
              </a:xfrm>
              <a:custGeom>
                <a:avLst/>
                <a:gdLst>
                  <a:gd name="T0" fmla="*/ 0 w 710"/>
                  <a:gd name="T1" fmla="*/ 58 h 940"/>
                  <a:gd name="T2" fmla="*/ 39 w 710"/>
                  <a:gd name="T3" fmla="*/ 113 h 940"/>
                  <a:gd name="T4" fmla="*/ 90 w 710"/>
                  <a:gd name="T5" fmla="*/ 197 h 940"/>
                  <a:gd name="T6" fmla="*/ 141 w 710"/>
                  <a:gd name="T7" fmla="*/ 307 h 940"/>
                  <a:gd name="T8" fmla="*/ 182 w 710"/>
                  <a:gd name="T9" fmla="*/ 415 h 940"/>
                  <a:gd name="T10" fmla="*/ 211 w 710"/>
                  <a:gd name="T11" fmla="*/ 503 h 940"/>
                  <a:gd name="T12" fmla="*/ 261 w 710"/>
                  <a:gd name="T13" fmla="*/ 685 h 940"/>
                  <a:gd name="T14" fmla="*/ 276 w 710"/>
                  <a:gd name="T15" fmla="*/ 741 h 940"/>
                  <a:gd name="T16" fmla="*/ 297 w 710"/>
                  <a:gd name="T17" fmla="*/ 777 h 940"/>
                  <a:gd name="T18" fmla="*/ 315 w 710"/>
                  <a:gd name="T19" fmla="*/ 807 h 940"/>
                  <a:gd name="T20" fmla="*/ 455 w 710"/>
                  <a:gd name="T21" fmla="*/ 901 h 940"/>
                  <a:gd name="T22" fmla="*/ 507 w 710"/>
                  <a:gd name="T23" fmla="*/ 940 h 940"/>
                  <a:gd name="T24" fmla="*/ 500 w 710"/>
                  <a:gd name="T25" fmla="*/ 844 h 940"/>
                  <a:gd name="T26" fmla="*/ 477 w 710"/>
                  <a:gd name="T27" fmla="*/ 766 h 940"/>
                  <a:gd name="T28" fmla="*/ 450 w 710"/>
                  <a:gd name="T29" fmla="*/ 684 h 940"/>
                  <a:gd name="T30" fmla="*/ 387 w 710"/>
                  <a:gd name="T31" fmla="*/ 583 h 940"/>
                  <a:gd name="T32" fmla="*/ 347 w 710"/>
                  <a:gd name="T33" fmla="*/ 472 h 940"/>
                  <a:gd name="T34" fmla="*/ 328 w 710"/>
                  <a:gd name="T35" fmla="*/ 307 h 940"/>
                  <a:gd name="T36" fmla="*/ 411 w 710"/>
                  <a:gd name="T37" fmla="*/ 371 h 940"/>
                  <a:gd name="T38" fmla="*/ 488 w 710"/>
                  <a:gd name="T39" fmla="*/ 423 h 940"/>
                  <a:gd name="T40" fmla="*/ 564 w 710"/>
                  <a:gd name="T41" fmla="*/ 448 h 940"/>
                  <a:gd name="T42" fmla="*/ 614 w 710"/>
                  <a:gd name="T43" fmla="*/ 460 h 940"/>
                  <a:gd name="T44" fmla="*/ 653 w 710"/>
                  <a:gd name="T45" fmla="*/ 454 h 940"/>
                  <a:gd name="T46" fmla="*/ 678 w 710"/>
                  <a:gd name="T47" fmla="*/ 423 h 940"/>
                  <a:gd name="T48" fmla="*/ 704 w 710"/>
                  <a:gd name="T49" fmla="*/ 335 h 940"/>
                  <a:gd name="T50" fmla="*/ 710 w 710"/>
                  <a:gd name="T51" fmla="*/ 271 h 940"/>
                  <a:gd name="T52" fmla="*/ 710 w 710"/>
                  <a:gd name="T53" fmla="*/ 163 h 940"/>
                  <a:gd name="T54" fmla="*/ 710 w 710"/>
                  <a:gd name="T55" fmla="*/ 73 h 940"/>
                  <a:gd name="T56" fmla="*/ 595 w 710"/>
                  <a:gd name="T57" fmla="*/ 76 h 940"/>
                  <a:gd name="T58" fmla="*/ 545 w 710"/>
                  <a:gd name="T59" fmla="*/ 64 h 940"/>
                  <a:gd name="T60" fmla="*/ 538 w 710"/>
                  <a:gd name="T61" fmla="*/ 166 h 940"/>
                  <a:gd name="T62" fmla="*/ 526 w 710"/>
                  <a:gd name="T63" fmla="*/ 198 h 940"/>
                  <a:gd name="T64" fmla="*/ 450 w 710"/>
                  <a:gd name="T65" fmla="*/ 160 h 940"/>
                  <a:gd name="T66" fmla="*/ 398 w 710"/>
                  <a:gd name="T67" fmla="*/ 116 h 940"/>
                  <a:gd name="T68" fmla="*/ 302 w 710"/>
                  <a:gd name="T69" fmla="*/ 64 h 940"/>
                  <a:gd name="T70" fmla="*/ 233 w 710"/>
                  <a:gd name="T71" fmla="*/ 19 h 940"/>
                  <a:gd name="T72" fmla="*/ 171 w 710"/>
                  <a:gd name="T73" fmla="*/ 0 h 940"/>
                  <a:gd name="T74" fmla="*/ 94 w 710"/>
                  <a:gd name="T75" fmla="*/ 31 h 940"/>
                  <a:gd name="T76" fmla="*/ 0 w 710"/>
                  <a:gd name="T77" fmla="*/ 58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10" h="940">
                    <a:moveTo>
                      <a:pt x="0" y="58"/>
                    </a:moveTo>
                    <a:lnTo>
                      <a:pt x="39" y="113"/>
                    </a:lnTo>
                    <a:lnTo>
                      <a:pt x="90" y="197"/>
                    </a:lnTo>
                    <a:lnTo>
                      <a:pt x="141" y="307"/>
                    </a:lnTo>
                    <a:lnTo>
                      <a:pt x="182" y="415"/>
                    </a:lnTo>
                    <a:lnTo>
                      <a:pt x="211" y="503"/>
                    </a:lnTo>
                    <a:lnTo>
                      <a:pt x="261" y="685"/>
                    </a:lnTo>
                    <a:lnTo>
                      <a:pt x="276" y="741"/>
                    </a:lnTo>
                    <a:lnTo>
                      <a:pt x="297" y="777"/>
                    </a:lnTo>
                    <a:lnTo>
                      <a:pt x="315" y="807"/>
                    </a:lnTo>
                    <a:lnTo>
                      <a:pt x="455" y="901"/>
                    </a:lnTo>
                    <a:lnTo>
                      <a:pt x="507" y="940"/>
                    </a:lnTo>
                    <a:lnTo>
                      <a:pt x="500" y="844"/>
                    </a:lnTo>
                    <a:lnTo>
                      <a:pt x="477" y="766"/>
                    </a:lnTo>
                    <a:lnTo>
                      <a:pt x="450" y="684"/>
                    </a:lnTo>
                    <a:lnTo>
                      <a:pt x="387" y="583"/>
                    </a:lnTo>
                    <a:lnTo>
                      <a:pt x="347" y="472"/>
                    </a:lnTo>
                    <a:lnTo>
                      <a:pt x="328" y="307"/>
                    </a:lnTo>
                    <a:lnTo>
                      <a:pt x="411" y="371"/>
                    </a:lnTo>
                    <a:lnTo>
                      <a:pt x="488" y="423"/>
                    </a:lnTo>
                    <a:lnTo>
                      <a:pt x="564" y="448"/>
                    </a:lnTo>
                    <a:lnTo>
                      <a:pt x="614" y="460"/>
                    </a:lnTo>
                    <a:lnTo>
                      <a:pt x="653" y="454"/>
                    </a:lnTo>
                    <a:lnTo>
                      <a:pt x="678" y="423"/>
                    </a:lnTo>
                    <a:lnTo>
                      <a:pt x="704" y="335"/>
                    </a:lnTo>
                    <a:lnTo>
                      <a:pt x="710" y="271"/>
                    </a:lnTo>
                    <a:lnTo>
                      <a:pt x="710" y="163"/>
                    </a:lnTo>
                    <a:lnTo>
                      <a:pt x="710" y="73"/>
                    </a:lnTo>
                    <a:lnTo>
                      <a:pt x="595" y="76"/>
                    </a:lnTo>
                    <a:lnTo>
                      <a:pt x="545" y="64"/>
                    </a:lnTo>
                    <a:lnTo>
                      <a:pt x="538" y="166"/>
                    </a:lnTo>
                    <a:lnTo>
                      <a:pt x="526" y="198"/>
                    </a:lnTo>
                    <a:lnTo>
                      <a:pt x="450" y="160"/>
                    </a:lnTo>
                    <a:lnTo>
                      <a:pt x="398" y="116"/>
                    </a:lnTo>
                    <a:lnTo>
                      <a:pt x="302" y="64"/>
                    </a:lnTo>
                    <a:lnTo>
                      <a:pt x="233" y="19"/>
                    </a:lnTo>
                    <a:lnTo>
                      <a:pt x="171" y="0"/>
                    </a:lnTo>
                    <a:lnTo>
                      <a:pt x="94" y="31"/>
                    </a:lnTo>
                    <a:lnTo>
                      <a:pt x="0" y="58"/>
                    </a:lnTo>
                    <a:close/>
                  </a:path>
                </a:pathLst>
              </a:custGeom>
              <a:solidFill>
                <a:srgbClr val="0000FF"/>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881" name="Freeform 9"/>
              <p:cNvSpPr>
                <a:spLocks/>
              </p:cNvSpPr>
              <p:nvPr/>
            </p:nvSpPr>
            <p:spPr bwMode="auto">
              <a:xfrm>
                <a:off x="2355" y="1252"/>
                <a:ext cx="199" cy="569"/>
              </a:xfrm>
              <a:custGeom>
                <a:avLst/>
                <a:gdLst>
                  <a:gd name="T0" fmla="*/ 0 w 199"/>
                  <a:gd name="T1" fmla="*/ 0 h 569"/>
                  <a:gd name="T2" fmla="*/ 87 w 199"/>
                  <a:gd name="T3" fmla="*/ 39 h 569"/>
                  <a:gd name="T4" fmla="*/ 79 w 199"/>
                  <a:gd name="T5" fmla="*/ 107 h 569"/>
                  <a:gd name="T6" fmla="*/ 134 w 199"/>
                  <a:gd name="T7" fmla="*/ 110 h 569"/>
                  <a:gd name="T8" fmla="*/ 169 w 199"/>
                  <a:gd name="T9" fmla="*/ 233 h 569"/>
                  <a:gd name="T10" fmla="*/ 189 w 199"/>
                  <a:gd name="T11" fmla="*/ 366 h 569"/>
                  <a:gd name="T12" fmla="*/ 197 w 199"/>
                  <a:gd name="T13" fmla="*/ 492 h 569"/>
                  <a:gd name="T14" fmla="*/ 199 w 199"/>
                  <a:gd name="T15" fmla="*/ 569 h 5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9" h="569">
                    <a:moveTo>
                      <a:pt x="0" y="0"/>
                    </a:moveTo>
                    <a:lnTo>
                      <a:pt x="87" y="39"/>
                    </a:lnTo>
                    <a:lnTo>
                      <a:pt x="79" y="107"/>
                    </a:lnTo>
                    <a:lnTo>
                      <a:pt x="134" y="110"/>
                    </a:lnTo>
                    <a:lnTo>
                      <a:pt x="169" y="233"/>
                    </a:lnTo>
                    <a:lnTo>
                      <a:pt x="189" y="366"/>
                    </a:lnTo>
                    <a:lnTo>
                      <a:pt x="197" y="492"/>
                    </a:lnTo>
                    <a:lnTo>
                      <a:pt x="199" y="569"/>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sz="2400" b="0" i="0">
                  <a:solidFill>
                    <a:srgbClr val="0033CC"/>
                  </a:solidFill>
                  <a:ea typeface="楷体_GB2312" pitchFamily="49" charset="-122"/>
                </a:endParaRPr>
              </a:p>
            </p:txBody>
          </p:sp>
        </p:grpSp>
        <p:sp>
          <p:nvSpPr>
            <p:cNvPr id="79882" name="Freeform 10"/>
            <p:cNvSpPr>
              <a:spLocks/>
            </p:cNvSpPr>
            <p:nvPr/>
          </p:nvSpPr>
          <p:spPr bwMode="auto">
            <a:xfrm rot="1123344">
              <a:off x="2406" y="1975"/>
              <a:ext cx="154" cy="119"/>
            </a:xfrm>
            <a:custGeom>
              <a:avLst/>
              <a:gdLst>
                <a:gd name="T0" fmla="*/ 19 w 213"/>
                <a:gd name="T1" fmla="*/ 56 h 176"/>
                <a:gd name="T2" fmla="*/ 0 w 213"/>
                <a:gd name="T3" fmla="*/ 85 h 176"/>
                <a:gd name="T4" fmla="*/ 92 w 213"/>
                <a:gd name="T5" fmla="*/ 176 h 176"/>
                <a:gd name="T6" fmla="*/ 122 w 213"/>
                <a:gd name="T7" fmla="*/ 69 h 176"/>
                <a:gd name="T8" fmla="*/ 213 w 213"/>
                <a:gd name="T9" fmla="*/ 122 h 176"/>
                <a:gd name="T10" fmla="*/ 209 w 213"/>
                <a:gd name="T11" fmla="*/ 30 h 176"/>
                <a:gd name="T12" fmla="*/ 153 w 213"/>
                <a:gd name="T13" fmla="*/ 0 h 176"/>
                <a:gd name="T14" fmla="*/ 19 w 213"/>
                <a:gd name="T15" fmla="*/ 56 h 1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176">
                  <a:moveTo>
                    <a:pt x="19" y="56"/>
                  </a:moveTo>
                  <a:lnTo>
                    <a:pt x="0" y="85"/>
                  </a:lnTo>
                  <a:lnTo>
                    <a:pt x="92" y="176"/>
                  </a:lnTo>
                  <a:lnTo>
                    <a:pt x="122" y="69"/>
                  </a:lnTo>
                  <a:lnTo>
                    <a:pt x="213" y="122"/>
                  </a:lnTo>
                  <a:lnTo>
                    <a:pt x="209" y="30"/>
                  </a:lnTo>
                  <a:lnTo>
                    <a:pt x="153" y="0"/>
                  </a:lnTo>
                  <a:lnTo>
                    <a:pt x="19" y="56"/>
                  </a:lnTo>
                  <a:close/>
                </a:path>
              </a:pathLst>
            </a:custGeom>
            <a:solidFill>
              <a:srgbClr val="FFFFFF"/>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nvGrpSpPr>
            <p:cNvPr id="79883" name="Group 11"/>
            <p:cNvGrpSpPr>
              <a:grpSpLocks/>
            </p:cNvGrpSpPr>
            <p:nvPr/>
          </p:nvGrpSpPr>
          <p:grpSpPr bwMode="auto">
            <a:xfrm rot="1123344">
              <a:off x="2051" y="1977"/>
              <a:ext cx="454" cy="747"/>
              <a:chOff x="1799" y="1328"/>
              <a:chExt cx="630" cy="1101"/>
            </a:xfrm>
          </p:grpSpPr>
          <p:grpSp>
            <p:nvGrpSpPr>
              <p:cNvPr id="79884" name="Group 12"/>
              <p:cNvGrpSpPr>
                <a:grpSpLocks/>
              </p:cNvGrpSpPr>
              <p:nvPr/>
            </p:nvGrpSpPr>
            <p:grpSpPr bwMode="auto">
              <a:xfrm>
                <a:off x="1968" y="1328"/>
                <a:ext cx="461" cy="1101"/>
                <a:chOff x="1968" y="1328"/>
                <a:chExt cx="461" cy="1101"/>
              </a:xfrm>
            </p:grpSpPr>
            <p:sp>
              <p:nvSpPr>
                <p:cNvPr id="79885" name="Freeform 13"/>
                <p:cNvSpPr>
                  <a:spLocks/>
                </p:cNvSpPr>
                <p:nvPr/>
              </p:nvSpPr>
              <p:spPr bwMode="auto">
                <a:xfrm>
                  <a:off x="1968" y="1328"/>
                  <a:ext cx="461" cy="1101"/>
                </a:xfrm>
                <a:custGeom>
                  <a:avLst/>
                  <a:gdLst>
                    <a:gd name="T0" fmla="*/ 322 w 461"/>
                    <a:gd name="T1" fmla="*/ 1065 h 1101"/>
                    <a:gd name="T2" fmla="*/ 398 w 461"/>
                    <a:gd name="T3" fmla="*/ 1019 h 1101"/>
                    <a:gd name="T4" fmla="*/ 430 w 461"/>
                    <a:gd name="T5" fmla="*/ 916 h 1101"/>
                    <a:gd name="T6" fmla="*/ 454 w 461"/>
                    <a:gd name="T7" fmla="*/ 823 h 1101"/>
                    <a:gd name="T8" fmla="*/ 461 w 461"/>
                    <a:gd name="T9" fmla="*/ 720 h 1101"/>
                    <a:gd name="T10" fmla="*/ 434 w 461"/>
                    <a:gd name="T11" fmla="*/ 608 h 1101"/>
                    <a:gd name="T12" fmla="*/ 416 w 461"/>
                    <a:gd name="T13" fmla="*/ 516 h 1101"/>
                    <a:gd name="T14" fmla="*/ 392 w 461"/>
                    <a:gd name="T15" fmla="*/ 410 h 1101"/>
                    <a:gd name="T16" fmla="*/ 363 w 461"/>
                    <a:gd name="T17" fmla="*/ 331 h 1101"/>
                    <a:gd name="T18" fmla="*/ 315 w 461"/>
                    <a:gd name="T19" fmla="*/ 236 h 1101"/>
                    <a:gd name="T20" fmla="*/ 276 w 461"/>
                    <a:gd name="T21" fmla="*/ 149 h 1101"/>
                    <a:gd name="T22" fmla="*/ 207 w 461"/>
                    <a:gd name="T23" fmla="*/ 45 h 1101"/>
                    <a:gd name="T24" fmla="*/ 169 w 461"/>
                    <a:gd name="T25" fmla="*/ 0 h 1101"/>
                    <a:gd name="T26" fmla="*/ 124 w 461"/>
                    <a:gd name="T27" fmla="*/ 33 h 1101"/>
                    <a:gd name="T28" fmla="*/ 77 w 461"/>
                    <a:gd name="T29" fmla="*/ 76 h 1101"/>
                    <a:gd name="T30" fmla="*/ 13 w 461"/>
                    <a:gd name="T31" fmla="*/ 134 h 1101"/>
                    <a:gd name="T32" fmla="*/ 7 w 461"/>
                    <a:gd name="T33" fmla="*/ 153 h 1101"/>
                    <a:gd name="T34" fmla="*/ 0 w 461"/>
                    <a:gd name="T35" fmla="*/ 187 h 1101"/>
                    <a:gd name="T36" fmla="*/ 19 w 461"/>
                    <a:gd name="T37" fmla="*/ 247 h 1101"/>
                    <a:gd name="T38" fmla="*/ 45 w 461"/>
                    <a:gd name="T39" fmla="*/ 321 h 1101"/>
                    <a:gd name="T40" fmla="*/ 115 w 461"/>
                    <a:gd name="T41" fmla="*/ 457 h 1101"/>
                    <a:gd name="T42" fmla="*/ 141 w 461"/>
                    <a:gd name="T43" fmla="*/ 573 h 1101"/>
                    <a:gd name="T44" fmla="*/ 150 w 461"/>
                    <a:gd name="T45" fmla="*/ 661 h 1101"/>
                    <a:gd name="T46" fmla="*/ 153 w 461"/>
                    <a:gd name="T47" fmla="*/ 728 h 1101"/>
                    <a:gd name="T48" fmla="*/ 153 w 461"/>
                    <a:gd name="T49" fmla="*/ 843 h 1101"/>
                    <a:gd name="T50" fmla="*/ 141 w 461"/>
                    <a:gd name="T51" fmla="*/ 1024 h 1101"/>
                    <a:gd name="T52" fmla="*/ 141 w 461"/>
                    <a:gd name="T53" fmla="*/ 1086 h 1101"/>
                    <a:gd name="T54" fmla="*/ 162 w 461"/>
                    <a:gd name="T55" fmla="*/ 1095 h 1101"/>
                    <a:gd name="T56" fmla="*/ 224 w 461"/>
                    <a:gd name="T57" fmla="*/ 1101 h 1101"/>
                    <a:gd name="T58" fmla="*/ 269 w 461"/>
                    <a:gd name="T59" fmla="*/ 1088 h 1101"/>
                    <a:gd name="T60" fmla="*/ 322 w 461"/>
                    <a:gd name="T61" fmla="*/ 1065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61" h="1101">
                      <a:moveTo>
                        <a:pt x="322" y="1065"/>
                      </a:moveTo>
                      <a:lnTo>
                        <a:pt x="398" y="1019"/>
                      </a:lnTo>
                      <a:lnTo>
                        <a:pt x="430" y="916"/>
                      </a:lnTo>
                      <a:lnTo>
                        <a:pt x="454" y="823"/>
                      </a:lnTo>
                      <a:lnTo>
                        <a:pt x="461" y="720"/>
                      </a:lnTo>
                      <a:lnTo>
                        <a:pt x="434" y="608"/>
                      </a:lnTo>
                      <a:lnTo>
                        <a:pt x="416" y="516"/>
                      </a:lnTo>
                      <a:lnTo>
                        <a:pt x="392" y="410"/>
                      </a:lnTo>
                      <a:lnTo>
                        <a:pt x="363" y="331"/>
                      </a:lnTo>
                      <a:lnTo>
                        <a:pt x="315" y="236"/>
                      </a:lnTo>
                      <a:lnTo>
                        <a:pt x="276" y="149"/>
                      </a:lnTo>
                      <a:lnTo>
                        <a:pt x="207" y="45"/>
                      </a:lnTo>
                      <a:lnTo>
                        <a:pt x="169" y="0"/>
                      </a:lnTo>
                      <a:lnTo>
                        <a:pt x="124" y="33"/>
                      </a:lnTo>
                      <a:lnTo>
                        <a:pt x="77" y="76"/>
                      </a:lnTo>
                      <a:lnTo>
                        <a:pt x="13" y="134"/>
                      </a:lnTo>
                      <a:lnTo>
                        <a:pt x="7" y="153"/>
                      </a:lnTo>
                      <a:lnTo>
                        <a:pt x="0" y="187"/>
                      </a:lnTo>
                      <a:lnTo>
                        <a:pt x="19" y="247"/>
                      </a:lnTo>
                      <a:lnTo>
                        <a:pt x="45" y="321"/>
                      </a:lnTo>
                      <a:lnTo>
                        <a:pt x="115" y="457"/>
                      </a:lnTo>
                      <a:lnTo>
                        <a:pt x="141" y="573"/>
                      </a:lnTo>
                      <a:lnTo>
                        <a:pt x="150" y="661"/>
                      </a:lnTo>
                      <a:lnTo>
                        <a:pt x="153" y="728"/>
                      </a:lnTo>
                      <a:lnTo>
                        <a:pt x="153" y="843"/>
                      </a:lnTo>
                      <a:lnTo>
                        <a:pt x="141" y="1024"/>
                      </a:lnTo>
                      <a:lnTo>
                        <a:pt x="141" y="1086"/>
                      </a:lnTo>
                      <a:lnTo>
                        <a:pt x="162" y="1095"/>
                      </a:lnTo>
                      <a:lnTo>
                        <a:pt x="224" y="1101"/>
                      </a:lnTo>
                      <a:lnTo>
                        <a:pt x="269" y="1088"/>
                      </a:lnTo>
                      <a:lnTo>
                        <a:pt x="322" y="1065"/>
                      </a:lnTo>
                      <a:close/>
                    </a:path>
                  </a:pathLst>
                </a:custGeom>
                <a:solidFill>
                  <a:srgbClr val="0000FF"/>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886" name="Freeform 14"/>
                <p:cNvSpPr>
                  <a:spLocks/>
                </p:cNvSpPr>
                <p:nvPr/>
              </p:nvSpPr>
              <p:spPr bwMode="auto">
                <a:xfrm>
                  <a:off x="2085" y="1371"/>
                  <a:ext cx="325" cy="620"/>
                </a:xfrm>
                <a:custGeom>
                  <a:avLst/>
                  <a:gdLst>
                    <a:gd name="T0" fmla="*/ 0 w 325"/>
                    <a:gd name="T1" fmla="*/ 0 h 620"/>
                    <a:gd name="T2" fmla="*/ 44 w 325"/>
                    <a:gd name="T3" fmla="*/ 144 h 620"/>
                    <a:gd name="T4" fmla="*/ 119 w 325"/>
                    <a:gd name="T5" fmla="*/ 125 h 620"/>
                    <a:gd name="T6" fmla="*/ 71 w 325"/>
                    <a:gd name="T7" fmla="*/ 200 h 620"/>
                    <a:gd name="T8" fmla="*/ 119 w 325"/>
                    <a:gd name="T9" fmla="*/ 255 h 620"/>
                    <a:gd name="T10" fmla="*/ 172 w 325"/>
                    <a:gd name="T11" fmla="*/ 341 h 620"/>
                    <a:gd name="T12" fmla="*/ 235 w 325"/>
                    <a:gd name="T13" fmla="*/ 440 h 620"/>
                    <a:gd name="T14" fmla="*/ 289 w 325"/>
                    <a:gd name="T15" fmla="*/ 535 h 620"/>
                    <a:gd name="T16" fmla="*/ 325 w 325"/>
                    <a:gd name="T17" fmla="*/ 620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620">
                      <a:moveTo>
                        <a:pt x="0" y="0"/>
                      </a:moveTo>
                      <a:lnTo>
                        <a:pt x="44" y="144"/>
                      </a:lnTo>
                      <a:lnTo>
                        <a:pt x="119" y="125"/>
                      </a:lnTo>
                      <a:lnTo>
                        <a:pt x="71" y="200"/>
                      </a:lnTo>
                      <a:lnTo>
                        <a:pt x="119" y="255"/>
                      </a:lnTo>
                      <a:lnTo>
                        <a:pt x="172" y="341"/>
                      </a:lnTo>
                      <a:lnTo>
                        <a:pt x="235" y="440"/>
                      </a:lnTo>
                      <a:lnTo>
                        <a:pt x="289" y="535"/>
                      </a:lnTo>
                      <a:lnTo>
                        <a:pt x="325" y="62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sz="2400" b="0" i="0">
                    <a:solidFill>
                      <a:srgbClr val="0033CC"/>
                    </a:solidFill>
                    <a:ea typeface="楷体_GB2312" pitchFamily="49" charset="-122"/>
                  </a:endParaRPr>
                </a:p>
              </p:txBody>
            </p:sp>
          </p:grpSp>
          <p:grpSp>
            <p:nvGrpSpPr>
              <p:cNvPr id="79887" name="Group 15"/>
              <p:cNvGrpSpPr>
                <a:grpSpLocks/>
              </p:cNvGrpSpPr>
              <p:nvPr/>
            </p:nvGrpSpPr>
            <p:grpSpPr bwMode="auto">
              <a:xfrm>
                <a:off x="1799" y="1444"/>
                <a:ext cx="549" cy="922"/>
                <a:chOff x="1799" y="1444"/>
                <a:chExt cx="549" cy="922"/>
              </a:xfrm>
            </p:grpSpPr>
            <p:sp>
              <p:nvSpPr>
                <p:cNvPr id="79888" name="Freeform 16"/>
                <p:cNvSpPr>
                  <a:spLocks/>
                </p:cNvSpPr>
                <p:nvPr/>
              </p:nvSpPr>
              <p:spPr bwMode="auto">
                <a:xfrm>
                  <a:off x="2144" y="2152"/>
                  <a:ext cx="204" cy="214"/>
                </a:xfrm>
                <a:custGeom>
                  <a:avLst/>
                  <a:gdLst>
                    <a:gd name="T0" fmla="*/ 63 w 204"/>
                    <a:gd name="T1" fmla="*/ 0 h 214"/>
                    <a:gd name="T2" fmla="*/ 102 w 204"/>
                    <a:gd name="T3" fmla="*/ 28 h 214"/>
                    <a:gd name="T4" fmla="*/ 142 w 204"/>
                    <a:gd name="T5" fmla="*/ 29 h 214"/>
                    <a:gd name="T6" fmla="*/ 176 w 204"/>
                    <a:gd name="T7" fmla="*/ 37 h 214"/>
                    <a:gd name="T8" fmla="*/ 192 w 204"/>
                    <a:gd name="T9" fmla="*/ 50 h 214"/>
                    <a:gd name="T10" fmla="*/ 196 w 204"/>
                    <a:gd name="T11" fmla="*/ 66 h 214"/>
                    <a:gd name="T12" fmla="*/ 189 w 204"/>
                    <a:gd name="T13" fmla="*/ 95 h 214"/>
                    <a:gd name="T14" fmla="*/ 204 w 204"/>
                    <a:gd name="T15" fmla="*/ 115 h 214"/>
                    <a:gd name="T16" fmla="*/ 203 w 204"/>
                    <a:gd name="T17" fmla="*/ 143 h 214"/>
                    <a:gd name="T18" fmla="*/ 187 w 204"/>
                    <a:gd name="T19" fmla="*/ 160 h 214"/>
                    <a:gd name="T20" fmla="*/ 175 w 204"/>
                    <a:gd name="T21" fmla="*/ 181 h 214"/>
                    <a:gd name="T22" fmla="*/ 147 w 204"/>
                    <a:gd name="T23" fmla="*/ 191 h 214"/>
                    <a:gd name="T24" fmla="*/ 129 w 204"/>
                    <a:gd name="T25" fmla="*/ 214 h 214"/>
                    <a:gd name="T26" fmla="*/ 95 w 204"/>
                    <a:gd name="T27" fmla="*/ 210 h 214"/>
                    <a:gd name="T28" fmla="*/ 75 w 204"/>
                    <a:gd name="T29" fmla="*/ 197 h 214"/>
                    <a:gd name="T30" fmla="*/ 56 w 204"/>
                    <a:gd name="T31" fmla="*/ 176 h 214"/>
                    <a:gd name="T32" fmla="*/ 44 w 204"/>
                    <a:gd name="T33" fmla="*/ 127 h 214"/>
                    <a:gd name="T34" fmla="*/ 0 w 204"/>
                    <a:gd name="T35" fmla="*/ 83 h 214"/>
                    <a:gd name="T36" fmla="*/ 63 w 204"/>
                    <a:gd name="T37"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4" h="214">
                      <a:moveTo>
                        <a:pt x="63" y="0"/>
                      </a:moveTo>
                      <a:lnTo>
                        <a:pt x="102" y="28"/>
                      </a:lnTo>
                      <a:lnTo>
                        <a:pt x="142" y="29"/>
                      </a:lnTo>
                      <a:lnTo>
                        <a:pt x="176" y="37"/>
                      </a:lnTo>
                      <a:lnTo>
                        <a:pt x="192" y="50"/>
                      </a:lnTo>
                      <a:lnTo>
                        <a:pt x="196" y="66"/>
                      </a:lnTo>
                      <a:lnTo>
                        <a:pt x="189" y="95"/>
                      </a:lnTo>
                      <a:lnTo>
                        <a:pt x="204" y="115"/>
                      </a:lnTo>
                      <a:lnTo>
                        <a:pt x="203" y="143"/>
                      </a:lnTo>
                      <a:lnTo>
                        <a:pt x="187" y="160"/>
                      </a:lnTo>
                      <a:lnTo>
                        <a:pt x="175" y="181"/>
                      </a:lnTo>
                      <a:lnTo>
                        <a:pt x="147" y="191"/>
                      </a:lnTo>
                      <a:lnTo>
                        <a:pt x="129" y="214"/>
                      </a:lnTo>
                      <a:lnTo>
                        <a:pt x="95" y="210"/>
                      </a:lnTo>
                      <a:lnTo>
                        <a:pt x="75" y="197"/>
                      </a:lnTo>
                      <a:lnTo>
                        <a:pt x="56" y="176"/>
                      </a:lnTo>
                      <a:lnTo>
                        <a:pt x="44" y="127"/>
                      </a:lnTo>
                      <a:lnTo>
                        <a:pt x="0" y="83"/>
                      </a:lnTo>
                      <a:lnTo>
                        <a:pt x="63" y="0"/>
                      </a:lnTo>
                      <a:close/>
                    </a:path>
                  </a:pathLst>
                </a:custGeom>
                <a:solidFill>
                  <a:srgbClr val="FFE0C0"/>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889" name="Freeform 17"/>
                <p:cNvSpPr>
                  <a:spLocks/>
                </p:cNvSpPr>
                <p:nvPr/>
              </p:nvSpPr>
              <p:spPr bwMode="auto">
                <a:xfrm>
                  <a:off x="2116" y="2142"/>
                  <a:ext cx="121" cy="137"/>
                </a:xfrm>
                <a:custGeom>
                  <a:avLst/>
                  <a:gdLst>
                    <a:gd name="T0" fmla="*/ 91 w 121"/>
                    <a:gd name="T1" fmla="*/ 0 h 137"/>
                    <a:gd name="T2" fmla="*/ 121 w 121"/>
                    <a:gd name="T3" fmla="*/ 20 h 137"/>
                    <a:gd name="T4" fmla="*/ 105 w 121"/>
                    <a:gd name="T5" fmla="*/ 52 h 137"/>
                    <a:gd name="T6" fmla="*/ 75 w 121"/>
                    <a:gd name="T7" fmla="*/ 92 h 137"/>
                    <a:gd name="T8" fmla="*/ 33 w 121"/>
                    <a:gd name="T9" fmla="*/ 137 h 137"/>
                    <a:gd name="T10" fmla="*/ 0 w 121"/>
                    <a:gd name="T11" fmla="*/ 97 h 137"/>
                    <a:gd name="T12" fmla="*/ 91 w 121"/>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121" h="137">
                      <a:moveTo>
                        <a:pt x="91" y="0"/>
                      </a:moveTo>
                      <a:lnTo>
                        <a:pt x="121" y="20"/>
                      </a:lnTo>
                      <a:lnTo>
                        <a:pt x="105" y="52"/>
                      </a:lnTo>
                      <a:lnTo>
                        <a:pt x="75" y="92"/>
                      </a:lnTo>
                      <a:lnTo>
                        <a:pt x="33" y="137"/>
                      </a:lnTo>
                      <a:lnTo>
                        <a:pt x="0" y="97"/>
                      </a:lnTo>
                      <a:lnTo>
                        <a:pt x="91" y="0"/>
                      </a:lnTo>
                      <a:close/>
                    </a:path>
                  </a:pathLst>
                </a:custGeom>
                <a:solidFill>
                  <a:srgbClr val="FFFFFF"/>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890" name="Freeform 18"/>
                <p:cNvSpPr>
                  <a:spLocks/>
                </p:cNvSpPr>
                <p:nvPr/>
              </p:nvSpPr>
              <p:spPr bwMode="auto">
                <a:xfrm>
                  <a:off x="1799" y="1444"/>
                  <a:ext cx="444" cy="840"/>
                </a:xfrm>
                <a:custGeom>
                  <a:avLst/>
                  <a:gdLst>
                    <a:gd name="T0" fmla="*/ 133 w 444"/>
                    <a:gd name="T1" fmla="*/ 64 h 840"/>
                    <a:gd name="T2" fmla="*/ 107 w 444"/>
                    <a:gd name="T3" fmla="*/ 118 h 840"/>
                    <a:gd name="T4" fmla="*/ 61 w 444"/>
                    <a:gd name="T5" fmla="*/ 196 h 840"/>
                    <a:gd name="T6" fmla="*/ 46 w 444"/>
                    <a:gd name="T7" fmla="*/ 258 h 840"/>
                    <a:gd name="T8" fmla="*/ 22 w 444"/>
                    <a:gd name="T9" fmla="*/ 329 h 840"/>
                    <a:gd name="T10" fmla="*/ 5 w 444"/>
                    <a:gd name="T11" fmla="*/ 447 h 840"/>
                    <a:gd name="T12" fmla="*/ 0 w 444"/>
                    <a:gd name="T13" fmla="*/ 510 h 840"/>
                    <a:gd name="T14" fmla="*/ 14 w 444"/>
                    <a:gd name="T15" fmla="*/ 526 h 840"/>
                    <a:gd name="T16" fmla="*/ 56 w 444"/>
                    <a:gd name="T17" fmla="*/ 583 h 840"/>
                    <a:gd name="T18" fmla="*/ 106 w 444"/>
                    <a:gd name="T19" fmla="*/ 644 h 840"/>
                    <a:gd name="T20" fmla="*/ 163 w 444"/>
                    <a:gd name="T21" fmla="*/ 698 h 840"/>
                    <a:gd name="T22" fmla="*/ 318 w 444"/>
                    <a:gd name="T23" fmla="*/ 840 h 840"/>
                    <a:gd name="T24" fmla="*/ 389 w 444"/>
                    <a:gd name="T25" fmla="*/ 753 h 840"/>
                    <a:gd name="T26" fmla="*/ 444 w 444"/>
                    <a:gd name="T27" fmla="*/ 683 h 840"/>
                    <a:gd name="T28" fmla="*/ 297 w 444"/>
                    <a:gd name="T29" fmla="*/ 556 h 840"/>
                    <a:gd name="T30" fmla="*/ 248 w 444"/>
                    <a:gd name="T31" fmla="*/ 519 h 840"/>
                    <a:gd name="T32" fmla="*/ 218 w 444"/>
                    <a:gd name="T33" fmla="*/ 486 h 840"/>
                    <a:gd name="T34" fmla="*/ 193 w 444"/>
                    <a:gd name="T35" fmla="*/ 471 h 840"/>
                    <a:gd name="T36" fmla="*/ 232 w 444"/>
                    <a:gd name="T37" fmla="*/ 368 h 840"/>
                    <a:gd name="T38" fmla="*/ 255 w 444"/>
                    <a:gd name="T39" fmla="*/ 288 h 840"/>
                    <a:gd name="T40" fmla="*/ 267 w 444"/>
                    <a:gd name="T41" fmla="*/ 252 h 840"/>
                    <a:gd name="T42" fmla="*/ 280 w 444"/>
                    <a:gd name="T43" fmla="*/ 213 h 840"/>
                    <a:gd name="T44" fmla="*/ 286 w 444"/>
                    <a:gd name="T45" fmla="*/ 167 h 840"/>
                    <a:gd name="T46" fmla="*/ 286 w 444"/>
                    <a:gd name="T47" fmla="*/ 123 h 840"/>
                    <a:gd name="T48" fmla="*/ 286 w 444"/>
                    <a:gd name="T49" fmla="*/ 88 h 840"/>
                    <a:gd name="T50" fmla="*/ 280 w 444"/>
                    <a:gd name="T51" fmla="*/ 52 h 840"/>
                    <a:gd name="T52" fmla="*/ 258 w 444"/>
                    <a:gd name="T53" fmla="*/ 24 h 840"/>
                    <a:gd name="T54" fmla="*/ 229 w 444"/>
                    <a:gd name="T55" fmla="*/ 5 h 840"/>
                    <a:gd name="T56" fmla="*/ 208 w 444"/>
                    <a:gd name="T57" fmla="*/ 0 h 840"/>
                    <a:gd name="T58" fmla="*/ 169 w 444"/>
                    <a:gd name="T59" fmla="*/ 25 h 840"/>
                    <a:gd name="T60" fmla="*/ 133 w 444"/>
                    <a:gd name="T61" fmla="*/ 64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4" h="840">
                      <a:moveTo>
                        <a:pt x="133" y="64"/>
                      </a:moveTo>
                      <a:lnTo>
                        <a:pt x="107" y="118"/>
                      </a:lnTo>
                      <a:lnTo>
                        <a:pt x="61" y="196"/>
                      </a:lnTo>
                      <a:lnTo>
                        <a:pt x="46" y="258"/>
                      </a:lnTo>
                      <a:lnTo>
                        <a:pt x="22" y="329"/>
                      </a:lnTo>
                      <a:lnTo>
                        <a:pt x="5" y="447"/>
                      </a:lnTo>
                      <a:lnTo>
                        <a:pt x="0" y="510"/>
                      </a:lnTo>
                      <a:lnTo>
                        <a:pt x="14" y="526"/>
                      </a:lnTo>
                      <a:lnTo>
                        <a:pt x="56" y="583"/>
                      </a:lnTo>
                      <a:lnTo>
                        <a:pt x="106" y="644"/>
                      </a:lnTo>
                      <a:lnTo>
                        <a:pt x="163" y="698"/>
                      </a:lnTo>
                      <a:lnTo>
                        <a:pt x="318" y="840"/>
                      </a:lnTo>
                      <a:lnTo>
                        <a:pt x="389" y="753"/>
                      </a:lnTo>
                      <a:lnTo>
                        <a:pt x="444" y="683"/>
                      </a:lnTo>
                      <a:lnTo>
                        <a:pt x="297" y="556"/>
                      </a:lnTo>
                      <a:lnTo>
                        <a:pt x="248" y="519"/>
                      </a:lnTo>
                      <a:lnTo>
                        <a:pt x="218" y="486"/>
                      </a:lnTo>
                      <a:lnTo>
                        <a:pt x="193" y="471"/>
                      </a:lnTo>
                      <a:lnTo>
                        <a:pt x="232" y="368"/>
                      </a:lnTo>
                      <a:lnTo>
                        <a:pt x="255" y="288"/>
                      </a:lnTo>
                      <a:lnTo>
                        <a:pt x="267" y="252"/>
                      </a:lnTo>
                      <a:lnTo>
                        <a:pt x="280" y="213"/>
                      </a:lnTo>
                      <a:lnTo>
                        <a:pt x="286" y="167"/>
                      </a:lnTo>
                      <a:lnTo>
                        <a:pt x="286" y="123"/>
                      </a:lnTo>
                      <a:lnTo>
                        <a:pt x="286" y="88"/>
                      </a:lnTo>
                      <a:lnTo>
                        <a:pt x="280" y="52"/>
                      </a:lnTo>
                      <a:lnTo>
                        <a:pt x="258" y="24"/>
                      </a:lnTo>
                      <a:lnTo>
                        <a:pt x="229" y="5"/>
                      </a:lnTo>
                      <a:lnTo>
                        <a:pt x="208" y="0"/>
                      </a:lnTo>
                      <a:lnTo>
                        <a:pt x="169" y="25"/>
                      </a:lnTo>
                      <a:lnTo>
                        <a:pt x="133" y="64"/>
                      </a:lnTo>
                      <a:close/>
                    </a:path>
                  </a:pathLst>
                </a:custGeom>
                <a:solidFill>
                  <a:srgbClr val="0000FF"/>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grpSp>
        <p:grpSp>
          <p:nvGrpSpPr>
            <p:cNvPr id="79891" name="Group 19"/>
            <p:cNvGrpSpPr>
              <a:grpSpLocks/>
            </p:cNvGrpSpPr>
            <p:nvPr/>
          </p:nvGrpSpPr>
          <p:grpSpPr bwMode="auto">
            <a:xfrm rot="1123344">
              <a:off x="2327" y="1696"/>
              <a:ext cx="255" cy="314"/>
              <a:chOff x="1947" y="869"/>
              <a:chExt cx="355" cy="463"/>
            </a:xfrm>
          </p:grpSpPr>
          <p:grpSp>
            <p:nvGrpSpPr>
              <p:cNvPr id="79892" name="Group 20"/>
              <p:cNvGrpSpPr>
                <a:grpSpLocks/>
              </p:cNvGrpSpPr>
              <p:nvPr/>
            </p:nvGrpSpPr>
            <p:grpSpPr bwMode="auto">
              <a:xfrm>
                <a:off x="1982" y="1005"/>
                <a:ext cx="305" cy="220"/>
                <a:chOff x="1982" y="1005"/>
                <a:chExt cx="305" cy="220"/>
              </a:xfrm>
            </p:grpSpPr>
            <p:sp>
              <p:nvSpPr>
                <p:cNvPr id="79893" name="Freeform 21"/>
                <p:cNvSpPr>
                  <a:spLocks/>
                </p:cNvSpPr>
                <p:nvPr/>
              </p:nvSpPr>
              <p:spPr bwMode="auto">
                <a:xfrm>
                  <a:off x="2244" y="1005"/>
                  <a:ext cx="43" cy="100"/>
                </a:xfrm>
                <a:custGeom>
                  <a:avLst/>
                  <a:gdLst>
                    <a:gd name="T0" fmla="*/ 0 w 43"/>
                    <a:gd name="T1" fmla="*/ 11 h 100"/>
                    <a:gd name="T2" fmla="*/ 7 w 43"/>
                    <a:gd name="T3" fmla="*/ 0 h 100"/>
                    <a:gd name="T4" fmla="*/ 21 w 43"/>
                    <a:gd name="T5" fmla="*/ 0 h 100"/>
                    <a:gd name="T6" fmla="*/ 27 w 43"/>
                    <a:gd name="T7" fmla="*/ 7 h 100"/>
                    <a:gd name="T8" fmla="*/ 33 w 43"/>
                    <a:gd name="T9" fmla="*/ 19 h 100"/>
                    <a:gd name="T10" fmla="*/ 38 w 43"/>
                    <a:gd name="T11" fmla="*/ 44 h 100"/>
                    <a:gd name="T12" fmla="*/ 43 w 43"/>
                    <a:gd name="T13" fmla="*/ 76 h 100"/>
                    <a:gd name="T14" fmla="*/ 43 w 43"/>
                    <a:gd name="T15" fmla="*/ 100 h 100"/>
                    <a:gd name="T16" fmla="*/ 32 w 43"/>
                    <a:gd name="T17" fmla="*/ 100 h 100"/>
                    <a:gd name="T18" fmla="*/ 0 w 43"/>
                    <a:gd name="T19" fmla="*/ 1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00">
                      <a:moveTo>
                        <a:pt x="0" y="11"/>
                      </a:moveTo>
                      <a:lnTo>
                        <a:pt x="7" y="0"/>
                      </a:lnTo>
                      <a:lnTo>
                        <a:pt x="21" y="0"/>
                      </a:lnTo>
                      <a:lnTo>
                        <a:pt x="27" y="7"/>
                      </a:lnTo>
                      <a:lnTo>
                        <a:pt x="33" y="19"/>
                      </a:lnTo>
                      <a:lnTo>
                        <a:pt x="38" y="44"/>
                      </a:lnTo>
                      <a:lnTo>
                        <a:pt x="43" y="76"/>
                      </a:lnTo>
                      <a:lnTo>
                        <a:pt x="43" y="100"/>
                      </a:lnTo>
                      <a:lnTo>
                        <a:pt x="32" y="100"/>
                      </a:lnTo>
                      <a:lnTo>
                        <a:pt x="0" y="11"/>
                      </a:lnTo>
                      <a:close/>
                    </a:path>
                  </a:pathLst>
                </a:custGeom>
                <a:solidFill>
                  <a:srgbClr val="FFE0C0"/>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894" name="Freeform 22"/>
                <p:cNvSpPr>
                  <a:spLocks/>
                </p:cNvSpPr>
                <p:nvPr/>
              </p:nvSpPr>
              <p:spPr bwMode="auto">
                <a:xfrm>
                  <a:off x="1982" y="1143"/>
                  <a:ext cx="73" cy="82"/>
                </a:xfrm>
                <a:custGeom>
                  <a:avLst/>
                  <a:gdLst>
                    <a:gd name="T0" fmla="*/ 17 w 73"/>
                    <a:gd name="T1" fmla="*/ 0 h 82"/>
                    <a:gd name="T2" fmla="*/ 4 w 73"/>
                    <a:gd name="T3" fmla="*/ 7 h 82"/>
                    <a:gd name="T4" fmla="*/ 0 w 73"/>
                    <a:gd name="T5" fmla="*/ 16 h 82"/>
                    <a:gd name="T6" fmla="*/ 4 w 73"/>
                    <a:gd name="T7" fmla="*/ 29 h 82"/>
                    <a:gd name="T8" fmla="*/ 14 w 73"/>
                    <a:gd name="T9" fmla="*/ 43 h 82"/>
                    <a:gd name="T10" fmla="*/ 25 w 73"/>
                    <a:gd name="T11" fmla="*/ 56 h 82"/>
                    <a:gd name="T12" fmla="*/ 46 w 73"/>
                    <a:gd name="T13" fmla="*/ 77 h 82"/>
                    <a:gd name="T14" fmla="*/ 60 w 73"/>
                    <a:gd name="T15" fmla="*/ 82 h 82"/>
                    <a:gd name="T16" fmla="*/ 73 w 73"/>
                    <a:gd name="T17" fmla="*/ 72 h 82"/>
                    <a:gd name="T18" fmla="*/ 17 w 73"/>
                    <a:gd name="T19"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 h="82">
                      <a:moveTo>
                        <a:pt x="17" y="0"/>
                      </a:moveTo>
                      <a:lnTo>
                        <a:pt x="4" y="7"/>
                      </a:lnTo>
                      <a:lnTo>
                        <a:pt x="0" y="16"/>
                      </a:lnTo>
                      <a:lnTo>
                        <a:pt x="4" y="29"/>
                      </a:lnTo>
                      <a:lnTo>
                        <a:pt x="14" y="43"/>
                      </a:lnTo>
                      <a:lnTo>
                        <a:pt x="25" y="56"/>
                      </a:lnTo>
                      <a:lnTo>
                        <a:pt x="46" y="77"/>
                      </a:lnTo>
                      <a:lnTo>
                        <a:pt x="60" y="82"/>
                      </a:lnTo>
                      <a:lnTo>
                        <a:pt x="73" y="72"/>
                      </a:lnTo>
                      <a:lnTo>
                        <a:pt x="17" y="0"/>
                      </a:lnTo>
                      <a:close/>
                    </a:path>
                  </a:pathLst>
                </a:custGeom>
                <a:solidFill>
                  <a:srgbClr val="FFE0C0"/>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sp>
            <p:nvSpPr>
              <p:cNvPr id="79895" name="Freeform 23"/>
              <p:cNvSpPr>
                <a:spLocks/>
              </p:cNvSpPr>
              <p:nvPr/>
            </p:nvSpPr>
            <p:spPr bwMode="auto">
              <a:xfrm>
                <a:off x="1962" y="919"/>
                <a:ext cx="340" cy="413"/>
              </a:xfrm>
              <a:custGeom>
                <a:avLst/>
                <a:gdLst>
                  <a:gd name="T0" fmla="*/ 30 w 340"/>
                  <a:gd name="T1" fmla="*/ 59 h 413"/>
                  <a:gd name="T2" fmla="*/ 13 w 340"/>
                  <a:gd name="T3" fmla="*/ 82 h 413"/>
                  <a:gd name="T4" fmla="*/ 4 w 340"/>
                  <a:gd name="T5" fmla="*/ 111 h 413"/>
                  <a:gd name="T6" fmla="*/ 0 w 340"/>
                  <a:gd name="T7" fmla="*/ 145 h 413"/>
                  <a:gd name="T8" fmla="*/ 5 w 340"/>
                  <a:gd name="T9" fmla="*/ 173 h 413"/>
                  <a:gd name="T10" fmla="*/ 17 w 340"/>
                  <a:gd name="T11" fmla="*/ 199 h 413"/>
                  <a:gd name="T12" fmla="*/ 37 w 340"/>
                  <a:gd name="T13" fmla="*/ 222 h 413"/>
                  <a:gd name="T14" fmla="*/ 54 w 340"/>
                  <a:gd name="T15" fmla="*/ 247 h 413"/>
                  <a:gd name="T16" fmla="*/ 71 w 340"/>
                  <a:gd name="T17" fmla="*/ 282 h 413"/>
                  <a:gd name="T18" fmla="*/ 90 w 340"/>
                  <a:gd name="T19" fmla="*/ 323 h 413"/>
                  <a:gd name="T20" fmla="*/ 109 w 340"/>
                  <a:gd name="T21" fmla="*/ 356 h 413"/>
                  <a:gd name="T22" fmla="*/ 128 w 340"/>
                  <a:gd name="T23" fmla="*/ 375 h 413"/>
                  <a:gd name="T24" fmla="*/ 149 w 340"/>
                  <a:gd name="T25" fmla="*/ 387 h 413"/>
                  <a:gd name="T26" fmla="*/ 185 w 340"/>
                  <a:gd name="T27" fmla="*/ 403 h 413"/>
                  <a:gd name="T28" fmla="*/ 222 w 340"/>
                  <a:gd name="T29" fmla="*/ 413 h 413"/>
                  <a:gd name="T30" fmla="*/ 247 w 340"/>
                  <a:gd name="T31" fmla="*/ 410 h 413"/>
                  <a:gd name="T32" fmla="*/ 268 w 340"/>
                  <a:gd name="T33" fmla="*/ 406 h 413"/>
                  <a:gd name="T34" fmla="*/ 304 w 340"/>
                  <a:gd name="T35" fmla="*/ 393 h 413"/>
                  <a:gd name="T36" fmla="*/ 319 w 340"/>
                  <a:gd name="T37" fmla="*/ 379 h 413"/>
                  <a:gd name="T38" fmla="*/ 326 w 340"/>
                  <a:gd name="T39" fmla="*/ 360 h 413"/>
                  <a:gd name="T40" fmla="*/ 337 w 340"/>
                  <a:gd name="T41" fmla="*/ 319 h 413"/>
                  <a:gd name="T42" fmla="*/ 340 w 340"/>
                  <a:gd name="T43" fmla="*/ 288 h 413"/>
                  <a:gd name="T44" fmla="*/ 340 w 340"/>
                  <a:gd name="T45" fmla="*/ 251 h 413"/>
                  <a:gd name="T46" fmla="*/ 335 w 340"/>
                  <a:gd name="T47" fmla="*/ 224 h 413"/>
                  <a:gd name="T48" fmla="*/ 326 w 340"/>
                  <a:gd name="T49" fmla="*/ 194 h 413"/>
                  <a:gd name="T50" fmla="*/ 310 w 340"/>
                  <a:gd name="T51" fmla="*/ 152 h 413"/>
                  <a:gd name="T52" fmla="*/ 291 w 340"/>
                  <a:gd name="T53" fmla="*/ 121 h 413"/>
                  <a:gd name="T54" fmla="*/ 282 w 340"/>
                  <a:gd name="T55" fmla="*/ 86 h 413"/>
                  <a:gd name="T56" fmla="*/ 264 w 340"/>
                  <a:gd name="T57" fmla="*/ 46 h 413"/>
                  <a:gd name="T58" fmla="*/ 244 w 340"/>
                  <a:gd name="T59" fmla="*/ 25 h 413"/>
                  <a:gd name="T60" fmla="*/ 224 w 340"/>
                  <a:gd name="T61" fmla="*/ 13 h 413"/>
                  <a:gd name="T62" fmla="*/ 186 w 340"/>
                  <a:gd name="T63" fmla="*/ 1 h 413"/>
                  <a:gd name="T64" fmla="*/ 160 w 340"/>
                  <a:gd name="T65" fmla="*/ 0 h 413"/>
                  <a:gd name="T66" fmla="*/ 122 w 340"/>
                  <a:gd name="T67" fmla="*/ 7 h 413"/>
                  <a:gd name="T68" fmla="*/ 87 w 340"/>
                  <a:gd name="T69" fmla="*/ 19 h 413"/>
                  <a:gd name="T70" fmla="*/ 52 w 340"/>
                  <a:gd name="T71" fmla="*/ 41 h 413"/>
                  <a:gd name="T72" fmla="*/ 30 w 340"/>
                  <a:gd name="T73" fmla="*/ 59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0" h="413">
                    <a:moveTo>
                      <a:pt x="30" y="59"/>
                    </a:moveTo>
                    <a:lnTo>
                      <a:pt x="13" y="82"/>
                    </a:lnTo>
                    <a:lnTo>
                      <a:pt x="4" y="111"/>
                    </a:lnTo>
                    <a:lnTo>
                      <a:pt x="0" y="145"/>
                    </a:lnTo>
                    <a:lnTo>
                      <a:pt x="5" y="173"/>
                    </a:lnTo>
                    <a:lnTo>
                      <a:pt x="17" y="199"/>
                    </a:lnTo>
                    <a:lnTo>
                      <a:pt x="37" y="222"/>
                    </a:lnTo>
                    <a:lnTo>
                      <a:pt x="54" y="247"/>
                    </a:lnTo>
                    <a:lnTo>
                      <a:pt x="71" y="282"/>
                    </a:lnTo>
                    <a:lnTo>
                      <a:pt x="90" y="323"/>
                    </a:lnTo>
                    <a:lnTo>
                      <a:pt x="109" y="356"/>
                    </a:lnTo>
                    <a:lnTo>
                      <a:pt x="128" y="375"/>
                    </a:lnTo>
                    <a:lnTo>
                      <a:pt x="149" y="387"/>
                    </a:lnTo>
                    <a:lnTo>
                      <a:pt x="185" y="403"/>
                    </a:lnTo>
                    <a:lnTo>
                      <a:pt x="222" y="413"/>
                    </a:lnTo>
                    <a:lnTo>
                      <a:pt x="247" y="410"/>
                    </a:lnTo>
                    <a:lnTo>
                      <a:pt x="268" y="406"/>
                    </a:lnTo>
                    <a:lnTo>
                      <a:pt x="304" y="393"/>
                    </a:lnTo>
                    <a:lnTo>
                      <a:pt x="319" y="379"/>
                    </a:lnTo>
                    <a:lnTo>
                      <a:pt x="326" y="360"/>
                    </a:lnTo>
                    <a:lnTo>
                      <a:pt x="337" y="319"/>
                    </a:lnTo>
                    <a:lnTo>
                      <a:pt x="340" y="288"/>
                    </a:lnTo>
                    <a:lnTo>
                      <a:pt x="340" y="251"/>
                    </a:lnTo>
                    <a:lnTo>
                      <a:pt x="335" y="224"/>
                    </a:lnTo>
                    <a:lnTo>
                      <a:pt x="326" y="194"/>
                    </a:lnTo>
                    <a:lnTo>
                      <a:pt x="310" y="152"/>
                    </a:lnTo>
                    <a:lnTo>
                      <a:pt x="291" y="121"/>
                    </a:lnTo>
                    <a:lnTo>
                      <a:pt x="282" y="86"/>
                    </a:lnTo>
                    <a:lnTo>
                      <a:pt x="264" y="46"/>
                    </a:lnTo>
                    <a:lnTo>
                      <a:pt x="244" y="25"/>
                    </a:lnTo>
                    <a:lnTo>
                      <a:pt x="224" y="13"/>
                    </a:lnTo>
                    <a:lnTo>
                      <a:pt x="186" y="1"/>
                    </a:lnTo>
                    <a:lnTo>
                      <a:pt x="160" y="0"/>
                    </a:lnTo>
                    <a:lnTo>
                      <a:pt x="122" y="7"/>
                    </a:lnTo>
                    <a:lnTo>
                      <a:pt x="87" y="19"/>
                    </a:lnTo>
                    <a:lnTo>
                      <a:pt x="52" y="41"/>
                    </a:lnTo>
                    <a:lnTo>
                      <a:pt x="30" y="59"/>
                    </a:lnTo>
                    <a:close/>
                  </a:path>
                </a:pathLst>
              </a:custGeom>
              <a:solidFill>
                <a:srgbClr val="FFE0C0"/>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nvGrpSpPr>
              <p:cNvPr id="79896" name="Group 24"/>
              <p:cNvGrpSpPr>
                <a:grpSpLocks/>
              </p:cNvGrpSpPr>
              <p:nvPr/>
            </p:nvGrpSpPr>
            <p:grpSpPr bwMode="auto">
              <a:xfrm>
                <a:off x="1997" y="1009"/>
                <a:ext cx="257" cy="143"/>
                <a:chOff x="1997" y="1009"/>
                <a:chExt cx="257" cy="143"/>
              </a:xfrm>
            </p:grpSpPr>
            <p:sp>
              <p:nvSpPr>
                <p:cNvPr id="79897" name="Freeform 25"/>
                <p:cNvSpPr>
                  <a:spLocks/>
                </p:cNvSpPr>
                <p:nvPr/>
              </p:nvSpPr>
              <p:spPr bwMode="auto">
                <a:xfrm>
                  <a:off x="2122" y="1074"/>
                  <a:ext cx="19" cy="21"/>
                </a:xfrm>
                <a:custGeom>
                  <a:avLst/>
                  <a:gdLst>
                    <a:gd name="T0" fmla="*/ 0 w 19"/>
                    <a:gd name="T1" fmla="*/ 12 h 21"/>
                    <a:gd name="T2" fmla="*/ 6 w 19"/>
                    <a:gd name="T3" fmla="*/ 4 h 21"/>
                    <a:gd name="T4" fmla="*/ 17 w 19"/>
                    <a:gd name="T5" fmla="*/ 0 h 21"/>
                    <a:gd name="T6" fmla="*/ 19 w 19"/>
                    <a:gd name="T7" fmla="*/ 11 h 21"/>
                    <a:gd name="T8" fmla="*/ 10 w 19"/>
                    <a:gd name="T9" fmla="*/ 11 h 21"/>
                    <a:gd name="T10" fmla="*/ 3 w 19"/>
                    <a:gd name="T11" fmla="*/ 21 h 21"/>
                    <a:gd name="T12" fmla="*/ 0 w 19"/>
                    <a:gd name="T13" fmla="*/ 12 h 21"/>
                  </a:gdLst>
                  <a:ahLst/>
                  <a:cxnLst>
                    <a:cxn ang="0">
                      <a:pos x="T0" y="T1"/>
                    </a:cxn>
                    <a:cxn ang="0">
                      <a:pos x="T2" y="T3"/>
                    </a:cxn>
                    <a:cxn ang="0">
                      <a:pos x="T4" y="T5"/>
                    </a:cxn>
                    <a:cxn ang="0">
                      <a:pos x="T6" y="T7"/>
                    </a:cxn>
                    <a:cxn ang="0">
                      <a:pos x="T8" y="T9"/>
                    </a:cxn>
                    <a:cxn ang="0">
                      <a:pos x="T10" y="T11"/>
                    </a:cxn>
                    <a:cxn ang="0">
                      <a:pos x="T12" y="T13"/>
                    </a:cxn>
                  </a:cxnLst>
                  <a:rect l="0" t="0" r="r" b="b"/>
                  <a:pathLst>
                    <a:path w="19" h="21">
                      <a:moveTo>
                        <a:pt x="0" y="12"/>
                      </a:moveTo>
                      <a:lnTo>
                        <a:pt x="6" y="4"/>
                      </a:lnTo>
                      <a:lnTo>
                        <a:pt x="17" y="0"/>
                      </a:lnTo>
                      <a:lnTo>
                        <a:pt x="19" y="11"/>
                      </a:lnTo>
                      <a:lnTo>
                        <a:pt x="10" y="11"/>
                      </a:lnTo>
                      <a:lnTo>
                        <a:pt x="3" y="21"/>
                      </a:lnTo>
                      <a:lnTo>
                        <a:pt x="0" y="12"/>
                      </a:lnTo>
                      <a:close/>
                    </a:path>
                  </a:pathLst>
                </a:custGeom>
                <a:solidFill>
                  <a:srgbClr val="C0C0C0"/>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898" name="Freeform 26"/>
                <p:cNvSpPr>
                  <a:spLocks/>
                </p:cNvSpPr>
                <p:nvPr/>
              </p:nvSpPr>
              <p:spPr bwMode="auto">
                <a:xfrm>
                  <a:off x="1997" y="1128"/>
                  <a:ext cx="37" cy="24"/>
                </a:xfrm>
                <a:custGeom>
                  <a:avLst/>
                  <a:gdLst>
                    <a:gd name="T0" fmla="*/ 31 w 37"/>
                    <a:gd name="T1" fmla="*/ 0 h 24"/>
                    <a:gd name="T2" fmla="*/ 37 w 37"/>
                    <a:gd name="T3" fmla="*/ 13 h 24"/>
                    <a:gd name="T4" fmla="*/ 6 w 37"/>
                    <a:gd name="T5" fmla="*/ 24 h 24"/>
                    <a:gd name="T6" fmla="*/ 0 w 37"/>
                    <a:gd name="T7" fmla="*/ 18 h 24"/>
                    <a:gd name="T8" fmla="*/ 31 w 37"/>
                    <a:gd name="T9" fmla="*/ 0 h 24"/>
                  </a:gdLst>
                  <a:ahLst/>
                  <a:cxnLst>
                    <a:cxn ang="0">
                      <a:pos x="T0" y="T1"/>
                    </a:cxn>
                    <a:cxn ang="0">
                      <a:pos x="T2" y="T3"/>
                    </a:cxn>
                    <a:cxn ang="0">
                      <a:pos x="T4" y="T5"/>
                    </a:cxn>
                    <a:cxn ang="0">
                      <a:pos x="T6" y="T7"/>
                    </a:cxn>
                    <a:cxn ang="0">
                      <a:pos x="T8" y="T9"/>
                    </a:cxn>
                  </a:cxnLst>
                  <a:rect l="0" t="0" r="r" b="b"/>
                  <a:pathLst>
                    <a:path w="37" h="24">
                      <a:moveTo>
                        <a:pt x="31" y="0"/>
                      </a:moveTo>
                      <a:lnTo>
                        <a:pt x="37" y="13"/>
                      </a:lnTo>
                      <a:lnTo>
                        <a:pt x="6" y="24"/>
                      </a:lnTo>
                      <a:lnTo>
                        <a:pt x="0" y="18"/>
                      </a:lnTo>
                      <a:lnTo>
                        <a:pt x="31" y="0"/>
                      </a:lnTo>
                      <a:close/>
                    </a:path>
                  </a:pathLst>
                </a:custGeom>
                <a:solidFill>
                  <a:srgbClr val="C0C0C0"/>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899" name="Freeform 27"/>
                <p:cNvSpPr>
                  <a:spLocks/>
                </p:cNvSpPr>
                <p:nvPr/>
              </p:nvSpPr>
              <p:spPr bwMode="auto">
                <a:xfrm>
                  <a:off x="2221" y="1009"/>
                  <a:ext cx="33" cy="24"/>
                </a:xfrm>
                <a:custGeom>
                  <a:avLst/>
                  <a:gdLst>
                    <a:gd name="T0" fmla="*/ 0 w 33"/>
                    <a:gd name="T1" fmla="*/ 13 h 24"/>
                    <a:gd name="T2" fmla="*/ 7 w 33"/>
                    <a:gd name="T3" fmla="*/ 24 h 24"/>
                    <a:gd name="T4" fmla="*/ 33 w 33"/>
                    <a:gd name="T5" fmla="*/ 6 h 24"/>
                    <a:gd name="T6" fmla="*/ 30 w 33"/>
                    <a:gd name="T7" fmla="*/ 0 h 24"/>
                    <a:gd name="T8" fmla="*/ 0 w 33"/>
                    <a:gd name="T9" fmla="*/ 13 h 24"/>
                  </a:gdLst>
                  <a:ahLst/>
                  <a:cxnLst>
                    <a:cxn ang="0">
                      <a:pos x="T0" y="T1"/>
                    </a:cxn>
                    <a:cxn ang="0">
                      <a:pos x="T2" y="T3"/>
                    </a:cxn>
                    <a:cxn ang="0">
                      <a:pos x="T4" y="T5"/>
                    </a:cxn>
                    <a:cxn ang="0">
                      <a:pos x="T6" y="T7"/>
                    </a:cxn>
                    <a:cxn ang="0">
                      <a:pos x="T8" y="T9"/>
                    </a:cxn>
                  </a:cxnLst>
                  <a:rect l="0" t="0" r="r" b="b"/>
                  <a:pathLst>
                    <a:path w="33" h="24">
                      <a:moveTo>
                        <a:pt x="0" y="13"/>
                      </a:moveTo>
                      <a:lnTo>
                        <a:pt x="7" y="24"/>
                      </a:lnTo>
                      <a:lnTo>
                        <a:pt x="33" y="6"/>
                      </a:lnTo>
                      <a:lnTo>
                        <a:pt x="30" y="0"/>
                      </a:lnTo>
                      <a:lnTo>
                        <a:pt x="0" y="13"/>
                      </a:lnTo>
                      <a:close/>
                    </a:path>
                  </a:pathLst>
                </a:custGeom>
                <a:solidFill>
                  <a:srgbClr val="C0C0C0"/>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grpSp>
            <p:nvGrpSpPr>
              <p:cNvPr id="79900" name="Group 28"/>
              <p:cNvGrpSpPr>
                <a:grpSpLocks/>
              </p:cNvGrpSpPr>
              <p:nvPr/>
            </p:nvGrpSpPr>
            <p:grpSpPr bwMode="auto">
              <a:xfrm>
                <a:off x="2027" y="1019"/>
                <a:ext cx="218" cy="158"/>
                <a:chOff x="2027" y="1019"/>
                <a:chExt cx="218" cy="158"/>
              </a:xfrm>
            </p:grpSpPr>
            <p:sp>
              <p:nvSpPr>
                <p:cNvPr id="79901" name="Freeform 29"/>
                <p:cNvSpPr>
                  <a:spLocks/>
                </p:cNvSpPr>
                <p:nvPr/>
              </p:nvSpPr>
              <p:spPr bwMode="auto">
                <a:xfrm>
                  <a:off x="2027" y="1077"/>
                  <a:ext cx="110" cy="100"/>
                </a:xfrm>
                <a:custGeom>
                  <a:avLst/>
                  <a:gdLst>
                    <a:gd name="T0" fmla="*/ 0 w 110"/>
                    <a:gd name="T1" fmla="*/ 51 h 100"/>
                    <a:gd name="T2" fmla="*/ 90 w 110"/>
                    <a:gd name="T3" fmla="*/ 0 h 100"/>
                    <a:gd name="T4" fmla="*/ 105 w 110"/>
                    <a:gd name="T5" fmla="*/ 26 h 100"/>
                    <a:gd name="T6" fmla="*/ 110 w 110"/>
                    <a:gd name="T7" fmla="*/ 44 h 100"/>
                    <a:gd name="T8" fmla="*/ 109 w 110"/>
                    <a:gd name="T9" fmla="*/ 63 h 100"/>
                    <a:gd name="T10" fmla="*/ 101 w 110"/>
                    <a:gd name="T11" fmla="*/ 75 h 100"/>
                    <a:gd name="T12" fmla="*/ 89 w 110"/>
                    <a:gd name="T13" fmla="*/ 85 h 100"/>
                    <a:gd name="T14" fmla="*/ 71 w 110"/>
                    <a:gd name="T15" fmla="*/ 92 h 100"/>
                    <a:gd name="T16" fmla="*/ 60 w 110"/>
                    <a:gd name="T17" fmla="*/ 99 h 100"/>
                    <a:gd name="T18" fmla="*/ 49 w 110"/>
                    <a:gd name="T19" fmla="*/ 100 h 100"/>
                    <a:gd name="T20" fmla="*/ 35 w 110"/>
                    <a:gd name="T21" fmla="*/ 98 h 100"/>
                    <a:gd name="T22" fmla="*/ 25 w 110"/>
                    <a:gd name="T23" fmla="*/ 91 h 100"/>
                    <a:gd name="T24" fmla="*/ 18 w 110"/>
                    <a:gd name="T25" fmla="*/ 83 h 100"/>
                    <a:gd name="T26" fmla="*/ 14 w 110"/>
                    <a:gd name="T27" fmla="*/ 75 h 100"/>
                    <a:gd name="T28" fmla="*/ 6 w 110"/>
                    <a:gd name="T29" fmla="*/ 60 h 100"/>
                    <a:gd name="T30" fmla="*/ 0 w 110"/>
                    <a:gd name="T31" fmla="*/ 5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0" h="100">
                      <a:moveTo>
                        <a:pt x="0" y="51"/>
                      </a:moveTo>
                      <a:lnTo>
                        <a:pt x="90" y="0"/>
                      </a:lnTo>
                      <a:lnTo>
                        <a:pt x="105" y="26"/>
                      </a:lnTo>
                      <a:lnTo>
                        <a:pt x="110" y="44"/>
                      </a:lnTo>
                      <a:lnTo>
                        <a:pt x="109" y="63"/>
                      </a:lnTo>
                      <a:lnTo>
                        <a:pt x="101" y="75"/>
                      </a:lnTo>
                      <a:lnTo>
                        <a:pt x="89" y="85"/>
                      </a:lnTo>
                      <a:lnTo>
                        <a:pt x="71" y="92"/>
                      </a:lnTo>
                      <a:lnTo>
                        <a:pt x="60" y="99"/>
                      </a:lnTo>
                      <a:lnTo>
                        <a:pt x="49" y="100"/>
                      </a:lnTo>
                      <a:lnTo>
                        <a:pt x="35" y="98"/>
                      </a:lnTo>
                      <a:lnTo>
                        <a:pt x="25" y="91"/>
                      </a:lnTo>
                      <a:lnTo>
                        <a:pt x="18" y="83"/>
                      </a:lnTo>
                      <a:lnTo>
                        <a:pt x="14" y="75"/>
                      </a:lnTo>
                      <a:lnTo>
                        <a:pt x="6" y="60"/>
                      </a:lnTo>
                      <a:lnTo>
                        <a:pt x="0" y="51"/>
                      </a:lnTo>
                      <a:close/>
                    </a:path>
                  </a:pathLst>
                </a:custGeom>
                <a:solidFill>
                  <a:srgbClr val="80FFFF"/>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02" name="Oval 30"/>
                <p:cNvSpPr>
                  <a:spLocks noChangeArrowheads="1"/>
                </p:cNvSpPr>
                <p:nvPr/>
              </p:nvSpPr>
              <p:spPr bwMode="auto">
                <a:xfrm>
                  <a:off x="2077" y="1122"/>
                  <a:ext cx="19" cy="18"/>
                </a:xfrm>
                <a:prstGeom prst="ellipse">
                  <a:avLst/>
                </a:prstGeom>
                <a:solidFill>
                  <a:srgbClr val="00A000"/>
                </a:solidFill>
                <a:ln w="12700">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03" name="Freeform 31"/>
                <p:cNvSpPr>
                  <a:spLocks/>
                </p:cNvSpPr>
                <p:nvPr/>
              </p:nvSpPr>
              <p:spPr bwMode="auto">
                <a:xfrm>
                  <a:off x="2134" y="1019"/>
                  <a:ext cx="111" cy="99"/>
                </a:xfrm>
                <a:custGeom>
                  <a:avLst/>
                  <a:gdLst>
                    <a:gd name="T0" fmla="*/ 0 w 111"/>
                    <a:gd name="T1" fmla="*/ 50 h 99"/>
                    <a:gd name="T2" fmla="*/ 92 w 111"/>
                    <a:gd name="T3" fmla="*/ 0 h 99"/>
                    <a:gd name="T4" fmla="*/ 105 w 111"/>
                    <a:gd name="T5" fmla="*/ 28 h 99"/>
                    <a:gd name="T6" fmla="*/ 111 w 111"/>
                    <a:gd name="T7" fmla="*/ 45 h 99"/>
                    <a:gd name="T8" fmla="*/ 108 w 111"/>
                    <a:gd name="T9" fmla="*/ 62 h 99"/>
                    <a:gd name="T10" fmla="*/ 101 w 111"/>
                    <a:gd name="T11" fmla="*/ 73 h 99"/>
                    <a:gd name="T12" fmla="*/ 88 w 111"/>
                    <a:gd name="T13" fmla="*/ 84 h 99"/>
                    <a:gd name="T14" fmla="*/ 73 w 111"/>
                    <a:gd name="T15" fmla="*/ 92 h 99"/>
                    <a:gd name="T16" fmla="*/ 61 w 111"/>
                    <a:gd name="T17" fmla="*/ 97 h 99"/>
                    <a:gd name="T18" fmla="*/ 48 w 111"/>
                    <a:gd name="T19" fmla="*/ 99 h 99"/>
                    <a:gd name="T20" fmla="*/ 36 w 111"/>
                    <a:gd name="T21" fmla="*/ 97 h 99"/>
                    <a:gd name="T22" fmla="*/ 25 w 111"/>
                    <a:gd name="T23" fmla="*/ 90 h 99"/>
                    <a:gd name="T24" fmla="*/ 19 w 111"/>
                    <a:gd name="T25" fmla="*/ 84 h 99"/>
                    <a:gd name="T26" fmla="*/ 14 w 111"/>
                    <a:gd name="T27" fmla="*/ 74 h 99"/>
                    <a:gd name="T28" fmla="*/ 6 w 111"/>
                    <a:gd name="T29" fmla="*/ 60 h 99"/>
                    <a:gd name="T30" fmla="*/ 0 w 111"/>
                    <a:gd name="T31" fmla="*/ 5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1" h="99">
                      <a:moveTo>
                        <a:pt x="0" y="50"/>
                      </a:moveTo>
                      <a:lnTo>
                        <a:pt x="92" y="0"/>
                      </a:lnTo>
                      <a:lnTo>
                        <a:pt x="105" y="28"/>
                      </a:lnTo>
                      <a:lnTo>
                        <a:pt x="111" y="45"/>
                      </a:lnTo>
                      <a:lnTo>
                        <a:pt x="108" y="62"/>
                      </a:lnTo>
                      <a:lnTo>
                        <a:pt x="101" y="73"/>
                      </a:lnTo>
                      <a:lnTo>
                        <a:pt x="88" y="84"/>
                      </a:lnTo>
                      <a:lnTo>
                        <a:pt x="73" y="92"/>
                      </a:lnTo>
                      <a:lnTo>
                        <a:pt x="61" y="97"/>
                      </a:lnTo>
                      <a:lnTo>
                        <a:pt x="48" y="99"/>
                      </a:lnTo>
                      <a:lnTo>
                        <a:pt x="36" y="97"/>
                      </a:lnTo>
                      <a:lnTo>
                        <a:pt x="25" y="90"/>
                      </a:lnTo>
                      <a:lnTo>
                        <a:pt x="19" y="84"/>
                      </a:lnTo>
                      <a:lnTo>
                        <a:pt x="14" y="74"/>
                      </a:lnTo>
                      <a:lnTo>
                        <a:pt x="6" y="60"/>
                      </a:lnTo>
                      <a:lnTo>
                        <a:pt x="0" y="50"/>
                      </a:lnTo>
                      <a:close/>
                    </a:path>
                  </a:pathLst>
                </a:custGeom>
                <a:solidFill>
                  <a:srgbClr val="80FFFF"/>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04" name="Oval 32"/>
                <p:cNvSpPr>
                  <a:spLocks noChangeArrowheads="1"/>
                </p:cNvSpPr>
                <p:nvPr/>
              </p:nvSpPr>
              <p:spPr bwMode="auto">
                <a:xfrm>
                  <a:off x="2184" y="1064"/>
                  <a:ext cx="19" cy="18"/>
                </a:xfrm>
                <a:prstGeom prst="ellipse">
                  <a:avLst/>
                </a:prstGeom>
                <a:solidFill>
                  <a:srgbClr val="00A000"/>
                </a:solidFill>
                <a:ln w="12700">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grpSp>
          <p:sp>
            <p:nvSpPr>
              <p:cNvPr id="79905" name="Freeform 33"/>
              <p:cNvSpPr>
                <a:spLocks/>
              </p:cNvSpPr>
              <p:nvPr/>
            </p:nvSpPr>
            <p:spPr bwMode="auto">
              <a:xfrm>
                <a:off x="2141" y="1182"/>
                <a:ext cx="110" cy="89"/>
              </a:xfrm>
              <a:custGeom>
                <a:avLst/>
                <a:gdLst>
                  <a:gd name="T0" fmla="*/ 0 w 110"/>
                  <a:gd name="T1" fmla="*/ 46 h 89"/>
                  <a:gd name="T2" fmla="*/ 17 w 110"/>
                  <a:gd name="T3" fmla="*/ 46 h 89"/>
                  <a:gd name="T4" fmla="*/ 32 w 110"/>
                  <a:gd name="T5" fmla="*/ 43 h 89"/>
                  <a:gd name="T6" fmla="*/ 50 w 110"/>
                  <a:gd name="T7" fmla="*/ 38 h 89"/>
                  <a:gd name="T8" fmla="*/ 66 w 110"/>
                  <a:gd name="T9" fmla="*/ 33 h 89"/>
                  <a:gd name="T10" fmla="*/ 83 w 110"/>
                  <a:gd name="T11" fmla="*/ 21 h 89"/>
                  <a:gd name="T12" fmla="*/ 93 w 110"/>
                  <a:gd name="T13" fmla="*/ 12 h 89"/>
                  <a:gd name="T14" fmla="*/ 103 w 110"/>
                  <a:gd name="T15" fmla="*/ 0 h 89"/>
                  <a:gd name="T16" fmla="*/ 109 w 110"/>
                  <a:gd name="T17" fmla="*/ 24 h 89"/>
                  <a:gd name="T18" fmla="*/ 110 w 110"/>
                  <a:gd name="T19" fmla="*/ 33 h 89"/>
                  <a:gd name="T20" fmla="*/ 110 w 110"/>
                  <a:gd name="T21" fmla="*/ 51 h 89"/>
                  <a:gd name="T22" fmla="*/ 106 w 110"/>
                  <a:gd name="T23" fmla="*/ 63 h 89"/>
                  <a:gd name="T24" fmla="*/ 98 w 110"/>
                  <a:gd name="T25" fmla="*/ 76 h 89"/>
                  <a:gd name="T26" fmla="*/ 88 w 110"/>
                  <a:gd name="T27" fmla="*/ 84 h 89"/>
                  <a:gd name="T28" fmla="*/ 76 w 110"/>
                  <a:gd name="T29" fmla="*/ 88 h 89"/>
                  <a:gd name="T30" fmla="*/ 62 w 110"/>
                  <a:gd name="T31" fmla="*/ 89 h 89"/>
                  <a:gd name="T32" fmla="*/ 49 w 110"/>
                  <a:gd name="T33" fmla="*/ 88 h 89"/>
                  <a:gd name="T34" fmla="*/ 37 w 110"/>
                  <a:gd name="T35" fmla="*/ 82 h 89"/>
                  <a:gd name="T36" fmla="*/ 31 w 110"/>
                  <a:gd name="T37" fmla="*/ 80 h 89"/>
                  <a:gd name="T38" fmla="*/ 19 w 110"/>
                  <a:gd name="T39" fmla="*/ 72 h 89"/>
                  <a:gd name="T40" fmla="*/ 11 w 110"/>
                  <a:gd name="T41" fmla="*/ 57 h 89"/>
                  <a:gd name="T42" fmla="*/ 0 w 110"/>
                  <a:gd name="T43" fmla="*/ 46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0" h="89">
                    <a:moveTo>
                      <a:pt x="0" y="46"/>
                    </a:moveTo>
                    <a:lnTo>
                      <a:pt x="17" y="46"/>
                    </a:lnTo>
                    <a:lnTo>
                      <a:pt x="32" y="43"/>
                    </a:lnTo>
                    <a:lnTo>
                      <a:pt x="50" y="38"/>
                    </a:lnTo>
                    <a:lnTo>
                      <a:pt x="66" y="33"/>
                    </a:lnTo>
                    <a:lnTo>
                      <a:pt x="83" y="21"/>
                    </a:lnTo>
                    <a:lnTo>
                      <a:pt x="93" y="12"/>
                    </a:lnTo>
                    <a:lnTo>
                      <a:pt x="103" y="0"/>
                    </a:lnTo>
                    <a:lnTo>
                      <a:pt x="109" y="24"/>
                    </a:lnTo>
                    <a:lnTo>
                      <a:pt x="110" y="33"/>
                    </a:lnTo>
                    <a:lnTo>
                      <a:pt x="110" y="51"/>
                    </a:lnTo>
                    <a:lnTo>
                      <a:pt x="106" y="63"/>
                    </a:lnTo>
                    <a:lnTo>
                      <a:pt x="98" y="76"/>
                    </a:lnTo>
                    <a:lnTo>
                      <a:pt x="88" y="84"/>
                    </a:lnTo>
                    <a:lnTo>
                      <a:pt x="76" y="88"/>
                    </a:lnTo>
                    <a:lnTo>
                      <a:pt x="62" y="89"/>
                    </a:lnTo>
                    <a:lnTo>
                      <a:pt x="49" y="88"/>
                    </a:lnTo>
                    <a:lnTo>
                      <a:pt x="37" y="82"/>
                    </a:lnTo>
                    <a:lnTo>
                      <a:pt x="31" y="80"/>
                    </a:lnTo>
                    <a:lnTo>
                      <a:pt x="19" y="72"/>
                    </a:lnTo>
                    <a:lnTo>
                      <a:pt x="11" y="57"/>
                    </a:lnTo>
                    <a:lnTo>
                      <a:pt x="0" y="46"/>
                    </a:lnTo>
                    <a:close/>
                  </a:path>
                </a:pathLst>
              </a:custGeom>
              <a:solidFill>
                <a:srgbClr val="FFFFFF"/>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06" name="Freeform 34"/>
              <p:cNvSpPr>
                <a:spLocks/>
              </p:cNvSpPr>
              <p:nvPr/>
            </p:nvSpPr>
            <p:spPr bwMode="auto">
              <a:xfrm>
                <a:off x="2149" y="1152"/>
                <a:ext cx="57" cy="32"/>
              </a:xfrm>
              <a:custGeom>
                <a:avLst/>
                <a:gdLst>
                  <a:gd name="T0" fmla="*/ 0 w 57"/>
                  <a:gd name="T1" fmla="*/ 32 h 32"/>
                  <a:gd name="T2" fmla="*/ 17 w 57"/>
                  <a:gd name="T3" fmla="*/ 31 h 32"/>
                  <a:gd name="T4" fmla="*/ 24 w 57"/>
                  <a:gd name="T5" fmla="*/ 28 h 32"/>
                  <a:gd name="T6" fmla="*/ 33 w 57"/>
                  <a:gd name="T7" fmla="*/ 25 h 32"/>
                  <a:gd name="T8" fmla="*/ 43 w 57"/>
                  <a:gd name="T9" fmla="*/ 19 h 32"/>
                  <a:gd name="T10" fmla="*/ 49 w 57"/>
                  <a:gd name="T11" fmla="*/ 10 h 32"/>
                  <a:gd name="T12" fmla="*/ 57 w 57"/>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57" h="32">
                    <a:moveTo>
                      <a:pt x="0" y="32"/>
                    </a:moveTo>
                    <a:lnTo>
                      <a:pt x="17" y="31"/>
                    </a:lnTo>
                    <a:lnTo>
                      <a:pt x="24" y="28"/>
                    </a:lnTo>
                    <a:lnTo>
                      <a:pt x="33" y="25"/>
                    </a:lnTo>
                    <a:lnTo>
                      <a:pt x="43" y="19"/>
                    </a:lnTo>
                    <a:lnTo>
                      <a:pt x="49" y="10"/>
                    </a:lnTo>
                    <a:lnTo>
                      <a:pt x="57"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sz="2400" b="0" i="0">
                  <a:solidFill>
                    <a:srgbClr val="0033CC"/>
                  </a:solidFill>
                  <a:ea typeface="楷体_GB2312" pitchFamily="49" charset="-122"/>
                </a:endParaRPr>
              </a:p>
            </p:txBody>
          </p:sp>
          <p:sp>
            <p:nvSpPr>
              <p:cNvPr id="79907" name="Freeform 35"/>
              <p:cNvSpPr>
                <a:spLocks/>
              </p:cNvSpPr>
              <p:nvPr/>
            </p:nvSpPr>
            <p:spPr bwMode="auto">
              <a:xfrm>
                <a:off x="1947" y="869"/>
                <a:ext cx="307" cy="282"/>
              </a:xfrm>
              <a:custGeom>
                <a:avLst/>
                <a:gdLst>
                  <a:gd name="T0" fmla="*/ 52 w 307"/>
                  <a:gd name="T1" fmla="*/ 282 h 282"/>
                  <a:gd name="T2" fmla="*/ 65 w 307"/>
                  <a:gd name="T3" fmla="*/ 276 h 282"/>
                  <a:gd name="T4" fmla="*/ 68 w 307"/>
                  <a:gd name="T5" fmla="*/ 258 h 282"/>
                  <a:gd name="T6" fmla="*/ 70 w 307"/>
                  <a:gd name="T7" fmla="*/ 233 h 282"/>
                  <a:gd name="T8" fmla="*/ 58 w 307"/>
                  <a:gd name="T9" fmla="*/ 183 h 282"/>
                  <a:gd name="T10" fmla="*/ 51 w 307"/>
                  <a:gd name="T11" fmla="*/ 154 h 282"/>
                  <a:gd name="T12" fmla="*/ 89 w 307"/>
                  <a:gd name="T13" fmla="*/ 155 h 282"/>
                  <a:gd name="T14" fmla="*/ 139 w 307"/>
                  <a:gd name="T15" fmla="*/ 153 h 282"/>
                  <a:gd name="T16" fmla="*/ 155 w 307"/>
                  <a:gd name="T17" fmla="*/ 137 h 282"/>
                  <a:gd name="T18" fmla="*/ 181 w 307"/>
                  <a:gd name="T19" fmla="*/ 118 h 282"/>
                  <a:gd name="T20" fmla="*/ 221 w 307"/>
                  <a:gd name="T21" fmla="*/ 122 h 282"/>
                  <a:gd name="T22" fmla="*/ 260 w 307"/>
                  <a:gd name="T23" fmla="*/ 101 h 282"/>
                  <a:gd name="T24" fmla="*/ 265 w 307"/>
                  <a:gd name="T25" fmla="*/ 123 h 282"/>
                  <a:gd name="T26" fmla="*/ 281 w 307"/>
                  <a:gd name="T27" fmla="*/ 132 h 282"/>
                  <a:gd name="T28" fmla="*/ 298 w 307"/>
                  <a:gd name="T29" fmla="*/ 160 h 282"/>
                  <a:gd name="T30" fmla="*/ 307 w 307"/>
                  <a:gd name="T31" fmla="*/ 154 h 282"/>
                  <a:gd name="T32" fmla="*/ 307 w 307"/>
                  <a:gd name="T33" fmla="*/ 135 h 282"/>
                  <a:gd name="T34" fmla="*/ 303 w 307"/>
                  <a:gd name="T35" fmla="*/ 106 h 282"/>
                  <a:gd name="T36" fmla="*/ 295 w 307"/>
                  <a:gd name="T37" fmla="*/ 82 h 282"/>
                  <a:gd name="T38" fmla="*/ 280 w 307"/>
                  <a:gd name="T39" fmla="*/ 64 h 282"/>
                  <a:gd name="T40" fmla="*/ 282 w 307"/>
                  <a:gd name="T41" fmla="*/ 33 h 282"/>
                  <a:gd name="T42" fmla="*/ 282 w 307"/>
                  <a:gd name="T43" fmla="*/ 16 h 282"/>
                  <a:gd name="T44" fmla="*/ 261 w 307"/>
                  <a:gd name="T45" fmla="*/ 19 h 282"/>
                  <a:gd name="T46" fmla="*/ 238 w 307"/>
                  <a:gd name="T47" fmla="*/ 19 h 282"/>
                  <a:gd name="T48" fmla="*/ 225 w 307"/>
                  <a:gd name="T49" fmla="*/ 14 h 282"/>
                  <a:gd name="T50" fmla="*/ 209 w 307"/>
                  <a:gd name="T51" fmla="*/ 0 h 282"/>
                  <a:gd name="T52" fmla="*/ 195 w 307"/>
                  <a:gd name="T53" fmla="*/ 13 h 282"/>
                  <a:gd name="T54" fmla="*/ 182 w 307"/>
                  <a:gd name="T55" fmla="*/ 19 h 282"/>
                  <a:gd name="T56" fmla="*/ 156 w 307"/>
                  <a:gd name="T57" fmla="*/ 21 h 282"/>
                  <a:gd name="T58" fmla="*/ 132 w 307"/>
                  <a:gd name="T59" fmla="*/ 26 h 282"/>
                  <a:gd name="T60" fmla="*/ 106 w 307"/>
                  <a:gd name="T61" fmla="*/ 35 h 282"/>
                  <a:gd name="T62" fmla="*/ 84 w 307"/>
                  <a:gd name="T63" fmla="*/ 49 h 282"/>
                  <a:gd name="T64" fmla="*/ 58 w 307"/>
                  <a:gd name="T65" fmla="*/ 73 h 282"/>
                  <a:gd name="T66" fmla="*/ 42 w 307"/>
                  <a:gd name="T67" fmla="*/ 78 h 282"/>
                  <a:gd name="T68" fmla="*/ 28 w 307"/>
                  <a:gd name="T69" fmla="*/ 91 h 282"/>
                  <a:gd name="T70" fmla="*/ 16 w 307"/>
                  <a:gd name="T71" fmla="*/ 103 h 282"/>
                  <a:gd name="T72" fmla="*/ 10 w 307"/>
                  <a:gd name="T73" fmla="*/ 122 h 282"/>
                  <a:gd name="T74" fmla="*/ 2 w 307"/>
                  <a:gd name="T75" fmla="*/ 143 h 282"/>
                  <a:gd name="T76" fmla="*/ 0 w 307"/>
                  <a:gd name="T77" fmla="*/ 161 h 282"/>
                  <a:gd name="T78" fmla="*/ 0 w 307"/>
                  <a:gd name="T79" fmla="*/ 200 h 282"/>
                  <a:gd name="T80" fmla="*/ 10 w 307"/>
                  <a:gd name="T81" fmla="*/ 241 h 282"/>
                  <a:gd name="T82" fmla="*/ 52 w 307"/>
                  <a:gd name="T83" fmla="*/ 28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07" h="282">
                    <a:moveTo>
                      <a:pt x="52" y="282"/>
                    </a:moveTo>
                    <a:lnTo>
                      <a:pt x="65" y="276"/>
                    </a:lnTo>
                    <a:lnTo>
                      <a:pt x="68" y="258"/>
                    </a:lnTo>
                    <a:lnTo>
                      <a:pt x="70" y="233"/>
                    </a:lnTo>
                    <a:lnTo>
                      <a:pt x="58" y="183"/>
                    </a:lnTo>
                    <a:lnTo>
                      <a:pt x="51" y="154"/>
                    </a:lnTo>
                    <a:lnTo>
                      <a:pt x="89" y="155"/>
                    </a:lnTo>
                    <a:lnTo>
                      <a:pt x="139" y="153"/>
                    </a:lnTo>
                    <a:lnTo>
                      <a:pt x="155" y="137"/>
                    </a:lnTo>
                    <a:lnTo>
                      <a:pt x="181" y="118"/>
                    </a:lnTo>
                    <a:lnTo>
                      <a:pt x="221" y="122"/>
                    </a:lnTo>
                    <a:lnTo>
                      <a:pt x="260" y="101"/>
                    </a:lnTo>
                    <a:lnTo>
                      <a:pt x="265" y="123"/>
                    </a:lnTo>
                    <a:lnTo>
                      <a:pt x="281" y="132"/>
                    </a:lnTo>
                    <a:lnTo>
                      <a:pt x="298" y="160"/>
                    </a:lnTo>
                    <a:lnTo>
                      <a:pt x="307" y="154"/>
                    </a:lnTo>
                    <a:lnTo>
                      <a:pt x="307" y="135"/>
                    </a:lnTo>
                    <a:lnTo>
                      <a:pt x="303" y="106"/>
                    </a:lnTo>
                    <a:lnTo>
                      <a:pt x="295" y="82"/>
                    </a:lnTo>
                    <a:lnTo>
                      <a:pt x="280" y="64"/>
                    </a:lnTo>
                    <a:lnTo>
                      <a:pt x="282" y="33"/>
                    </a:lnTo>
                    <a:lnTo>
                      <a:pt x="282" y="16"/>
                    </a:lnTo>
                    <a:lnTo>
                      <a:pt x="261" y="19"/>
                    </a:lnTo>
                    <a:lnTo>
                      <a:pt x="238" y="19"/>
                    </a:lnTo>
                    <a:lnTo>
                      <a:pt x="225" y="14"/>
                    </a:lnTo>
                    <a:lnTo>
                      <a:pt x="209" y="0"/>
                    </a:lnTo>
                    <a:lnTo>
                      <a:pt x="195" y="13"/>
                    </a:lnTo>
                    <a:lnTo>
                      <a:pt x="182" y="19"/>
                    </a:lnTo>
                    <a:lnTo>
                      <a:pt x="156" y="21"/>
                    </a:lnTo>
                    <a:lnTo>
                      <a:pt x="132" y="26"/>
                    </a:lnTo>
                    <a:lnTo>
                      <a:pt x="106" y="35"/>
                    </a:lnTo>
                    <a:lnTo>
                      <a:pt x="84" y="49"/>
                    </a:lnTo>
                    <a:lnTo>
                      <a:pt x="58" y="73"/>
                    </a:lnTo>
                    <a:lnTo>
                      <a:pt x="42" y="78"/>
                    </a:lnTo>
                    <a:lnTo>
                      <a:pt x="28" y="91"/>
                    </a:lnTo>
                    <a:lnTo>
                      <a:pt x="16" y="103"/>
                    </a:lnTo>
                    <a:lnTo>
                      <a:pt x="10" y="122"/>
                    </a:lnTo>
                    <a:lnTo>
                      <a:pt x="2" y="143"/>
                    </a:lnTo>
                    <a:lnTo>
                      <a:pt x="0" y="161"/>
                    </a:lnTo>
                    <a:lnTo>
                      <a:pt x="0" y="200"/>
                    </a:lnTo>
                    <a:lnTo>
                      <a:pt x="10" y="241"/>
                    </a:lnTo>
                    <a:lnTo>
                      <a:pt x="52" y="282"/>
                    </a:lnTo>
                    <a:close/>
                  </a:path>
                </a:pathLst>
              </a:custGeom>
              <a:solidFill>
                <a:srgbClr val="C06000"/>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sp>
          <p:nvSpPr>
            <p:cNvPr id="79908" name="Freeform 36"/>
            <p:cNvSpPr>
              <a:spLocks/>
            </p:cNvSpPr>
            <p:nvPr/>
          </p:nvSpPr>
          <p:spPr bwMode="auto">
            <a:xfrm rot="1123344">
              <a:off x="2393" y="2047"/>
              <a:ext cx="219" cy="518"/>
            </a:xfrm>
            <a:custGeom>
              <a:avLst/>
              <a:gdLst>
                <a:gd name="T0" fmla="*/ 15 w 304"/>
                <a:gd name="T1" fmla="*/ 6 h 764"/>
                <a:gd name="T2" fmla="*/ 34 w 304"/>
                <a:gd name="T3" fmla="*/ 0 h 764"/>
                <a:gd name="T4" fmla="*/ 75 w 304"/>
                <a:gd name="T5" fmla="*/ 26 h 764"/>
                <a:gd name="T6" fmla="*/ 75 w 304"/>
                <a:gd name="T7" fmla="*/ 71 h 764"/>
                <a:gd name="T8" fmla="*/ 110 w 304"/>
                <a:gd name="T9" fmla="*/ 114 h 764"/>
                <a:gd name="T10" fmla="*/ 144 w 304"/>
                <a:gd name="T11" fmla="*/ 160 h 764"/>
                <a:gd name="T12" fmla="*/ 180 w 304"/>
                <a:gd name="T13" fmla="*/ 220 h 764"/>
                <a:gd name="T14" fmla="*/ 208 w 304"/>
                <a:gd name="T15" fmla="*/ 276 h 764"/>
                <a:gd name="T16" fmla="*/ 237 w 304"/>
                <a:gd name="T17" fmla="*/ 357 h 764"/>
                <a:gd name="T18" fmla="*/ 261 w 304"/>
                <a:gd name="T19" fmla="*/ 428 h 764"/>
                <a:gd name="T20" fmla="*/ 291 w 304"/>
                <a:gd name="T21" fmla="*/ 570 h 764"/>
                <a:gd name="T22" fmla="*/ 304 w 304"/>
                <a:gd name="T23" fmla="*/ 658 h 764"/>
                <a:gd name="T24" fmla="*/ 265 w 304"/>
                <a:gd name="T25" fmla="*/ 764 h 764"/>
                <a:gd name="T26" fmla="*/ 189 w 304"/>
                <a:gd name="T27" fmla="*/ 679 h 764"/>
                <a:gd name="T28" fmla="*/ 168 w 304"/>
                <a:gd name="T29" fmla="*/ 536 h 764"/>
                <a:gd name="T30" fmla="*/ 152 w 304"/>
                <a:gd name="T31" fmla="*/ 449 h 764"/>
                <a:gd name="T32" fmla="*/ 129 w 304"/>
                <a:gd name="T33" fmla="*/ 366 h 764"/>
                <a:gd name="T34" fmla="*/ 103 w 304"/>
                <a:gd name="T35" fmla="*/ 306 h 764"/>
                <a:gd name="T36" fmla="*/ 69 w 304"/>
                <a:gd name="T37" fmla="*/ 219 h 764"/>
                <a:gd name="T38" fmla="*/ 49 w 304"/>
                <a:gd name="T39" fmla="*/ 156 h 764"/>
                <a:gd name="T40" fmla="*/ 30 w 304"/>
                <a:gd name="T41" fmla="*/ 84 h 764"/>
                <a:gd name="T42" fmla="*/ 0 w 304"/>
                <a:gd name="T43" fmla="*/ 66 h 764"/>
                <a:gd name="T44" fmla="*/ 15 w 304"/>
                <a:gd name="T45" fmla="*/ 6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4" h="764">
                  <a:moveTo>
                    <a:pt x="15" y="6"/>
                  </a:moveTo>
                  <a:lnTo>
                    <a:pt x="34" y="0"/>
                  </a:lnTo>
                  <a:lnTo>
                    <a:pt x="75" y="26"/>
                  </a:lnTo>
                  <a:lnTo>
                    <a:pt x="75" y="71"/>
                  </a:lnTo>
                  <a:lnTo>
                    <a:pt x="110" y="114"/>
                  </a:lnTo>
                  <a:lnTo>
                    <a:pt x="144" y="160"/>
                  </a:lnTo>
                  <a:lnTo>
                    <a:pt x="180" y="220"/>
                  </a:lnTo>
                  <a:lnTo>
                    <a:pt x="208" y="276"/>
                  </a:lnTo>
                  <a:lnTo>
                    <a:pt x="237" y="357"/>
                  </a:lnTo>
                  <a:lnTo>
                    <a:pt x="261" y="428"/>
                  </a:lnTo>
                  <a:lnTo>
                    <a:pt x="291" y="570"/>
                  </a:lnTo>
                  <a:lnTo>
                    <a:pt x="304" y="658"/>
                  </a:lnTo>
                  <a:lnTo>
                    <a:pt x="265" y="764"/>
                  </a:lnTo>
                  <a:lnTo>
                    <a:pt x="189" y="679"/>
                  </a:lnTo>
                  <a:lnTo>
                    <a:pt x="168" y="536"/>
                  </a:lnTo>
                  <a:lnTo>
                    <a:pt x="152" y="449"/>
                  </a:lnTo>
                  <a:lnTo>
                    <a:pt x="129" y="366"/>
                  </a:lnTo>
                  <a:lnTo>
                    <a:pt x="103" y="306"/>
                  </a:lnTo>
                  <a:lnTo>
                    <a:pt x="69" y="219"/>
                  </a:lnTo>
                  <a:lnTo>
                    <a:pt x="49" y="156"/>
                  </a:lnTo>
                  <a:lnTo>
                    <a:pt x="30" y="84"/>
                  </a:lnTo>
                  <a:lnTo>
                    <a:pt x="0" y="66"/>
                  </a:lnTo>
                  <a:lnTo>
                    <a:pt x="15" y="6"/>
                  </a:lnTo>
                  <a:close/>
                </a:path>
              </a:pathLst>
            </a:custGeom>
            <a:solidFill>
              <a:srgbClr val="FF0000"/>
            </a:solidFill>
            <a:ln w="1270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nvGrpSpPr>
            <p:cNvPr id="79909" name="Group 37"/>
            <p:cNvGrpSpPr>
              <a:grpSpLocks/>
            </p:cNvGrpSpPr>
            <p:nvPr/>
          </p:nvGrpSpPr>
          <p:grpSpPr bwMode="auto">
            <a:xfrm rot="1123344">
              <a:off x="2928" y="1942"/>
              <a:ext cx="127" cy="227"/>
              <a:chOff x="2833" y="962"/>
              <a:chExt cx="176" cy="334"/>
            </a:xfrm>
          </p:grpSpPr>
          <p:sp>
            <p:nvSpPr>
              <p:cNvPr id="79910" name="Freeform 38"/>
              <p:cNvSpPr>
                <a:spLocks/>
              </p:cNvSpPr>
              <p:nvPr/>
            </p:nvSpPr>
            <p:spPr bwMode="auto">
              <a:xfrm>
                <a:off x="2834" y="1086"/>
                <a:ext cx="175" cy="210"/>
              </a:xfrm>
              <a:custGeom>
                <a:avLst/>
                <a:gdLst>
                  <a:gd name="T0" fmla="*/ 957 w 1229"/>
                  <a:gd name="T1" fmla="*/ 1468 h 1468"/>
                  <a:gd name="T2" fmla="*/ 981 w 1229"/>
                  <a:gd name="T3" fmla="*/ 1270 h 1468"/>
                  <a:gd name="T4" fmla="*/ 1049 w 1229"/>
                  <a:gd name="T5" fmla="*/ 1164 h 1468"/>
                  <a:gd name="T6" fmla="*/ 1118 w 1229"/>
                  <a:gd name="T7" fmla="*/ 1071 h 1468"/>
                  <a:gd name="T8" fmla="*/ 1182 w 1229"/>
                  <a:gd name="T9" fmla="*/ 953 h 1468"/>
                  <a:gd name="T10" fmla="*/ 1216 w 1229"/>
                  <a:gd name="T11" fmla="*/ 854 h 1468"/>
                  <a:gd name="T12" fmla="*/ 1229 w 1229"/>
                  <a:gd name="T13" fmla="*/ 734 h 1468"/>
                  <a:gd name="T14" fmla="*/ 1202 w 1229"/>
                  <a:gd name="T15" fmla="*/ 604 h 1468"/>
                  <a:gd name="T16" fmla="*/ 1159 w 1229"/>
                  <a:gd name="T17" fmla="*/ 500 h 1468"/>
                  <a:gd name="T18" fmla="*/ 1166 w 1229"/>
                  <a:gd name="T19" fmla="*/ 405 h 1468"/>
                  <a:gd name="T20" fmla="*/ 1149 w 1229"/>
                  <a:gd name="T21" fmla="*/ 320 h 1468"/>
                  <a:gd name="T22" fmla="*/ 1125 w 1229"/>
                  <a:gd name="T23" fmla="*/ 272 h 1468"/>
                  <a:gd name="T24" fmla="*/ 1091 w 1229"/>
                  <a:gd name="T25" fmla="*/ 231 h 1468"/>
                  <a:gd name="T26" fmla="*/ 1079 w 1229"/>
                  <a:gd name="T27" fmla="*/ 204 h 1468"/>
                  <a:gd name="T28" fmla="*/ 1032 w 1229"/>
                  <a:gd name="T29" fmla="*/ 176 h 1468"/>
                  <a:gd name="T30" fmla="*/ 992 w 1229"/>
                  <a:gd name="T31" fmla="*/ 170 h 1468"/>
                  <a:gd name="T32" fmla="*/ 963 w 1229"/>
                  <a:gd name="T33" fmla="*/ 185 h 1468"/>
                  <a:gd name="T34" fmla="*/ 927 w 1229"/>
                  <a:gd name="T35" fmla="*/ 279 h 1468"/>
                  <a:gd name="T36" fmla="*/ 861 w 1229"/>
                  <a:gd name="T37" fmla="*/ 414 h 1468"/>
                  <a:gd name="T38" fmla="*/ 958 w 1229"/>
                  <a:gd name="T39" fmla="*/ 181 h 1468"/>
                  <a:gd name="T40" fmla="*/ 975 w 1229"/>
                  <a:gd name="T41" fmla="*/ 152 h 1468"/>
                  <a:gd name="T42" fmla="*/ 953 w 1229"/>
                  <a:gd name="T43" fmla="*/ 100 h 1468"/>
                  <a:gd name="T44" fmla="*/ 918 w 1229"/>
                  <a:gd name="T45" fmla="*/ 82 h 1468"/>
                  <a:gd name="T46" fmla="*/ 871 w 1229"/>
                  <a:gd name="T47" fmla="*/ 62 h 1468"/>
                  <a:gd name="T48" fmla="*/ 806 w 1229"/>
                  <a:gd name="T49" fmla="*/ 39 h 1468"/>
                  <a:gd name="T50" fmla="*/ 790 w 1229"/>
                  <a:gd name="T51" fmla="*/ 25 h 1468"/>
                  <a:gd name="T52" fmla="*/ 760 w 1229"/>
                  <a:gd name="T53" fmla="*/ 0 h 1468"/>
                  <a:gd name="T54" fmla="*/ 582 w 1229"/>
                  <a:gd name="T55" fmla="*/ 39 h 1468"/>
                  <a:gd name="T56" fmla="*/ 346 w 1229"/>
                  <a:gd name="T57" fmla="*/ 169 h 1468"/>
                  <a:gd name="T58" fmla="*/ 329 w 1229"/>
                  <a:gd name="T59" fmla="*/ 204 h 1468"/>
                  <a:gd name="T60" fmla="*/ 274 w 1229"/>
                  <a:gd name="T61" fmla="*/ 259 h 1468"/>
                  <a:gd name="T62" fmla="*/ 210 w 1229"/>
                  <a:gd name="T63" fmla="*/ 303 h 1468"/>
                  <a:gd name="T64" fmla="*/ 154 w 1229"/>
                  <a:gd name="T65" fmla="*/ 326 h 1468"/>
                  <a:gd name="T66" fmla="*/ 102 w 1229"/>
                  <a:gd name="T67" fmla="*/ 378 h 1468"/>
                  <a:gd name="T68" fmla="*/ 67 w 1229"/>
                  <a:gd name="T69" fmla="*/ 466 h 1468"/>
                  <a:gd name="T70" fmla="*/ 20 w 1229"/>
                  <a:gd name="T71" fmla="*/ 584 h 1468"/>
                  <a:gd name="T72" fmla="*/ 0 w 1229"/>
                  <a:gd name="T73" fmla="*/ 649 h 1468"/>
                  <a:gd name="T74" fmla="*/ 20 w 1229"/>
                  <a:gd name="T75" fmla="*/ 753 h 1468"/>
                  <a:gd name="T76" fmla="*/ 55 w 1229"/>
                  <a:gd name="T77" fmla="*/ 861 h 1468"/>
                  <a:gd name="T78" fmla="*/ 110 w 1229"/>
                  <a:gd name="T79" fmla="*/ 998 h 1468"/>
                  <a:gd name="T80" fmla="*/ 141 w 1229"/>
                  <a:gd name="T81" fmla="*/ 1111 h 1468"/>
                  <a:gd name="T82" fmla="*/ 218 w 1229"/>
                  <a:gd name="T83" fmla="*/ 1215 h 1468"/>
                  <a:gd name="T84" fmla="*/ 257 w 1229"/>
                  <a:gd name="T85" fmla="*/ 1233 h 1468"/>
                  <a:gd name="T86" fmla="*/ 279 w 1229"/>
                  <a:gd name="T87" fmla="*/ 1290 h 1468"/>
                  <a:gd name="T88" fmla="*/ 283 w 1229"/>
                  <a:gd name="T89" fmla="*/ 1465 h 1468"/>
                  <a:gd name="T90" fmla="*/ 957 w 1229"/>
                  <a:gd name="T91" fmla="*/ 1468 h 1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29" h="1468">
                    <a:moveTo>
                      <a:pt x="957" y="1468"/>
                    </a:moveTo>
                    <a:lnTo>
                      <a:pt x="981" y="1270"/>
                    </a:lnTo>
                    <a:lnTo>
                      <a:pt x="1049" y="1164"/>
                    </a:lnTo>
                    <a:lnTo>
                      <a:pt x="1118" y="1071"/>
                    </a:lnTo>
                    <a:lnTo>
                      <a:pt x="1182" y="953"/>
                    </a:lnTo>
                    <a:lnTo>
                      <a:pt x="1216" y="854"/>
                    </a:lnTo>
                    <a:lnTo>
                      <a:pt x="1229" y="734"/>
                    </a:lnTo>
                    <a:lnTo>
                      <a:pt x="1202" y="604"/>
                    </a:lnTo>
                    <a:lnTo>
                      <a:pt x="1159" y="500"/>
                    </a:lnTo>
                    <a:lnTo>
                      <a:pt x="1166" y="405"/>
                    </a:lnTo>
                    <a:lnTo>
                      <a:pt x="1149" y="320"/>
                    </a:lnTo>
                    <a:lnTo>
                      <a:pt x="1125" y="272"/>
                    </a:lnTo>
                    <a:lnTo>
                      <a:pt x="1091" y="231"/>
                    </a:lnTo>
                    <a:lnTo>
                      <a:pt x="1079" y="204"/>
                    </a:lnTo>
                    <a:lnTo>
                      <a:pt x="1032" y="176"/>
                    </a:lnTo>
                    <a:lnTo>
                      <a:pt x="992" y="170"/>
                    </a:lnTo>
                    <a:lnTo>
                      <a:pt x="963" y="185"/>
                    </a:lnTo>
                    <a:lnTo>
                      <a:pt x="927" y="279"/>
                    </a:lnTo>
                    <a:lnTo>
                      <a:pt x="861" y="414"/>
                    </a:lnTo>
                    <a:lnTo>
                      <a:pt x="958" y="181"/>
                    </a:lnTo>
                    <a:lnTo>
                      <a:pt x="975" y="152"/>
                    </a:lnTo>
                    <a:lnTo>
                      <a:pt x="953" y="100"/>
                    </a:lnTo>
                    <a:lnTo>
                      <a:pt x="918" y="82"/>
                    </a:lnTo>
                    <a:lnTo>
                      <a:pt x="871" y="62"/>
                    </a:lnTo>
                    <a:lnTo>
                      <a:pt x="806" y="39"/>
                    </a:lnTo>
                    <a:lnTo>
                      <a:pt x="790" y="25"/>
                    </a:lnTo>
                    <a:lnTo>
                      <a:pt x="760" y="0"/>
                    </a:lnTo>
                    <a:lnTo>
                      <a:pt x="582" y="39"/>
                    </a:lnTo>
                    <a:lnTo>
                      <a:pt x="346" y="169"/>
                    </a:lnTo>
                    <a:lnTo>
                      <a:pt x="329" y="204"/>
                    </a:lnTo>
                    <a:lnTo>
                      <a:pt x="274" y="259"/>
                    </a:lnTo>
                    <a:lnTo>
                      <a:pt x="210" y="303"/>
                    </a:lnTo>
                    <a:lnTo>
                      <a:pt x="154" y="326"/>
                    </a:lnTo>
                    <a:lnTo>
                      <a:pt x="102" y="378"/>
                    </a:lnTo>
                    <a:lnTo>
                      <a:pt x="67" y="466"/>
                    </a:lnTo>
                    <a:lnTo>
                      <a:pt x="20" y="584"/>
                    </a:lnTo>
                    <a:lnTo>
                      <a:pt x="0" y="649"/>
                    </a:lnTo>
                    <a:lnTo>
                      <a:pt x="20" y="753"/>
                    </a:lnTo>
                    <a:lnTo>
                      <a:pt x="55" y="861"/>
                    </a:lnTo>
                    <a:lnTo>
                      <a:pt x="110" y="998"/>
                    </a:lnTo>
                    <a:lnTo>
                      <a:pt x="141" y="1111"/>
                    </a:lnTo>
                    <a:lnTo>
                      <a:pt x="218" y="1215"/>
                    </a:lnTo>
                    <a:lnTo>
                      <a:pt x="257" y="1233"/>
                    </a:lnTo>
                    <a:lnTo>
                      <a:pt x="279" y="1290"/>
                    </a:lnTo>
                    <a:lnTo>
                      <a:pt x="283" y="1465"/>
                    </a:lnTo>
                    <a:lnTo>
                      <a:pt x="957" y="1468"/>
                    </a:lnTo>
                    <a:close/>
                  </a:path>
                </a:pathLst>
              </a:custGeom>
              <a:solidFill>
                <a:srgbClr val="FFD7AF"/>
              </a:solidFill>
              <a:ln w="1651">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11" name="Freeform 39"/>
              <p:cNvSpPr>
                <a:spLocks/>
              </p:cNvSpPr>
              <p:nvPr/>
            </p:nvSpPr>
            <p:spPr bwMode="auto">
              <a:xfrm>
                <a:off x="2932" y="1151"/>
                <a:ext cx="77" cy="40"/>
              </a:xfrm>
              <a:custGeom>
                <a:avLst/>
                <a:gdLst>
                  <a:gd name="T0" fmla="*/ 0 w 538"/>
                  <a:gd name="T1" fmla="*/ 0 h 275"/>
                  <a:gd name="T2" fmla="*/ 234 w 538"/>
                  <a:gd name="T3" fmla="*/ 164 h 275"/>
                  <a:gd name="T4" fmla="*/ 445 w 538"/>
                  <a:gd name="T5" fmla="*/ 246 h 275"/>
                  <a:gd name="T6" fmla="*/ 538 w 538"/>
                  <a:gd name="T7" fmla="*/ 275 h 275"/>
                </a:gdLst>
                <a:ahLst/>
                <a:cxnLst>
                  <a:cxn ang="0">
                    <a:pos x="T0" y="T1"/>
                  </a:cxn>
                  <a:cxn ang="0">
                    <a:pos x="T2" y="T3"/>
                  </a:cxn>
                  <a:cxn ang="0">
                    <a:pos x="T4" y="T5"/>
                  </a:cxn>
                  <a:cxn ang="0">
                    <a:pos x="T6" y="T7"/>
                  </a:cxn>
                </a:cxnLst>
                <a:rect l="0" t="0" r="r" b="b"/>
                <a:pathLst>
                  <a:path w="538" h="275">
                    <a:moveTo>
                      <a:pt x="0" y="0"/>
                    </a:moveTo>
                    <a:lnTo>
                      <a:pt x="234" y="164"/>
                    </a:lnTo>
                    <a:lnTo>
                      <a:pt x="445" y="246"/>
                    </a:lnTo>
                    <a:lnTo>
                      <a:pt x="538" y="275"/>
                    </a:lnTo>
                  </a:path>
                </a:pathLst>
              </a:custGeom>
              <a:solidFill>
                <a:srgbClr val="FFD7AF"/>
              </a:solidFill>
              <a:ln w="158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12" name="Freeform 40"/>
              <p:cNvSpPr>
                <a:spLocks/>
              </p:cNvSpPr>
              <p:nvPr/>
            </p:nvSpPr>
            <p:spPr bwMode="auto">
              <a:xfrm>
                <a:off x="2885" y="1141"/>
                <a:ext cx="86" cy="91"/>
              </a:xfrm>
              <a:custGeom>
                <a:avLst/>
                <a:gdLst>
                  <a:gd name="T0" fmla="*/ 0 w 601"/>
                  <a:gd name="T1" fmla="*/ 0 h 643"/>
                  <a:gd name="T2" fmla="*/ 337 w 601"/>
                  <a:gd name="T3" fmla="*/ 180 h 643"/>
                  <a:gd name="T4" fmla="*/ 413 w 601"/>
                  <a:gd name="T5" fmla="*/ 245 h 643"/>
                  <a:gd name="T6" fmla="*/ 510 w 601"/>
                  <a:gd name="T7" fmla="*/ 360 h 643"/>
                  <a:gd name="T8" fmla="*/ 551 w 601"/>
                  <a:gd name="T9" fmla="*/ 454 h 643"/>
                  <a:gd name="T10" fmla="*/ 573 w 601"/>
                  <a:gd name="T11" fmla="*/ 534 h 643"/>
                  <a:gd name="T12" fmla="*/ 601 w 601"/>
                  <a:gd name="T13" fmla="*/ 643 h 643"/>
                </a:gdLst>
                <a:ahLst/>
                <a:cxnLst>
                  <a:cxn ang="0">
                    <a:pos x="T0" y="T1"/>
                  </a:cxn>
                  <a:cxn ang="0">
                    <a:pos x="T2" y="T3"/>
                  </a:cxn>
                  <a:cxn ang="0">
                    <a:pos x="T4" y="T5"/>
                  </a:cxn>
                  <a:cxn ang="0">
                    <a:pos x="T6" y="T7"/>
                  </a:cxn>
                  <a:cxn ang="0">
                    <a:pos x="T8" y="T9"/>
                  </a:cxn>
                  <a:cxn ang="0">
                    <a:pos x="T10" y="T11"/>
                  </a:cxn>
                  <a:cxn ang="0">
                    <a:pos x="T12" y="T13"/>
                  </a:cxn>
                </a:cxnLst>
                <a:rect l="0" t="0" r="r" b="b"/>
                <a:pathLst>
                  <a:path w="601" h="643">
                    <a:moveTo>
                      <a:pt x="0" y="0"/>
                    </a:moveTo>
                    <a:lnTo>
                      <a:pt x="337" y="180"/>
                    </a:lnTo>
                    <a:lnTo>
                      <a:pt x="413" y="245"/>
                    </a:lnTo>
                    <a:lnTo>
                      <a:pt x="510" y="360"/>
                    </a:lnTo>
                    <a:lnTo>
                      <a:pt x="551" y="454"/>
                    </a:lnTo>
                    <a:lnTo>
                      <a:pt x="573" y="534"/>
                    </a:lnTo>
                    <a:lnTo>
                      <a:pt x="601" y="643"/>
                    </a:lnTo>
                  </a:path>
                </a:pathLst>
              </a:custGeom>
              <a:solidFill>
                <a:srgbClr val="FFD7AF"/>
              </a:solidFill>
              <a:ln w="158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13" name="Freeform 41"/>
              <p:cNvSpPr>
                <a:spLocks/>
              </p:cNvSpPr>
              <p:nvPr/>
            </p:nvSpPr>
            <p:spPr bwMode="auto">
              <a:xfrm>
                <a:off x="2919" y="1090"/>
                <a:ext cx="57" cy="89"/>
              </a:xfrm>
              <a:custGeom>
                <a:avLst/>
                <a:gdLst>
                  <a:gd name="T0" fmla="*/ 391 w 395"/>
                  <a:gd name="T1" fmla="*/ 139 h 623"/>
                  <a:gd name="T2" fmla="*/ 395 w 395"/>
                  <a:gd name="T3" fmla="*/ 98 h 623"/>
                  <a:gd name="T4" fmla="*/ 368 w 395"/>
                  <a:gd name="T5" fmla="*/ 42 h 623"/>
                  <a:gd name="T6" fmla="*/ 328 w 395"/>
                  <a:gd name="T7" fmla="*/ 15 h 623"/>
                  <a:gd name="T8" fmla="*/ 290 w 395"/>
                  <a:gd name="T9" fmla="*/ 0 h 623"/>
                  <a:gd name="T10" fmla="*/ 248 w 395"/>
                  <a:gd name="T11" fmla="*/ 1 h 623"/>
                  <a:gd name="T12" fmla="*/ 211 w 395"/>
                  <a:gd name="T13" fmla="*/ 10 h 623"/>
                  <a:gd name="T14" fmla="*/ 181 w 395"/>
                  <a:gd name="T15" fmla="*/ 28 h 623"/>
                  <a:gd name="T16" fmla="*/ 123 w 395"/>
                  <a:gd name="T17" fmla="*/ 167 h 623"/>
                  <a:gd name="T18" fmla="*/ 83 w 395"/>
                  <a:gd name="T19" fmla="*/ 298 h 623"/>
                  <a:gd name="T20" fmla="*/ 45 w 395"/>
                  <a:gd name="T21" fmla="*/ 401 h 623"/>
                  <a:gd name="T22" fmla="*/ 0 w 395"/>
                  <a:gd name="T23" fmla="*/ 512 h 623"/>
                  <a:gd name="T24" fmla="*/ 16 w 395"/>
                  <a:gd name="T25" fmla="*/ 581 h 623"/>
                  <a:gd name="T26" fmla="*/ 38 w 395"/>
                  <a:gd name="T27" fmla="*/ 604 h 623"/>
                  <a:gd name="T28" fmla="*/ 72 w 395"/>
                  <a:gd name="T29" fmla="*/ 623 h 623"/>
                  <a:gd name="T30" fmla="*/ 110 w 395"/>
                  <a:gd name="T31" fmla="*/ 618 h 623"/>
                  <a:gd name="T32" fmla="*/ 148 w 395"/>
                  <a:gd name="T33" fmla="*/ 602 h 623"/>
                  <a:gd name="T34" fmla="*/ 186 w 395"/>
                  <a:gd name="T35" fmla="*/ 540 h 623"/>
                  <a:gd name="T36" fmla="*/ 201 w 395"/>
                  <a:gd name="T37" fmla="*/ 453 h 623"/>
                  <a:gd name="T38" fmla="*/ 235 w 395"/>
                  <a:gd name="T39" fmla="*/ 398 h 623"/>
                  <a:gd name="T40" fmla="*/ 265 w 395"/>
                  <a:gd name="T41" fmla="*/ 332 h 623"/>
                  <a:gd name="T42" fmla="*/ 315 w 395"/>
                  <a:gd name="T43" fmla="*/ 267 h 623"/>
                  <a:gd name="T44" fmla="*/ 364 w 395"/>
                  <a:gd name="T45" fmla="*/ 183 h 623"/>
                  <a:gd name="T46" fmla="*/ 391 w 395"/>
                  <a:gd name="T47" fmla="*/ 139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5" h="623">
                    <a:moveTo>
                      <a:pt x="391" y="139"/>
                    </a:moveTo>
                    <a:lnTo>
                      <a:pt x="395" y="98"/>
                    </a:lnTo>
                    <a:lnTo>
                      <a:pt x="368" y="42"/>
                    </a:lnTo>
                    <a:lnTo>
                      <a:pt x="328" y="15"/>
                    </a:lnTo>
                    <a:lnTo>
                      <a:pt x="290" y="0"/>
                    </a:lnTo>
                    <a:lnTo>
                      <a:pt x="248" y="1"/>
                    </a:lnTo>
                    <a:lnTo>
                      <a:pt x="211" y="10"/>
                    </a:lnTo>
                    <a:lnTo>
                      <a:pt x="181" y="28"/>
                    </a:lnTo>
                    <a:lnTo>
                      <a:pt x="123" y="167"/>
                    </a:lnTo>
                    <a:lnTo>
                      <a:pt x="83" y="298"/>
                    </a:lnTo>
                    <a:lnTo>
                      <a:pt x="45" y="401"/>
                    </a:lnTo>
                    <a:lnTo>
                      <a:pt x="0" y="512"/>
                    </a:lnTo>
                    <a:lnTo>
                      <a:pt x="16" y="581"/>
                    </a:lnTo>
                    <a:lnTo>
                      <a:pt x="38" y="604"/>
                    </a:lnTo>
                    <a:lnTo>
                      <a:pt x="72" y="623"/>
                    </a:lnTo>
                    <a:lnTo>
                      <a:pt x="110" y="618"/>
                    </a:lnTo>
                    <a:lnTo>
                      <a:pt x="148" y="602"/>
                    </a:lnTo>
                    <a:lnTo>
                      <a:pt x="186" y="540"/>
                    </a:lnTo>
                    <a:lnTo>
                      <a:pt x="201" y="453"/>
                    </a:lnTo>
                    <a:lnTo>
                      <a:pt x="235" y="398"/>
                    </a:lnTo>
                    <a:lnTo>
                      <a:pt x="265" y="332"/>
                    </a:lnTo>
                    <a:lnTo>
                      <a:pt x="315" y="267"/>
                    </a:lnTo>
                    <a:lnTo>
                      <a:pt x="364" y="183"/>
                    </a:lnTo>
                    <a:lnTo>
                      <a:pt x="391" y="139"/>
                    </a:lnTo>
                    <a:close/>
                  </a:path>
                </a:pathLst>
              </a:custGeom>
              <a:solidFill>
                <a:srgbClr val="FFD7AF"/>
              </a:solidFill>
              <a:ln w="158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14" name="Freeform 42"/>
              <p:cNvSpPr>
                <a:spLocks/>
              </p:cNvSpPr>
              <p:nvPr/>
            </p:nvSpPr>
            <p:spPr bwMode="auto">
              <a:xfrm>
                <a:off x="2925" y="1154"/>
                <a:ext cx="16" cy="21"/>
              </a:xfrm>
              <a:custGeom>
                <a:avLst/>
                <a:gdLst>
                  <a:gd name="T0" fmla="*/ 16 w 114"/>
                  <a:gd name="T1" fmla="*/ 18 h 148"/>
                  <a:gd name="T2" fmla="*/ 38 w 114"/>
                  <a:gd name="T3" fmla="*/ 0 h 148"/>
                  <a:gd name="T4" fmla="*/ 77 w 114"/>
                  <a:gd name="T5" fmla="*/ 4 h 148"/>
                  <a:gd name="T6" fmla="*/ 114 w 114"/>
                  <a:gd name="T7" fmla="*/ 22 h 148"/>
                  <a:gd name="T8" fmla="*/ 114 w 114"/>
                  <a:gd name="T9" fmla="*/ 77 h 148"/>
                  <a:gd name="T10" fmla="*/ 108 w 114"/>
                  <a:gd name="T11" fmla="*/ 107 h 148"/>
                  <a:gd name="T12" fmla="*/ 92 w 114"/>
                  <a:gd name="T13" fmla="*/ 139 h 148"/>
                  <a:gd name="T14" fmla="*/ 54 w 114"/>
                  <a:gd name="T15" fmla="*/ 148 h 148"/>
                  <a:gd name="T16" fmla="*/ 35 w 114"/>
                  <a:gd name="T17" fmla="*/ 146 h 148"/>
                  <a:gd name="T18" fmla="*/ 13 w 114"/>
                  <a:gd name="T19" fmla="*/ 124 h 148"/>
                  <a:gd name="T20" fmla="*/ 0 w 114"/>
                  <a:gd name="T21" fmla="*/ 98 h 148"/>
                  <a:gd name="T22" fmla="*/ 16 w 114"/>
                  <a:gd name="T23" fmla="*/ 1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4" h="148">
                    <a:moveTo>
                      <a:pt x="16" y="18"/>
                    </a:moveTo>
                    <a:lnTo>
                      <a:pt x="38" y="0"/>
                    </a:lnTo>
                    <a:lnTo>
                      <a:pt x="77" y="4"/>
                    </a:lnTo>
                    <a:lnTo>
                      <a:pt x="114" y="22"/>
                    </a:lnTo>
                    <a:lnTo>
                      <a:pt x="114" y="77"/>
                    </a:lnTo>
                    <a:lnTo>
                      <a:pt x="108" y="107"/>
                    </a:lnTo>
                    <a:lnTo>
                      <a:pt x="92" y="139"/>
                    </a:lnTo>
                    <a:lnTo>
                      <a:pt x="54" y="148"/>
                    </a:lnTo>
                    <a:lnTo>
                      <a:pt x="35" y="146"/>
                    </a:lnTo>
                    <a:lnTo>
                      <a:pt x="13" y="124"/>
                    </a:lnTo>
                    <a:lnTo>
                      <a:pt x="0" y="98"/>
                    </a:lnTo>
                    <a:lnTo>
                      <a:pt x="16" y="18"/>
                    </a:lnTo>
                    <a:close/>
                  </a:path>
                </a:pathLst>
              </a:custGeom>
              <a:solidFill>
                <a:srgbClr val="FFD7AF"/>
              </a:solidFill>
              <a:ln w="158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15" name="Freeform 43"/>
              <p:cNvSpPr>
                <a:spLocks/>
              </p:cNvSpPr>
              <p:nvPr/>
            </p:nvSpPr>
            <p:spPr bwMode="auto">
              <a:xfrm>
                <a:off x="2870" y="962"/>
                <a:ext cx="42" cy="155"/>
              </a:xfrm>
              <a:custGeom>
                <a:avLst/>
                <a:gdLst>
                  <a:gd name="T0" fmla="*/ 284 w 290"/>
                  <a:gd name="T1" fmla="*/ 1005 h 1090"/>
                  <a:gd name="T2" fmla="*/ 289 w 290"/>
                  <a:gd name="T3" fmla="*/ 947 h 1090"/>
                  <a:gd name="T4" fmla="*/ 290 w 290"/>
                  <a:gd name="T5" fmla="*/ 818 h 1090"/>
                  <a:gd name="T6" fmla="*/ 281 w 290"/>
                  <a:gd name="T7" fmla="*/ 691 h 1090"/>
                  <a:gd name="T8" fmla="*/ 275 w 290"/>
                  <a:gd name="T9" fmla="*/ 635 h 1090"/>
                  <a:gd name="T10" fmla="*/ 271 w 290"/>
                  <a:gd name="T11" fmla="*/ 594 h 1090"/>
                  <a:gd name="T12" fmla="*/ 271 w 290"/>
                  <a:gd name="T13" fmla="*/ 505 h 1090"/>
                  <a:gd name="T14" fmla="*/ 276 w 290"/>
                  <a:gd name="T15" fmla="*/ 406 h 1090"/>
                  <a:gd name="T16" fmla="*/ 275 w 290"/>
                  <a:gd name="T17" fmla="*/ 332 h 1090"/>
                  <a:gd name="T18" fmla="*/ 273 w 290"/>
                  <a:gd name="T19" fmla="*/ 276 h 1090"/>
                  <a:gd name="T20" fmla="*/ 262 w 290"/>
                  <a:gd name="T21" fmla="*/ 166 h 1090"/>
                  <a:gd name="T22" fmla="*/ 253 w 290"/>
                  <a:gd name="T23" fmla="*/ 88 h 1090"/>
                  <a:gd name="T24" fmla="*/ 236 w 290"/>
                  <a:gd name="T25" fmla="*/ 24 h 1090"/>
                  <a:gd name="T26" fmla="*/ 214 w 290"/>
                  <a:gd name="T27" fmla="*/ 3 h 1090"/>
                  <a:gd name="T28" fmla="*/ 186 w 290"/>
                  <a:gd name="T29" fmla="*/ 1 h 1090"/>
                  <a:gd name="T30" fmla="*/ 156 w 290"/>
                  <a:gd name="T31" fmla="*/ 0 h 1090"/>
                  <a:gd name="T32" fmla="*/ 121 w 290"/>
                  <a:gd name="T33" fmla="*/ 14 h 1090"/>
                  <a:gd name="T34" fmla="*/ 92 w 290"/>
                  <a:gd name="T35" fmla="*/ 70 h 1090"/>
                  <a:gd name="T36" fmla="*/ 85 w 290"/>
                  <a:gd name="T37" fmla="*/ 160 h 1090"/>
                  <a:gd name="T38" fmla="*/ 82 w 290"/>
                  <a:gd name="T39" fmla="*/ 264 h 1090"/>
                  <a:gd name="T40" fmla="*/ 76 w 290"/>
                  <a:gd name="T41" fmla="*/ 332 h 1090"/>
                  <a:gd name="T42" fmla="*/ 67 w 290"/>
                  <a:gd name="T43" fmla="*/ 402 h 1090"/>
                  <a:gd name="T44" fmla="*/ 68 w 290"/>
                  <a:gd name="T45" fmla="*/ 485 h 1090"/>
                  <a:gd name="T46" fmla="*/ 64 w 290"/>
                  <a:gd name="T47" fmla="*/ 580 h 1090"/>
                  <a:gd name="T48" fmla="*/ 51 w 290"/>
                  <a:gd name="T49" fmla="*/ 651 h 1090"/>
                  <a:gd name="T50" fmla="*/ 37 w 290"/>
                  <a:gd name="T51" fmla="*/ 765 h 1090"/>
                  <a:gd name="T52" fmla="*/ 19 w 290"/>
                  <a:gd name="T53" fmla="*/ 885 h 1090"/>
                  <a:gd name="T54" fmla="*/ 3 w 290"/>
                  <a:gd name="T55" fmla="*/ 986 h 1090"/>
                  <a:gd name="T56" fmla="*/ 0 w 290"/>
                  <a:gd name="T57" fmla="*/ 1090 h 1090"/>
                  <a:gd name="T58" fmla="*/ 266 w 290"/>
                  <a:gd name="T59" fmla="*/ 1085 h 1090"/>
                  <a:gd name="T60" fmla="*/ 284 w 290"/>
                  <a:gd name="T61" fmla="*/ 1005 h 10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90" h="1090">
                    <a:moveTo>
                      <a:pt x="284" y="1005"/>
                    </a:moveTo>
                    <a:lnTo>
                      <a:pt x="289" y="947"/>
                    </a:lnTo>
                    <a:lnTo>
                      <a:pt x="290" y="818"/>
                    </a:lnTo>
                    <a:lnTo>
                      <a:pt x="281" y="691"/>
                    </a:lnTo>
                    <a:lnTo>
                      <a:pt x="275" y="635"/>
                    </a:lnTo>
                    <a:lnTo>
                      <a:pt x="271" y="594"/>
                    </a:lnTo>
                    <a:lnTo>
                      <a:pt x="271" y="505"/>
                    </a:lnTo>
                    <a:lnTo>
                      <a:pt x="276" y="406"/>
                    </a:lnTo>
                    <a:lnTo>
                      <a:pt x="275" y="332"/>
                    </a:lnTo>
                    <a:lnTo>
                      <a:pt x="273" y="276"/>
                    </a:lnTo>
                    <a:lnTo>
                      <a:pt x="262" y="166"/>
                    </a:lnTo>
                    <a:lnTo>
                      <a:pt x="253" y="88"/>
                    </a:lnTo>
                    <a:lnTo>
                      <a:pt x="236" y="24"/>
                    </a:lnTo>
                    <a:lnTo>
                      <a:pt x="214" y="3"/>
                    </a:lnTo>
                    <a:lnTo>
                      <a:pt x="186" y="1"/>
                    </a:lnTo>
                    <a:lnTo>
                      <a:pt x="156" y="0"/>
                    </a:lnTo>
                    <a:lnTo>
                      <a:pt x="121" y="14"/>
                    </a:lnTo>
                    <a:lnTo>
                      <a:pt x="92" y="70"/>
                    </a:lnTo>
                    <a:lnTo>
                      <a:pt x="85" y="160"/>
                    </a:lnTo>
                    <a:lnTo>
                      <a:pt x="82" y="264"/>
                    </a:lnTo>
                    <a:lnTo>
                      <a:pt x="76" y="332"/>
                    </a:lnTo>
                    <a:lnTo>
                      <a:pt x="67" y="402"/>
                    </a:lnTo>
                    <a:lnTo>
                      <a:pt x="68" y="485"/>
                    </a:lnTo>
                    <a:lnTo>
                      <a:pt x="64" y="580"/>
                    </a:lnTo>
                    <a:lnTo>
                      <a:pt x="51" y="651"/>
                    </a:lnTo>
                    <a:lnTo>
                      <a:pt x="37" y="765"/>
                    </a:lnTo>
                    <a:lnTo>
                      <a:pt x="19" y="885"/>
                    </a:lnTo>
                    <a:lnTo>
                      <a:pt x="3" y="986"/>
                    </a:lnTo>
                    <a:lnTo>
                      <a:pt x="0" y="1090"/>
                    </a:lnTo>
                    <a:lnTo>
                      <a:pt x="266" y="1085"/>
                    </a:lnTo>
                    <a:lnTo>
                      <a:pt x="284" y="1005"/>
                    </a:lnTo>
                    <a:close/>
                  </a:path>
                </a:pathLst>
              </a:custGeom>
              <a:solidFill>
                <a:srgbClr val="FFD7AF"/>
              </a:solidFill>
              <a:ln w="1651">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16" name="Freeform 44"/>
              <p:cNvSpPr>
                <a:spLocks/>
              </p:cNvSpPr>
              <p:nvPr/>
            </p:nvSpPr>
            <p:spPr bwMode="auto">
              <a:xfrm>
                <a:off x="2968" y="1156"/>
                <a:ext cx="31" cy="4"/>
              </a:xfrm>
              <a:custGeom>
                <a:avLst/>
                <a:gdLst>
                  <a:gd name="T0" fmla="*/ 221 w 221"/>
                  <a:gd name="T1" fmla="*/ 14 h 28"/>
                  <a:gd name="T2" fmla="*/ 156 w 221"/>
                  <a:gd name="T3" fmla="*/ 24 h 28"/>
                  <a:gd name="T4" fmla="*/ 104 w 221"/>
                  <a:gd name="T5" fmla="*/ 28 h 28"/>
                  <a:gd name="T6" fmla="*/ 35 w 221"/>
                  <a:gd name="T7" fmla="*/ 14 h 28"/>
                  <a:gd name="T8" fmla="*/ 0 w 221"/>
                  <a:gd name="T9" fmla="*/ 0 h 28"/>
                </a:gdLst>
                <a:ahLst/>
                <a:cxnLst>
                  <a:cxn ang="0">
                    <a:pos x="T0" y="T1"/>
                  </a:cxn>
                  <a:cxn ang="0">
                    <a:pos x="T2" y="T3"/>
                  </a:cxn>
                  <a:cxn ang="0">
                    <a:pos x="T4" y="T5"/>
                  </a:cxn>
                  <a:cxn ang="0">
                    <a:pos x="T6" y="T7"/>
                  </a:cxn>
                  <a:cxn ang="0">
                    <a:pos x="T8" y="T9"/>
                  </a:cxn>
                </a:cxnLst>
                <a:rect l="0" t="0" r="r" b="b"/>
                <a:pathLst>
                  <a:path w="221" h="28">
                    <a:moveTo>
                      <a:pt x="221" y="14"/>
                    </a:moveTo>
                    <a:lnTo>
                      <a:pt x="156" y="24"/>
                    </a:lnTo>
                    <a:lnTo>
                      <a:pt x="104" y="28"/>
                    </a:lnTo>
                    <a:lnTo>
                      <a:pt x="35" y="14"/>
                    </a:lnTo>
                    <a:lnTo>
                      <a:pt x="0" y="0"/>
                    </a:lnTo>
                  </a:path>
                </a:pathLst>
              </a:custGeom>
              <a:solidFill>
                <a:srgbClr val="FFD7AF"/>
              </a:solidFill>
              <a:ln w="158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17" name="Freeform 45"/>
              <p:cNvSpPr>
                <a:spLocks/>
              </p:cNvSpPr>
              <p:nvPr/>
            </p:nvSpPr>
            <p:spPr bwMode="auto">
              <a:xfrm>
                <a:off x="2872" y="1264"/>
                <a:ext cx="26" cy="2"/>
              </a:xfrm>
              <a:custGeom>
                <a:avLst/>
                <a:gdLst>
                  <a:gd name="T0" fmla="*/ 0 w 181"/>
                  <a:gd name="T1" fmla="*/ 0 h 14"/>
                  <a:gd name="T2" fmla="*/ 70 w 181"/>
                  <a:gd name="T3" fmla="*/ 14 h 14"/>
                  <a:gd name="T4" fmla="*/ 146 w 181"/>
                  <a:gd name="T5" fmla="*/ 14 h 14"/>
                  <a:gd name="T6" fmla="*/ 181 w 181"/>
                  <a:gd name="T7" fmla="*/ 7 h 14"/>
                </a:gdLst>
                <a:ahLst/>
                <a:cxnLst>
                  <a:cxn ang="0">
                    <a:pos x="T0" y="T1"/>
                  </a:cxn>
                  <a:cxn ang="0">
                    <a:pos x="T2" y="T3"/>
                  </a:cxn>
                  <a:cxn ang="0">
                    <a:pos x="T4" y="T5"/>
                  </a:cxn>
                  <a:cxn ang="0">
                    <a:pos x="T6" y="T7"/>
                  </a:cxn>
                </a:cxnLst>
                <a:rect l="0" t="0" r="r" b="b"/>
                <a:pathLst>
                  <a:path w="181" h="14">
                    <a:moveTo>
                      <a:pt x="0" y="0"/>
                    </a:moveTo>
                    <a:lnTo>
                      <a:pt x="70" y="14"/>
                    </a:lnTo>
                    <a:lnTo>
                      <a:pt x="146" y="14"/>
                    </a:lnTo>
                    <a:lnTo>
                      <a:pt x="181" y="7"/>
                    </a:lnTo>
                  </a:path>
                </a:pathLst>
              </a:custGeom>
              <a:solidFill>
                <a:srgbClr val="FFD7AF"/>
              </a:solidFill>
              <a:ln w="158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18" name="Freeform 46"/>
              <p:cNvSpPr>
                <a:spLocks/>
              </p:cNvSpPr>
              <p:nvPr/>
            </p:nvSpPr>
            <p:spPr bwMode="auto">
              <a:xfrm>
                <a:off x="2928" y="1104"/>
                <a:ext cx="53" cy="72"/>
              </a:xfrm>
              <a:custGeom>
                <a:avLst/>
                <a:gdLst>
                  <a:gd name="T0" fmla="*/ 370 w 370"/>
                  <a:gd name="T1" fmla="*/ 97 h 501"/>
                  <a:gd name="T2" fmla="*/ 362 w 370"/>
                  <a:gd name="T3" fmla="*/ 159 h 501"/>
                  <a:gd name="T4" fmla="*/ 331 w 370"/>
                  <a:gd name="T5" fmla="*/ 214 h 501"/>
                  <a:gd name="T6" fmla="*/ 276 w 370"/>
                  <a:gd name="T7" fmla="*/ 266 h 501"/>
                  <a:gd name="T8" fmla="*/ 239 w 370"/>
                  <a:gd name="T9" fmla="*/ 279 h 501"/>
                  <a:gd name="T10" fmla="*/ 209 w 370"/>
                  <a:gd name="T11" fmla="*/ 294 h 501"/>
                  <a:gd name="T12" fmla="*/ 191 w 370"/>
                  <a:gd name="T13" fmla="*/ 344 h 501"/>
                  <a:gd name="T14" fmla="*/ 163 w 370"/>
                  <a:gd name="T15" fmla="*/ 414 h 501"/>
                  <a:gd name="T16" fmla="*/ 132 w 370"/>
                  <a:gd name="T17" fmla="*/ 480 h 501"/>
                  <a:gd name="T18" fmla="*/ 97 w 370"/>
                  <a:gd name="T19" fmla="*/ 501 h 501"/>
                  <a:gd name="T20" fmla="*/ 46 w 370"/>
                  <a:gd name="T21" fmla="*/ 501 h 501"/>
                  <a:gd name="T22" fmla="*/ 14 w 370"/>
                  <a:gd name="T23" fmla="*/ 486 h 501"/>
                  <a:gd name="T24" fmla="*/ 0 w 370"/>
                  <a:gd name="T25" fmla="*/ 446 h 501"/>
                  <a:gd name="T26" fmla="*/ 3 w 370"/>
                  <a:gd name="T27" fmla="*/ 401 h 501"/>
                  <a:gd name="T28" fmla="*/ 19 w 370"/>
                  <a:gd name="T29" fmla="*/ 318 h 501"/>
                  <a:gd name="T30" fmla="*/ 52 w 370"/>
                  <a:gd name="T31" fmla="*/ 251 h 501"/>
                  <a:gd name="T32" fmla="*/ 90 w 370"/>
                  <a:gd name="T33" fmla="*/ 193 h 501"/>
                  <a:gd name="T34" fmla="*/ 160 w 370"/>
                  <a:gd name="T35" fmla="*/ 69 h 501"/>
                  <a:gd name="T36" fmla="*/ 207 w 370"/>
                  <a:gd name="T37" fmla="*/ 14 h 501"/>
                  <a:gd name="T38" fmla="*/ 269 w 370"/>
                  <a:gd name="T39" fmla="*/ 0 h 501"/>
                  <a:gd name="T40" fmla="*/ 305 w 370"/>
                  <a:gd name="T41" fmla="*/ 9 h 501"/>
                  <a:gd name="T42" fmla="*/ 331 w 370"/>
                  <a:gd name="T43" fmla="*/ 28 h 501"/>
                  <a:gd name="T44" fmla="*/ 357 w 370"/>
                  <a:gd name="T45" fmla="*/ 61 h 501"/>
                  <a:gd name="T46" fmla="*/ 370 w 370"/>
                  <a:gd name="T47" fmla="*/ 97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70" h="501">
                    <a:moveTo>
                      <a:pt x="370" y="97"/>
                    </a:moveTo>
                    <a:lnTo>
                      <a:pt x="362" y="159"/>
                    </a:lnTo>
                    <a:lnTo>
                      <a:pt x="331" y="214"/>
                    </a:lnTo>
                    <a:lnTo>
                      <a:pt x="276" y="266"/>
                    </a:lnTo>
                    <a:lnTo>
                      <a:pt x="239" y="279"/>
                    </a:lnTo>
                    <a:lnTo>
                      <a:pt x="209" y="294"/>
                    </a:lnTo>
                    <a:lnTo>
                      <a:pt x="191" y="344"/>
                    </a:lnTo>
                    <a:lnTo>
                      <a:pt x="163" y="414"/>
                    </a:lnTo>
                    <a:lnTo>
                      <a:pt x="132" y="480"/>
                    </a:lnTo>
                    <a:lnTo>
                      <a:pt x="97" y="501"/>
                    </a:lnTo>
                    <a:lnTo>
                      <a:pt x="46" y="501"/>
                    </a:lnTo>
                    <a:lnTo>
                      <a:pt x="14" y="486"/>
                    </a:lnTo>
                    <a:lnTo>
                      <a:pt x="0" y="446"/>
                    </a:lnTo>
                    <a:lnTo>
                      <a:pt x="3" y="401"/>
                    </a:lnTo>
                    <a:lnTo>
                      <a:pt x="19" y="318"/>
                    </a:lnTo>
                    <a:lnTo>
                      <a:pt x="52" y="251"/>
                    </a:lnTo>
                    <a:lnTo>
                      <a:pt x="90" y="193"/>
                    </a:lnTo>
                    <a:lnTo>
                      <a:pt x="160" y="69"/>
                    </a:lnTo>
                    <a:lnTo>
                      <a:pt x="207" y="14"/>
                    </a:lnTo>
                    <a:lnTo>
                      <a:pt x="269" y="0"/>
                    </a:lnTo>
                    <a:lnTo>
                      <a:pt x="305" y="9"/>
                    </a:lnTo>
                    <a:lnTo>
                      <a:pt x="331" y="28"/>
                    </a:lnTo>
                    <a:lnTo>
                      <a:pt x="357" y="61"/>
                    </a:lnTo>
                    <a:lnTo>
                      <a:pt x="370" y="97"/>
                    </a:lnTo>
                    <a:close/>
                  </a:path>
                </a:pathLst>
              </a:custGeom>
              <a:solidFill>
                <a:srgbClr val="FFD7AF"/>
              </a:solidFill>
              <a:ln w="1651">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19" name="Freeform 47"/>
              <p:cNvSpPr>
                <a:spLocks/>
              </p:cNvSpPr>
              <p:nvPr/>
            </p:nvSpPr>
            <p:spPr bwMode="auto">
              <a:xfrm>
                <a:off x="2948" y="1163"/>
                <a:ext cx="14" cy="17"/>
              </a:xfrm>
              <a:custGeom>
                <a:avLst/>
                <a:gdLst>
                  <a:gd name="T0" fmla="*/ 17 w 98"/>
                  <a:gd name="T1" fmla="*/ 0 h 114"/>
                  <a:gd name="T2" fmla="*/ 57 w 98"/>
                  <a:gd name="T3" fmla="*/ 0 h 114"/>
                  <a:gd name="T4" fmla="*/ 96 w 98"/>
                  <a:gd name="T5" fmla="*/ 14 h 114"/>
                  <a:gd name="T6" fmla="*/ 98 w 98"/>
                  <a:gd name="T7" fmla="*/ 59 h 114"/>
                  <a:gd name="T8" fmla="*/ 86 w 98"/>
                  <a:gd name="T9" fmla="*/ 92 h 114"/>
                  <a:gd name="T10" fmla="*/ 48 w 98"/>
                  <a:gd name="T11" fmla="*/ 114 h 114"/>
                  <a:gd name="T12" fmla="*/ 21 w 98"/>
                  <a:gd name="T13" fmla="*/ 102 h 114"/>
                  <a:gd name="T14" fmla="*/ 11 w 98"/>
                  <a:gd name="T15" fmla="*/ 83 h 114"/>
                  <a:gd name="T16" fmla="*/ 0 w 98"/>
                  <a:gd name="T17" fmla="*/ 54 h 114"/>
                  <a:gd name="T18" fmla="*/ 4 w 98"/>
                  <a:gd name="T19" fmla="*/ 16 h 114"/>
                  <a:gd name="T20" fmla="*/ 17 w 98"/>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8" h="114">
                    <a:moveTo>
                      <a:pt x="17" y="0"/>
                    </a:moveTo>
                    <a:lnTo>
                      <a:pt x="57" y="0"/>
                    </a:lnTo>
                    <a:lnTo>
                      <a:pt x="96" y="14"/>
                    </a:lnTo>
                    <a:lnTo>
                      <a:pt x="98" y="59"/>
                    </a:lnTo>
                    <a:lnTo>
                      <a:pt x="86" y="92"/>
                    </a:lnTo>
                    <a:lnTo>
                      <a:pt x="48" y="114"/>
                    </a:lnTo>
                    <a:lnTo>
                      <a:pt x="21" y="102"/>
                    </a:lnTo>
                    <a:lnTo>
                      <a:pt x="11" y="83"/>
                    </a:lnTo>
                    <a:lnTo>
                      <a:pt x="0" y="54"/>
                    </a:lnTo>
                    <a:lnTo>
                      <a:pt x="4" y="16"/>
                    </a:lnTo>
                    <a:lnTo>
                      <a:pt x="17" y="0"/>
                    </a:lnTo>
                    <a:close/>
                  </a:path>
                </a:pathLst>
              </a:custGeom>
              <a:solidFill>
                <a:srgbClr val="FFD7AF"/>
              </a:solidFill>
              <a:ln w="158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20" name="Freeform 48"/>
              <p:cNvSpPr>
                <a:spLocks/>
              </p:cNvSpPr>
              <p:nvPr/>
            </p:nvSpPr>
            <p:spPr bwMode="auto">
              <a:xfrm>
                <a:off x="2902" y="1083"/>
                <a:ext cx="45" cy="90"/>
              </a:xfrm>
              <a:custGeom>
                <a:avLst/>
                <a:gdLst>
                  <a:gd name="T0" fmla="*/ 317 w 317"/>
                  <a:gd name="T1" fmla="*/ 90 h 626"/>
                  <a:gd name="T2" fmla="*/ 303 w 317"/>
                  <a:gd name="T3" fmla="*/ 48 h 626"/>
                  <a:gd name="T4" fmla="*/ 280 w 317"/>
                  <a:gd name="T5" fmla="*/ 18 h 626"/>
                  <a:gd name="T6" fmla="*/ 245 w 317"/>
                  <a:gd name="T7" fmla="*/ 7 h 626"/>
                  <a:gd name="T8" fmla="*/ 200 w 317"/>
                  <a:gd name="T9" fmla="*/ 0 h 626"/>
                  <a:gd name="T10" fmla="*/ 138 w 317"/>
                  <a:gd name="T11" fmla="*/ 21 h 626"/>
                  <a:gd name="T12" fmla="*/ 92 w 317"/>
                  <a:gd name="T13" fmla="*/ 49 h 626"/>
                  <a:gd name="T14" fmla="*/ 53 w 317"/>
                  <a:gd name="T15" fmla="*/ 118 h 626"/>
                  <a:gd name="T16" fmla="*/ 30 w 317"/>
                  <a:gd name="T17" fmla="*/ 277 h 626"/>
                  <a:gd name="T18" fmla="*/ 3 w 317"/>
                  <a:gd name="T19" fmla="*/ 394 h 626"/>
                  <a:gd name="T20" fmla="*/ 0 w 317"/>
                  <a:gd name="T21" fmla="*/ 512 h 626"/>
                  <a:gd name="T22" fmla="*/ 8 w 317"/>
                  <a:gd name="T23" fmla="*/ 567 h 626"/>
                  <a:gd name="T24" fmla="*/ 33 w 317"/>
                  <a:gd name="T25" fmla="*/ 608 h 626"/>
                  <a:gd name="T26" fmla="*/ 91 w 317"/>
                  <a:gd name="T27" fmla="*/ 626 h 626"/>
                  <a:gd name="T28" fmla="*/ 145 w 317"/>
                  <a:gd name="T29" fmla="*/ 601 h 626"/>
                  <a:gd name="T30" fmla="*/ 173 w 317"/>
                  <a:gd name="T31" fmla="*/ 539 h 626"/>
                  <a:gd name="T32" fmla="*/ 193 w 317"/>
                  <a:gd name="T33" fmla="*/ 436 h 626"/>
                  <a:gd name="T34" fmla="*/ 221 w 317"/>
                  <a:gd name="T35" fmla="*/ 341 h 626"/>
                  <a:gd name="T36" fmla="*/ 267 w 317"/>
                  <a:gd name="T37" fmla="*/ 253 h 626"/>
                  <a:gd name="T38" fmla="*/ 300 w 317"/>
                  <a:gd name="T39" fmla="*/ 155 h 626"/>
                  <a:gd name="T40" fmla="*/ 317 w 317"/>
                  <a:gd name="T41" fmla="*/ 9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7" h="626">
                    <a:moveTo>
                      <a:pt x="317" y="90"/>
                    </a:moveTo>
                    <a:lnTo>
                      <a:pt x="303" y="48"/>
                    </a:lnTo>
                    <a:lnTo>
                      <a:pt x="280" y="18"/>
                    </a:lnTo>
                    <a:lnTo>
                      <a:pt x="245" y="7"/>
                    </a:lnTo>
                    <a:lnTo>
                      <a:pt x="200" y="0"/>
                    </a:lnTo>
                    <a:lnTo>
                      <a:pt x="138" y="21"/>
                    </a:lnTo>
                    <a:lnTo>
                      <a:pt x="92" y="49"/>
                    </a:lnTo>
                    <a:lnTo>
                      <a:pt x="53" y="118"/>
                    </a:lnTo>
                    <a:lnTo>
                      <a:pt x="30" y="277"/>
                    </a:lnTo>
                    <a:lnTo>
                      <a:pt x="3" y="394"/>
                    </a:lnTo>
                    <a:lnTo>
                      <a:pt x="0" y="512"/>
                    </a:lnTo>
                    <a:lnTo>
                      <a:pt x="8" y="567"/>
                    </a:lnTo>
                    <a:lnTo>
                      <a:pt x="33" y="608"/>
                    </a:lnTo>
                    <a:lnTo>
                      <a:pt x="91" y="626"/>
                    </a:lnTo>
                    <a:lnTo>
                      <a:pt x="145" y="601"/>
                    </a:lnTo>
                    <a:lnTo>
                      <a:pt x="173" y="539"/>
                    </a:lnTo>
                    <a:lnTo>
                      <a:pt x="193" y="436"/>
                    </a:lnTo>
                    <a:lnTo>
                      <a:pt x="221" y="341"/>
                    </a:lnTo>
                    <a:lnTo>
                      <a:pt x="267" y="253"/>
                    </a:lnTo>
                    <a:lnTo>
                      <a:pt x="300" y="155"/>
                    </a:lnTo>
                    <a:lnTo>
                      <a:pt x="317" y="90"/>
                    </a:lnTo>
                    <a:close/>
                  </a:path>
                </a:pathLst>
              </a:custGeom>
              <a:solidFill>
                <a:srgbClr val="FFD7AF"/>
              </a:solidFill>
              <a:ln w="1651">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21" name="Freeform 49"/>
              <p:cNvSpPr>
                <a:spLocks/>
              </p:cNvSpPr>
              <p:nvPr/>
            </p:nvSpPr>
            <p:spPr bwMode="auto">
              <a:xfrm>
                <a:off x="2904" y="1147"/>
                <a:ext cx="19" cy="21"/>
              </a:xfrm>
              <a:custGeom>
                <a:avLst/>
                <a:gdLst>
                  <a:gd name="T0" fmla="*/ 131 w 132"/>
                  <a:gd name="T1" fmla="*/ 24 h 152"/>
                  <a:gd name="T2" fmla="*/ 132 w 132"/>
                  <a:gd name="T3" fmla="*/ 80 h 152"/>
                  <a:gd name="T4" fmla="*/ 113 w 132"/>
                  <a:gd name="T5" fmla="*/ 137 h 152"/>
                  <a:gd name="T6" fmla="*/ 78 w 132"/>
                  <a:gd name="T7" fmla="*/ 152 h 152"/>
                  <a:gd name="T8" fmla="*/ 26 w 132"/>
                  <a:gd name="T9" fmla="*/ 137 h 152"/>
                  <a:gd name="T10" fmla="*/ 10 w 132"/>
                  <a:gd name="T11" fmla="*/ 111 h 152"/>
                  <a:gd name="T12" fmla="*/ 2 w 132"/>
                  <a:gd name="T13" fmla="*/ 81 h 152"/>
                  <a:gd name="T14" fmla="*/ 0 w 132"/>
                  <a:gd name="T15" fmla="*/ 39 h 152"/>
                  <a:gd name="T16" fmla="*/ 22 w 132"/>
                  <a:gd name="T17" fmla="*/ 10 h 152"/>
                  <a:gd name="T18" fmla="*/ 92 w 132"/>
                  <a:gd name="T19" fmla="*/ 0 h 152"/>
                  <a:gd name="T20" fmla="*/ 131 w 132"/>
                  <a:gd name="T21" fmla="*/ 24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 h="152">
                    <a:moveTo>
                      <a:pt x="131" y="24"/>
                    </a:moveTo>
                    <a:lnTo>
                      <a:pt x="132" y="80"/>
                    </a:lnTo>
                    <a:lnTo>
                      <a:pt x="113" y="137"/>
                    </a:lnTo>
                    <a:lnTo>
                      <a:pt x="78" y="152"/>
                    </a:lnTo>
                    <a:lnTo>
                      <a:pt x="26" y="137"/>
                    </a:lnTo>
                    <a:lnTo>
                      <a:pt x="10" y="111"/>
                    </a:lnTo>
                    <a:lnTo>
                      <a:pt x="2" y="81"/>
                    </a:lnTo>
                    <a:lnTo>
                      <a:pt x="0" y="39"/>
                    </a:lnTo>
                    <a:lnTo>
                      <a:pt x="22" y="10"/>
                    </a:lnTo>
                    <a:lnTo>
                      <a:pt x="92" y="0"/>
                    </a:lnTo>
                    <a:lnTo>
                      <a:pt x="131" y="24"/>
                    </a:lnTo>
                    <a:close/>
                  </a:path>
                </a:pathLst>
              </a:custGeom>
              <a:solidFill>
                <a:srgbClr val="FFD7AF"/>
              </a:solidFill>
              <a:ln w="158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22" name="Freeform 50"/>
              <p:cNvSpPr>
                <a:spLocks/>
              </p:cNvSpPr>
              <p:nvPr/>
            </p:nvSpPr>
            <p:spPr bwMode="auto">
              <a:xfrm>
                <a:off x="2833" y="1089"/>
                <a:ext cx="83" cy="135"/>
              </a:xfrm>
              <a:custGeom>
                <a:avLst/>
                <a:gdLst>
                  <a:gd name="T0" fmla="*/ 242 w 578"/>
                  <a:gd name="T1" fmla="*/ 117 h 941"/>
                  <a:gd name="T2" fmla="*/ 326 w 578"/>
                  <a:gd name="T3" fmla="*/ 97 h 941"/>
                  <a:gd name="T4" fmla="*/ 381 w 578"/>
                  <a:gd name="T5" fmla="*/ 62 h 941"/>
                  <a:gd name="T6" fmla="*/ 450 w 578"/>
                  <a:gd name="T7" fmla="*/ 21 h 941"/>
                  <a:gd name="T8" fmla="*/ 526 w 578"/>
                  <a:gd name="T9" fmla="*/ 0 h 941"/>
                  <a:gd name="T10" fmla="*/ 554 w 578"/>
                  <a:gd name="T11" fmla="*/ 10 h 941"/>
                  <a:gd name="T12" fmla="*/ 574 w 578"/>
                  <a:gd name="T13" fmla="*/ 33 h 941"/>
                  <a:gd name="T14" fmla="*/ 578 w 578"/>
                  <a:gd name="T15" fmla="*/ 71 h 941"/>
                  <a:gd name="T16" fmla="*/ 567 w 578"/>
                  <a:gd name="T17" fmla="*/ 117 h 941"/>
                  <a:gd name="T18" fmla="*/ 557 w 578"/>
                  <a:gd name="T19" fmla="*/ 158 h 941"/>
                  <a:gd name="T20" fmla="*/ 526 w 578"/>
                  <a:gd name="T21" fmla="*/ 207 h 941"/>
                  <a:gd name="T22" fmla="*/ 454 w 578"/>
                  <a:gd name="T23" fmla="*/ 276 h 941"/>
                  <a:gd name="T24" fmla="*/ 402 w 578"/>
                  <a:gd name="T25" fmla="*/ 311 h 941"/>
                  <a:gd name="T26" fmla="*/ 360 w 578"/>
                  <a:gd name="T27" fmla="*/ 331 h 941"/>
                  <a:gd name="T28" fmla="*/ 367 w 578"/>
                  <a:gd name="T29" fmla="*/ 407 h 941"/>
                  <a:gd name="T30" fmla="*/ 374 w 578"/>
                  <a:gd name="T31" fmla="*/ 477 h 941"/>
                  <a:gd name="T32" fmla="*/ 367 w 578"/>
                  <a:gd name="T33" fmla="*/ 580 h 941"/>
                  <a:gd name="T34" fmla="*/ 353 w 578"/>
                  <a:gd name="T35" fmla="*/ 642 h 941"/>
                  <a:gd name="T36" fmla="*/ 347 w 578"/>
                  <a:gd name="T37" fmla="*/ 705 h 941"/>
                  <a:gd name="T38" fmla="*/ 315 w 578"/>
                  <a:gd name="T39" fmla="*/ 769 h 941"/>
                  <a:gd name="T40" fmla="*/ 287 w 578"/>
                  <a:gd name="T41" fmla="*/ 815 h 941"/>
                  <a:gd name="T42" fmla="*/ 235 w 578"/>
                  <a:gd name="T43" fmla="*/ 859 h 941"/>
                  <a:gd name="T44" fmla="*/ 187 w 578"/>
                  <a:gd name="T45" fmla="*/ 899 h 941"/>
                  <a:gd name="T46" fmla="*/ 135 w 578"/>
                  <a:gd name="T47" fmla="*/ 926 h 941"/>
                  <a:gd name="T48" fmla="*/ 97 w 578"/>
                  <a:gd name="T49" fmla="*/ 941 h 941"/>
                  <a:gd name="T50" fmla="*/ 62 w 578"/>
                  <a:gd name="T51" fmla="*/ 865 h 941"/>
                  <a:gd name="T52" fmla="*/ 42 w 578"/>
                  <a:gd name="T53" fmla="*/ 787 h 941"/>
                  <a:gd name="T54" fmla="*/ 7 w 578"/>
                  <a:gd name="T55" fmla="*/ 670 h 941"/>
                  <a:gd name="T56" fmla="*/ 0 w 578"/>
                  <a:gd name="T57" fmla="*/ 615 h 941"/>
                  <a:gd name="T58" fmla="*/ 28 w 578"/>
                  <a:gd name="T59" fmla="*/ 525 h 941"/>
                  <a:gd name="T60" fmla="*/ 55 w 578"/>
                  <a:gd name="T61" fmla="*/ 401 h 941"/>
                  <a:gd name="T62" fmla="*/ 90 w 578"/>
                  <a:gd name="T63" fmla="*/ 242 h 941"/>
                  <a:gd name="T64" fmla="*/ 124 w 578"/>
                  <a:gd name="T65" fmla="*/ 166 h 941"/>
                  <a:gd name="T66" fmla="*/ 187 w 578"/>
                  <a:gd name="T67" fmla="*/ 131 h 941"/>
                  <a:gd name="T68" fmla="*/ 242 w 578"/>
                  <a:gd name="T69" fmla="*/ 117 h 9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78" h="941">
                    <a:moveTo>
                      <a:pt x="242" y="117"/>
                    </a:moveTo>
                    <a:lnTo>
                      <a:pt x="326" y="97"/>
                    </a:lnTo>
                    <a:lnTo>
                      <a:pt x="381" y="62"/>
                    </a:lnTo>
                    <a:lnTo>
                      <a:pt x="450" y="21"/>
                    </a:lnTo>
                    <a:lnTo>
                      <a:pt x="526" y="0"/>
                    </a:lnTo>
                    <a:lnTo>
                      <a:pt x="554" y="10"/>
                    </a:lnTo>
                    <a:lnTo>
                      <a:pt x="574" y="33"/>
                    </a:lnTo>
                    <a:lnTo>
                      <a:pt x="578" y="71"/>
                    </a:lnTo>
                    <a:lnTo>
                      <a:pt x="567" y="117"/>
                    </a:lnTo>
                    <a:lnTo>
                      <a:pt x="557" y="158"/>
                    </a:lnTo>
                    <a:lnTo>
                      <a:pt x="526" y="207"/>
                    </a:lnTo>
                    <a:lnTo>
                      <a:pt x="454" y="276"/>
                    </a:lnTo>
                    <a:lnTo>
                      <a:pt x="402" y="311"/>
                    </a:lnTo>
                    <a:lnTo>
                      <a:pt x="360" y="331"/>
                    </a:lnTo>
                    <a:lnTo>
                      <a:pt x="367" y="407"/>
                    </a:lnTo>
                    <a:lnTo>
                      <a:pt x="374" y="477"/>
                    </a:lnTo>
                    <a:lnTo>
                      <a:pt x="367" y="580"/>
                    </a:lnTo>
                    <a:lnTo>
                      <a:pt x="353" y="642"/>
                    </a:lnTo>
                    <a:lnTo>
                      <a:pt x="347" y="705"/>
                    </a:lnTo>
                    <a:lnTo>
                      <a:pt x="315" y="769"/>
                    </a:lnTo>
                    <a:lnTo>
                      <a:pt x="287" y="815"/>
                    </a:lnTo>
                    <a:lnTo>
                      <a:pt x="235" y="859"/>
                    </a:lnTo>
                    <a:lnTo>
                      <a:pt x="187" y="899"/>
                    </a:lnTo>
                    <a:lnTo>
                      <a:pt x="135" y="926"/>
                    </a:lnTo>
                    <a:lnTo>
                      <a:pt x="97" y="941"/>
                    </a:lnTo>
                    <a:lnTo>
                      <a:pt x="62" y="865"/>
                    </a:lnTo>
                    <a:lnTo>
                      <a:pt x="42" y="787"/>
                    </a:lnTo>
                    <a:lnTo>
                      <a:pt x="7" y="670"/>
                    </a:lnTo>
                    <a:lnTo>
                      <a:pt x="0" y="615"/>
                    </a:lnTo>
                    <a:lnTo>
                      <a:pt x="28" y="525"/>
                    </a:lnTo>
                    <a:lnTo>
                      <a:pt x="55" y="401"/>
                    </a:lnTo>
                    <a:lnTo>
                      <a:pt x="90" y="242"/>
                    </a:lnTo>
                    <a:lnTo>
                      <a:pt x="124" y="166"/>
                    </a:lnTo>
                    <a:lnTo>
                      <a:pt x="187" y="131"/>
                    </a:lnTo>
                    <a:lnTo>
                      <a:pt x="242" y="117"/>
                    </a:lnTo>
                    <a:close/>
                  </a:path>
                </a:pathLst>
              </a:custGeom>
              <a:solidFill>
                <a:srgbClr val="FFD7AF"/>
              </a:solidFill>
              <a:ln w="1651">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23" name="Freeform 51"/>
              <p:cNvSpPr>
                <a:spLocks/>
              </p:cNvSpPr>
              <p:nvPr/>
            </p:nvSpPr>
            <p:spPr bwMode="auto">
              <a:xfrm>
                <a:off x="2883" y="1090"/>
                <a:ext cx="30" cy="21"/>
              </a:xfrm>
              <a:custGeom>
                <a:avLst/>
                <a:gdLst>
                  <a:gd name="T0" fmla="*/ 0 w 210"/>
                  <a:gd name="T1" fmla="*/ 83 h 149"/>
                  <a:gd name="T2" fmla="*/ 27 w 210"/>
                  <a:gd name="T3" fmla="*/ 135 h 149"/>
                  <a:gd name="T4" fmla="*/ 55 w 210"/>
                  <a:gd name="T5" fmla="*/ 149 h 149"/>
                  <a:gd name="T6" fmla="*/ 120 w 210"/>
                  <a:gd name="T7" fmla="*/ 132 h 149"/>
                  <a:gd name="T8" fmla="*/ 182 w 210"/>
                  <a:gd name="T9" fmla="*/ 104 h 149"/>
                  <a:gd name="T10" fmla="*/ 207 w 210"/>
                  <a:gd name="T11" fmla="*/ 83 h 149"/>
                  <a:gd name="T12" fmla="*/ 210 w 210"/>
                  <a:gd name="T13" fmla="*/ 31 h 149"/>
                  <a:gd name="T14" fmla="*/ 189 w 210"/>
                  <a:gd name="T15" fmla="*/ 0 h 149"/>
                  <a:gd name="T16" fmla="*/ 141 w 210"/>
                  <a:gd name="T17" fmla="*/ 4 h 149"/>
                  <a:gd name="T18" fmla="*/ 103 w 210"/>
                  <a:gd name="T19" fmla="*/ 20 h 149"/>
                  <a:gd name="T20" fmla="*/ 62 w 210"/>
                  <a:gd name="T21" fmla="*/ 41 h 149"/>
                  <a:gd name="T22" fmla="*/ 0 w 210"/>
                  <a:gd name="T23" fmla="*/ 8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0" h="149">
                    <a:moveTo>
                      <a:pt x="0" y="83"/>
                    </a:moveTo>
                    <a:lnTo>
                      <a:pt x="27" y="135"/>
                    </a:lnTo>
                    <a:lnTo>
                      <a:pt x="55" y="149"/>
                    </a:lnTo>
                    <a:lnTo>
                      <a:pt x="120" y="132"/>
                    </a:lnTo>
                    <a:lnTo>
                      <a:pt x="182" y="104"/>
                    </a:lnTo>
                    <a:lnTo>
                      <a:pt x="207" y="83"/>
                    </a:lnTo>
                    <a:lnTo>
                      <a:pt x="210" y="31"/>
                    </a:lnTo>
                    <a:lnTo>
                      <a:pt x="189" y="0"/>
                    </a:lnTo>
                    <a:lnTo>
                      <a:pt x="141" y="4"/>
                    </a:lnTo>
                    <a:lnTo>
                      <a:pt x="103" y="20"/>
                    </a:lnTo>
                    <a:lnTo>
                      <a:pt x="62" y="41"/>
                    </a:lnTo>
                    <a:lnTo>
                      <a:pt x="0" y="83"/>
                    </a:lnTo>
                    <a:close/>
                  </a:path>
                </a:pathLst>
              </a:custGeom>
              <a:solidFill>
                <a:srgbClr val="FFD7AF"/>
              </a:solidFill>
              <a:ln w="1651">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24" name="Freeform 52"/>
              <p:cNvSpPr>
                <a:spLocks/>
              </p:cNvSpPr>
              <p:nvPr/>
            </p:nvSpPr>
            <p:spPr bwMode="auto">
              <a:xfrm>
                <a:off x="2974" y="1146"/>
                <a:ext cx="1" cy="6"/>
              </a:xfrm>
              <a:custGeom>
                <a:avLst/>
                <a:gdLst>
                  <a:gd name="T0" fmla="*/ 7 w 7"/>
                  <a:gd name="T1" fmla="*/ 42 h 42"/>
                  <a:gd name="T2" fmla="*/ 7 w 7"/>
                  <a:gd name="T3" fmla="*/ 18 h 42"/>
                  <a:gd name="T4" fmla="*/ 0 w 7"/>
                  <a:gd name="T5" fmla="*/ 0 h 42"/>
                </a:gdLst>
                <a:ahLst/>
                <a:cxnLst>
                  <a:cxn ang="0">
                    <a:pos x="T0" y="T1"/>
                  </a:cxn>
                  <a:cxn ang="0">
                    <a:pos x="T2" y="T3"/>
                  </a:cxn>
                  <a:cxn ang="0">
                    <a:pos x="T4" y="T5"/>
                  </a:cxn>
                </a:cxnLst>
                <a:rect l="0" t="0" r="r" b="b"/>
                <a:pathLst>
                  <a:path w="7" h="42">
                    <a:moveTo>
                      <a:pt x="7" y="42"/>
                    </a:moveTo>
                    <a:lnTo>
                      <a:pt x="7" y="18"/>
                    </a:lnTo>
                    <a:lnTo>
                      <a:pt x="0" y="0"/>
                    </a:lnTo>
                  </a:path>
                </a:pathLst>
              </a:custGeom>
              <a:solidFill>
                <a:srgbClr val="FFD7AF"/>
              </a:solidFill>
              <a:ln w="158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grpSp>
      <p:grpSp>
        <p:nvGrpSpPr>
          <p:cNvPr id="79925" name="Group 53"/>
          <p:cNvGrpSpPr>
            <a:grpSpLocks/>
          </p:cNvGrpSpPr>
          <p:nvPr/>
        </p:nvGrpSpPr>
        <p:grpSpPr bwMode="auto">
          <a:xfrm flipH="1">
            <a:off x="330200" y="4114800"/>
            <a:ext cx="2641600" cy="1543050"/>
            <a:chOff x="1303" y="1686"/>
            <a:chExt cx="2573" cy="1669"/>
          </a:xfrm>
        </p:grpSpPr>
        <p:grpSp>
          <p:nvGrpSpPr>
            <p:cNvPr id="79926" name="Group 54"/>
            <p:cNvGrpSpPr>
              <a:grpSpLocks/>
            </p:cNvGrpSpPr>
            <p:nvPr/>
          </p:nvGrpSpPr>
          <p:grpSpPr bwMode="auto">
            <a:xfrm>
              <a:off x="1303" y="2760"/>
              <a:ext cx="2573" cy="595"/>
              <a:chOff x="1303" y="2760"/>
              <a:chExt cx="2573" cy="595"/>
            </a:xfrm>
          </p:grpSpPr>
          <p:sp>
            <p:nvSpPr>
              <p:cNvPr id="79927" name="Freeform 55"/>
              <p:cNvSpPr>
                <a:spLocks/>
              </p:cNvSpPr>
              <p:nvPr/>
            </p:nvSpPr>
            <p:spPr bwMode="auto">
              <a:xfrm>
                <a:off x="1303" y="2760"/>
                <a:ext cx="2573" cy="481"/>
              </a:xfrm>
              <a:custGeom>
                <a:avLst/>
                <a:gdLst>
                  <a:gd name="T0" fmla="*/ 1570 w 5145"/>
                  <a:gd name="T1" fmla="*/ 0 h 963"/>
                  <a:gd name="T2" fmla="*/ 5145 w 5145"/>
                  <a:gd name="T3" fmla="*/ 0 h 963"/>
                  <a:gd name="T4" fmla="*/ 4182 w 5145"/>
                  <a:gd name="T5" fmla="*/ 963 h 963"/>
                  <a:gd name="T6" fmla="*/ 0 w 5145"/>
                  <a:gd name="T7" fmla="*/ 963 h 963"/>
                  <a:gd name="T8" fmla="*/ 1570 w 5145"/>
                  <a:gd name="T9" fmla="*/ 0 h 963"/>
                </a:gdLst>
                <a:ahLst/>
                <a:cxnLst>
                  <a:cxn ang="0">
                    <a:pos x="T0" y="T1"/>
                  </a:cxn>
                  <a:cxn ang="0">
                    <a:pos x="T2" y="T3"/>
                  </a:cxn>
                  <a:cxn ang="0">
                    <a:pos x="T4" y="T5"/>
                  </a:cxn>
                  <a:cxn ang="0">
                    <a:pos x="T6" y="T7"/>
                  </a:cxn>
                  <a:cxn ang="0">
                    <a:pos x="T8" y="T9"/>
                  </a:cxn>
                </a:cxnLst>
                <a:rect l="0" t="0" r="r" b="b"/>
                <a:pathLst>
                  <a:path w="5145" h="963">
                    <a:moveTo>
                      <a:pt x="1570" y="0"/>
                    </a:moveTo>
                    <a:lnTo>
                      <a:pt x="5145" y="0"/>
                    </a:lnTo>
                    <a:lnTo>
                      <a:pt x="4182" y="963"/>
                    </a:lnTo>
                    <a:lnTo>
                      <a:pt x="0" y="963"/>
                    </a:lnTo>
                    <a:lnTo>
                      <a:pt x="1570" y="0"/>
                    </a:lnTo>
                    <a:close/>
                  </a:path>
                </a:pathLst>
              </a:custGeom>
              <a:solidFill>
                <a:srgbClr val="C0600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28" name="Rectangle 56"/>
              <p:cNvSpPr>
                <a:spLocks noChangeArrowheads="1"/>
              </p:cNvSpPr>
              <p:nvPr/>
            </p:nvSpPr>
            <p:spPr bwMode="auto">
              <a:xfrm>
                <a:off x="1305" y="3243"/>
                <a:ext cx="2088" cy="110"/>
              </a:xfrm>
              <a:prstGeom prst="rect">
                <a:avLst/>
              </a:prstGeom>
              <a:solidFill>
                <a:srgbClr val="804000"/>
              </a:solidFill>
              <a:ln w="7938">
                <a:solidFill>
                  <a:srgbClr val="000000"/>
                </a:solidFill>
                <a:miter lim="800000"/>
                <a:headEnd/>
                <a:tailEnd/>
              </a:ln>
            </p:spPr>
            <p:txBody>
              <a:bodyPr/>
              <a:lstStyle/>
              <a:p>
                <a:pPr eaLnBrk="1" hangingPunct="1"/>
                <a:endParaRPr lang="zh-CN" altLang="en-US" sz="2400" b="0" i="0">
                  <a:solidFill>
                    <a:srgbClr val="0033CC"/>
                  </a:solidFill>
                  <a:ea typeface="楷体_GB2312" pitchFamily="49" charset="-122"/>
                </a:endParaRPr>
              </a:p>
            </p:txBody>
          </p:sp>
          <p:sp>
            <p:nvSpPr>
              <p:cNvPr id="79929" name="Freeform 57"/>
              <p:cNvSpPr>
                <a:spLocks/>
              </p:cNvSpPr>
              <p:nvPr/>
            </p:nvSpPr>
            <p:spPr bwMode="auto">
              <a:xfrm>
                <a:off x="3394" y="2760"/>
                <a:ext cx="482" cy="595"/>
              </a:xfrm>
              <a:custGeom>
                <a:avLst/>
                <a:gdLst>
                  <a:gd name="T0" fmla="*/ 963 w 963"/>
                  <a:gd name="T1" fmla="*/ 0 h 1192"/>
                  <a:gd name="T2" fmla="*/ 0 w 963"/>
                  <a:gd name="T3" fmla="*/ 963 h 1192"/>
                  <a:gd name="T4" fmla="*/ 0 w 963"/>
                  <a:gd name="T5" fmla="*/ 1192 h 1192"/>
                  <a:gd name="T6" fmla="*/ 963 w 963"/>
                  <a:gd name="T7" fmla="*/ 223 h 1192"/>
                  <a:gd name="T8" fmla="*/ 963 w 963"/>
                  <a:gd name="T9" fmla="*/ 0 h 1192"/>
                </a:gdLst>
                <a:ahLst/>
                <a:cxnLst>
                  <a:cxn ang="0">
                    <a:pos x="T0" y="T1"/>
                  </a:cxn>
                  <a:cxn ang="0">
                    <a:pos x="T2" y="T3"/>
                  </a:cxn>
                  <a:cxn ang="0">
                    <a:pos x="T4" y="T5"/>
                  </a:cxn>
                  <a:cxn ang="0">
                    <a:pos x="T6" y="T7"/>
                  </a:cxn>
                  <a:cxn ang="0">
                    <a:pos x="T8" y="T9"/>
                  </a:cxn>
                </a:cxnLst>
                <a:rect l="0" t="0" r="r" b="b"/>
                <a:pathLst>
                  <a:path w="963" h="1192">
                    <a:moveTo>
                      <a:pt x="963" y="0"/>
                    </a:moveTo>
                    <a:lnTo>
                      <a:pt x="0" y="963"/>
                    </a:lnTo>
                    <a:lnTo>
                      <a:pt x="0" y="1192"/>
                    </a:lnTo>
                    <a:lnTo>
                      <a:pt x="963" y="223"/>
                    </a:lnTo>
                    <a:lnTo>
                      <a:pt x="963" y="0"/>
                    </a:lnTo>
                    <a:close/>
                  </a:path>
                </a:pathLst>
              </a:custGeom>
              <a:solidFill>
                <a:srgbClr val="60300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sp>
          <p:nvSpPr>
            <p:cNvPr id="79930" name="Freeform 58"/>
            <p:cNvSpPr>
              <a:spLocks/>
            </p:cNvSpPr>
            <p:nvPr/>
          </p:nvSpPr>
          <p:spPr bwMode="auto">
            <a:xfrm>
              <a:off x="2239" y="2128"/>
              <a:ext cx="20" cy="48"/>
            </a:xfrm>
            <a:custGeom>
              <a:avLst/>
              <a:gdLst>
                <a:gd name="T0" fmla="*/ 0 w 39"/>
                <a:gd name="T1" fmla="*/ 29 h 95"/>
                <a:gd name="T2" fmla="*/ 11 w 39"/>
                <a:gd name="T3" fmla="*/ 15 h 95"/>
                <a:gd name="T4" fmla="*/ 39 w 39"/>
                <a:gd name="T5" fmla="*/ 0 h 95"/>
                <a:gd name="T6" fmla="*/ 38 w 39"/>
                <a:gd name="T7" fmla="*/ 95 h 95"/>
                <a:gd name="T8" fmla="*/ 30 w 39"/>
                <a:gd name="T9" fmla="*/ 83 h 95"/>
                <a:gd name="T10" fmla="*/ 21 w 39"/>
                <a:gd name="T11" fmla="*/ 70 h 95"/>
                <a:gd name="T12" fmla="*/ 8 w 39"/>
                <a:gd name="T13" fmla="*/ 49 h 95"/>
                <a:gd name="T14" fmla="*/ 0 w 39"/>
                <a:gd name="T15" fmla="*/ 29 h 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95">
                  <a:moveTo>
                    <a:pt x="0" y="29"/>
                  </a:moveTo>
                  <a:lnTo>
                    <a:pt x="11" y="15"/>
                  </a:lnTo>
                  <a:lnTo>
                    <a:pt x="39" y="0"/>
                  </a:lnTo>
                  <a:lnTo>
                    <a:pt x="38" y="95"/>
                  </a:lnTo>
                  <a:lnTo>
                    <a:pt x="30" y="83"/>
                  </a:lnTo>
                  <a:lnTo>
                    <a:pt x="21" y="70"/>
                  </a:lnTo>
                  <a:lnTo>
                    <a:pt x="8" y="49"/>
                  </a:lnTo>
                  <a:lnTo>
                    <a:pt x="0" y="29"/>
                  </a:lnTo>
                  <a:close/>
                </a:path>
              </a:pathLst>
            </a:custGeom>
            <a:solidFill>
              <a:srgbClr val="E0E0E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nvGrpSpPr>
            <p:cNvPr id="79931" name="Group 59"/>
            <p:cNvGrpSpPr>
              <a:grpSpLocks/>
            </p:cNvGrpSpPr>
            <p:nvPr/>
          </p:nvGrpSpPr>
          <p:grpSpPr bwMode="auto">
            <a:xfrm>
              <a:off x="2801" y="1975"/>
              <a:ext cx="67" cy="57"/>
              <a:chOff x="2801" y="1975"/>
              <a:chExt cx="67" cy="57"/>
            </a:xfrm>
          </p:grpSpPr>
          <p:sp>
            <p:nvSpPr>
              <p:cNvPr id="79932" name="Oval 60"/>
              <p:cNvSpPr>
                <a:spLocks noChangeArrowheads="1"/>
              </p:cNvSpPr>
              <p:nvPr/>
            </p:nvSpPr>
            <p:spPr bwMode="auto">
              <a:xfrm>
                <a:off x="2801" y="1975"/>
                <a:ext cx="67" cy="57"/>
              </a:xfrm>
              <a:prstGeom prst="ellipse">
                <a:avLst/>
              </a:prstGeom>
              <a:solidFill>
                <a:srgbClr val="FFFFFF"/>
              </a:solidFill>
              <a:ln w="7938">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33" name="Oval 61"/>
              <p:cNvSpPr>
                <a:spLocks noChangeArrowheads="1"/>
              </p:cNvSpPr>
              <p:nvPr/>
            </p:nvSpPr>
            <p:spPr bwMode="auto">
              <a:xfrm>
                <a:off x="2825" y="1982"/>
                <a:ext cx="34" cy="35"/>
              </a:xfrm>
              <a:prstGeom prst="ellipse">
                <a:avLst/>
              </a:prstGeom>
              <a:solidFill>
                <a:srgbClr val="618FFD"/>
              </a:solidFill>
              <a:ln w="7938">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grpSp>
        <p:grpSp>
          <p:nvGrpSpPr>
            <p:cNvPr id="79934" name="Group 62"/>
            <p:cNvGrpSpPr>
              <a:grpSpLocks/>
            </p:cNvGrpSpPr>
            <p:nvPr/>
          </p:nvGrpSpPr>
          <p:grpSpPr bwMode="auto">
            <a:xfrm>
              <a:off x="2973" y="1980"/>
              <a:ext cx="67" cy="57"/>
              <a:chOff x="2973" y="1980"/>
              <a:chExt cx="67" cy="57"/>
            </a:xfrm>
          </p:grpSpPr>
          <p:sp>
            <p:nvSpPr>
              <p:cNvPr id="79935" name="Oval 63"/>
              <p:cNvSpPr>
                <a:spLocks noChangeArrowheads="1"/>
              </p:cNvSpPr>
              <p:nvPr/>
            </p:nvSpPr>
            <p:spPr bwMode="auto">
              <a:xfrm>
                <a:off x="2973" y="1980"/>
                <a:ext cx="67" cy="57"/>
              </a:xfrm>
              <a:prstGeom prst="ellipse">
                <a:avLst/>
              </a:prstGeom>
              <a:solidFill>
                <a:srgbClr val="FFFFFF"/>
              </a:solidFill>
              <a:ln w="7938">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36" name="Oval 64"/>
              <p:cNvSpPr>
                <a:spLocks noChangeArrowheads="1"/>
              </p:cNvSpPr>
              <p:nvPr/>
            </p:nvSpPr>
            <p:spPr bwMode="auto">
              <a:xfrm>
                <a:off x="2996" y="1987"/>
                <a:ext cx="35" cy="36"/>
              </a:xfrm>
              <a:prstGeom prst="ellipse">
                <a:avLst/>
              </a:prstGeom>
              <a:solidFill>
                <a:srgbClr val="618FFD"/>
              </a:solidFill>
              <a:ln w="7938">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grpSp>
        <p:grpSp>
          <p:nvGrpSpPr>
            <p:cNvPr id="79937" name="Group 65"/>
            <p:cNvGrpSpPr>
              <a:grpSpLocks/>
            </p:cNvGrpSpPr>
            <p:nvPr/>
          </p:nvGrpSpPr>
          <p:grpSpPr bwMode="auto">
            <a:xfrm>
              <a:off x="2169" y="1686"/>
              <a:ext cx="1380" cy="1387"/>
              <a:chOff x="2169" y="1686"/>
              <a:chExt cx="1380" cy="1387"/>
            </a:xfrm>
          </p:grpSpPr>
          <p:grpSp>
            <p:nvGrpSpPr>
              <p:cNvPr id="79938" name="Group 66"/>
              <p:cNvGrpSpPr>
                <a:grpSpLocks/>
              </p:cNvGrpSpPr>
              <p:nvPr/>
            </p:nvGrpSpPr>
            <p:grpSpPr bwMode="auto">
              <a:xfrm>
                <a:off x="2169" y="1686"/>
                <a:ext cx="1236" cy="1387"/>
                <a:chOff x="2169" y="1686"/>
                <a:chExt cx="1236" cy="1387"/>
              </a:xfrm>
            </p:grpSpPr>
            <p:sp>
              <p:nvSpPr>
                <p:cNvPr id="79939" name="Freeform 67"/>
                <p:cNvSpPr>
                  <a:spLocks/>
                </p:cNvSpPr>
                <p:nvPr/>
              </p:nvSpPr>
              <p:spPr bwMode="auto">
                <a:xfrm>
                  <a:off x="3081" y="1941"/>
                  <a:ext cx="64" cy="155"/>
                </a:xfrm>
                <a:custGeom>
                  <a:avLst/>
                  <a:gdLst>
                    <a:gd name="T0" fmla="*/ 58 w 128"/>
                    <a:gd name="T1" fmla="*/ 18 h 311"/>
                    <a:gd name="T2" fmla="*/ 93 w 128"/>
                    <a:gd name="T3" fmla="*/ 0 h 311"/>
                    <a:gd name="T4" fmla="*/ 110 w 128"/>
                    <a:gd name="T5" fmla="*/ 18 h 311"/>
                    <a:gd name="T6" fmla="*/ 122 w 128"/>
                    <a:gd name="T7" fmla="*/ 63 h 311"/>
                    <a:gd name="T8" fmla="*/ 128 w 128"/>
                    <a:gd name="T9" fmla="*/ 126 h 311"/>
                    <a:gd name="T10" fmla="*/ 122 w 128"/>
                    <a:gd name="T11" fmla="*/ 195 h 311"/>
                    <a:gd name="T12" fmla="*/ 104 w 128"/>
                    <a:gd name="T13" fmla="*/ 259 h 311"/>
                    <a:gd name="T14" fmla="*/ 75 w 128"/>
                    <a:gd name="T15" fmla="*/ 305 h 311"/>
                    <a:gd name="T16" fmla="*/ 35 w 128"/>
                    <a:gd name="T17" fmla="*/ 311 h 311"/>
                    <a:gd name="T18" fmla="*/ 0 w 128"/>
                    <a:gd name="T19" fmla="*/ 218 h 311"/>
                    <a:gd name="T20" fmla="*/ 58 w 128"/>
                    <a:gd name="T21" fmla="*/ 18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 h="311">
                      <a:moveTo>
                        <a:pt x="58" y="18"/>
                      </a:moveTo>
                      <a:lnTo>
                        <a:pt x="93" y="0"/>
                      </a:lnTo>
                      <a:lnTo>
                        <a:pt x="110" y="18"/>
                      </a:lnTo>
                      <a:lnTo>
                        <a:pt x="122" y="63"/>
                      </a:lnTo>
                      <a:lnTo>
                        <a:pt x="128" y="126"/>
                      </a:lnTo>
                      <a:lnTo>
                        <a:pt x="122" y="195"/>
                      </a:lnTo>
                      <a:lnTo>
                        <a:pt x="104" y="259"/>
                      </a:lnTo>
                      <a:lnTo>
                        <a:pt x="75" y="305"/>
                      </a:lnTo>
                      <a:lnTo>
                        <a:pt x="35" y="311"/>
                      </a:lnTo>
                      <a:lnTo>
                        <a:pt x="0" y="218"/>
                      </a:lnTo>
                      <a:lnTo>
                        <a:pt x="58" y="18"/>
                      </a:lnTo>
                      <a:close/>
                    </a:path>
                  </a:pathLst>
                </a:custGeom>
                <a:solidFill>
                  <a:srgbClr val="FFE0C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40" name="Freeform 68"/>
                <p:cNvSpPr>
                  <a:spLocks/>
                </p:cNvSpPr>
                <p:nvPr/>
              </p:nvSpPr>
              <p:spPr bwMode="auto">
                <a:xfrm>
                  <a:off x="2667" y="1945"/>
                  <a:ext cx="63" cy="155"/>
                </a:xfrm>
                <a:custGeom>
                  <a:avLst/>
                  <a:gdLst>
                    <a:gd name="T0" fmla="*/ 69 w 126"/>
                    <a:gd name="T1" fmla="*/ 16 h 311"/>
                    <a:gd name="T2" fmla="*/ 33 w 126"/>
                    <a:gd name="T3" fmla="*/ 0 h 311"/>
                    <a:gd name="T4" fmla="*/ 17 w 126"/>
                    <a:gd name="T5" fmla="*/ 16 h 311"/>
                    <a:gd name="T6" fmla="*/ 5 w 126"/>
                    <a:gd name="T7" fmla="*/ 62 h 311"/>
                    <a:gd name="T8" fmla="*/ 0 w 126"/>
                    <a:gd name="T9" fmla="*/ 126 h 311"/>
                    <a:gd name="T10" fmla="*/ 5 w 126"/>
                    <a:gd name="T11" fmla="*/ 195 h 311"/>
                    <a:gd name="T12" fmla="*/ 23 w 126"/>
                    <a:gd name="T13" fmla="*/ 259 h 311"/>
                    <a:gd name="T14" fmla="*/ 51 w 126"/>
                    <a:gd name="T15" fmla="*/ 305 h 311"/>
                    <a:gd name="T16" fmla="*/ 91 w 126"/>
                    <a:gd name="T17" fmla="*/ 311 h 311"/>
                    <a:gd name="T18" fmla="*/ 126 w 126"/>
                    <a:gd name="T19" fmla="*/ 218 h 311"/>
                    <a:gd name="T20" fmla="*/ 69 w 126"/>
                    <a:gd name="T21" fmla="*/ 16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311">
                      <a:moveTo>
                        <a:pt x="69" y="16"/>
                      </a:moveTo>
                      <a:lnTo>
                        <a:pt x="33" y="0"/>
                      </a:lnTo>
                      <a:lnTo>
                        <a:pt x="17" y="16"/>
                      </a:lnTo>
                      <a:lnTo>
                        <a:pt x="5" y="62"/>
                      </a:lnTo>
                      <a:lnTo>
                        <a:pt x="0" y="126"/>
                      </a:lnTo>
                      <a:lnTo>
                        <a:pt x="5" y="195"/>
                      </a:lnTo>
                      <a:lnTo>
                        <a:pt x="23" y="259"/>
                      </a:lnTo>
                      <a:lnTo>
                        <a:pt x="51" y="305"/>
                      </a:lnTo>
                      <a:lnTo>
                        <a:pt x="91" y="311"/>
                      </a:lnTo>
                      <a:lnTo>
                        <a:pt x="126" y="218"/>
                      </a:lnTo>
                      <a:lnTo>
                        <a:pt x="69" y="16"/>
                      </a:lnTo>
                      <a:close/>
                    </a:path>
                  </a:pathLst>
                </a:custGeom>
                <a:solidFill>
                  <a:srgbClr val="FFE0C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nvGrpSpPr>
                <p:cNvPr id="79941" name="Group 69"/>
                <p:cNvGrpSpPr>
                  <a:grpSpLocks/>
                </p:cNvGrpSpPr>
                <p:nvPr/>
              </p:nvGrpSpPr>
              <p:grpSpPr bwMode="auto">
                <a:xfrm>
                  <a:off x="2169" y="2067"/>
                  <a:ext cx="1236" cy="1006"/>
                  <a:chOff x="2169" y="2067"/>
                  <a:chExt cx="1236" cy="1006"/>
                </a:xfrm>
              </p:grpSpPr>
              <p:sp>
                <p:nvSpPr>
                  <p:cNvPr id="79942" name="Freeform 70"/>
                  <p:cNvSpPr>
                    <a:spLocks/>
                  </p:cNvSpPr>
                  <p:nvPr/>
                </p:nvSpPr>
                <p:spPr bwMode="auto">
                  <a:xfrm>
                    <a:off x="2169" y="2107"/>
                    <a:ext cx="1236" cy="655"/>
                  </a:xfrm>
                  <a:custGeom>
                    <a:avLst/>
                    <a:gdLst>
                      <a:gd name="T0" fmla="*/ 555 w 2472"/>
                      <a:gd name="T1" fmla="*/ 1310 h 1310"/>
                      <a:gd name="T2" fmla="*/ 553 w 2472"/>
                      <a:gd name="T3" fmla="*/ 1263 h 1310"/>
                      <a:gd name="T4" fmla="*/ 555 w 2472"/>
                      <a:gd name="T5" fmla="*/ 1180 h 1310"/>
                      <a:gd name="T6" fmla="*/ 565 w 2472"/>
                      <a:gd name="T7" fmla="*/ 1093 h 1310"/>
                      <a:gd name="T8" fmla="*/ 510 w 2472"/>
                      <a:gd name="T9" fmla="*/ 1128 h 1310"/>
                      <a:gd name="T10" fmla="*/ 461 w 2472"/>
                      <a:gd name="T11" fmla="*/ 1159 h 1310"/>
                      <a:gd name="T12" fmla="*/ 359 w 2472"/>
                      <a:gd name="T13" fmla="*/ 1194 h 1310"/>
                      <a:gd name="T14" fmla="*/ 267 w 2472"/>
                      <a:gd name="T15" fmla="*/ 1206 h 1310"/>
                      <a:gd name="T16" fmla="*/ 206 w 2472"/>
                      <a:gd name="T17" fmla="*/ 1203 h 1310"/>
                      <a:gd name="T18" fmla="*/ 164 w 2472"/>
                      <a:gd name="T19" fmla="*/ 1183 h 1310"/>
                      <a:gd name="T20" fmla="*/ 117 w 2472"/>
                      <a:gd name="T21" fmla="*/ 1124 h 1310"/>
                      <a:gd name="T22" fmla="*/ 65 w 2472"/>
                      <a:gd name="T23" fmla="*/ 1032 h 1310"/>
                      <a:gd name="T24" fmla="*/ 39 w 2472"/>
                      <a:gd name="T25" fmla="*/ 955 h 1310"/>
                      <a:gd name="T26" fmla="*/ 24 w 2472"/>
                      <a:gd name="T27" fmla="*/ 890 h 1310"/>
                      <a:gd name="T28" fmla="*/ 11 w 2472"/>
                      <a:gd name="T29" fmla="*/ 828 h 1310"/>
                      <a:gd name="T30" fmla="*/ 5 w 2472"/>
                      <a:gd name="T31" fmla="*/ 773 h 1310"/>
                      <a:gd name="T32" fmla="*/ 0 w 2472"/>
                      <a:gd name="T33" fmla="*/ 705 h 1310"/>
                      <a:gd name="T34" fmla="*/ 0 w 2472"/>
                      <a:gd name="T35" fmla="*/ 622 h 1310"/>
                      <a:gd name="T36" fmla="*/ 2 w 2472"/>
                      <a:gd name="T37" fmla="*/ 546 h 1310"/>
                      <a:gd name="T38" fmla="*/ 14 w 2472"/>
                      <a:gd name="T39" fmla="*/ 475 h 1310"/>
                      <a:gd name="T40" fmla="*/ 25 w 2472"/>
                      <a:gd name="T41" fmla="*/ 403 h 1310"/>
                      <a:gd name="T42" fmla="*/ 39 w 2472"/>
                      <a:gd name="T43" fmla="*/ 336 h 1310"/>
                      <a:gd name="T44" fmla="*/ 57 w 2472"/>
                      <a:gd name="T45" fmla="*/ 271 h 1310"/>
                      <a:gd name="T46" fmla="*/ 82 w 2472"/>
                      <a:gd name="T47" fmla="*/ 183 h 1310"/>
                      <a:gd name="T48" fmla="*/ 112 w 2472"/>
                      <a:gd name="T49" fmla="*/ 133 h 1310"/>
                      <a:gd name="T50" fmla="*/ 142 w 2472"/>
                      <a:gd name="T51" fmla="*/ 79 h 1310"/>
                      <a:gd name="T52" fmla="*/ 164 w 2472"/>
                      <a:gd name="T53" fmla="*/ 114 h 1310"/>
                      <a:gd name="T54" fmla="*/ 189 w 2472"/>
                      <a:gd name="T55" fmla="*/ 152 h 1310"/>
                      <a:gd name="T56" fmla="*/ 234 w 2472"/>
                      <a:gd name="T57" fmla="*/ 202 h 1310"/>
                      <a:gd name="T58" fmla="*/ 272 w 2472"/>
                      <a:gd name="T59" fmla="*/ 225 h 1310"/>
                      <a:gd name="T60" fmla="*/ 315 w 2472"/>
                      <a:gd name="T61" fmla="*/ 237 h 1310"/>
                      <a:gd name="T62" fmla="*/ 393 w 2472"/>
                      <a:gd name="T63" fmla="*/ 218 h 1310"/>
                      <a:gd name="T64" fmla="*/ 478 w 2472"/>
                      <a:gd name="T65" fmla="*/ 176 h 1310"/>
                      <a:gd name="T66" fmla="*/ 484 w 2472"/>
                      <a:gd name="T67" fmla="*/ 275 h 1310"/>
                      <a:gd name="T68" fmla="*/ 518 w 2472"/>
                      <a:gd name="T69" fmla="*/ 505 h 1310"/>
                      <a:gd name="T70" fmla="*/ 507 w 2472"/>
                      <a:gd name="T71" fmla="*/ 621 h 1310"/>
                      <a:gd name="T72" fmla="*/ 588 w 2472"/>
                      <a:gd name="T73" fmla="*/ 460 h 1310"/>
                      <a:gd name="T74" fmla="*/ 657 w 2472"/>
                      <a:gd name="T75" fmla="*/ 345 h 1310"/>
                      <a:gd name="T76" fmla="*/ 726 w 2472"/>
                      <a:gd name="T77" fmla="*/ 265 h 1310"/>
                      <a:gd name="T78" fmla="*/ 818 w 2472"/>
                      <a:gd name="T79" fmla="*/ 173 h 1310"/>
                      <a:gd name="T80" fmla="*/ 899 w 2472"/>
                      <a:gd name="T81" fmla="*/ 102 h 1310"/>
                      <a:gd name="T82" fmla="*/ 1060 w 2472"/>
                      <a:gd name="T83" fmla="*/ 34 h 1310"/>
                      <a:gd name="T84" fmla="*/ 1244 w 2472"/>
                      <a:gd name="T85" fmla="*/ 0 h 1310"/>
                      <a:gd name="T86" fmla="*/ 1461 w 2472"/>
                      <a:gd name="T87" fmla="*/ 0 h 1310"/>
                      <a:gd name="T88" fmla="*/ 1830 w 2472"/>
                      <a:gd name="T89" fmla="*/ 57 h 1310"/>
                      <a:gd name="T90" fmla="*/ 2071 w 2472"/>
                      <a:gd name="T91" fmla="*/ 161 h 1310"/>
                      <a:gd name="T92" fmla="*/ 2219 w 2472"/>
                      <a:gd name="T93" fmla="*/ 287 h 1310"/>
                      <a:gd name="T94" fmla="*/ 2323 w 2472"/>
                      <a:gd name="T95" fmla="*/ 439 h 1310"/>
                      <a:gd name="T96" fmla="*/ 2415 w 2472"/>
                      <a:gd name="T97" fmla="*/ 587 h 1310"/>
                      <a:gd name="T98" fmla="*/ 2461 w 2472"/>
                      <a:gd name="T99" fmla="*/ 737 h 1310"/>
                      <a:gd name="T100" fmla="*/ 2472 w 2472"/>
                      <a:gd name="T101" fmla="*/ 1059 h 1310"/>
                      <a:gd name="T102" fmla="*/ 2461 w 2472"/>
                      <a:gd name="T103" fmla="*/ 1310 h 1310"/>
                      <a:gd name="T104" fmla="*/ 555 w 2472"/>
                      <a:gd name="T105" fmla="*/ 1310 h 1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472" h="1310">
                        <a:moveTo>
                          <a:pt x="555" y="1310"/>
                        </a:moveTo>
                        <a:lnTo>
                          <a:pt x="553" y="1263"/>
                        </a:lnTo>
                        <a:lnTo>
                          <a:pt x="555" y="1180"/>
                        </a:lnTo>
                        <a:lnTo>
                          <a:pt x="565" y="1093"/>
                        </a:lnTo>
                        <a:lnTo>
                          <a:pt x="510" y="1128"/>
                        </a:lnTo>
                        <a:lnTo>
                          <a:pt x="461" y="1159"/>
                        </a:lnTo>
                        <a:lnTo>
                          <a:pt x="359" y="1194"/>
                        </a:lnTo>
                        <a:lnTo>
                          <a:pt x="267" y="1206"/>
                        </a:lnTo>
                        <a:lnTo>
                          <a:pt x="206" y="1203"/>
                        </a:lnTo>
                        <a:lnTo>
                          <a:pt x="164" y="1183"/>
                        </a:lnTo>
                        <a:lnTo>
                          <a:pt x="117" y="1124"/>
                        </a:lnTo>
                        <a:lnTo>
                          <a:pt x="65" y="1032"/>
                        </a:lnTo>
                        <a:lnTo>
                          <a:pt x="39" y="955"/>
                        </a:lnTo>
                        <a:lnTo>
                          <a:pt x="24" y="890"/>
                        </a:lnTo>
                        <a:lnTo>
                          <a:pt x="11" y="828"/>
                        </a:lnTo>
                        <a:lnTo>
                          <a:pt x="5" y="773"/>
                        </a:lnTo>
                        <a:lnTo>
                          <a:pt x="0" y="705"/>
                        </a:lnTo>
                        <a:lnTo>
                          <a:pt x="0" y="622"/>
                        </a:lnTo>
                        <a:lnTo>
                          <a:pt x="2" y="546"/>
                        </a:lnTo>
                        <a:lnTo>
                          <a:pt x="14" y="475"/>
                        </a:lnTo>
                        <a:lnTo>
                          <a:pt x="25" y="403"/>
                        </a:lnTo>
                        <a:lnTo>
                          <a:pt x="39" y="336"/>
                        </a:lnTo>
                        <a:lnTo>
                          <a:pt x="57" y="271"/>
                        </a:lnTo>
                        <a:lnTo>
                          <a:pt x="82" y="183"/>
                        </a:lnTo>
                        <a:lnTo>
                          <a:pt x="112" y="133"/>
                        </a:lnTo>
                        <a:lnTo>
                          <a:pt x="142" y="79"/>
                        </a:lnTo>
                        <a:lnTo>
                          <a:pt x="164" y="114"/>
                        </a:lnTo>
                        <a:lnTo>
                          <a:pt x="189" y="152"/>
                        </a:lnTo>
                        <a:lnTo>
                          <a:pt x="234" y="202"/>
                        </a:lnTo>
                        <a:lnTo>
                          <a:pt x="272" y="225"/>
                        </a:lnTo>
                        <a:lnTo>
                          <a:pt x="315" y="237"/>
                        </a:lnTo>
                        <a:lnTo>
                          <a:pt x="393" y="218"/>
                        </a:lnTo>
                        <a:lnTo>
                          <a:pt x="478" y="176"/>
                        </a:lnTo>
                        <a:lnTo>
                          <a:pt x="484" y="275"/>
                        </a:lnTo>
                        <a:lnTo>
                          <a:pt x="518" y="505"/>
                        </a:lnTo>
                        <a:lnTo>
                          <a:pt x="507" y="621"/>
                        </a:lnTo>
                        <a:lnTo>
                          <a:pt x="588" y="460"/>
                        </a:lnTo>
                        <a:lnTo>
                          <a:pt x="657" y="345"/>
                        </a:lnTo>
                        <a:lnTo>
                          <a:pt x="726" y="265"/>
                        </a:lnTo>
                        <a:lnTo>
                          <a:pt x="818" y="173"/>
                        </a:lnTo>
                        <a:lnTo>
                          <a:pt x="899" y="102"/>
                        </a:lnTo>
                        <a:lnTo>
                          <a:pt x="1060" y="34"/>
                        </a:lnTo>
                        <a:lnTo>
                          <a:pt x="1244" y="0"/>
                        </a:lnTo>
                        <a:lnTo>
                          <a:pt x="1461" y="0"/>
                        </a:lnTo>
                        <a:lnTo>
                          <a:pt x="1830" y="57"/>
                        </a:lnTo>
                        <a:lnTo>
                          <a:pt x="2071" y="161"/>
                        </a:lnTo>
                        <a:lnTo>
                          <a:pt x="2219" y="287"/>
                        </a:lnTo>
                        <a:lnTo>
                          <a:pt x="2323" y="439"/>
                        </a:lnTo>
                        <a:lnTo>
                          <a:pt x="2415" y="587"/>
                        </a:lnTo>
                        <a:lnTo>
                          <a:pt x="2461" y="737"/>
                        </a:lnTo>
                        <a:lnTo>
                          <a:pt x="2472" y="1059"/>
                        </a:lnTo>
                        <a:lnTo>
                          <a:pt x="2461" y="1310"/>
                        </a:lnTo>
                        <a:lnTo>
                          <a:pt x="555" y="1310"/>
                        </a:lnTo>
                        <a:close/>
                      </a:path>
                    </a:pathLst>
                  </a:custGeom>
                  <a:solidFill>
                    <a:srgbClr val="C0C0FF"/>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nvGrpSpPr>
                  <p:cNvPr id="79943" name="Group 71"/>
                  <p:cNvGrpSpPr>
                    <a:grpSpLocks/>
                  </p:cNvGrpSpPr>
                  <p:nvPr/>
                </p:nvGrpSpPr>
                <p:grpSpPr bwMode="auto">
                  <a:xfrm>
                    <a:off x="2681" y="2067"/>
                    <a:ext cx="449" cy="1006"/>
                    <a:chOff x="2681" y="2067"/>
                    <a:chExt cx="449" cy="1006"/>
                  </a:xfrm>
                </p:grpSpPr>
                <p:sp>
                  <p:nvSpPr>
                    <p:cNvPr id="79944" name="Freeform 72"/>
                    <p:cNvSpPr>
                      <a:spLocks/>
                    </p:cNvSpPr>
                    <p:nvPr/>
                  </p:nvSpPr>
                  <p:spPr bwMode="auto">
                    <a:xfrm>
                      <a:off x="2681" y="2067"/>
                      <a:ext cx="449" cy="404"/>
                    </a:xfrm>
                    <a:custGeom>
                      <a:avLst/>
                      <a:gdLst>
                        <a:gd name="T0" fmla="*/ 23 w 896"/>
                        <a:gd name="T1" fmla="*/ 161 h 808"/>
                        <a:gd name="T2" fmla="*/ 0 w 896"/>
                        <a:gd name="T3" fmla="*/ 299 h 808"/>
                        <a:gd name="T4" fmla="*/ 35 w 896"/>
                        <a:gd name="T5" fmla="*/ 449 h 808"/>
                        <a:gd name="T6" fmla="*/ 46 w 896"/>
                        <a:gd name="T7" fmla="*/ 541 h 808"/>
                        <a:gd name="T8" fmla="*/ 52 w 896"/>
                        <a:gd name="T9" fmla="*/ 578 h 808"/>
                        <a:gd name="T10" fmla="*/ 72 w 896"/>
                        <a:gd name="T11" fmla="*/ 631 h 808"/>
                        <a:gd name="T12" fmla="*/ 90 w 896"/>
                        <a:gd name="T13" fmla="*/ 677 h 808"/>
                        <a:gd name="T14" fmla="*/ 133 w 896"/>
                        <a:gd name="T15" fmla="*/ 731 h 808"/>
                        <a:gd name="T16" fmla="*/ 163 w 896"/>
                        <a:gd name="T17" fmla="*/ 769 h 808"/>
                        <a:gd name="T18" fmla="*/ 207 w 896"/>
                        <a:gd name="T19" fmla="*/ 805 h 808"/>
                        <a:gd name="T20" fmla="*/ 391 w 896"/>
                        <a:gd name="T21" fmla="*/ 587 h 808"/>
                        <a:gd name="T22" fmla="*/ 595 w 896"/>
                        <a:gd name="T23" fmla="*/ 808 h 808"/>
                        <a:gd name="T24" fmla="*/ 641 w 896"/>
                        <a:gd name="T25" fmla="*/ 765 h 808"/>
                        <a:gd name="T26" fmla="*/ 680 w 896"/>
                        <a:gd name="T27" fmla="*/ 716 h 808"/>
                        <a:gd name="T28" fmla="*/ 714 w 896"/>
                        <a:gd name="T29" fmla="*/ 654 h 808"/>
                        <a:gd name="T30" fmla="*/ 759 w 896"/>
                        <a:gd name="T31" fmla="*/ 587 h 808"/>
                        <a:gd name="T32" fmla="*/ 827 w 896"/>
                        <a:gd name="T33" fmla="*/ 449 h 808"/>
                        <a:gd name="T34" fmla="*/ 873 w 896"/>
                        <a:gd name="T35" fmla="*/ 242 h 808"/>
                        <a:gd name="T36" fmla="*/ 896 w 896"/>
                        <a:gd name="T37" fmla="*/ 138 h 808"/>
                        <a:gd name="T38" fmla="*/ 747 w 896"/>
                        <a:gd name="T39" fmla="*/ 47 h 808"/>
                        <a:gd name="T40" fmla="*/ 586 w 896"/>
                        <a:gd name="T41" fmla="*/ 0 h 808"/>
                        <a:gd name="T42" fmla="*/ 332 w 896"/>
                        <a:gd name="T43" fmla="*/ 13 h 808"/>
                        <a:gd name="T44" fmla="*/ 149 w 896"/>
                        <a:gd name="T45" fmla="*/ 59 h 808"/>
                        <a:gd name="T46" fmla="*/ 23 w 896"/>
                        <a:gd name="T47" fmla="*/ 161 h 8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6" h="808">
                          <a:moveTo>
                            <a:pt x="23" y="161"/>
                          </a:moveTo>
                          <a:lnTo>
                            <a:pt x="0" y="299"/>
                          </a:lnTo>
                          <a:lnTo>
                            <a:pt x="35" y="449"/>
                          </a:lnTo>
                          <a:lnTo>
                            <a:pt x="46" y="541"/>
                          </a:lnTo>
                          <a:lnTo>
                            <a:pt x="52" y="578"/>
                          </a:lnTo>
                          <a:lnTo>
                            <a:pt x="72" y="631"/>
                          </a:lnTo>
                          <a:lnTo>
                            <a:pt x="90" y="677"/>
                          </a:lnTo>
                          <a:lnTo>
                            <a:pt x="133" y="731"/>
                          </a:lnTo>
                          <a:lnTo>
                            <a:pt x="163" y="769"/>
                          </a:lnTo>
                          <a:lnTo>
                            <a:pt x="207" y="805"/>
                          </a:lnTo>
                          <a:lnTo>
                            <a:pt x="391" y="587"/>
                          </a:lnTo>
                          <a:lnTo>
                            <a:pt x="595" y="808"/>
                          </a:lnTo>
                          <a:lnTo>
                            <a:pt x="641" y="765"/>
                          </a:lnTo>
                          <a:lnTo>
                            <a:pt x="680" y="716"/>
                          </a:lnTo>
                          <a:lnTo>
                            <a:pt x="714" y="654"/>
                          </a:lnTo>
                          <a:lnTo>
                            <a:pt x="759" y="587"/>
                          </a:lnTo>
                          <a:lnTo>
                            <a:pt x="827" y="449"/>
                          </a:lnTo>
                          <a:lnTo>
                            <a:pt x="873" y="242"/>
                          </a:lnTo>
                          <a:lnTo>
                            <a:pt x="896" y="138"/>
                          </a:lnTo>
                          <a:lnTo>
                            <a:pt x="747" y="47"/>
                          </a:lnTo>
                          <a:lnTo>
                            <a:pt x="586" y="0"/>
                          </a:lnTo>
                          <a:lnTo>
                            <a:pt x="332" y="13"/>
                          </a:lnTo>
                          <a:lnTo>
                            <a:pt x="149" y="59"/>
                          </a:lnTo>
                          <a:lnTo>
                            <a:pt x="23" y="161"/>
                          </a:lnTo>
                          <a:close/>
                        </a:path>
                      </a:pathLst>
                    </a:custGeom>
                    <a:solidFill>
                      <a:srgbClr val="FFFFFF"/>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45" name="Freeform 73"/>
                    <p:cNvSpPr>
                      <a:spLocks/>
                    </p:cNvSpPr>
                    <p:nvPr/>
                  </p:nvSpPr>
                  <p:spPr bwMode="auto">
                    <a:xfrm>
                      <a:off x="2750" y="2360"/>
                      <a:ext cx="276" cy="713"/>
                    </a:xfrm>
                    <a:custGeom>
                      <a:avLst/>
                      <a:gdLst>
                        <a:gd name="T0" fmla="*/ 254 w 553"/>
                        <a:gd name="T1" fmla="*/ 0 h 1424"/>
                        <a:gd name="T2" fmla="*/ 121 w 553"/>
                        <a:gd name="T3" fmla="*/ 160 h 1424"/>
                        <a:gd name="T4" fmla="*/ 173 w 553"/>
                        <a:gd name="T5" fmla="*/ 287 h 1424"/>
                        <a:gd name="T6" fmla="*/ 82 w 553"/>
                        <a:gd name="T7" fmla="*/ 460 h 1424"/>
                        <a:gd name="T8" fmla="*/ 25 w 553"/>
                        <a:gd name="T9" fmla="*/ 700 h 1424"/>
                        <a:gd name="T10" fmla="*/ 0 w 553"/>
                        <a:gd name="T11" fmla="*/ 861 h 1424"/>
                        <a:gd name="T12" fmla="*/ 25 w 553"/>
                        <a:gd name="T13" fmla="*/ 1011 h 1424"/>
                        <a:gd name="T14" fmla="*/ 70 w 553"/>
                        <a:gd name="T15" fmla="*/ 1194 h 1424"/>
                        <a:gd name="T16" fmla="*/ 288 w 553"/>
                        <a:gd name="T17" fmla="*/ 1424 h 1424"/>
                        <a:gd name="T18" fmla="*/ 506 w 553"/>
                        <a:gd name="T19" fmla="*/ 1149 h 1424"/>
                        <a:gd name="T20" fmla="*/ 553 w 553"/>
                        <a:gd name="T21" fmla="*/ 895 h 1424"/>
                        <a:gd name="T22" fmla="*/ 518 w 553"/>
                        <a:gd name="T23" fmla="*/ 654 h 1424"/>
                        <a:gd name="T24" fmla="*/ 460 w 553"/>
                        <a:gd name="T25" fmla="*/ 448 h 1424"/>
                        <a:gd name="T26" fmla="*/ 368 w 553"/>
                        <a:gd name="T27" fmla="*/ 275 h 1424"/>
                        <a:gd name="T28" fmla="*/ 437 w 553"/>
                        <a:gd name="T29" fmla="*/ 195 h 1424"/>
                        <a:gd name="T30" fmla="*/ 254 w 553"/>
                        <a:gd name="T31" fmla="*/ 0 h 1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3" h="1424">
                          <a:moveTo>
                            <a:pt x="254" y="0"/>
                          </a:moveTo>
                          <a:lnTo>
                            <a:pt x="121" y="160"/>
                          </a:lnTo>
                          <a:lnTo>
                            <a:pt x="173" y="287"/>
                          </a:lnTo>
                          <a:lnTo>
                            <a:pt x="82" y="460"/>
                          </a:lnTo>
                          <a:lnTo>
                            <a:pt x="25" y="700"/>
                          </a:lnTo>
                          <a:lnTo>
                            <a:pt x="0" y="861"/>
                          </a:lnTo>
                          <a:lnTo>
                            <a:pt x="25" y="1011"/>
                          </a:lnTo>
                          <a:lnTo>
                            <a:pt x="70" y="1194"/>
                          </a:lnTo>
                          <a:lnTo>
                            <a:pt x="288" y="1424"/>
                          </a:lnTo>
                          <a:lnTo>
                            <a:pt x="506" y="1149"/>
                          </a:lnTo>
                          <a:lnTo>
                            <a:pt x="553" y="895"/>
                          </a:lnTo>
                          <a:lnTo>
                            <a:pt x="518" y="654"/>
                          </a:lnTo>
                          <a:lnTo>
                            <a:pt x="460" y="448"/>
                          </a:lnTo>
                          <a:lnTo>
                            <a:pt x="368" y="275"/>
                          </a:lnTo>
                          <a:lnTo>
                            <a:pt x="437" y="195"/>
                          </a:lnTo>
                          <a:lnTo>
                            <a:pt x="254" y="0"/>
                          </a:lnTo>
                          <a:close/>
                        </a:path>
                      </a:pathLst>
                    </a:custGeom>
                    <a:solidFill>
                      <a:srgbClr val="A000A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grpSp>
            <p:sp>
              <p:nvSpPr>
                <p:cNvPr id="79946" name="Freeform 74"/>
                <p:cNvSpPr>
                  <a:spLocks/>
                </p:cNvSpPr>
                <p:nvPr/>
              </p:nvSpPr>
              <p:spPr bwMode="auto">
                <a:xfrm>
                  <a:off x="2939" y="2008"/>
                  <a:ext cx="347" cy="436"/>
                </a:xfrm>
                <a:custGeom>
                  <a:avLst/>
                  <a:gdLst>
                    <a:gd name="T0" fmla="*/ 331 w 693"/>
                    <a:gd name="T1" fmla="*/ 38 h 873"/>
                    <a:gd name="T2" fmla="*/ 352 w 693"/>
                    <a:gd name="T3" fmla="*/ 11 h 873"/>
                    <a:gd name="T4" fmla="*/ 388 w 693"/>
                    <a:gd name="T5" fmla="*/ 0 h 873"/>
                    <a:gd name="T6" fmla="*/ 411 w 693"/>
                    <a:gd name="T7" fmla="*/ 3 h 873"/>
                    <a:gd name="T8" fmla="*/ 422 w 693"/>
                    <a:gd name="T9" fmla="*/ 18 h 873"/>
                    <a:gd name="T10" fmla="*/ 435 w 693"/>
                    <a:gd name="T11" fmla="*/ 51 h 873"/>
                    <a:gd name="T12" fmla="*/ 439 w 693"/>
                    <a:gd name="T13" fmla="*/ 114 h 873"/>
                    <a:gd name="T14" fmla="*/ 434 w 693"/>
                    <a:gd name="T15" fmla="*/ 174 h 873"/>
                    <a:gd name="T16" fmla="*/ 432 w 693"/>
                    <a:gd name="T17" fmla="*/ 212 h 873"/>
                    <a:gd name="T18" fmla="*/ 444 w 693"/>
                    <a:gd name="T19" fmla="*/ 300 h 873"/>
                    <a:gd name="T20" fmla="*/ 460 w 693"/>
                    <a:gd name="T21" fmla="*/ 366 h 873"/>
                    <a:gd name="T22" fmla="*/ 468 w 693"/>
                    <a:gd name="T23" fmla="*/ 389 h 873"/>
                    <a:gd name="T24" fmla="*/ 489 w 693"/>
                    <a:gd name="T25" fmla="*/ 429 h 873"/>
                    <a:gd name="T26" fmla="*/ 531 w 693"/>
                    <a:gd name="T27" fmla="*/ 561 h 873"/>
                    <a:gd name="T28" fmla="*/ 563 w 693"/>
                    <a:gd name="T29" fmla="*/ 597 h 873"/>
                    <a:gd name="T30" fmla="*/ 617 w 693"/>
                    <a:gd name="T31" fmla="*/ 653 h 873"/>
                    <a:gd name="T32" fmla="*/ 693 w 693"/>
                    <a:gd name="T33" fmla="*/ 727 h 873"/>
                    <a:gd name="T34" fmla="*/ 422 w 693"/>
                    <a:gd name="T35" fmla="*/ 873 h 873"/>
                    <a:gd name="T36" fmla="*/ 259 w 693"/>
                    <a:gd name="T37" fmla="*/ 689 h 873"/>
                    <a:gd name="T38" fmla="*/ 195 w 693"/>
                    <a:gd name="T39" fmla="*/ 717 h 873"/>
                    <a:gd name="T40" fmla="*/ 96 w 693"/>
                    <a:gd name="T41" fmla="*/ 736 h 873"/>
                    <a:gd name="T42" fmla="*/ 31 w 693"/>
                    <a:gd name="T43" fmla="*/ 727 h 873"/>
                    <a:gd name="T44" fmla="*/ 0 w 693"/>
                    <a:gd name="T45" fmla="*/ 699 h 873"/>
                    <a:gd name="T46" fmla="*/ 0 w 693"/>
                    <a:gd name="T47" fmla="*/ 671 h 873"/>
                    <a:gd name="T48" fmla="*/ 18 w 693"/>
                    <a:gd name="T49" fmla="*/ 632 h 873"/>
                    <a:gd name="T50" fmla="*/ 77 w 693"/>
                    <a:gd name="T51" fmla="*/ 612 h 873"/>
                    <a:gd name="T52" fmla="*/ 157 w 693"/>
                    <a:gd name="T53" fmla="*/ 595 h 873"/>
                    <a:gd name="T54" fmla="*/ 214 w 693"/>
                    <a:gd name="T55" fmla="*/ 574 h 873"/>
                    <a:gd name="T56" fmla="*/ 241 w 693"/>
                    <a:gd name="T57" fmla="*/ 547 h 873"/>
                    <a:gd name="T58" fmla="*/ 280 w 693"/>
                    <a:gd name="T59" fmla="*/ 508 h 873"/>
                    <a:gd name="T60" fmla="*/ 303 w 693"/>
                    <a:gd name="T61" fmla="*/ 485 h 873"/>
                    <a:gd name="T62" fmla="*/ 326 w 693"/>
                    <a:gd name="T63" fmla="*/ 450 h 873"/>
                    <a:gd name="T64" fmla="*/ 326 w 693"/>
                    <a:gd name="T65" fmla="*/ 378 h 873"/>
                    <a:gd name="T66" fmla="*/ 319 w 693"/>
                    <a:gd name="T67" fmla="*/ 302 h 873"/>
                    <a:gd name="T68" fmla="*/ 303 w 693"/>
                    <a:gd name="T69" fmla="*/ 219 h 873"/>
                    <a:gd name="T70" fmla="*/ 315 w 693"/>
                    <a:gd name="T71" fmla="*/ 101 h 873"/>
                    <a:gd name="T72" fmla="*/ 331 w 693"/>
                    <a:gd name="T73" fmla="*/ 38 h 8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93" h="873">
                      <a:moveTo>
                        <a:pt x="331" y="38"/>
                      </a:moveTo>
                      <a:lnTo>
                        <a:pt x="352" y="11"/>
                      </a:lnTo>
                      <a:lnTo>
                        <a:pt x="388" y="0"/>
                      </a:lnTo>
                      <a:lnTo>
                        <a:pt x="411" y="3"/>
                      </a:lnTo>
                      <a:lnTo>
                        <a:pt x="422" y="18"/>
                      </a:lnTo>
                      <a:lnTo>
                        <a:pt x="435" y="51"/>
                      </a:lnTo>
                      <a:lnTo>
                        <a:pt x="439" y="114"/>
                      </a:lnTo>
                      <a:lnTo>
                        <a:pt x="434" y="174"/>
                      </a:lnTo>
                      <a:lnTo>
                        <a:pt x="432" y="212"/>
                      </a:lnTo>
                      <a:lnTo>
                        <a:pt x="444" y="300"/>
                      </a:lnTo>
                      <a:lnTo>
                        <a:pt x="460" y="366"/>
                      </a:lnTo>
                      <a:lnTo>
                        <a:pt x="468" y="389"/>
                      </a:lnTo>
                      <a:lnTo>
                        <a:pt x="489" y="429"/>
                      </a:lnTo>
                      <a:lnTo>
                        <a:pt x="531" y="561"/>
                      </a:lnTo>
                      <a:lnTo>
                        <a:pt x="563" y="597"/>
                      </a:lnTo>
                      <a:lnTo>
                        <a:pt x="617" y="653"/>
                      </a:lnTo>
                      <a:lnTo>
                        <a:pt x="693" y="727"/>
                      </a:lnTo>
                      <a:lnTo>
                        <a:pt x="422" y="873"/>
                      </a:lnTo>
                      <a:lnTo>
                        <a:pt x="259" y="689"/>
                      </a:lnTo>
                      <a:lnTo>
                        <a:pt x="195" y="717"/>
                      </a:lnTo>
                      <a:lnTo>
                        <a:pt x="96" y="736"/>
                      </a:lnTo>
                      <a:lnTo>
                        <a:pt x="31" y="727"/>
                      </a:lnTo>
                      <a:lnTo>
                        <a:pt x="0" y="699"/>
                      </a:lnTo>
                      <a:lnTo>
                        <a:pt x="0" y="671"/>
                      </a:lnTo>
                      <a:lnTo>
                        <a:pt x="18" y="632"/>
                      </a:lnTo>
                      <a:lnTo>
                        <a:pt x="77" y="612"/>
                      </a:lnTo>
                      <a:lnTo>
                        <a:pt x="157" y="595"/>
                      </a:lnTo>
                      <a:lnTo>
                        <a:pt x="214" y="574"/>
                      </a:lnTo>
                      <a:lnTo>
                        <a:pt x="241" y="547"/>
                      </a:lnTo>
                      <a:lnTo>
                        <a:pt x="280" y="508"/>
                      </a:lnTo>
                      <a:lnTo>
                        <a:pt x="303" y="485"/>
                      </a:lnTo>
                      <a:lnTo>
                        <a:pt x="326" y="450"/>
                      </a:lnTo>
                      <a:lnTo>
                        <a:pt x="326" y="378"/>
                      </a:lnTo>
                      <a:lnTo>
                        <a:pt x="319" y="302"/>
                      </a:lnTo>
                      <a:lnTo>
                        <a:pt x="303" y="219"/>
                      </a:lnTo>
                      <a:lnTo>
                        <a:pt x="315" y="101"/>
                      </a:lnTo>
                      <a:lnTo>
                        <a:pt x="331" y="38"/>
                      </a:lnTo>
                      <a:close/>
                    </a:path>
                  </a:pathLst>
                </a:custGeom>
                <a:solidFill>
                  <a:srgbClr val="FFE0C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47" name="Freeform 75"/>
                <p:cNvSpPr>
                  <a:spLocks/>
                </p:cNvSpPr>
                <p:nvPr/>
              </p:nvSpPr>
              <p:spPr bwMode="auto">
                <a:xfrm>
                  <a:off x="2681" y="1740"/>
                  <a:ext cx="438" cy="621"/>
                </a:xfrm>
                <a:custGeom>
                  <a:avLst/>
                  <a:gdLst>
                    <a:gd name="T0" fmla="*/ 254 w 874"/>
                    <a:gd name="T1" fmla="*/ 21 h 1244"/>
                    <a:gd name="T2" fmla="*/ 192 w 874"/>
                    <a:gd name="T3" fmla="*/ 64 h 1244"/>
                    <a:gd name="T4" fmla="*/ 149 w 874"/>
                    <a:gd name="T5" fmla="*/ 101 h 1244"/>
                    <a:gd name="T6" fmla="*/ 118 w 874"/>
                    <a:gd name="T7" fmla="*/ 150 h 1244"/>
                    <a:gd name="T8" fmla="*/ 80 w 874"/>
                    <a:gd name="T9" fmla="*/ 203 h 1244"/>
                    <a:gd name="T10" fmla="*/ 63 w 874"/>
                    <a:gd name="T11" fmla="*/ 277 h 1244"/>
                    <a:gd name="T12" fmla="*/ 46 w 874"/>
                    <a:gd name="T13" fmla="*/ 335 h 1244"/>
                    <a:gd name="T14" fmla="*/ 46 w 874"/>
                    <a:gd name="T15" fmla="*/ 405 h 1244"/>
                    <a:gd name="T16" fmla="*/ 63 w 874"/>
                    <a:gd name="T17" fmla="*/ 501 h 1244"/>
                    <a:gd name="T18" fmla="*/ 67 w 874"/>
                    <a:gd name="T19" fmla="*/ 590 h 1244"/>
                    <a:gd name="T20" fmla="*/ 43 w 874"/>
                    <a:gd name="T21" fmla="*/ 683 h 1244"/>
                    <a:gd name="T22" fmla="*/ 17 w 874"/>
                    <a:gd name="T23" fmla="*/ 772 h 1244"/>
                    <a:gd name="T24" fmla="*/ 0 w 874"/>
                    <a:gd name="T25" fmla="*/ 853 h 1244"/>
                    <a:gd name="T26" fmla="*/ 0 w 874"/>
                    <a:gd name="T27" fmla="*/ 922 h 1244"/>
                    <a:gd name="T28" fmla="*/ 5 w 874"/>
                    <a:gd name="T29" fmla="*/ 985 h 1244"/>
                    <a:gd name="T30" fmla="*/ 17 w 874"/>
                    <a:gd name="T31" fmla="*/ 1036 h 1244"/>
                    <a:gd name="T32" fmla="*/ 41 w 874"/>
                    <a:gd name="T33" fmla="*/ 1089 h 1244"/>
                    <a:gd name="T34" fmla="*/ 74 w 874"/>
                    <a:gd name="T35" fmla="*/ 1128 h 1244"/>
                    <a:gd name="T36" fmla="*/ 115 w 874"/>
                    <a:gd name="T37" fmla="*/ 1157 h 1244"/>
                    <a:gd name="T38" fmla="*/ 196 w 874"/>
                    <a:gd name="T39" fmla="*/ 1207 h 1244"/>
                    <a:gd name="T40" fmla="*/ 286 w 874"/>
                    <a:gd name="T41" fmla="*/ 1230 h 1244"/>
                    <a:gd name="T42" fmla="*/ 378 w 874"/>
                    <a:gd name="T43" fmla="*/ 1244 h 1244"/>
                    <a:gd name="T44" fmla="*/ 465 w 874"/>
                    <a:gd name="T45" fmla="*/ 1232 h 1244"/>
                    <a:gd name="T46" fmla="*/ 540 w 874"/>
                    <a:gd name="T47" fmla="*/ 1218 h 1244"/>
                    <a:gd name="T48" fmla="*/ 621 w 874"/>
                    <a:gd name="T49" fmla="*/ 1183 h 1244"/>
                    <a:gd name="T50" fmla="*/ 690 w 874"/>
                    <a:gd name="T51" fmla="*/ 1149 h 1244"/>
                    <a:gd name="T52" fmla="*/ 747 w 874"/>
                    <a:gd name="T53" fmla="*/ 1103 h 1244"/>
                    <a:gd name="T54" fmla="*/ 816 w 874"/>
                    <a:gd name="T55" fmla="*/ 1022 h 1244"/>
                    <a:gd name="T56" fmla="*/ 845 w 874"/>
                    <a:gd name="T57" fmla="*/ 979 h 1244"/>
                    <a:gd name="T58" fmla="*/ 862 w 874"/>
                    <a:gd name="T59" fmla="*/ 922 h 1244"/>
                    <a:gd name="T60" fmla="*/ 873 w 874"/>
                    <a:gd name="T61" fmla="*/ 864 h 1244"/>
                    <a:gd name="T62" fmla="*/ 874 w 874"/>
                    <a:gd name="T63" fmla="*/ 811 h 1244"/>
                    <a:gd name="T64" fmla="*/ 864 w 874"/>
                    <a:gd name="T65" fmla="*/ 745 h 1244"/>
                    <a:gd name="T66" fmla="*/ 853 w 874"/>
                    <a:gd name="T67" fmla="*/ 683 h 1244"/>
                    <a:gd name="T68" fmla="*/ 837 w 874"/>
                    <a:gd name="T69" fmla="*/ 563 h 1244"/>
                    <a:gd name="T70" fmla="*/ 845 w 874"/>
                    <a:gd name="T71" fmla="*/ 503 h 1244"/>
                    <a:gd name="T72" fmla="*/ 864 w 874"/>
                    <a:gd name="T73" fmla="*/ 437 h 1244"/>
                    <a:gd name="T74" fmla="*/ 873 w 874"/>
                    <a:gd name="T75" fmla="*/ 319 h 1244"/>
                    <a:gd name="T76" fmla="*/ 864 w 874"/>
                    <a:gd name="T77" fmla="*/ 213 h 1244"/>
                    <a:gd name="T78" fmla="*/ 845 w 874"/>
                    <a:gd name="T79" fmla="*/ 141 h 1244"/>
                    <a:gd name="T80" fmla="*/ 805 w 874"/>
                    <a:gd name="T81" fmla="*/ 92 h 1244"/>
                    <a:gd name="T82" fmla="*/ 704 w 874"/>
                    <a:gd name="T83" fmla="*/ 42 h 1244"/>
                    <a:gd name="T84" fmla="*/ 586 w 874"/>
                    <a:gd name="T85" fmla="*/ 11 h 1244"/>
                    <a:gd name="T86" fmla="*/ 393 w 874"/>
                    <a:gd name="T87" fmla="*/ 0 h 1244"/>
                    <a:gd name="T88" fmla="*/ 254 w 874"/>
                    <a:gd name="T89" fmla="*/ 21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4" h="1244">
                      <a:moveTo>
                        <a:pt x="254" y="21"/>
                      </a:moveTo>
                      <a:lnTo>
                        <a:pt x="192" y="64"/>
                      </a:lnTo>
                      <a:lnTo>
                        <a:pt x="149" y="101"/>
                      </a:lnTo>
                      <a:lnTo>
                        <a:pt x="118" y="150"/>
                      </a:lnTo>
                      <a:lnTo>
                        <a:pt x="80" y="203"/>
                      </a:lnTo>
                      <a:lnTo>
                        <a:pt x="63" y="277"/>
                      </a:lnTo>
                      <a:lnTo>
                        <a:pt x="46" y="335"/>
                      </a:lnTo>
                      <a:lnTo>
                        <a:pt x="46" y="405"/>
                      </a:lnTo>
                      <a:lnTo>
                        <a:pt x="63" y="501"/>
                      </a:lnTo>
                      <a:lnTo>
                        <a:pt x="67" y="590"/>
                      </a:lnTo>
                      <a:lnTo>
                        <a:pt x="43" y="683"/>
                      </a:lnTo>
                      <a:lnTo>
                        <a:pt x="17" y="772"/>
                      </a:lnTo>
                      <a:lnTo>
                        <a:pt x="0" y="853"/>
                      </a:lnTo>
                      <a:lnTo>
                        <a:pt x="0" y="922"/>
                      </a:lnTo>
                      <a:lnTo>
                        <a:pt x="5" y="985"/>
                      </a:lnTo>
                      <a:lnTo>
                        <a:pt x="17" y="1036"/>
                      </a:lnTo>
                      <a:lnTo>
                        <a:pt x="41" y="1089"/>
                      </a:lnTo>
                      <a:lnTo>
                        <a:pt x="74" y="1128"/>
                      </a:lnTo>
                      <a:lnTo>
                        <a:pt x="115" y="1157"/>
                      </a:lnTo>
                      <a:lnTo>
                        <a:pt x="196" y="1207"/>
                      </a:lnTo>
                      <a:lnTo>
                        <a:pt x="286" y="1230"/>
                      </a:lnTo>
                      <a:lnTo>
                        <a:pt x="378" y="1244"/>
                      </a:lnTo>
                      <a:lnTo>
                        <a:pt x="465" y="1232"/>
                      </a:lnTo>
                      <a:lnTo>
                        <a:pt x="540" y="1218"/>
                      </a:lnTo>
                      <a:lnTo>
                        <a:pt x="621" y="1183"/>
                      </a:lnTo>
                      <a:lnTo>
                        <a:pt x="690" y="1149"/>
                      </a:lnTo>
                      <a:lnTo>
                        <a:pt x="747" y="1103"/>
                      </a:lnTo>
                      <a:lnTo>
                        <a:pt x="816" y="1022"/>
                      </a:lnTo>
                      <a:lnTo>
                        <a:pt x="845" y="979"/>
                      </a:lnTo>
                      <a:lnTo>
                        <a:pt x="862" y="922"/>
                      </a:lnTo>
                      <a:lnTo>
                        <a:pt x="873" y="864"/>
                      </a:lnTo>
                      <a:lnTo>
                        <a:pt x="874" y="811"/>
                      </a:lnTo>
                      <a:lnTo>
                        <a:pt x="864" y="745"/>
                      </a:lnTo>
                      <a:lnTo>
                        <a:pt x="853" y="683"/>
                      </a:lnTo>
                      <a:lnTo>
                        <a:pt x="837" y="563"/>
                      </a:lnTo>
                      <a:lnTo>
                        <a:pt x="845" y="503"/>
                      </a:lnTo>
                      <a:lnTo>
                        <a:pt x="864" y="437"/>
                      </a:lnTo>
                      <a:lnTo>
                        <a:pt x="873" y="319"/>
                      </a:lnTo>
                      <a:lnTo>
                        <a:pt x="864" y="213"/>
                      </a:lnTo>
                      <a:lnTo>
                        <a:pt x="845" y="141"/>
                      </a:lnTo>
                      <a:lnTo>
                        <a:pt x="805" y="92"/>
                      </a:lnTo>
                      <a:lnTo>
                        <a:pt x="704" y="42"/>
                      </a:lnTo>
                      <a:lnTo>
                        <a:pt x="586" y="11"/>
                      </a:lnTo>
                      <a:lnTo>
                        <a:pt x="393" y="0"/>
                      </a:lnTo>
                      <a:lnTo>
                        <a:pt x="254" y="21"/>
                      </a:lnTo>
                      <a:close/>
                    </a:path>
                  </a:pathLst>
                </a:custGeom>
                <a:solidFill>
                  <a:srgbClr val="FFE0C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nvGrpSpPr>
                <p:cNvPr id="79948" name="Group 76"/>
                <p:cNvGrpSpPr>
                  <a:grpSpLocks/>
                </p:cNvGrpSpPr>
                <p:nvPr/>
              </p:nvGrpSpPr>
              <p:grpSpPr bwMode="auto">
                <a:xfrm>
                  <a:off x="2802" y="2002"/>
                  <a:ext cx="216" cy="233"/>
                  <a:chOff x="2802" y="2002"/>
                  <a:chExt cx="216" cy="233"/>
                </a:xfrm>
              </p:grpSpPr>
              <p:sp>
                <p:nvSpPr>
                  <p:cNvPr id="79949" name="Freeform 77"/>
                  <p:cNvSpPr>
                    <a:spLocks/>
                  </p:cNvSpPr>
                  <p:nvPr/>
                </p:nvSpPr>
                <p:spPr bwMode="auto">
                  <a:xfrm>
                    <a:off x="2802" y="2206"/>
                    <a:ext cx="216" cy="9"/>
                  </a:xfrm>
                  <a:custGeom>
                    <a:avLst/>
                    <a:gdLst>
                      <a:gd name="T0" fmla="*/ 0 w 431"/>
                      <a:gd name="T1" fmla="*/ 4 h 19"/>
                      <a:gd name="T2" fmla="*/ 39 w 431"/>
                      <a:gd name="T3" fmla="*/ 0 h 19"/>
                      <a:gd name="T4" fmla="*/ 98 w 431"/>
                      <a:gd name="T5" fmla="*/ 0 h 19"/>
                      <a:gd name="T6" fmla="*/ 151 w 431"/>
                      <a:gd name="T7" fmla="*/ 0 h 19"/>
                      <a:gd name="T8" fmla="*/ 217 w 431"/>
                      <a:gd name="T9" fmla="*/ 11 h 19"/>
                      <a:gd name="T10" fmla="*/ 292 w 431"/>
                      <a:gd name="T11" fmla="*/ 11 h 19"/>
                      <a:gd name="T12" fmla="*/ 365 w 431"/>
                      <a:gd name="T13" fmla="*/ 11 h 19"/>
                      <a:gd name="T14" fmla="*/ 431 w 431"/>
                      <a:gd name="T15" fmla="*/ 19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1" h="19">
                        <a:moveTo>
                          <a:pt x="0" y="4"/>
                        </a:moveTo>
                        <a:lnTo>
                          <a:pt x="39" y="0"/>
                        </a:lnTo>
                        <a:lnTo>
                          <a:pt x="98" y="0"/>
                        </a:lnTo>
                        <a:lnTo>
                          <a:pt x="151" y="0"/>
                        </a:lnTo>
                        <a:lnTo>
                          <a:pt x="217" y="11"/>
                        </a:lnTo>
                        <a:lnTo>
                          <a:pt x="292" y="11"/>
                        </a:lnTo>
                        <a:lnTo>
                          <a:pt x="365" y="11"/>
                        </a:lnTo>
                        <a:lnTo>
                          <a:pt x="431" y="19"/>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sz="2400" b="0" i="0">
                      <a:solidFill>
                        <a:srgbClr val="0033CC"/>
                      </a:solidFill>
                      <a:ea typeface="楷体_GB2312" pitchFamily="49" charset="-122"/>
                    </a:endParaRPr>
                  </a:p>
                </p:txBody>
              </p:sp>
              <p:sp>
                <p:nvSpPr>
                  <p:cNvPr id="79950" name="Freeform 78"/>
                  <p:cNvSpPr>
                    <a:spLocks/>
                  </p:cNvSpPr>
                  <p:nvPr/>
                </p:nvSpPr>
                <p:spPr bwMode="auto">
                  <a:xfrm>
                    <a:off x="2877" y="2232"/>
                    <a:ext cx="46" cy="3"/>
                  </a:xfrm>
                  <a:custGeom>
                    <a:avLst/>
                    <a:gdLst>
                      <a:gd name="T0" fmla="*/ 0 w 92"/>
                      <a:gd name="T1" fmla="*/ 5 h 5"/>
                      <a:gd name="T2" fmla="*/ 67 w 92"/>
                      <a:gd name="T3" fmla="*/ 0 h 5"/>
                      <a:gd name="T4" fmla="*/ 92 w 92"/>
                      <a:gd name="T5" fmla="*/ 5 h 5"/>
                    </a:gdLst>
                    <a:ahLst/>
                    <a:cxnLst>
                      <a:cxn ang="0">
                        <a:pos x="T0" y="T1"/>
                      </a:cxn>
                      <a:cxn ang="0">
                        <a:pos x="T2" y="T3"/>
                      </a:cxn>
                      <a:cxn ang="0">
                        <a:pos x="T4" y="T5"/>
                      </a:cxn>
                    </a:cxnLst>
                    <a:rect l="0" t="0" r="r" b="b"/>
                    <a:pathLst>
                      <a:path w="92" h="5">
                        <a:moveTo>
                          <a:pt x="0" y="5"/>
                        </a:moveTo>
                        <a:lnTo>
                          <a:pt x="67" y="0"/>
                        </a:lnTo>
                        <a:lnTo>
                          <a:pt x="92" y="5"/>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sz="2400" b="0" i="0">
                      <a:solidFill>
                        <a:srgbClr val="0033CC"/>
                      </a:solidFill>
                      <a:ea typeface="楷体_GB2312" pitchFamily="49" charset="-122"/>
                    </a:endParaRPr>
                  </a:p>
                </p:txBody>
              </p:sp>
              <p:sp>
                <p:nvSpPr>
                  <p:cNvPr id="79951" name="Freeform 79"/>
                  <p:cNvSpPr>
                    <a:spLocks/>
                  </p:cNvSpPr>
                  <p:nvPr/>
                </p:nvSpPr>
                <p:spPr bwMode="auto">
                  <a:xfrm>
                    <a:off x="2859" y="2002"/>
                    <a:ext cx="101" cy="155"/>
                  </a:xfrm>
                  <a:custGeom>
                    <a:avLst/>
                    <a:gdLst>
                      <a:gd name="T0" fmla="*/ 138 w 202"/>
                      <a:gd name="T1" fmla="*/ 0 h 309"/>
                      <a:gd name="T2" fmla="*/ 132 w 202"/>
                      <a:gd name="T3" fmla="*/ 53 h 309"/>
                      <a:gd name="T4" fmla="*/ 143 w 202"/>
                      <a:gd name="T5" fmla="*/ 104 h 309"/>
                      <a:gd name="T6" fmla="*/ 155 w 202"/>
                      <a:gd name="T7" fmla="*/ 139 h 309"/>
                      <a:gd name="T8" fmla="*/ 177 w 202"/>
                      <a:gd name="T9" fmla="*/ 190 h 309"/>
                      <a:gd name="T10" fmla="*/ 189 w 202"/>
                      <a:gd name="T11" fmla="*/ 223 h 309"/>
                      <a:gd name="T12" fmla="*/ 202 w 202"/>
                      <a:gd name="T13" fmla="*/ 264 h 309"/>
                      <a:gd name="T14" fmla="*/ 189 w 202"/>
                      <a:gd name="T15" fmla="*/ 293 h 309"/>
                      <a:gd name="T16" fmla="*/ 173 w 202"/>
                      <a:gd name="T17" fmla="*/ 303 h 309"/>
                      <a:gd name="T18" fmla="*/ 143 w 202"/>
                      <a:gd name="T19" fmla="*/ 309 h 309"/>
                      <a:gd name="T20" fmla="*/ 109 w 202"/>
                      <a:gd name="T21" fmla="*/ 293 h 309"/>
                      <a:gd name="T22" fmla="*/ 63 w 202"/>
                      <a:gd name="T23" fmla="*/ 287 h 309"/>
                      <a:gd name="T24" fmla="*/ 0 w 202"/>
                      <a:gd name="T25" fmla="*/ 297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2" h="309">
                        <a:moveTo>
                          <a:pt x="138" y="0"/>
                        </a:moveTo>
                        <a:lnTo>
                          <a:pt x="132" y="53"/>
                        </a:lnTo>
                        <a:lnTo>
                          <a:pt x="143" y="104"/>
                        </a:lnTo>
                        <a:lnTo>
                          <a:pt x="155" y="139"/>
                        </a:lnTo>
                        <a:lnTo>
                          <a:pt x="177" y="190"/>
                        </a:lnTo>
                        <a:lnTo>
                          <a:pt x="189" y="223"/>
                        </a:lnTo>
                        <a:lnTo>
                          <a:pt x="202" y="264"/>
                        </a:lnTo>
                        <a:lnTo>
                          <a:pt x="189" y="293"/>
                        </a:lnTo>
                        <a:lnTo>
                          <a:pt x="173" y="303"/>
                        </a:lnTo>
                        <a:lnTo>
                          <a:pt x="143" y="309"/>
                        </a:lnTo>
                        <a:lnTo>
                          <a:pt x="109" y="293"/>
                        </a:lnTo>
                        <a:lnTo>
                          <a:pt x="63" y="287"/>
                        </a:lnTo>
                        <a:lnTo>
                          <a:pt x="0" y="2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sz="2400" b="0" i="0">
                      <a:solidFill>
                        <a:srgbClr val="0033CC"/>
                      </a:solidFill>
                      <a:ea typeface="楷体_GB2312" pitchFamily="49" charset="-122"/>
                    </a:endParaRPr>
                  </a:p>
                </p:txBody>
              </p:sp>
            </p:grpSp>
            <p:grpSp>
              <p:nvGrpSpPr>
                <p:cNvPr id="79952" name="Group 80"/>
                <p:cNvGrpSpPr>
                  <a:grpSpLocks/>
                </p:cNvGrpSpPr>
                <p:nvPr/>
              </p:nvGrpSpPr>
              <p:grpSpPr bwMode="auto">
                <a:xfrm>
                  <a:off x="2780" y="1904"/>
                  <a:ext cx="287" cy="26"/>
                  <a:chOff x="2780" y="1904"/>
                  <a:chExt cx="287" cy="26"/>
                </a:xfrm>
              </p:grpSpPr>
              <p:sp>
                <p:nvSpPr>
                  <p:cNvPr id="79953" name="Freeform 81"/>
                  <p:cNvSpPr>
                    <a:spLocks/>
                  </p:cNvSpPr>
                  <p:nvPr/>
                </p:nvSpPr>
                <p:spPr bwMode="auto">
                  <a:xfrm>
                    <a:off x="2780" y="1904"/>
                    <a:ext cx="116" cy="24"/>
                  </a:xfrm>
                  <a:custGeom>
                    <a:avLst/>
                    <a:gdLst>
                      <a:gd name="T0" fmla="*/ 0 w 232"/>
                      <a:gd name="T1" fmla="*/ 49 h 49"/>
                      <a:gd name="T2" fmla="*/ 33 w 232"/>
                      <a:gd name="T3" fmla="*/ 28 h 49"/>
                      <a:gd name="T4" fmla="*/ 64 w 232"/>
                      <a:gd name="T5" fmla="*/ 14 h 49"/>
                      <a:gd name="T6" fmla="*/ 98 w 232"/>
                      <a:gd name="T7" fmla="*/ 6 h 49"/>
                      <a:gd name="T8" fmla="*/ 126 w 232"/>
                      <a:gd name="T9" fmla="*/ 3 h 49"/>
                      <a:gd name="T10" fmla="*/ 148 w 232"/>
                      <a:gd name="T11" fmla="*/ 0 h 49"/>
                      <a:gd name="T12" fmla="*/ 187 w 232"/>
                      <a:gd name="T13" fmla="*/ 11 h 49"/>
                      <a:gd name="T14" fmla="*/ 232 w 232"/>
                      <a:gd name="T15" fmla="*/ 25 h 49"/>
                      <a:gd name="T16" fmla="*/ 230 w 232"/>
                      <a:gd name="T17" fmla="*/ 38 h 49"/>
                      <a:gd name="T18" fmla="*/ 211 w 232"/>
                      <a:gd name="T19" fmla="*/ 41 h 49"/>
                      <a:gd name="T20" fmla="*/ 187 w 232"/>
                      <a:gd name="T21" fmla="*/ 33 h 49"/>
                      <a:gd name="T22" fmla="*/ 146 w 232"/>
                      <a:gd name="T23" fmla="*/ 29 h 49"/>
                      <a:gd name="T24" fmla="*/ 120 w 232"/>
                      <a:gd name="T25" fmla="*/ 28 h 49"/>
                      <a:gd name="T26" fmla="*/ 96 w 232"/>
                      <a:gd name="T27" fmla="*/ 33 h 49"/>
                      <a:gd name="T28" fmla="*/ 64 w 232"/>
                      <a:gd name="T29" fmla="*/ 41 h 49"/>
                      <a:gd name="T30" fmla="*/ 36 w 232"/>
                      <a:gd name="T31" fmla="*/ 46 h 49"/>
                      <a:gd name="T32" fmla="*/ 0 w 232"/>
                      <a:gd name="T33"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2" h="49">
                        <a:moveTo>
                          <a:pt x="0" y="49"/>
                        </a:moveTo>
                        <a:lnTo>
                          <a:pt x="33" y="28"/>
                        </a:lnTo>
                        <a:lnTo>
                          <a:pt x="64" y="14"/>
                        </a:lnTo>
                        <a:lnTo>
                          <a:pt x="98" y="6"/>
                        </a:lnTo>
                        <a:lnTo>
                          <a:pt x="126" y="3"/>
                        </a:lnTo>
                        <a:lnTo>
                          <a:pt x="148" y="0"/>
                        </a:lnTo>
                        <a:lnTo>
                          <a:pt x="187" y="11"/>
                        </a:lnTo>
                        <a:lnTo>
                          <a:pt x="232" y="25"/>
                        </a:lnTo>
                        <a:lnTo>
                          <a:pt x="230" y="38"/>
                        </a:lnTo>
                        <a:lnTo>
                          <a:pt x="211" y="41"/>
                        </a:lnTo>
                        <a:lnTo>
                          <a:pt x="187" y="33"/>
                        </a:lnTo>
                        <a:lnTo>
                          <a:pt x="146" y="29"/>
                        </a:lnTo>
                        <a:lnTo>
                          <a:pt x="120" y="28"/>
                        </a:lnTo>
                        <a:lnTo>
                          <a:pt x="96" y="33"/>
                        </a:lnTo>
                        <a:lnTo>
                          <a:pt x="64" y="41"/>
                        </a:lnTo>
                        <a:lnTo>
                          <a:pt x="36" y="46"/>
                        </a:lnTo>
                        <a:lnTo>
                          <a:pt x="0" y="49"/>
                        </a:lnTo>
                        <a:close/>
                      </a:path>
                    </a:pathLst>
                  </a:custGeom>
                  <a:solidFill>
                    <a:srgbClr val="80400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54" name="Freeform 82"/>
                  <p:cNvSpPr>
                    <a:spLocks/>
                  </p:cNvSpPr>
                  <p:nvPr/>
                </p:nvSpPr>
                <p:spPr bwMode="auto">
                  <a:xfrm>
                    <a:off x="2954" y="1906"/>
                    <a:ext cx="113" cy="24"/>
                  </a:xfrm>
                  <a:custGeom>
                    <a:avLst/>
                    <a:gdLst>
                      <a:gd name="T0" fmla="*/ 226 w 226"/>
                      <a:gd name="T1" fmla="*/ 48 h 48"/>
                      <a:gd name="T2" fmla="*/ 194 w 226"/>
                      <a:gd name="T3" fmla="*/ 26 h 48"/>
                      <a:gd name="T4" fmla="*/ 162 w 226"/>
                      <a:gd name="T5" fmla="*/ 13 h 48"/>
                      <a:gd name="T6" fmla="*/ 131 w 226"/>
                      <a:gd name="T7" fmla="*/ 6 h 48"/>
                      <a:gd name="T8" fmla="*/ 104 w 226"/>
                      <a:gd name="T9" fmla="*/ 2 h 48"/>
                      <a:gd name="T10" fmla="*/ 83 w 226"/>
                      <a:gd name="T11" fmla="*/ 0 h 48"/>
                      <a:gd name="T12" fmla="*/ 45 w 226"/>
                      <a:gd name="T13" fmla="*/ 10 h 48"/>
                      <a:gd name="T14" fmla="*/ 0 w 226"/>
                      <a:gd name="T15" fmla="*/ 23 h 48"/>
                      <a:gd name="T16" fmla="*/ 3 w 226"/>
                      <a:gd name="T17" fmla="*/ 37 h 48"/>
                      <a:gd name="T18" fmla="*/ 21 w 226"/>
                      <a:gd name="T19" fmla="*/ 40 h 48"/>
                      <a:gd name="T20" fmla="*/ 45 w 226"/>
                      <a:gd name="T21" fmla="*/ 32 h 48"/>
                      <a:gd name="T22" fmla="*/ 85 w 226"/>
                      <a:gd name="T23" fmla="*/ 29 h 48"/>
                      <a:gd name="T24" fmla="*/ 110 w 226"/>
                      <a:gd name="T25" fmla="*/ 26 h 48"/>
                      <a:gd name="T26" fmla="*/ 133 w 226"/>
                      <a:gd name="T27" fmla="*/ 32 h 48"/>
                      <a:gd name="T28" fmla="*/ 162 w 226"/>
                      <a:gd name="T29" fmla="*/ 40 h 48"/>
                      <a:gd name="T30" fmla="*/ 191 w 226"/>
                      <a:gd name="T31" fmla="*/ 46 h 48"/>
                      <a:gd name="T32" fmla="*/ 226 w 226"/>
                      <a:gd name="T33"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6" h="48">
                        <a:moveTo>
                          <a:pt x="226" y="48"/>
                        </a:moveTo>
                        <a:lnTo>
                          <a:pt x="194" y="26"/>
                        </a:lnTo>
                        <a:lnTo>
                          <a:pt x="162" y="13"/>
                        </a:lnTo>
                        <a:lnTo>
                          <a:pt x="131" y="6"/>
                        </a:lnTo>
                        <a:lnTo>
                          <a:pt x="104" y="2"/>
                        </a:lnTo>
                        <a:lnTo>
                          <a:pt x="83" y="0"/>
                        </a:lnTo>
                        <a:lnTo>
                          <a:pt x="45" y="10"/>
                        </a:lnTo>
                        <a:lnTo>
                          <a:pt x="0" y="23"/>
                        </a:lnTo>
                        <a:lnTo>
                          <a:pt x="3" y="37"/>
                        </a:lnTo>
                        <a:lnTo>
                          <a:pt x="21" y="40"/>
                        </a:lnTo>
                        <a:lnTo>
                          <a:pt x="45" y="32"/>
                        </a:lnTo>
                        <a:lnTo>
                          <a:pt x="85" y="29"/>
                        </a:lnTo>
                        <a:lnTo>
                          <a:pt x="110" y="26"/>
                        </a:lnTo>
                        <a:lnTo>
                          <a:pt x="133" y="32"/>
                        </a:lnTo>
                        <a:lnTo>
                          <a:pt x="162" y="40"/>
                        </a:lnTo>
                        <a:lnTo>
                          <a:pt x="191" y="46"/>
                        </a:lnTo>
                        <a:lnTo>
                          <a:pt x="226" y="48"/>
                        </a:lnTo>
                        <a:close/>
                      </a:path>
                    </a:pathLst>
                  </a:custGeom>
                  <a:solidFill>
                    <a:srgbClr val="80400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sp>
              <p:nvSpPr>
                <p:cNvPr id="79955" name="Freeform 83"/>
                <p:cNvSpPr>
                  <a:spLocks/>
                </p:cNvSpPr>
                <p:nvPr/>
              </p:nvSpPr>
              <p:spPr bwMode="auto">
                <a:xfrm>
                  <a:off x="2693" y="1686"/>
                  <a:ext cx="451" cy="294"/>
                </a:xfrm>
                <a:custGeom>
                  <a:avLst/>
                  <a:gdLst>
                    <a:gd name="T0" fmla="*/ 23 w 903"/>
                    <a:gd name="T1" fmla="*/ 580 h 586"/>
                    <a:gd name="T2" fmla="*/ 67 w 903"/>
                    <a:gd name="T3" fmla="*/ 586 h 586"/>
                    <a:gd name="T4" fmla="*/ 57 w 903"/>
                    <a:gd name="T5" fmla="*/ 503 h 586"/>
                    <a:gd name="T6" fmla="*/ 110 w 903"/>
                    <a:gd name="T7" fmla="*/ 428 h 586"/>
                    <a:gd name="T8" fmla="*/ 114 w 903"/>
                    <a:gd name="T9" fmla="*/ 337 h 586"/>
                    <a:gd name="T10" fmla="*/ 179 w 903"/>
                    <a:gd name="T11" fmla="*/ 286 h 586"/>
                    <a:gd name="T12" fmla="*/ 179 w 903"/>
                    <a:gd name="T13" fmla="*/ 212 h 586"/>
                    <a:gd name="T14" fmla="*/ 235 w 903"/>
                    <a:gd name="T15" fmla="*/ 207 h 586"/>
                    <a:gd name="T16" fmla="*/ 287 w 903"/>
                    <a:gd name="T17" fmla="*/ 166 h 586"/>
                    <a:gd name="T18" fmla="*/ 372 w 903"/>
                    <a:gd name="T19" fmla="*/ 217 h 586"/>
                    <a:gd name="T20" fmla="*/ 390 w 903"/>
                    <a:gd name="T21" fmla="*/ 189 h 586"/>
                    <a:gd name="T22" fmla="*/ 476 w 903"/>
                    <a:gd name="T23" fmla="*/ 217 h 586"/>
                    <a:gd name="T24" fmla="*/ 453 w 903"/>
                    <a:gd name="T25" fmla="*/ 166 h 586"/>
                    <a:gd name="T26" fmla="*/ 563 w 903"/>
                    <a:gd name="T27" fmla="*/ 229 h 586"/>
                    <a:gd name="T28" fmla="*/ 574 w 903"/>
                    <a:gd name="T29" fmla="*/ 189 h 586"/>
                    <a:gd name="T30" fmla="*/ 673 w 903"/>
                    <a:gd name="T31" fmla="*/ 252 h 586"/>
                    <a:gd name="T32" fmla="*/ 724 w 903"/>
                    <a:gd name="T33" fmla="*/ 240 h 586"/>
                    <a:gd name="T34" fmla="*/ 752 w 903"/>
                    <a:gd name="T35" fmla="*/ 303 h 586"/>
                    <a:gd name="T36" fmla="*/ 787 w 903"/>
                    <a:gd name="T37" fmla="*/ 296 h 586"/>
                    <a:gd name="T38" fmla="*/ 814 w 903"/>
                    <a:gd name="T39" fmla="*/ 341 h 586"/>
                    <a:gd name="T40" fmla="*/ 790 w 903"/>
                    <a:gd name="T41" fmla="*/ 421 h 586"/>
                    <a:gd name="T42" fmla="*/ 799 w 903"/>
                    <a:gd name="T43" fmla="*/ 488 h 586"/>
                    <a:gd name="T44" fmla="*/ 820 w 903"/>
                    <a:gd name="T45" fmla="*/ 574 h 586"/>
                    <a:gd name="T46" fmla="*/ 845 w 903"/>
                    <a:gd name="T47" fmla="*/ 574 h 586"/>
                    <a:gd name="T48" fmla="*/ 872 w 903"/>
                    <a:gd name="T49" fmla="*/ 517 h 586"/>
                    <a:gd name="T50" fmla="*/ 890 w 903"/>
                    <a:gd name="T51" fmla="*/ 463 h 586"/>
                    <a:gd name="T52" fmla="*/ 903 w 903"/>
                    <a:gd name="T53" fmla="*/ 383 h 586"/>
                    <a:gd name="T54" fmla="*/ 890 w 903"/>
                    <a:gd name="T55" fmla="*/ 264 h 586"/>
                    <a:gd name="T56" fmla="*/ 844 w 903"/>
                    <a:gd name="T57" fmla="*/ 182 h 586"/>
                    <a:gd name="T58" fmla="*/ 810 w 903"/>
                    <a:gd name="T59" fmla="*/ 132 h 586"/>
                    <a:gd name="T60" fmla="*/ 752 w 903"/>
                    <a:gd name="T61" fmla="*/ 79 h 586"/>
                    <a:gd name="T62" fmla="*/ 667 w 903"/>
                    <a:gd name="T63" fmla="*/ 40 h 586"/>
                    <a:gd name="T64" fmla="*/ 580 w 903"/>
                    <a:gd name="T65" fmla="*/ 16 h 586"/>
                    <a:gd name="T66" fmla="*/ 453 w 903"/>
                    <a:gd name="T67" fmla="*/ 0 h 586"/>
                    <a:gd name="T68" fmla="*/ 337 w 903"/>
                    <a:gd name="T69" fmla="*/ 16 h 586"/>
                    <a:gd name="T70" fmla="*/ 258 w 903"/>
                    <a:gd name="T71" fmla="*/ 22 h 586"/>
                    <a:gd name="T72" fmla="*/ 196 w 903"/>
                    <a:gd name="T73" fmla="*/ 44 h 586"/>
                    <a:gd name="T74" fmla="*/ 121 w 903"/>
                    <a:gd name="T75" fmla="*/ 90 h 586"/>
                    <a:gd name="T76" fmla="*/ 57 w 903"/>
                    <a:gd name="T77" fmla="*/ 172 h 586"/>
                    <a:gd name="T78" fmla="*/ 29 w 903"/>
                    <a:gd name="T79" fmla="*/ 223 h 586"/>
                    <a:gd name="T80" fmla="*/ 0 w 903"/>
                    <a:gd name="T81" fmla="*/ 326 h 586"/>
                    <a:gd name="T82" fmla="*/ 0 w 903"/>
                    <a:gd name="T83" fmla="*/ 440 h 586"/>
                    <a:gd name="T84" fmla="*/ 0 w 903"/>
                    <a:gd name="T85" fmla="*/ 516 h 586"/>
                    <a:gd name="T86" fmla="*/ 23 w 903"/>
                    <a:gd name="T87" fmla="*/ 580 h 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03" h="586">
                      <a:moveTo>
                        <a:pt x="23" y="580"/>
                      </a:moveTo>
                      <a:lnTo>
                        <a:pt x="67" y="586"/>
                      </a:lnTo>
                      <a:lnTo>
                        <a:pt x="57" y="503"/>
                      </a:lnTo>
                      <a:lnTo>
                        <a:pt x="110" y="428"/>
                      </a:lnTo>
                      <a:lnTo>
                        <a:pt x="114" y="337"/>
                      </a:lnTo>
                      <a:lnTo>
                        <a:pt x="179" y="286"/>
                      </a:lnTo>
                      <a:lnTo>
                        <a:pt x="179" y="212"/>
                      </a:lnTo>
                      <a:lnTo>
                        <a:pt x="235" y="207"/>
                      </a:lnTo>
                      <a:lnTo>
                        <a:pt x="287" y="166"/>
                      </a:lnTo>
                      <a:lnTo>
                        <a:pt x="372" y="217"/>
                      </a:lnTo>
                      <a:lnTo>
                        <a:pt x="390" y="189"/>
                      </a:lnTo>
                      <a:lnTo>
                        <a:pt x="476" y="217"/>
                      </a:lnTo>
                      <a:lnTo>
                        <a:pt x="453" y="166"/>
                      </a:lnTo>
                      <a:lnTo>
                        <a:pt x="563" y="229"/>
                      </a:lnTo>
                      <a:lnTo>
                        <a:pt x="574" y="189"/>
                      </a:lnTo>
                      <a:lnTo>
                        <a:pt x="673" y="252"/>
                      </a:lnTo>
                      <a:lnTo>
                        <a:pt x="724" y="240"/>
                      </a:lnTo>
                      <a:lnTo>
                        <a:pt x="752" y="303"/>
                      </a:lnTo>
                      <a:lnTo>
                        <a:pt x="787" y="296"/>
                      </a:lnTo>
                      <a:lnTo>
                        <a:pt x="814" y="341"/>
                      </a:lnTo>
                      <a:lnTo>
                        <a:pt x="790" y="421"/>
                      </a:lnTo>
                      <a:lnTo>
                        <a:pt x="799" y="488"/>
                      </a:lnTo>
                      <a:lnTo>
                        <a:pt x="820" y="574"/>
                      </a:lnTo>
                      <a:lnTo>
                        <a:pt x="845" y="574"/>
                      </a:lnTo>
                      <a:lnTo>
                        <a:pt x="872" y="517"/>
                      </a:lnTo>
                      <a:lnTo>
                        <a:pt x="890" y="463"/>
                      </a:lnTo>
                      <a:lnTo>
                        <a:pt x="903" y="383"/>
                      </a:lnTo>
                      <a:lnTo>
                        <a:pt x="890" y="264"/>
                      </a:lnTo>
                      <a:lnTo>
                        <a:pt x="844" y="182"/>
                      </a:lnTo>
                      <a:lnTo>
                        <a:pt x="810" y="132"/>
                      </a:lnTo>
                      <a:lnTo>
                        <a:pt x="752" y="79"/>
                      </a:lnTo>
                      <a:lnTo>
                        <a:pt x="667" y="40"/>
                      </a:lnTo>
                      <a:lnTo>
                        <a:pt x="580" y="16"/>
                      </a:lnTo>
                      <a:lnTo>
                        <a:pt x="453" y="0"/>
                      </a:lnTo>
                      <a:lnTo>
                        <a:pt x="337" y="16"/>
                      </a:lnTo>
                      <a:lnTo>
                        <a:pt x="258" y="22"/>
                      </a:lnTo>
                      <a:lnTo>
                        <a:pt x="196" y="44"/>
                      </a:lnTo>
                      <a:lnTo>
                        <a:pt x="121" y="90"/>
                      </a:lnTo>
                      <a:lnTo>
                        <a:pt x="57" y="172"/>
                      </a:lnTo>
                      <a:lnTo>
                        <a:pt x="29" y="223"/>
                      </a:lnTo>
                      <a:lnTo>
                        <a:pt x="0" y="326"/>
                      </a:lnTo>
                      <a:lnTo>
                        <a:pt x="0" y="440"/>
                      </a:lnTo>
                      <a:lnTo>
                        <a:pt x="0" y="516"/>
                      </a:lnTo>
                      <a:lnTo>
                        <a:pt x="23" y="580"/>
                      </a:lnTo>
                      <a:close/>
                    </a:path>
                  </a:pathLst>
                </a:custGeom>
                <a:solidFill>
                  <a:srgbClr val="80400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sp>
            <p:nvSpPr>
              <p:cNvPr id="79956" name="Freeform 84"/>
              <p:cNvSpPr>
                <a:spLocks/>
              </p:cNvSpPr>
              <p:nvPr/>
            </p:nvSpPr>
            <p:spPr bwMode="auto">
              <a:xfrm>
                <a:off x="3072" y="2309"/>
                <a:ext cx="477" cy="509"/>
              </a:xfrm>
              <a:custGeom>
                <a:avLst/>
                <a:gdLst>
                  <a:gd name="T0" fmla="*/ 65 w 954"/>
                  <a:gd name="T1" fmla="*/ 139 h 1017"/>
                  <a:gd name="T2" fmla="*/ 215 w 954"/>
                  <a:gd name="T3" fmla="*/ 107 h 1017"/>
                  <a:gd name="T4" fmla="*/ 289 w 954"/>
                  <a:gd name="T5" fmla="*/ 53 h 1017"/>
                  <a:gd name="T6" fmla="*/ 343 w 954"/>
                  <a:gd name="T7" fmla="*/ 0 h 1017"/>
                  <a:gd name="T8" fmla="*/ 470 w 954"/>
                  <a:gd name="T9" fmla="*/ 118 h 1017"/>
                  <a:gd name="T10" fmla="*/ 621 w 954"/>
                  <a:gd name="T11" fmla="*/ 257 h 1017"/>
                  <a:gd name="T12" fmla="*/ 749 w 954"/>
                  <a:gd name="T13" fmla="*/ 384 h 1017"/>
                  <a:gd name="T14" fmla="*/ 795 w 954"/>
                  <a:gd name="T15" fmla="*/ 441 h 1017"/>
                  <a:gd name="T16" fmla="*/ 825 w 954"/>
                  <a:gd name="T17" fmla="*/ 483 h 1017"/>
                  <a:gd name="T18" fmla="*/ 865 w 954"/>
                  <a:gd name="T19" fmla="*/ 534 h 1017"/>
                  <a:gd name="T20" fmla="*/ 902 w 954"/>
                  <a:gd name="T21" fmla="*/ 598 h 1017"/>
                  <a:gd name="T22" fmla="*/ 922 w 954"/>
                  <a:gd name="T23" fmla="*/ 648 h 1017"/>
                  <a:gd name="T24" fmla="*/ 941 w 954"/>
                  <a:gd name="T25" fmla="*/ 704 h 1017"/>
                  <a:gd name="T26" fmla="*/ 954 w 954"/>
                  <a:gd name="T27" fmla="*/ 802 h 1017"/>
                  <a:gd name="T28" fmla="*/ 944 w 954"/>
                  <a:gd name="T29" fmla="*/ 858 h 1017"/>
                  <a:gd name="T30" fmla="*/ 922 w 954"/>
                  <a:gd name="T31" fmla="*/ 910 h 1017"/>
                  <a:gd name="T32" fmla="*/ 860 w 954"/>
                  <a:gd name="T33" fmla="*/ 954 h 1017"/>
                  <a:gd name="T34" fmla="*/ 804 w 954"/>
                  <a:gd name="T35" fmla="*/ 984 h 1017"/>
                  <a:gd name="T36" fmla="*/ 726 w 954"/>
                  <a:gd name="T37" fmla="*/ 1004 h 1017"/>
                  <a:gd name="T38" fmla="*/ 664 w 954"/>
                  <a:gd name="T39" fmla="*/ 1017 h 1017"/>
                  <a:gd name="T40" fmla="*/ 603 w 954"/>
                  <a:gd name="T41" fmla="*/ 1011 h 1017"/>
                  <a:gd name="T42" fmla="*/ 557 w 954"/>
                  <a:gd name="T43" fmla="*/ 1007 h 1017"/>
                  <a:gd name="T44" fmla="*/ 508 w 954"/>
                  <a:gd name="T45" fmla="*/ 996 h 1017"/>
                  <a:gd name="T46" fmla="*/ 461 w 954"/>
                  <a:gd name="T47" fmla="*/ 974 h 1017"/>
                  <a:gd name="T48" fmla="*/ 411 w 954"/>
                  <a:gd name="T49" fmla="*/ 944 h 1017"/>
                  <a:gd name="T50" fmla="*/ 375 w 954"/>
                  <a:gd name="T51" fmla="*/ 910 h 1017"/>
                  <a:gd name="T52" fmla="*/ 335 w 954"/>
                  <a:gd name="T53" fmla="*/ 851 h 1017"/>
                  <a:gd name="T54" fmla="*/ 311 w 954"/>
                  <a:gd name="T55" fmla="*/ 813 h 1017"/>
                  <a:gd name="T56" fmla="*/ 252 w 954"/>
                  <a:gd name="T57" fmla="*/ 688 h 1017"/>
                  <a:gd name="T58" fmla="*/ 182 w 954"/>
                  <a:gd name="T59" fmla="*/ 524 h 1017"/>
                  <a:gd name="T60" fmla="*/ 129 w 954"/>
                  <a:gd name="T61" fmla="*/ 396 h 1017"/>
                  <a:gd name="T62" fmla="*/ 43 w 954"/>
                  <a:gd name="T63" fmla="*/ 245 h 1017"/>
                  <a:gd name="T64" fmla="*/ 0 w 954"/>
                  <a:gd name="T65" fmla="*/ 159 h 1017"/>
                  <a:gd name="T66" fmla="*/ 65 w 954"/>
                  <a:gd name="T67" fmla="*/ 139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54" h="1017">
                    <a:moveTo>
                      <a:pt x="65" y="139"/>
                    </a:moveTo>
                    <a:lnTo>
                      <a:pt x="215" y="107"/>
                    </a:lnTo>
                    <a:lnTo>
                      <a:pt x="289" y="53"/>
                    </a:lnTo>
                    <a:lnTo>
                      <a:pt x="343" y="0"/>
                    </a:lnTo>
                    <a:lnTo>
                      <a:pt x="470" y="118"/>
                    </a:lnTo>
                    <a:lnTo>
                      <a:pt x="621" y="257"/>
                    </a:lnTo>
                    <a:lnTo>
                      <a:pt x="749" y="384"/>
                    </a:lnTo>
                    <a:lnTo>
                      <a:pt x="795" y="441"/>
                    </a:lnTo>
                    <a:lnTo>
                      <a:pt x="825" y="483"/>
                    </a:lnTo>
                    <a:lnTo>
                      <a:pt x="865" y="534"/>
                    </a:lnTo>
                    <a:lnTo>
                      <a:pt x="902" y="598"/>
                    </a:lnTo>
                    <a:lnTo>
                      <a:pt x="922" y="648"/>
                    </a:lnTo>
                    <a:lnTo>
                      <a:pt x="941" y="704"/>
                    </a:lnTo>
                    <a:lnTo>
                      <a:pt x="954" y="802"/>
                    </a:lnTo>
                    <a:lnTo>
                      <a:pt x="944" y="858"/>
                    </a:lnTo>
                    <a:lnTo>
                      <a:pt x="922" y="910"/>
                    </a:lnTo>
                    <a:lnTo>
                      <a:pt x="860" y="954"/>
                    </a:lnTo>
                    <a:lnTo>
                      <a:pt x="804" y="984"/>
                    </a:lnTo>
                    <a:lnTo>
                      <a:pt x="726" y="1004"/>
                    </a:lnTo>
                    <a:lnTo>
                      <a:pt x="664" y="1017"/>
                    </a:lnTo>
                    <a:lnTo>
                      <a:pt x="603" y="1011"/>
                    </a:lnTo>
                    <a:lnTo>
                      <a:pt x="557" y="1007"/>
                    </a:lnTo>
                    <a:lnTo>
                      <a:pt x="508" y="996"/>
                    </a:lnTo>
                    <a:lnTo>
                      <a:pt x="461" y="974"/>
                    </a:lnTo>
                    <a:lnTo>
                      <a:pt x="411" y="944"/>
                    </a:lnTo>
                    <a:lnTo>
                      <a:pt x="375" y="910"/>
                    </a:lnTo>
                    <a:lnTo>
                      <a:pt x="335" y="851"/>
                    </a:lnTo>
                    <a:lnTo>
                      <a:pt x="311" y="813"/>
                    </a:lnTo>
                    <a:lnTo>
                      <a:pt x="252" y="688"/>
                    </a:lnTo>
                    <a:lnTo>
                      <a:pt x="182" y="524"/>
                    </a:lnTo>
                    <a:lnTo>
                      <a:pt x="129" y="396"/>
                    </a:lnTo>
                    <a:lnTo>
                      <a:pt x="43" y="245"/>
                    </a:lnTo>
                    <a:lnTo>
                      <a:pt x="0" y="159"/>
                    </a:lnTo>
                    <a:lnTo>
                      <a:pt x="65" y="139"/>
                    </a:lnTo>
                    <a:close/>
                  </a:path>
                </a:pathLst>
              </a:custGeom>
              <a:solidFill>
                <a:srgbClr val="C0C0FF"/>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57" name="Freeform 85"/>
              <p:cNvSpPr>
                <a:spLocks/>
              </p:cNvSpPr>
              <p:nvPr/>
            </p:nvSpPr>
            <p:spPr bwMode="auto">
              <a:xfrm>
                <a:off x="3065" y="2297"/>
                <a:ext cx="291" cy="243"/>
              </a:xfrm>
              <a:custGeom>
                <a:avLst/>
                <a:gdLst>
                  <a:gd name="T0" fmla="*/ 0 w 581"/>
                  <a:gd name="T1" fmla="*/ 171 h 486"/>
                  <a:gd name="T2" fmla="*/ 42 w 581"/>
                  <a:gd name="T3" fmla="*/ 171 h 486"/>
                  <a:gd name="T4" fmla="*/ 96 w 581"/>
                  <a:gd name="T5" fmla="*/ 160 h 486"/>
                  <a:gd name="T6" fmla="*/ 153 w 581"/>
                  <a:gd name="T7" fmla="*/ 150 h 486"/>
                  <a:gd name="T8" fmla="*/ 191 w 581"/>
                  <a:gd name="T9" fmla="*/ 137 h 486"/>
                  <a:gd name="T10" fmla="*/ 267 w 581"/>
                  <a:gd name="T11" fmla="*/ 104 h 486"/>
                  <a:gd name="T12" fmla="*/ 335 w 581"/>
                  <a:gd name="T13" fmla="*/ 46 h 486"/>
                  <a:gd name="T14" fmla="*/ 369 w 581"/>
                  <a:gd name="T15" fmla="*/ 0 h 486"/>
                  <a:gd name="T16" fmla="*/ 581 w 581"/>
                  <a:gd name="T17" fmla="*/ 213 h 486"/>
                  <a:gd name="T18" fmla="*/ 578 w 581"/>
                  <a:gd name="T19" fmla="*/ 248 h 486"/>
                  <a:gd name="T20" fmla="*/ 563 w 581"/>
                  <a:gd name="T21" fmla="*/ 287 h 486"/>
                  <a:gd name="T22" fmla="*/ 528 w 581"/>
                  <a:gd name="T23" fmla="*/ 324 h 486"/>
                  <a:gd name="T24" fmla="*/ 495 w 581"/>
                  <a:gd name="T25" fmla="*/ 357 h 486"/>
                  <a:gd name="T26" fmla="*/ 455 w 581"/>
                  <a:gd name="T27" fmla="*/ 381 h 486"/>
                  <a:gd name="T28" fmla="*/ 398 w 581"/>
                  <a:gd name="T29" fmla="*/ 409 h 486"/>
                  <a:gd name="T30" fmla="*/ 334 w 581"/>
                  <a:gd name="T31" fmla="*/ 436 h 486"/>
                  <a:gd name="T32" fmla="*/ 254 w 581"/>
                  <a:gd name="T33" fmla="*/ 459 h 486"/>
                  <a:gd name="T34" fmla="*/ 188 w 581"/>
                  <a:gd name="T35" fmla="*/ 473 h 486"/>
                  <a:gd name="T36" fmla="*/ 142 w 581"/>
                  <a:gd name="T37" fmla="*/ 486 h 486"/>
                  <a:gd name="T38" fmla="*/ 0 w 581"/>
                  <a:gd name="T39" fmla="*/ 17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81" h="486">
                    <a:moveTo>
                      <a:pt x="0" y="171"/>
                    </a:moveTo>
                    <a:lnTo>
                      <a:pt x="42" y="171"/>
                    </a:lnTo>
                    <a:lnTo>
                      <a:pt x="96" y="160"/>
                    </a:lnTo>
                    <a:lnTo>
                      <a:pt x="153" y="150"/>
                    </a:lnTo>
                    <a:lnTo>
                      <a:pt x="191" y="137"/>
                    </a:lnTo>
                    <a:lnTo>
                      <a:pt x="267" y="104"/>
                    </a:lnTo>
                    <a:lnTo>
                      <a:pt x="335" y="46"/>
                    </a:lnTo>
                    <a:lnTo>
                      <a:pt x="369" y="0"/>
                    </a:lnTo>
                    <a:lnTo>
                      <a:pt x="581" y="213"/>
                    </a:lnTo>
                    <a:lnTo>
                      <a:pt x="578" y="248"/>
                    </a:lnTo>
                    <a:lnTo>
                      <a:pt x="563" y="287"/>
                    </a:lnTo>
                    <a:lnTo>
                      <a:pt x="528" y="324"/>
                    </a:lnTo>
                    <a:lnTo>
                      <a:pt x="495" y="357"/>
                    </a:lnTo>
                    <a:lnTo>
                      <a:pt x="455" y="381"/>
                    </a:lnTo>
                    <a:lnTo>
                      <a:pt x="398" y="409"/>
                    </a:lnTo>
                    <a:lnTo>
                      <a:pt x="334" y="436"/>
                    </a:lnTo>
                    <a:lnTo>
                      <a:pt x="254" y="459"/>
                    </a:lnTo>
                    <a:lnTo>
                      <a:pt x="188" y="473"/>
                    </a:lnTo>
                    <a:lnTo>
                      <a:pt x="142" y="486"/>
                    </a:lnTo>
                    <a:lnTo>
                      <a:pt x="0" y="171"/>
                    </a:lnTo>
                    <a:close/>
                  </a:path>
                </a:pathLst>
              </a:custGeom>
              <a:solidFill>
                <a:srgbClr val="FFFFFF"/>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grpSp>
          <p:nvGrpSpPr>
            <p:cNvPr id="79958" name="Group 86"/>
            <p:cNvGrpSpPr>
              <a:grpSpLocks/>
            </p:cNvGrpSpPr>
            <p:nvPr/>
          </p:nvGrpSpPr>
          <p:grpSpPr bwMode="auto">
            <a:xfrm>
              <a:off x="2692" y="1940"/>
              <a:ext cx="431" cy="125"/>
              <a:chOff x="2692" y="1940"/>
              <a:chExt cx="431" cy="125"/>
            </a:xfrm>
          </p:grpSpPr>
          <p:grpSp>
            <p:nvGrpSpPr>
              <p:cNvPr id="79959" name="Group 87"/>
              <p:cNvGrpSpPr>
                <a:grpSpLocks/>
              </p:cNvGrpSpPr>
              <p:nvPr/>
            </p:nvGrpSpPr>
            <p:grpSpPr bwMode="auto">
              <a:xfrm>
                <a:off x="2692" y="1940"/>
                <a:ext cx="431" cy="125"/>
                <a:chOff x="2692" y="1940"/>
                <a:chExt cx="431" cy="125"/>
              </a:xfrm>
            </p:grpSpPr>
            <p:sp>
              <p:nvSpPr>
                <p:cNvPr id="79960" name="Freeform 88"/>
                <p:cNvSpPr>
                  <a:spLocks/>
                </p:cNvSpPr>
                <p:nvPr/>
              </p:nvSpPr>
              <p:spPr bwMode="auto">
                <a:xfrm>
                  <a:off x="2756" y="1940"/>
                  <a:ext cx="155" cy="124"/>
                </a:xfrm>
                <a:custGeom>
                  <a:avLst/>
                  <a:gdLst>
                    <a:gd name="T0" fmla="*/ 30 w 309"/>
                    <a:gd name="T1" fmla="*/ 13 h 246"/>
                    <a:gd name="T2" fmla="*/ 88 w 309"/>
                    <a:gd name="T3" fmla="*/ 0 h 246"/>
                    <a:gd name="T4" fmla="*/ 150 w 309"/>
                    <a:gd name="T5" fmla="*/ 0 h 246"/>
                    <a:gd name="T6" fmla="*/ 243 w 309"/>
                    <a:gd name="T7" fmla="*/ 7 h 246"/>
                    <a:gd name="T8" fmla="*/ 276 w 309"/>
                    <a:gd name="T9" fmla="*/ 13 h 246"/>
                    <a:gd name="T10" fmla="*/ 309 w 309"/>
                    <a:gd name="T11" fmla="*/ 29 h 246"/>
                    <a:gd name="T12" fmla="*/ 309 w 309"/>
                    <a:gd name="T13" fmla="*/ 65 h 246"/>
                    <a:gd name="T14" fmla="*/ 309 w 309"/>
                    <a:gd name="T15" fmla="*/ 105 h 246"/>
                    <a:gd name="T16" fmla="*/ 299 w 309"/>
                    <a:gd name="T17" fmla="*/ 142 h 246"/>
                    <a:gd name="T18" fmla="*/ 288 w 309"/>
                    <a:gd name="T19" fmla="*/ 167 h 246"/>
                    <a:gd name="T20" fmla="*/ 279 w 309"/>
                    <a:gd name="T21" fmla="*/ 190 h 246"/>
                    <a:gd name="T22" fmla="*/ 266 w 309"/>
                    <a:gd name="T23" fmla="*/ 208 h 246"/>
                    <a:gd name="T24" fmla="*/ 248 w 309"/>
                    <a:gd name="T25" fmla="*/ 225 h 246"/>
                    <a:gd name="T26" fmla="*/ 218 w 309"/>
                    <a:gd name="T27" fmla="*/ 235 h 246"/>
                    <a:gd name="T28" fmla="*/ 180 w 309"/>
                    <a:gd name="T29" fmla="*/ 242 h 246"/>
                    <a:gd name="T30" fmla="*/ 137 w 309"/>
                    <a:gd name="T31" fmla="*/ 246 h 246"/>
                    <a:gd name="T32" fmla="*/ 103 w 309"/>
                    <a:gd name="T33" fmla="*/ 242 h 246"/>
                    <a:gd name="T34" fmla="*/ 75 w 309"/>
                    <a:gd name="T35" fmla="*/ 237 h 246"/>
                    <a:gd name="T36" fmla="*/ 47 w 309"/>
                    <a:gd name="T37" fmla="*/ 225 h 246"/>
                    <a:gd name="T38" fmla="*/ 23 w 309"/>
                    <a:gd name="T39" fmla="*/ 204 h 246"/>
                    <a:gd name="T40" fmla="*/ 11 w 309"/>
                    <a:gd name="T41" fmla="*/ 184 h 246"/>
                    <a:gd name="T42" fmla="*/ 0 w 309"/>
                    <a:gd name="T43" fmla="*/ 133 h 246"/>
                    <a:gd name="T44" fmla="*/ 0 w 309"/>
                    <a:gd name="T45" fmla="*/ 87 h 246"/>
                    <a:gd name="T46" fmla="*/ 0 w 309"/>
                    <a:gd name="T47" fmla="*/ 41 h 246"/>
                    <a:gd name="T48" fmla="*/ 30 w 309"/>
                    <a:gd name="T49" fmla="*/ 13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09" h="246">
                      <a:moveTo>
                        <a:pt x="30" y="13"/>
                      </a:moveTo>
                      <a:lnTo>
                        <a:pt x="88" y="0"/>
                      </a:lnTo>
                      <a:lnTo>
                        <a:pt x="150" y="0"/>
                      </a:lnTo>
                      <a:lnTo>
                        <a:pt x="243" y="7"/>
                      </a:lnTo>
                      <a:lnTo>
                        <a:pt x="276" y="13"/>
                      </a:lnTo>
                      <a:lnTo>
                        <a:pt x="309" y="29"/>
                      </a:lnTo>
                      <a:lnTo>
                        <a:pt x="309" y="65"/>
                      </a:lnTo>
                      <a:lnTo>
                        <a:pt x="309" y="105"/>
                      </a:lnTo>
                      <a:lnTo>
                        <a:pt x="299" y="142"/>
                      </a:lnTo>
                      <a:lnTo>
                        <a:pt x="288" y="167"/>
                      </a:lnTo>
                      <a:lnTo>
                        <a:pt x="279" y="190"/>
                      </a:lnTo>
                      <a:lnTo>
                        <a:pt x="266" y="208"/>
                      </a:lnTo>
                      <a:lnTo>
                        <a:pt x="248" y="225"/>
                      </a:lnTo>
                      <a:lnTo>
                        <a:pt x="218" y="235"/>
                      </a:lnTo>
                      <a:lnTo>
                        <a:pt x="180" y="242"/>
                      </a:lnTo>
                      <a:lnTo>
                        <a:pt x="137" y="246"/>
                      </a:lnTo>
                      <a:lnTo>
                        <a:pt x="103" y="242"/>
                      </a:lnTo>
                      <a:lnTo>
                        <a:pt x="75" y="237"/>
                      </a:lnTo>
                      <a:lnTo>
                        <a:pt x="47" y="225"/>
                      </a:lnTo>
                      <a:lnTo>
                        <a:pt x="23" y="204"/>
                      </a:lnTo>
                      <a:lnTo>
                        <a:pt x="11" y="184"/>
                      </a:lnTo>
                      <a:lnTo>
                        <a:pt x="0" y="133"/>
                      </a:lnTo>
                      <a:lnTo>
                        <a:pt x="0" y="87"/>
                      </a:lnTo>
                      <a:lnTo>
                        <a:pt x="0" y="41"/>
                      </a:lnTo>
                      <a:lnTo>
                        <a:pt x="30" y="13"/>
                      </a:lnTo>
                      <a:close/>
                    </a:path>
                  </a:pathLst>
                </a:custGeom>
                <a:solidFill>
                  <a:srgbClr val="C0FFFF"/>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61" name="Freeform 89"/>
                <p:cNvSpPr>
                  <a:spLocks/>
                </p:cNvSpPr>
                <p:nvPr/>
              </p:nvSpPr>
              <p:spPr bwMode="auto">
                <a:xfrm>
                  <a:off x="2932" y="1943"/>
                  <a:ext cx="154" cy="122"/>
                </a:xfrm>
                <a:custGeom>
                  <a:avLst/>
                  <a:gdLst>
                    <a:gd name="T0" fmla="*/ 269 w 308"/>
                    <a:gd name="T1" fmla="*/ 12 h 245"/>
                    <a:gd name="T2" fmla="*/ 212 w 308"/>
                    <a:gd name="T3" fmla="*/ 2 h 245"/>
                    <a:gd name="T4" fmla="*/ 158 w 308"/>
                    <a:gd name="T5" fmla="*/ 2 h 245"/>
                    <a:gd name="T6" fmla="*/ 107 w 308"/>
                    <a:gd name="T7" fmla="*/ 0 h 245"/>
                    <a:gd name="T8" fmla="*/ 61 w 308"/>
                    <a:gd name="T9" fmla="*/ 3 h 245"/>
                    <a:gd name="T10" fmla="*/ 28 w 308"/>
                    <a:gd name="T11" fmla="*/ 12 h 245"/>
                    <a:gd name="T12" fmla="*/ 0 w 308"/>
                    <a:gd name="T13" fmla="*/ 26 h 245"/>
                    <a:gd name="T14" fmla="*/ 0 w 308"/>
                    <a:gd name="T15" fmla="*/ 107 h 245"/>
                    <a:gd name="T16" fmla="*/ 8 w 308"/>
                    <a:gd name="T17" fmla="*/ 153 h 245"/>
                    <a:gd name="T18" fmla="*/ 22 w 308"/>
                    <a:gd name="T19" fmla="*/ 185 h 245"/>
                    <a:gd name="T20" fmla="*/ 39 w 308"/>
                    <a:gd name="T21" fmla="*/ 207 h 245"/>
                    <a:gd name="T22" fmla="*/ 57 w 308"/>
                    <a:gd name="T23" fmla="*/ 220 h 245"/>
                    <a:gd name="T24" fmla="*/ 80 w 308"/>
                    <a:gd name="T25" fmla="*/ 232 h 245"/>
                    <a:gd name="T26" fmla="*/ 102 w 308"/>
                    <a:gd name="T27" fmla="*/ 239 h 245"/>
                    <a:gd name="T28" fmla="*/ 128 w 308"/>
                    <a:gd name="T29" fmla="*/ 242 h 245"/>
                    <a:gd name="T30" fmla="*/ 157 w 308"/>
                    <a:gd name="T31" fmla="*/ 245 h 245"/>
                    <a:gd name="T32" fmla="*/ 205 w 308"/>
                    <a:gd name="T33" fmla="*/ 242 h 245"/>
                    <a:gd name="T34" fmla="*/ 235 w 308"/>
                    <a:gd name="T35" fmla="*/ 235 h 245"/>
                    <a:gd name="T36" fmla="*/ 262 w 308"/>
                    <a:gd name="T37" fmla="*/ 226 h 245"/>
                    <a:gd name="T38" fmla="*/ 283 w 308"/>
                    <a:gd name="T39" fmla="*/ 200 h 245"/>
                    <a:gd name="T40" fmla="*/ 297 w 308"/>
                    <a:gd name="T41" fmla="*/ 168 h 245"/>
                    <a:gd name="T42" fmla="*/ 308 w 308"/>
                    <a:gd name="T43" fmla="*/ 134 h 245"/>
                    <a:gd name="T44" fmla="*/ 308 w 308"/>
                    <a:gd name="T45" fmla="*/ 87 h 245"/>
                    <a:gd name="T46" fmla="*/ 308 w 308"/>
                    <a:gd name="T47" fmla="*/ 42 h 245"/>
                    <a:gd name="T48" fmla="*/ 269 w 308"/>
                    <a:gd name="T49" fmla="*/ 12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08" h="245">
                      <a:moveTo>
                        <a:pt x="269" y="12"/>
                      </a:moveTo>
                      <a:lnTo>
                        <a:pt x="212" y="2"/>
                      </a:lnTo>
                      <a:lnTo>
                        <a:pt x="158" y="2"/>
                      </a:lnTo>
                      <a:lnTo>
                        <a:pt x="107" y="0"/>
                      </a:lnTo>
                      <a:lnTo>
                        <a:pt x="61" y="3"/>
                      </a:lnTo>
                      <a:lnTo>
                        <a:pt x="28" y="12"/>
                      </a:lnTo>
                      <a:lnTo>
                        <a:pt x="0" y="26"/>
                      </a:lnTo>
                      <a:lnTo>
                        <a:pt x="0" y="107"/>
                      </a:lnTo>
                      <a:lnTo>
                        <a:pt x="8" y="153"/>
                      </a:lnTo>
                      <a:lnTo>
                        <a:pt x="22" y="185"/>
                      </a:lnTo>
                      <a:lnTo>
                        <a:pt x="39" y="207"/>
                      </a:lnTo>
                      <a:lnTo>
                        <a:pt x="57" y="220"/>
                      </a:lnTo>
                      <a:lnTo>
                        <a:pt x="80" y="232"/>
                      </a:lnTo>
                      <a:lnTo>
                        <a:pt x="102" y="239"/>
                      </a:lnTo>
                      <a:lnTo>
                        <a:pt x="128" y="242"/>
                      </a:lnTo>
                      <a:lnTo>
                        <a:pt x="157" y="245"/>
                      </a:lnTo>
                      <a:lnTo>
                        <a:pt x="205" y="242"/>
                      </a:lnTo>
                      <a:lnTo>
                        <a:pt x="235" y="235"/>
                      </a:lnTo>
                      <a:lnTo>
                        <a:pt x="262" y="226"/>
                      </a:lnTo>
                      <a:lnTo>
                        <a:pt x="283" y="200"/>
                      </a:lnTo>
                      <a:lnTo>
                        <a:pt x="297" y="168"/>
                      </a:lnTo>
                      <a:lnTo>
                        <a:pt x="308" y="134"/>
                      </a:lnTo>
                      <a:lnTo>
                        <a:pt x="308" y="87"/>
                      </a:lnTo>
                      <a:lnTo>
                        <a:pt x="308" y="42"/>
                      </a:lnTo>
                      <a:lnTo>
                        <a:pt x="269" y="12"/>
                      </a:lnTo>
                      <a:close/>
                    </a:path>
                  </a:pathLst>
                </a:custGeom>
                <a:solidFill>
                  <a:srgbClr val="C0FFFF"/>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62" name="Freeform 90"/>
                <p:cNvSpPr>
                  <a:spLocks/>
                </p:cNvSpPr>
                <p:nvPr/>
              </p:nvSpPr>
              <p:spPr bwMode="auto">
                <a:xfrm>
                  <a:off x="2911" y="1958"/>
                  <a:ext cx="22" cy="16"/>
                </a:xfrm>
                <a:custGeom>
                  <a:avLst/>
                  <a:gdLst>
                    <a:gd name="T0" fmla="*/ 0 w 45"/>
                    <a:gd name="T1" fmla="*/ 10 h 33"/>
                    <a:gd name="T2" fmla="*/ 7 w 45"/>
                    <a:gd name="T3" fmla="*/ 3 h 33"/>
                    <a:gd name="T4" fmla="*/ 17 w 45"/>
                    <a:gd name="T5" fmla="*/ 0 h 33"/>
                    <a:gd name="T6" fmla="*/ 31 w 45"/>
                    <a:gd name="T7" fmla="*/ 0 h 33"/>
                    <a:gd name="T8" fmla="*/ 41 w 45"/>
                    <a:gd name="T9" fmla="*/ 6 h 33"/>
                    <a:gd name="T10" fmla="*/ 45 w 45"/>
                    <a:gd name="T11" fmla="*/ 31 h 33"/>
                    <a:gd name="T12" fmla="*/ 34 w 45"/>
                    <a:gd name="T13" fmla="*/ 29 h 33"/>
                    <a:gd name="T14" fmla="*/ 25 w 45"/>
                    <a:gd name="T15" fmla="*/ 24 h 33"/>
                    <a:gd name="T16" fmla="*/ 13 w 45"/>
                    <a:gd name="T17" fmla="*/ 29 h 33"/>
                    <a:gd name="T18" fmla="*/ 2 w 45"/>
                    <a:gd name="T19" fmla="*/ 33 h 33"/>
                    <a:gd name="T20" fmla="*/ 0 w 45"/>
                    <a:gd name="T21"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33">
                      <a:moveTo>
                        <a:pt x="0" y="10"/>
                      </a:moveTo>
                      <a:lnTo>
                        <a:pt x="7" y="3"/>
                      </a:lnTo>
                      <a:lnTo>
                        <a:pt x="17" y="0"/>
                      </a:lnTo>
                      <a:lnTo>
                        <a:pt x="31" y="0"/>
                      </a:lnTo>
                      <a:lnTo>
                        <a:pt x="41" y="6"/>
                      </a:lnTo>
                      <a:lnTo>
                        <a:pt x="45" y="31"/>
                      </a:lnTo>
                      <a:lnTo>
                        <a:pt x="34" y="29"/>
                      </a:lnTo>
                      <a:lnTo>
                        <a:pt x="25" y="24"/>
                      </a:lnTo>
                      <a:lnTo>
                        <a:pt x="13" y="29"/>
                      </a:lnTo>
                      <a:lnTo>
                        <a:pt x="2" y="33"/>
                      </a:lnTo>
                      <a:lnTo>
                        <a:pt x="0" y="10"/>
                      </a:lnTo>
                      <a:close/>
                    </a:path>
                  </a:pathLst>
                </a:custGeom>
                <a:solidFill>
                  <a:srgbClr val="C0C0C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63" name="Freeform 91"/>
                <p:cNvSpPr>
                  <a:spLocks/>
                </p:cNvSpPr>
                <p:nvPr/>
              </p:nvSpPr>
              <p:spPr bwMode="auto">
                <a:xfrm>
                  <a:off x="2692" y="1951"/>
                  <a:ext cx="65" cy="26"/>
                </a:xfrm>
                <a:custGeom>
                  <a:avLst/>
                  <a:gdLst>
                    <a:gd name="T0" fmla="*/ 128 w 128"/>
                    <a:gd name="T1" fmla="*/ 17 h 52"/>
                    <a:gd name="T2" fmla="*/ 128 w 128"/>
                    <a:gd name="T3" fmla="*/ 52 h 52"/>
                    <a:gd name="T4" fmla="*/ 14 w 128"/>
                    <a:gd name="T5" fmla="*/ 20 h 52"/>
                    <a:gd name="T6" fmla="*/ 0 w 128"/>
                    <a:gd name="T7" fmla="*/ 0 h 52"/>
                    <a:gd name="T8" fmla="*/ 128 w 128"/>
                    <a:gd name="T9" fmla="*/ 17 h 52"/>
                  </a:gdLst>
                  <a:ahLst/>
                  <a:cxnLst>
                    <a:cxn ang="0">
                      <a:pos x="T0" y="T1"/>
                    </a:cxn>
                    <a:cxn ang="0">
                      <a:pos x="T2" y="T3"/>
                    </a:cxn>
                    <a:cxn ang="0">
                      <a:pos x="T4" y="T5"/>
                    </a:cxn>
                    <a:cxn ang="0">
                      <a:pos x="T6" y="T7"/>
                    </a:cxn>
                    <a:cxn ang="0">
                      <a:pos x="T8" y="T9"/>
                    </a:cxn>
                  </a:cxnLst>
                  <a:rect l="0" t="0" r="r" b="b"/>
                  <a:pathLst>
                    <a:path w="128" h="52">
                      <a:moveTo>
                        <a:pt x="128" y="17"/>
                      </a:moveTo>
                      <a:lnTo>
                        <a:pt x="128" y="52"/>
                      </a:lnTo>
                      <a:lnTo>
                        <a:pt x="14" y="20"/>
                      </a:lnTo>
                      <a:lnTo>
                        <a:pt x="0" y="0"/>
                      </a:lnTo>
                      <a:lnTo>
                        <a:pt x="128" y="17"/>
                      </a:lnTo>
                      <a:close/>
                    </a:path>
                  </a:pathLst>
                </a:custGeom>
                <a:solidFill>
                  <a:srgbClr val="C0C0C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64" name="Freeform 92"/>
                <p:cNvSpPr>
                  <a:spLocks/>
                </p:cNvSpPr>
                <p:nvPr/>
              </p:nvSpPr>
              <p:spPr bwMode="auto">
                <a:xfrm>
                  <a:off x="3085" y="1950"/>
                  <a:ext cx="38" cy="27"/>
                </a:xfrm>
                <a:custGeom>
                  <a:avLst/>
                  <a:gdLst>
                    <a:gd name="T0" fmla="*/ 0 w 74"/>
                    <a:gd name="T1" fmla="*/ 29 h 54"/>
                    <a:gd name="T2" fmla="*/ 0 w 74"/>
                    <a:gd name="T3" fmla="*/ 54 h 54"/>
                    <a:gd name="T4" fmla="*/ 70 w 74"/>
                    <a:gd name="T5" fmla="*/ 22 h 54"/>
                    <a:gd name="T6" fmla="*/ 74 w 74"/>
                    <a:gd name="T7" fmla="*/ 0 h 54"/>
                    <a:gd name="T8" fmla="*/ 0 w 74"/>
                    <a:gd name="T9" fmla="*/ 29 h 54"/>
                  </a:gdLst>
                  <a:ahLst/>
                  <a:cxnLst>
                    <a:cxn ang="0">
                      <a:pos x="T0" y="T1"/>
                    </a:cxn>
                    <a:cxn ang="0">
                      <a:pos x="T2" y="T3"/>
                    </a:cxn>
                    <a:cxn ang="0">
                      <a:pos x="T4" y="T5"/>
                    </a:cxn>
                    <a:cxn ang="0">
                      <a:pos x="T6" y="T7"/>
                    </a:cxn>
                    <a:cxn ang="0">
                      <a:pos x="T8" y="T9"/>
                    </a:cxn>
                  </a:cxnLst>
                  <a:rect l="0" t="0" r="r" b="b"/>
                  <a:pathLst>
                    <a:path w="74" h="54">
                      <a:moveTo>
                        <a:pt x="0" y="29"/>
                      </a:moveTo>
                      <a:lnTo>
                        <a:pt x="0" y="54"/>
                      </a:lnTo>
                      <a:lnTo>
                        <a:pt x="70" y="22"/>
                      </a:lnTo>
                      <a:lnTo>
                        <a:pt x="74" y="0"/>
                      </a:lnTo>
                      <a:lnTo>
                        <a:pt x="0" y="29"/>
                      </a:lnTo>
                      <a:close/>
                    </a:path>
                  </a:pathLst>
                </a:custGeom>
                <a:solidFill>
                  <a:srgbClr val="C0C0C0"/>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grpSp>
            <p:nvGrpSpPr>
              <p:cNvPr id="79965" name="Group 93"/>
              <p:cNvGrpSpPr>
                <a:grpSpLocks/>
              </p:cNvGrpSpPr>
              <p:nvPr/>
            </p:nvGrpSpPr>
            <p:grpSpPr bwMode="auto">
              <a:xfrm>
                <a:off x="2803" y="1970"/>
                <a:ext cx="67" cy="57"/>
                <a:chOff x="2803" y="1970"/>
                <a:chExt cx="67" cy="57"/>
              </a:xfrm>
            </p:grpSpPr>
            <p:sp>
              <p:nvSpPr>
                <p:cNvPr id="79966" name="Oval 94"/>
                <p:cNvSpPr>
                  <a:spLocks noChangeArrowheads="1"/>
                </p:cNvSpPr>
                <p:nvPr/>
              </p:nvSpPr>
              <p:spPr bwMode="auto">
                <a:xfrm>
                  <a:off x="2803" y="1970"/>
                  <a:ext cx="67" cy="57"/>
                </a:xfrm>
                <a:prstGeom prst="ellipse">
                  <a:avLst/>
                </a:prstGeom>
                <a:solidFill>
                  <a:srgbClr val="C0FFFF"/>
                </a:solidFill>
                <a:ln w="7938">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67" name="Oval 95"/>
                <p:cNvSpPr>
                  <a:spLocks noChangeArrowheads="1"/>
                </p:cNvSpPr>
                <p:nvPr/>
              </p:nvSpPr>
              <p:spPr bwMode="auto">
                <a:xfrm>
                  <a:off x="2826" y="1976"/>
                  <a:ext cx="35" cy="36"/>
                </a:xfrm>
                <a:prstGeom prst="ellipse">
                  <a:avLst/>
                </a:prstGeom>
                <a:solidFill>
                  <a:srgbClr val="618FFD"/>
                </a:solidFill>
                <a:ln w="7938">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grpSp>
          <p:grpSp>
            <p:nvGrpSpPr>
              <p:cNvPr id="79968" name="Group 96"/>
              <p:cNvGrpSpPr>
                <a:grpSpLocks/>
              </p:cNvGrpSpPr>
              <p:nvPr/>
            </p:nvGrpSpPr>
            <p:grpSpPr bwMode="auto">
              <a:xfrm>
                <a:off x="2975" y="1975"/>
                <a:ext cx="67" cy="57"/>
                <a:chOff x="2975" y="1975"/>
                <a:chExt cx="67" cy="57"/>
              </a:xfrm>
            </p:grpSpPr>
            <p:sp>
              <p:nvSpPr>
                <p:cNvPr id="79969" name="Oval 97"/>
                <p:cNvSpPr>
                  <a:spLocks noChangeArrowheads="1"/>
                </p:cNvSpPr>
                <p:nvPr/>
              </p:nvSpPr>
              <p:spPr bwMode="auto">
                <a:xfrm>
                  <a:off x="2975" y="1975"/>
                  <a:ext cx="67" cy="57"/>
                </a:xfrm>
                <a:prstGeom prst="ellipse">
                  <a:avLst/>
                </a:prstGeom>
                <a:solidFill>
                  <a:srgbClr val="C0FFFF"/>
                </a:solidFill>
                <a:ln w="7938">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70" name="Oval 98"/>
                <p:cNvSpPr>
                  <a:spLocks noChangeArrowheads="1"/>
                </p:cNvSpPr>
                <p:nvPr/>
              </p:nvSpPr>
              <p:spPr bwMode="auto">
                <a:xfrm>
                  <a:off x="2998" y="1982"/>
                  <a:ext cx="35" cy="35"/>
                </a:xfrm>
                <a:prstGeom prst="ellipse">
                  <a:avLst/>
                </a:prstGeom>
                <a:solidFill>
                  <a:srgbClr val="618FFD"/>
                </a:solidFill>
                <a:ln w="7938">
                  <a:solidFill>
                    <a:srgbClr val="000000"/>
                  </a:solidFill>
                  <a:round/>
                  <a:headEnd/>
                  <a:tailEnd/>
                </a:ln>
              </p:spPr>
              <p:txBody>
                <a:bodyPr/>
                <a:lstStyle/>
                <a:p>
                  <a:pPr eaLnBrk="1" hangingPunct="1"/>
                  <a:endParaRPr lang="zh-CN" altLang="en-US" sz="2400" b="0" i="0">
                    <a:solidFill>
                      <a:srgbClr val="0033CC"/>
                    </a:solidFill>
                    <a:ea typeface="楷体_GB2312" pitchFamily="49" charset="-122"/>
                  </a:endParaRPr>
                </a:p>
              </p:txBody>
            </p:sp>
          </p:grpSp>
        </p:grpSp>
        <p:sp>
          <p:nvSpPr>
            <p:cNvPr id="79971" name="Freeform 99"/>
            <p:cNvSpPr>
              <a:spLocks/>
            </p:cNvSpPr>
            <p:nvPr/>
          </p:nvSpPr>
          <p:spPr bwMode="auto">
            <a:xfrm>
              <a:off x="2208" y="2064"/>
              <a:ext cx="192" cy="192"/>
            </a:xfrm>
            <a:custGeom>
              <a:avLst/>
              <a:gdLst>
                <a:gd name="T0" fmla="*/ 94 w 487"/>
                <a:gd name="T1" fmla="*/ 0 h 424"/>
                <a:gd name="T2" fmla="*/ 115 w 487"/>
                <a:gd name="T3" fmla="*/ 35 h 424"/>
                <a:gd name="T4" fmla="*/ 125 w 487"/>
                <a:gd name="T5" fmla="*/ 50 h 424"/>
                <a:gd name="T6" fmla="*/ 143 w 487"/>
                <a:gd name="T7" fmla="*/ 84 h 424"/>
                <a:gd name="T8" fmla="*/ 156 w 487"/>
                <a:gd name="T9" fmla="*/ 107 h 424"/>
                <a:gd name="T10" fmla="*/ 174 w 487"/>
                <a:gd name="T11" fmla="*/ 122 h 424"/>
                <a:gd name="T12" fmla="*/ 201 w 487"/>
                <a:gd name="T13" fmla="*/ 143 h 424"/>
                <a:gd name="T14" fmla="*/ 246 w 487"/>
                <a:gd name="T15" fmla="*/ 166 h 424"/>
                <a:gd name="T16" fmla="*/ 288 w 487"/>
                <a:gd name="T17" fmla="*/ 166 h 424"/>
                <a:gd name="T18" fmla="*/ 327 w 487"/>
                <a:gd name="T19" fmla="*/ 161 h 424"/>
                <a:gd name="T20" fmla="*/ 375 w 487"/>
                <a:gd name="T21" fmla="*/ 143 h 424"/>
                <a:gd name="T22" fmla="*/ 440 w 487"/>
                <a:gd name="T23" fmla="*/ 114 h 424"/>
                <a:gd name="T24" fmla="*/ 446 w 487"/>
                <a:gd name="T25" fmla="*/ 138 h 424"/>
                <a:gd name="T26" fmla="*/ 476 w 487"/>
                <a:gd name="T27" fmla="*/ 304 h 424"/>
                <a:gd name="T28" fmla="*/ 487 w 487"/>
                <a:gd name="T29" fmla="*/ 389 h 424"/>
                <a:gd name="T30" fmla="*/ 417 w 487"/>
                <a:gd name="T31" fmla="*/ 412 h 424"/>
                <a:gd name="T32" fmla="*/ 327 w 487"/>
                <a:gd name="T33" fmla="*/ 418 h 424"/>
                <a:gd name="T34" fmla="*/ 275 w 487"/>
                <a:gd name="T35" fmla="*/ 424 h 424"/>
                <a:gd name="T36" fmla="*/ 184 w 487"/>
                <a:gd name="T37" fmla="*/ 400 h 424"/>
                <a:gd name="T38" fmla="*/ 120 w 487"/>
                <a:gd name="T39" fmla="*/ 365 h 424"/>
                <a:gd name="T40" fmla="*/ 71 w 487"/>
                <a:gd name="T41" fmla="*/ 320 h 424"/>
                <a:gd name="T42" fmla="*/ 29 w 487"/>
                <a:gd name="T43" fmla="*/ 275 h 424"/>
                <a:gd name="T44" fmla="*/ 0 w 487"/>
                <a:gd name="T45" fmla="*/ 224 h 424"/>
                <a:gd name="T46" fmla="*/ 11 w 487"/>
                <a:gd name="T47" fmla="*/ 175 h 424"/>
                <a:gd name="T48" fmla="*/ 35 w 487"/>
                <a:gd name="T49" fmla="*/ 108 h 424"/>
                <a:gd name="T50" fmla="*/ 59 w 487"/>
                <a:gd name="T51" fmla="*/ 66 h 424"/>
                <a:gd name="T52" fmla="*/ 94 w 487"/>
                <a:gd name="T53"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87" h="424">
                  <a:moveTo>
                    <a:pt x="94" y="0"/>
                  </a:moveTo>
                  <a:lnTo>
                    <a:pt x="115" y="35"/>
                  </a:lnTo>
                  <a:lnTo>
                    <a:pt x="125" y="50"/>
                  </a:lnTo>
                  <a:lnTo>
                    <a:pt x="143" y="84"/>
                  </a:lnTo>
                  <a:lnTo>
                    <a:pt x="156" y="107"/>
                  </a:lnTo>
                  <a:lnTo>
                    <a:pt x="174" y="122"/>
                  </a:lnTo>
                  <a:lnTo>
                    <a:pt x="201" y="143"/>
                  </a:lnTo>
                  <a:lnTo>
                    <a:pt x="246" y="166"/>
                  </a:lnTo>
                  <a:lnTo>
                    <a:pt x="288" y="166"/>
                  </a:lnTo>
                  <a:lnTo>
                    <a:pt x="327" y="161"/>
                  </a:lnTo>
                  <a:lnTo>
                    <a:pt x="375" y="143"/>
                  </a:lnTo>
                  <a:lnTo>
                    <a:pt x="440" y="114"/>
                  </a:lnTo>
                  <a:lnTo>
                    <a:pt x="446" y="138"/>
                  </a:lnTo>
                  <a:lnTo>
                    <a:pt x="476" y="304"/>
                  </a:lnTo>
                  <a:lnTo>
                    <a:pt x="487" y="389"/>
                  </a:lnTo>
                  <a:lnTo>
                    <a:pt x="417" y="412"/>
                  </a:lnTo>
                  <a:lnTo>
                    <a:pt x="327" y="418"/>
                  </a:lnTo>
                  <a:lnTo>
                    <a:pt x="275" y="424"/>
                  </a:lnTo>
                  <a:lnTo>
                    <a:pt x="184" y="400"/>
                  </a:lnTo>
                  <a:lnTo>
                    <a:pt x="120" y="365"/>
                  </a:lnTo>
                  <a:lnTo>
                    <a:pt x="71" y="320"/>
                  </a:lnTo>
                  <a:lnTo>
                    <a:pt x="29" y="275"/>
                  </a:lnTo>
                  <a:lnTo>
                    <a:pt x="0" y="224"/>
                  </a:lnTo>
                  <a:lnTo>
                    <a:pt x="11" y="175"/>
                  </a:lnTo>
                  <a:lnTo>
                    <a:pt x="35" y="108"/>
                  </a:lnTo>
                  <a:lnTo>
                    <a:pt x="59" y="66"/>
                  </a:lnTo>
                  <a:lnTo>
                    <a:pt x="94" y="0"/>
                  </a:lnTo>
                  <a:close/>
                </a:path>
              </a:pathLst>
            </a:custGeom>
            <a:solidFill>
              <a:srgbClr val="FFFFFF"/>
            </a:solidFill>
            <a:ln w="7938">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nvGrpSpPr>
            <p:cNvPr id="79972" name="Group 100"/>
            <p:cNvGrpSpPr>
              <a:grpSpLocks/>
            </p:cNvGrpSpPr>
            <p:nvPr/>
          </p:nvGrpSpPr>
          <p:grpSpPr bwMode="auto">
            <a:xfrm rot="16200000" flipV="1">
              <a:off x="2006" y="1788"/>
              <a:ext cx="442" cy="322"/>
              <a:chOff x="4363" y="2585"/>
              <a:chExt cx="1104" cy="808"/>
            </a:xfrm>
          </p:grpSpPr>
          <p:sp>
            <p:nvSpPr>
              <p:cNvPr id="79973" name="Freeform 101"/>
              <p:cNvSpPr>
                <a:spLocks/>
              </p:cNvSpPr>
              <p:nvPr/>
            </p:nvSpPr>
            <p:spPr bwMode="auto">
              <a:xfrm>
                <a:off x="4363" y="2585"/>
                <a:ext cx="1104" cy="808"/>
              </a:xfrm>
              <a:custGeom>
                <a:avLst/>
                <a:gdLst>
                  <a:gd name="T0" fmla="*/ 729 w 3311"/>
                  <a:gd name="T1" fmla="*/ 97 h 2423"/>
                  <a:gd name="T2" fmla="*/ 1249 w 3311"/>
                  <a:gd name="T3" fmla="*/ 0 h 2423"/>
                  <a:gd name="T4" fmla="*/ 1674 w 3311"/>
                  <a:gd name="T5" fmla="*/ 79 h 2423"/>
                  <a:gd name="T6" fmla="*/ 2115 w 3311"/>
                  <a:gd name="T7" fmla="*/ 271 h 2423"/>
                  <a:gd name="T8" fmla="*/ 2512 w 3311"/>
                  <a:gd name="T9" fmla="*/ 443 h 2423"/>
                  <a:gd name="T10" fmla="*/ 2874 w 3311"/>
                  <a:gd name="T11" fmla="*/ 584 h 2423"/>
                  <a:gd name="T12" fmla="*/ 2967 w 3311"/>
                  <a:gd name="T13" fmla="*/ 663 h 2423"/>
                  <a:gd name="T14" fmla="*/ 2971 w 3311"/>
                  <a:gd name="T15" fmla="*/ 829 h 2423"/>
                  <a:gd name="T16" fmla="*/ 2874 w 3311"/>
                  <a:gd name="T17" fmla="*/ 909 h 2423"/>
                  <a:gd name="T18" fmla="*/ 2708 w 3311"/>
                  <a:gd name="T19" fmla="*/ 938 h 2423"/>
                  <a:gd name="T20" fmla="*/ 2574 w 3311"/>
                  <a:gd name="T21" fmla="*/ 931 h 2423"/>
                  <a:gd name="T22" fmla="*/ 2424 w 3311"/>
                  <a:gd name="T23" fmla="*/ 900 h 2423"/>
                  <a:gd name="T24" fmla="*/ 2477 w 3311"/>
                  <a:gd name="T25" fmla="*/ 981 h 2423"/>
                  <a:gd name="T26" fmla="*/ 2526 w 3311"/>
                  <a:gd name="T27" fmla="*/ 1048 h 2423"/>
                  <a:gd name="T28" fmla="*/ 2756 w 3311"/>
                  <a:gd name="T29" fmla="*/ 1194 h 2423"/>
                  <a:gd name="T30" fmla="*/ 2874 w 3311"/>
                  <a:gd name="T31" fmla="*/ 1309 h 2423"/>
                  <a:gd name="T32" fmla="*/ 2983 w 3311"/>
                  <a:gd name="T33" fmla="*/ 1420 h 2423"/>
                  <a:gd name="T34" fmla="*/ 3158 w 3311"/>
                  <a:gd name="T35" fmla="*/ 1570 h 2423"/>
                  <a:gd name="T36" fmla="*/ 3249 w 3311"/>
                  <a:gd name="T37" fmla="*/ 1676 h 2423"/>
                  <a:gd name="T38" fmla="*/ 3299 w 3311"/>
                  <a:gd name="T39" fmla="*/ 1776 h 2423"/>
                  <a:gd name="T40" fmla="*/ 3308 w 3311"/>
                  <a:gd name="T41" fmla="*/ 1879 h 2423"/>
                  <a:gd name="T42" fmla="*/ 3239 w 3311"/>
                  <a:gd name="T43" fmla="*/ 1969 h 2423"/>
                  <a:gd name="T44" fmla="*/ 3228 w 3311"/>
                  <a:gd name="T45" fmla="*/ 2050 h 2423"/>
                  <a:gd name="T46" fmla="*/ 3237 w 3311"/>
                  <a:gd name="T47" fmla="*/ 2131 h 2423"/>
                  <a:gd name="T48" fmla="*/ 3218 w 3311"/>
                  <a:gd name="T49" fmla="*/ 2200 h 2423"/>
                  <a:gd name="T50" fmla="*/ 3184 w 3311"/>
                  <a:gd name="T51" fmla="*/ 2244 h 2423"/>
                  <a:gd name="T52" fmla="*/ 3117 w 3311"/>
                  <a:gd name="T53" fmla="*/ 2272 h 2423"/>
                  <a:gd name="T54" fmla="*/ 3002 w 3311"/>
                  <a:gd name="T55" fmla="*/ 2267 h 2423"/>
                  <a:gd name="T56" fmla="*/ 2939 w 3311"/>
                  <a:gd name="T57" fmla="*/ 2291 h 2423"/>
                  <a:gd name="T58" fmla="*/ 2923 w 3311"/>
                  <a:gd name="T59" fmla="*/ 2369 h 2423"/>
                  <a:gd name="T60" fmla="*/ 2890 w 3311"/>
                  <a:gd name="T61" fmla="*/ 2410 h 2423"/>
                  <a:gd name="T62" fmla="*/ 2842 w 3311"/>
                  <a:gd name="T63" fmla="*/ 2422 h 2423"/>
                  <a:gd name="T64" fmla="*/ 2768 w 3311"/>
                  <a:gd name="T65" fmla="*/ 2420 h 2423"/>
                  <a:gd name="T66" fmla="*/ 2629 w 3311"/>
                  <a:gd name="T67" fmla="*/ 2373 h 2423"/>
                  <a:gd name="T68" fmla="*/ 2337 w 3311"/>
                  <a:gd name="T69" fmla="*/ 2223 h 2423"/>
                  <a:gd name="T70" fmla="*/ 2176 w 3311"/>
                  <a:gd name="T71" fmla="*/ 2173 h 2423"/>
                  <a:gd name="T72" fmla="*/ 2012 w 3311"/>
                  <a:gd name="T73" fmla="*/ 2147 h 2423"/>
                  <a:gd name="T74" fmla="*/ 1642 w 3311"/>
                  <a:gd name="T75" fmla="*/ 2004 h 2423"/>
                  <a:gd name="T76" fmla="*/ 1364 w 3311"/>
                  <a:gd name="T77" fmla="*/ 1853 h 2423"/>
                  <a:gd name="T78" fmla="*/ 1158 w 3311"/>
                  <a:gd name="T79" fmla="*/ 1766 h 2423"/>
                  <a:gd name="T80" fmla="*/ 995 w 3311"/>
                  <a:gd name="T81" fmla="*/ 1687 h 2423"/>
                  <a:gd name="T82" fmla="*/ 821 w 3311"/>
                  <a:gd name="T83" fmla="*/ 1562 h 2423"/>
                  <a:gd name="T84" fmla="*/ 270 w 3311"/>
                  <a:gd name="T85" fmla="*/ 1059 h 2423"/>
                  <a:gd name="T86" fmla="*/ 208 w 3311"/>
                  <a:gd name="T87" fmla="*/ 206 h 2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11" h="2423">
                    <a:moveTo>
                      <a:pt x="538" y="113"/>
                    </a:moveTo>
                    <a:lnTo>
                      <a:pt x="729" y="97"/>
                    </a:lnTo>
                    <a:lnTo>
                      <a:pt x="1027" y="48"/>
                    </a:lnTo>
                    <a:lnTo>
                      <a:pt x="1249" y="0"/>
                    </a:lnTo>
                    <a:lnTo>
                      <a:pt x="1563" y="32"/>
                    </a:lnTo>
                    <a:lnTo>
                      <a:pt x="1674" y="79"/>
                    </a:lnTo>
                    <a:lnTo>
                      <a:pt x="1926" y="175"/>
                    </a:lnTo>
                    <a:lnTo>
                      <a:pt x="2115" y="271"/>
                    </a:lnTo>
                    <a:lnTo>
                      <a:pt x="2376" y="379"/>
                    </a:lnTo>
                    <a:lnTo>
                      <a:pt x="2512" y="443"/>
                    </a:lnTo>
                    <a:lnTo>
                      <a:pt x="2708" y="513"/>
                    </a:lnTo>
                    <a:lnTo>
                      <a:pt x="2874" y="584"/>
                    </a:lnTo>
                    <a:lnTo>
                      <a:pt x="2927" y="616"/>
                    </a:lnTo>
                    <a:lnTo>
                      <a:pt x="2967" y="663"/>
                    </a:lnTo>
                    <a:lnTo>
                      <a:pt x="2993" y="753"/>
                    </a:lnTo>
                    <a:lnTo>
                      <a:pt x="2971" y="829"/>
                    </a:lnTo>
                    <a:lnTo>
                      <a:pt x="2929" y="873"/>
                    </a:lnTo>
                    <a:lnTo>
                      <a:pt x="2874" y="909"/>
                    </a:lnTo>
                    <a:lnTo>
                      <a:pt x="2795" y="935"/>
                    </a:lnTo>
                    <a:lnTo>
                      <a:pt x="2708" y="938"/>
                    </a:lnTo>
                    <a:lnTo>
                      <a:pt x="2643" y="937"/>
                    </a:lnTo>
                    <a:lnTo>
                      <a:pt x="2574" y="931"/>
                    </a:lnTo>
                    <a:lnTo>
                      <a:pt x="2498" y="920"/>
                    </a:lnTo>
                    <a:lnTo>
                      <a:pt x="2424" y="900"/>
                    </a:lnTo>
                    <a:lnTo>
                      <a:pt x="2258" y="837"/>
                    </a:lnTo>
                    <a:lnTo>
                      <a:pt x="2477" y="981"/>
                    </a:lnTo>
                    <a:lnTo>
                      <a:pt x="2512" y="1013"/>
                    </a:lnTo>
                    <a:lnTo>
                      <a:pt x="2526" y="1048"/>
                    </a:lnTo>
                    <a:lnTo>
                      <a:pt x="2645" y="1115"/>
                    </a:lnTo>
                    <a:lnTo>
                      <a:pt x="2756" y="1194"/>
                    </a:lnTo>
                    <a:lnTo>
                      <a:pt x="2824" y="1275"/>
                    </a:lnTo>
                    <a:lnTo>
                      <a:pt x="2874" y="1309"/>
                    </a:lnTo>
                    <a:lnTo>
                      <a:pt x="2929" y="1351"/>
                    </a:lnTo>
                    <a:lnTo>
                      <a:pt x="2983" y="1420"/>
                    </a:lnTo>
                    <a:lnTo>
                      <a:pt x="3024" y="1475"/>
                    </a:lnTo>
                    <a:lnTo>
                      <a:pt x="3158" y="1570"/>
                    </a:lnTo>
                    <a:lnTo>
                      <a:pt x="3202" y="1613"/>
                    </a:lnTo>
                    <a:lnTo>
                      <a:pt x="3249" y="1676"/>
                    </a:lnTo>
                    <a:lnTo>
                      <a:pt x="3273" y="1722"/>
                    </a:lnTo>
                    <a:lnTo>
                      <a:pt x="3299" y="1776"/>
                    </a:lnTo>
                    <a:lnTo>
                      <a:pt x="3311" y="1829"/>
                    </a:lnTo>
                    <a:lnTo>
                      <a:pt x="3308" y="1879"/>
                    </a:lnTo>
                    <a:lnTo>
                      <a:pt x="3287" y="1928"/>
                    </a:lnTo>
                    <a:lnTo>
                      <a:pt x="3239" y="1969"/>
                    </a:lnTo>
                    <a:lnTo>
                      <a:pt x="3196" y="1988"/>
                    </a:lnTo>
                    <a:lnTo>
                      <a:pt x="3228" y="2050"/>
                    </a:lnTo>
                    <a:lnTo>
                      <a:pt x="3239" y="2087"/>
                    </a:lnTo>
                    <a:lnTo>
                      <a:pt x="3237" y="2131"/>
                    </a:lnTo>
                    <a:lnTo>
                      <a:pt x="3227" y="2179"/>
                    </a:lnTo>
                    <a:lnTo>
                      <a:pt x="3218" y="2200"/>
                    </a:lnTo>
                    <a:lnTo>
                      <a:pt x="3201" y="2226"/>
                    </a:lnTo>
                    <a:lnTo>
                      <a:pt x="3184" y="2244"/>
                    </a:lnTo>
                    <a:lnTo>
                      <a:pt x="3159" y="2262"/>
                    </a:lnTo>
                    <a:lnTo>
                      <a:pt x="3117" y="2272"/>
                    </a:lnTo>
                    <a:lnTo>
                      <a:pt x="3068" y="2281"/>
                    </a:lnTo>
                    <a:lnTo>
                      <a:pt x="3002" y="2267"/>
                    </a:lnTo>
                    <a:lnTo>
                      <a:pt x="2934" y="2245"/>
                    </a:lnTo>
                    <a:lnTo>
                      <a:pt x="2939" y="2291"/>
                    </a:lnTo>
                    <a:lnTo>
                      <a:pt x="2934" y="2342"/>
                    </a:lnTo>
                    <a:lnTo>
                      <a:pt x="2923" y="2369"/>
                    </a:lnTo>
                    <a:lnTo>
                      <a:pt x="2908" y="2394"/>
                    </a:lnTo>
                    <a:lnTo>
                      <a:pt x="2890" y="2410"/>
                    </a:lnTo>
                    <a:lnTo>
                      <a:pt x="2867" y="2420"/>
                    </a:lnTo>
                    <a:lnTo>
                      <a:pt x="2842" y="2422"/>
                    </a:lnTo>
                    <a:lnTo>
                      <a:pt x="2808" y="2423"/>
                    </a:lnTo>
                    <a:lnTo>
                      <a:pt x="2768" y="2420"/>
                    </a:lnTo>
                    <a:lnTo>
                      <a:pt x="2734" y="2410"/>
                    </a:lnTo>
                    <a:lnTo>
                      <a:pt x="2629" y="2373"/>
                    </a:lnTo>
                    <a:lnTo>
                      <a:pt x="2537" y="2325"/>
                    </a:lnTo>
                    <a:lnTo>
                      <a:pt x="2337" y="2223"/>
                    </a:lnTo>
                    <a:lnTo>
                      <a:pt x="2229" y="2147"/>
                    </a:lnTo>
                    <a:lnTo>
                      <a:pt x="2176" y="2173"/>
                    </a:lnTo>
                    <a:lnTo>
                      <a:pt x="2115" y="2173"/>
                    </a:lnTo>
                    <a:lnTo>
                      <a:pt x="2012" y="2147"/>
                    </a:lnTo>
                    <a:lnTo>
                      <a:pt x="1832" y="2084"/>
                    </a:lnTo>
                    <a:lnTo>
                      <a:pt x="1642" y="2004"/>
                    </a:lnTo>
                    <a:lnTo>
                      <a:pt x="1454" y="1910"/>
                    </a:lnTo>
                    <a:lnTo>
                      <a:pt x="1364" y="1853"/>
                    </a:lnTo>
                    <a:lnTo>
                      <a:pt x="1263" y="1800"/>
                    </a:lnTo>
                    <a:lnTo>
                      <a:pt x="1158" y="1766"/>
                    </a:lnTo>
                    <a:lnTo>
                      <a:pt x="1073" y="1729"/>
                    </a:lnTo>
                    <a:lnTo>
                      <a:pt x="995" y="1687"/>
                    </a:lnTo>
                    <a:lnTo>
                      <a:pt x="941" y="1654"/>
                    </a:lnTo>
                    <a:lnTo>
                      <a:pt x="821" y="1562"/>
                    </a:lnTo>
                    <a:lnTo>
                      <a:pt x="585" y="1341"/>
                    </a:lnTo>
                    <a:lnTo>
                      <a:pt x="270" y="1059"/>
                    </a:lnTo>
                    <a:lnTo>
                      <a:pt x="0" y="696"/>
                    </a:lnTo>
                    <a:lnTo>
                      <a:pt x="208" y="206"/>
                    </a:lnTo>
                    <a:lnTo>
                      <a:pt x="538" y="113"/>
                    </a:lnTo>
                    <a:close/>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74" name="Freeform 102"/>
              <p:cNvSpPr>
                <a:spLocks/>
              </p:cNvSpPr>
              <p:nvPr/>
            </p:nvSpPr>
            <p:spPr bwMode="auto">
              <a:xfrm>
                <a:off x="4784" y="3075"/>
                <a:ext cx="336" cy="224"/>
              </a:xfrm>
              <a:custGeom>
                <a:avLst/>
                <a:gdLst>
                  <a:gd name="T0" fmla="*/ 961 w 1008"/>
                  <a:gd name="T1" fmla="*/ 673 h 673"/>
                  <a:gd name="T2" fmla="*/ 995 w 1008"/>
                  <a:gd name="T3" fmla="*/ 624 h 673"/>
                  <a:gd name="T4" fmla="*/ 1008 w 1008"/>
                  <a:gd name="T5" fmla="*/ 572 h 673"/>
                  <a:gd name="T6" fmla="*/ 1004 w 1008"/>
                  <a:gd name="T7" fmla="*/ 530 h 673"/>
                  <a:gd name="T8" fmla="*/ 970 w 1008"/>
                  <a:gd name="T9" fmla="*/ 469 h 673"/>
                  <a:gd name="T10" fmla="*/ 916 w 1008"/>
                  <a:gd name="T11" fmla="*/ 420 h 673"/>
                  <a:gd name="T12" fmla="*/ 847 w 1008"/>
                  <a:gd name="T13" fmla="*/ 372 h 673"/>
                  <a:gd name="T14" fmla="*/ 763 w 1008"/>
                  <a:gd name="T15" fmla="*/ 332 h 673"/>
                  <a:gd name="T16" fmla="*/ 679 w 1008"/>
                  <a:gd name="T17" fmla="*/ 310 h 673"/>
                  <a:gd name="T18" fmla="*/ 599 w 1008"/>
                  <a:gd name="T19" fmla="*/ 291 h 673"/>
                  <a:gd name="T20" fmla="*/ 557 w 1008"/>
                  <a:gd name="T21" fmla="*/ 248 h 673"/>
                  <a:gd name="T22" fmla="*/ 513 w 1008"/>
                  <a:gd name="T23" fmla="*/ 208 h 673"/>
                  <a:gd name="T24" fmla="*/ 454 w 1008"/>
                  <a:gd name="T25" fmla="*/ 161 h 673"/>
                  <a:gd name="T26" fmla="*/ 405 w 1008"/>
                  <a:gd name="T27" fmla="*/ 129 h 673"/>
                  <a:gd name="T28" fmla="*/ 332 w 1008"/>
                  <a:gd name="T29" fmla="*/ 92 h 673"/>
                  <a:gd name="T30" fmla="*/ 292 w 1008"/>
                  <a:gd name="T31" fmla="*/ 75 h 673"/>
                  <a:gd name="T32" fmla="*/ 220 w 1008"/>
                  <a:gd name="T33" fmla="*/ 33 h 673"/>
                  <a:gd name="T34" fmla="*/ 142 w 1008"/>
                  <a:gd name="T35" fmla="*/ 10 h 673"/>
                  <a:gd name="T36" fmla="*/ 53 w 1008"/>
                  <a:gd name="T37" fmla="*/ 0 h 673"/>
                  <a:gd name="T38" fmla="*/ 0 w 1008"/>
                  <a:gd name="T39" fmla="*/ 1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08" h="673">
                    <a:moveTo>
                      <a:pt x="961" y="673"/>
                    </a:moveTo>
                    <a:lnTo>
                      <a:pt x="995" y="624"/>
                    </a:lnTo>
                    <a:lnTo>
                      <a:pt x="1008" y="572"/>
                    </a:lnTo>
                    <a:lnTo>
                      <a:pt x="1004" y="530"/>
                    </a:lnTo>
                    <a:lnTo>
                      <a:pt x="970" y="469"/>
                    </a:lnTo>
                    <a:lnTo>
                      <a:pt x="916" y="420"/>
                    </a:lnTo>
                    <a:lnTo>
                      <a:pt x="847" y="372"/>
                    </a:lnTo>
                    <a:lnTo>
                      <a:pt x="763" y="332"/>
                    </a:lnTo>
                    <a:lnTo>
                      <a:pt x="679" y="310"/>
                    </a:lnTo>
                    <a:lnTo>
                      <a:pt x="599" y="291"/>
                    </a:lnTo>
                    <a:lnTo>
                      <a:pt x="557" y="248"/>
                    </a:lnTo>
                    <a:lnTo>
                      <a:pt x="513" y="208"/>
                    </a:lnTo>
                    <a:lnTo>
                      <a:pt x="454" y="161"/>
                    </a:lnTo>
                    <a:lnTo>
                      <a:pt x="405" y="129"/>
                    </a:lnTo>
                    <a:lnTo>
                      <a:pt x="332" y="92"/>
                    </a:lnTo>
                    <a:lnTo>
                      <a:pt x="292" y="75"/>
                    </a:lnTo>
                    <a:lnTo>
                      <a:pt x="220" y="33"/>
                    </a:lnTo>
                    <a:lnTo>
                      <a:pt x="142" y="10"/>
                    </a:lnTo>
                    <a:lnTo>
                      <a:pt x="53" y="0"/>
                    </a:lnTo>
                    <a:lnTo>
                      <a:pt x="0" y="1"/>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75" name="Freeform 103"/>
              <p:cNvSpPr>
                <a:spLocks/>
              </p:cNvSpPr>
              <p:nvPr/>
            </p:nvSpPr>
            <p:spPr bwMode="auto">
              <a:xfrm>
                <a:off x="4981" y="3054"/>
                <a:ext cx="359" cy="279"/>
              </a:xfrm>
              <a:custGeom>
                <a:avLst/>
                <a:gdLst>
                  <a:gd name="T0" fmla="*/ 1077 w 1077"/>
                  <a:gd name="T1" fmla="*/ 838 h 838"/>
                  <a:gd name="T2" fmla="*/ 1069 w 1077"/>
                  <a:gd name="T3" fmla="*/ 806 h 838"/>
                  <a:gd name="T4" fmla="*/ 1057 w 1077"/>
                  <a:gd name="T5" fmla="*/ 769 h 838"/>
                  <a:gd name="T6" fmla="*/ 1036 w 1077"/>
                  <a:gd name="T7" fmla="*/ 732 h 838"/>
                  <a:gd name="T8" fmla="*/ 1016 w 1077"/>
                  <a:gd name="T9" fmla="*/ 704 h 838"/>
                  <a:gd name="T10" fmla="*/ 989 w 1077"/>
                  <a:gd name="T11" fmla="*/ 676 h 838"/>
                  <a:gd name="T12" fmla="*/ 908 w 1077"/>
                  <a:gd name="T13" fmla="*/ 609 h 838"/>
                  <a:gd name="T14" fmla="*/ 814 w 1077"/>
                  <a:gd name="T15" fmla="*/ 548 h 838"/>
                  <a:gd name="T16" fmla="*/ 736 w 1077"/>
                  <a:gd name="T17" fmla="*/ 514 h 838"/>
                  <a:gd name="T18" fmla="*/ 635 w 1077"/>
                  <a:gd name="T19" fmla="*/ 485 h 838"/>
                  <a:gd name="T20" fmla="*/ 547 w 1077"/>
                  <a:gd name="T21" fmla="*/ 413 h 838"/>
                  <a:gd name="T22" fmla="*/ 469 w 1077"/>
                  <a:gd name="T23" fmla="*/ 339 h 838"/>
                  <a:gd name="T24" fmla="*/ 386 w 1077"/>
                  <a:gd name="T25" fmla="*/ 275 h 838"/>
                  <a:gd name="T26" fmla="*/ 286 w 1077"/>
                  <a:gd name="T27" fmla="*/ 213 h 838"/>
                  <a:gd name="T28" fmla="*/ 198 w 1077"/>
                  <a:gd name="T29" fmla="*/ 159 h 838"/>
                  <a:gd name="T30" fmla="*/ 120 w 1077"/>
                  <a:gd name="T31" fmla="*/ 72 h 838"/>
                  <a:gd name="T32" fmla="*/ 0 w 1077"/>
                  <a:gd name="T33" fmla="*/ 0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77" h="838">
                    <a:moveTo>
                      <a:pt x="1077" y="838"/>
                    </a:moveTo>
                    <a:lnTo>
                      <a:pt x="1069" y="806"/>
                    </a:lnTo>
                    <a:lnTo>
                      <a:pt x="1057" y="769"/>
                    </a:lnTo>
                    <a:lnTo>
                      <a:pt x="1036" y="732"/>
                    </a:lnTo>
                    <a:lnTo>
                      <a:pt x="1016" y="704"/>
                    </a:lnTo>
                    <a:lnTo>
                      <a:pt x="989" y="676"/>
                    </a:lnTo>
                    <a:lnTo>
                      <a:pt x="908" y="609"/>
                    </a:lnTo>
                    <a:lnTo>
                      <a:pt x="814" y="548"/>
                    </a:lnTo>
                    <a:lnTo>
                      <a:pt x="736" y="514"/>
                    </a:lnTo>
                    <a:lnTo>
                      <a:pt x="635" y="485"/>
                    </a:lnTo>
                    <a:lnTo>
                      <a:pt x="547" y="413"/>
                    </a:lnTo>
                    <a:lnTo>
                      <a:pt x="469" y="339"/>
                    </a:lnTo>
                    <a:lnTo>
                      <a:pt x="386" y="275"/>
                    </a:lnTo>
                    <a:lnTo>
                      <a:pt x="286" y="213"/>
                    </a:lnTo>
                    <a:lnTo>
                      <a:pt x="198" y="159"/>
                    </a:lnTo>
                    <a:lnTo>
                      <a:pt x="120" y="72"/>
                    </a:lnTo>
                    <a:lnTo>
                      <a:pt x="0" y="0"/>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76" name="Freeform 104"/>
              <p:cNvSpPr>
                <a:spLocks/>
              </p:cNvSpPr>
              <p:nvPr/>
            </p:nvSpPr>
            <p:spPr bwMode="auto">
              <a:xfrm>
                <a:off x="5074" y="2973"/>
                <a:ext cx="356" cy="276"/>
              </a:xfrm>
              <a:custGeom>
                <a:avLst/>
                <a:gdLst>
                  <a:gd name="T0" fmla="*/ 1069 w 1069"/>
                  <a:gd name="T1" fmla="*/ 828 h 828"/>
                  <a:gd name="T2" fmla="*/ 1026 w 1069"/>
                  <a:gd name="T3" fmla="*/ 771 h 828"/>
                  <a:gd name="T4" fmla="*/ 989 w 1069"/>
                  <a:gd name="T5" fmla="*/ 728 h 828"/>
                  <a:gd name="T6" fmla="*/ 947 w 1069"/>
                  <a:gd name="T7" fmla="*/ 694 h 828"/>
                  <a:gd name="T8" fmla="*/ 797 w 1069"/>
                  <a:gd name="T9" fmla="*/ 593 h 828"/>
                  <a:gd name="T10" fmla="*/ 698 w 1069"/>
                  <a:gd name="T11" fmla="*/ 540 h 828"/>
                  <a:gd name="T12" fmla="*/ 624 w 1069"/>
                  <a:gd name="T13" fmla="*/ 463 h 828"/>
                  <a:gd name="T14" fmla="*/ 539 w 1069"/>
                  <a:gd name="T15" fmla="*/ 393 h 828"/>
                  <a:gd name="T16" fmla="*/ 458 w 1069"/>
                  <a:gd name="T17" fmla="*/ 332 h 828"/>
                  <a:gd name="T18" fmla="*/ 372 w 1069"/>
                  <a:gd name="T19" fmla="*/ 278 h 828"/>
                  <a:gd name="T20" fmla="*/ 322 w 1069"/>
                  <a:gd name="T21" fmla="*/ 243 h 828"/>
                  <a:gd name="T22" fmla="*/ 222 w 1069"/>
                  <a:gd name="T23" fmla="*/ 188 h 828"/>
                  <a:gd name="T24" fmla="*/ 126 w 1069"/>
                  <a:gd name="T25" fmla="*/ 80 h 828"/>
                  <a:gd name="T26" fmla="*/ 0 w 1069"/>
                  <a:gd name="T27" fmla="*/ 0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9" h="828">
                    <a:moveTo>
                      <a:pt x="1069" y="828"/>
                    </a:moveTo>
                    <a:lnTo>
                      <a:pt x="1026" y="771"/>
                    </a:lnTo>
                    <a:lnTo>
                      <a:pt x="989" y="728"/>
                    </a:lnTo>
                    <a:lnTo>
                      <a:pt x="947" y="694"/>
                    </a:lnTo>
                    <a:lnTo>
                      <a:pt x="797" y="593"/>
                    </a:lnTo>
                    <a:lnTo>
                      <a:pt x="698" y="540"/>
                    </a:lnTo>
                    <a:lnTo>
                      <a:pt x="624" y="463"/>
                    </a:lnTo>
                    <a:lnTo>
                      <a:pt x="539" y="393"/>
                    </a:lnTo>
                    <a:lnTo>
                      <a:pt x="458" y="332"/>
                    </a:lnTo>
                    <a:lnTo>
                      <a:pt x="372" y="278"/>
                    </a:lnTo>
                    <a:lnTo>
                      <a:pt x="322" y="243"/>
                    </a:lnTo>
                    <a:lnTo>
                      <a:pt x="222" y="188"/>
                    </a:lnTo>
                    <a:lnTo>
                      <a:pt x="126" y="80"/>
                    </a:lnTo>
                    <a:lnTo>
                      <a:pt x="0" y="0"/>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77" name="Freeform 105"/>
              <p:cNvSpPr>
                <a:spLocks/>
              </p:cNvSpPr>
              <p:nvPr/>
            </p:nvSpPr>
            <p:spPr bwMode="auto">
              <a:xfrm>
                <a:off x="5130" y="2749"/>
                <a:ext cx="12" cy="104"/>
              </a:xfrm>
              <a:custGeom>
                <a:avLst/>
                <a:gdLst>
                  <a:gd name="T0" fmla="*/ 20 w 36"/>
                  <a:gd name="T1" fmla="*/ 313 h 313"/>
                  <a:gd name="T2" fmla="*/ 4 w 36"/>
                  <a:gd name="T3" fmla="*/ 216 h 313"/>
                  <a:gd name="T4" fmla="*/ 0 w 36"/>
                  <a:gd name="T5" fmla="*/ 152 h 313"/>
                  <a:gd name="T6" fmla="*/ 16 w 36"/>
                  <a:gd name="T7" fmla="*/ 66 h 313"/>
                  <a:gd name="T8" fmla="*/ 36 w 36"/>
                  <a:gd name="T9" fmla="*/ 0 h 313"/>
                </a:gdLst>
                <a:ahLst/>
                <a:cxnLst>
                  <a:cxn ang="0">
                    <a:pos x="T0" y="T1"/>
                  </a:cxn>
                  <a:cxn ang="0">
                    <a:pos x="T2" y="T3"/>
                  </a:cxn>
                  <a:cxn ang="0">
                    <a:pos x="T4" y="T5"/>
                  </a:cxn>
                  <a:cxn ang="0">
                    <a:pos x="T6" y="T7"/>
                  </a:cxn>
                  <a:cxn ang="0">
                    <a:pos x="T8" y="T9"/>
                  </a:cxn>
                </a:cxnLst>
                <a:rect l="0" t="0" r="r" b="b"/>
                <a:pathLst>
                  <a:path w="36" h="313">
                    <a:moveTo>
                      <a:pt x="20" y="313"/>
                    </a:moveTo>
                    <a:lnTo>
                      <a:pt x="4" y="216"/>
                    </a:lnTo>
                    <a:lnTo>
                      <a:pt x="0" y="152"/>
                    </a:lnTo>
                    <a:lnTo>
                      <a:pt x="16" y="66"/>
                    </a:lnTo>
                    <a:lnTo>
                      <a:pt x="36" y="0"/>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78" name="Freeform 106"/>
              <p:cNvSpPr>
                <a:spLocks/>
              </p:cNvSpPr>
              <p:nvPr/>
            </p:nvSpPr>
            <p:spPr bwMode="auto">
              <a:xfrm>
                <a:off x="5146" y="2938"/>
                <a:ext cx="59" cy="59"/>
              </a:xfrm>
              <a:custGeom>
                <a:avLst/>
                <a:gdLst>
                  <a:gd name="T0" fmla="*/ 177 w 177"/>
                  <a:gd name="T1" fmla="*/ 0 h 175"/>
                  <a:gd name="T2" fmla="*/ 133 w 177"/>
                  <a:gd name="T3" fmla="*/ 9 h 175"/>
                  <a:gd name="T4" fmla="*/ 84 w 177"/>
                  <a:gd name="T5" fmla="*/ 34 h 175"/>
                  <a:gd name="T6" fmla="*/ 43 w 177"/>
                  <a:gd name="T7" fmla="*/ 72 h 175"/>
                  <a:gd name="T8" fmla="*/ 21 w 177"/>
                  <a:gd name="T9" fmla="*/ 107 h 175"/>
                  <a:gd name="T10" fmla="*/ 0 w 177"/>
                  <a:gd name="T11" fmla="*/ 175 h 175"/>
                </a:gdLst>
                <a:ahLst/>
                <a:cxnLst>
                  <a:cxn ang="0">
                    <a:pos x="T0" y="T1"/>
                  </a:cxn>
                  <a:cxn ang="0">
                    <a:pos x="T2" y="T3"/>
                  </a:cxn>
                  <a:cxn ang="0">
                    <a:pos x="T4" y="T5"/>
                  </a:cxn>
                  <a:cxn ang="0">
                    <a:pos x="T6" y="T7"/>
                  </a:cxn>
                  <a:cxn ang="0">
                    <a:pos x="T8" y="T9"/>
                  </a:cxn>
                  <a:cxn ang="0">
                    <a:pos x="T10" y="T11"/>
                  </a:cxn>
                </a:cxnLst>
                <a:rect l="0" t="0" r="r" b="b"/>
                <a:pathLst>
                  <a:path w="177" h="175">
                    <a:moveTo>
                      <a:pt x="177" y="0"/>
                    </a:moveTo>
                    <a:lnTo>
                      <a:pt x="133" y="9"/>
                    </a:lnTo>
                    <a:lnTo>
                      <a:pt x="84" y="34"/>
                    </a:lnTo>
                    <a:lnTo>
                      <a:pt x="43" y="72"/>
                    </a:lnTo>
                    <a:lnTo>
                      <a:pt x="21" y="107"/>
                    </a:lnTo>
                    <a:lnTo>
                      <a:pt x="0" y="175"/>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79" name="Freeform 107"/>
              <p:cNvSpPr>
                <a:spLocks/>
              </p:cNvSpPr>
              <p:nvPr/>
            </p:nvSpPr>
            <p:spPr bwMode="auto">
              <a:xfrm>
                <a:off x="5048" y="3028"/>
                <a:ext cx="94" cy="41"/>
              </a:xfrm>
              <a:custGeom>
                <a:avLst/>
                <a:gdLst>
                  <a:gd name="T0" fmla="*/ 281 w 281"/>
                  <a:gd name="T1" fmla="*/ 3 h 123"/>
                  <a:gd name="T2" fmla="*/ 229 w 281"/>
                  <a:gd name="T3" fmla="*/ 0 h 123"/>
                  <a:gd name="T4" fmla="*/ 159 w 281"/>
                  <a:gd name="T5" fmla="*/ 12 h 123"/>
                  <a:gd name="T6" fmla="*/ 88 w 281"/>
                  <a:gd name="T7" fmla="*/ 34 h 123"/>
                  <a:gd name="T8" fmla="*/ 50 w 281"/>
                  <a:gd name="T9" fmla="*/ 60 h 123"/>
                  <a:gd name="T10" fmla="*/ 0 w 281"/>
                  <a:gd name="T11" fmla="*/ 123 h 123"/>
                </a:gdLst>
                <a:ahLst/>
                <a:cxnLst>
                  <a:cxn ang="0">
                    <a:pos x="T0" y="T1"/>
                  </a:cxn>
                  <a:cxn ang="0">
                    <a:pos x="T2" y="T3"/>
                  </a:cxn>
                  <a:cxn ang="0">
                    <a:pos x="T4" y="T5"/>
                  </a:cxn>
                  <a:cxn ang="0">
                    <a:pos x="T6" y="T7"/>
                  </a:cxn>
                  <a:cxn ang="0">
                    <a:pos x="T8" y="T9"/>
                  </a:cxn>
                  <a:cxn ang="0">
                    <a:pos x="T10" y="T11"/>
                  </a:cxn>
                </a:cxnLst>
                <a:rect l="0" t="0" r="r" b="b"/>
                <a:pathLst>
                  <a:path w="281" h="123">
                    <a:moveTo>
                      <a:pt x="281" y="3"/>
                    </a:moveTo>
                    <a:lnTo>
                      <a:pt x="229" y="0"/>
                    </a:lnTo>
                    <a:lnTo>
                      <a:pt x="159" y="12"/>
                    </a:lnTo>
                    <a:lnTo>
                      <a:pt x="88" y="34"/>
                    </a:lnTo>
                    <a:lnTo>
                      <a:pt x="50" y="60"/>
                    </a:lnTo>
                    <a:lnTo>
                      <a:pt x="0" y="123"/>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80" name="Freeform 108"/>
              <p:cNvSpPr>
                <a:spLocks/>
              </p:cNvSpPr>
              <p:nvPr/>
            </p:nvSpPr>
            <p:spPr bwMode="auto">
              <a:xfrm>
                <a:off x="4920" y="3088"/>
                <a:ext cx="106" cy="22"/>
              </a:xfrm>
              <a:custGeom>
                <a:avLst/>
                <a:gdLst>
                  <a:gd name="T0" fmla="*/ 319 w 319"/>
                  <a:gd name="T1" fmla="*/ 5 h 68"/>
                  <a:gd name="T2" fmla="*/ 247 w 319"/>
                  <a:gd name="T3" fmla="*/ 0 h 68"/>
                  <a:gd name="T4" fmla="*/ 171 w 319"/>
                  <a:gd name="T5" fmla="*/ 3 h 68"/>
                  <a:gd name="T6" fmla="*/ 108 w 319"/>
                  <a:gd name="T7" fmla="*/ 21 h 68"/>
                  <a:gd name="T8" fmla="*/ 42 w 319"/>
                  <a:gd name="T9" fmla="*/ 41 h 68"/>
                  <a:gd name="T10" fmla="*/ 0 w 319"/>
                  <a:gd name="T11" fmla="*/ 68 h 68"/>
                </a:gdLst>
                <a:ahLst/>
                <a:cxnLst>
                  <a:cxn ang="0">
                    <a:pos x="T0" y="T1"/>
                  </a:cxn>
                  <a:cxn ang="0">
                    <a:pos x="T2" y="T3"/>
                  </a:cxn>
                  <a:cxn ang="0">
                    <a:pos x="T4" y="T5"/>
                  </a:cxn>
                  <a:cxn ang="0">
                    <a:pos x="T6" y="T7"/>
                  </a:cxn>
                  <a:cxn ang="0">
                    <a:pos x="T8" y="T9"/>
                  </a:cxn>
                  <a:cxn ang="0">
                    <a:pos x="T10" y="T11"/>
                  </a:cxn>
                </a:cxnLst>
                <a:rect l="0" t="0" r="r" b="b"/>
                <a:pathLst>
                  <a:path w="319" h="68">
                    <a:moveTo>
                      <a:pt x="319" y="5"/>
                    </a:moveTo>
                    <a:lnTo>
                      <a:pt x="247" y="0"/>
                    </a:lnTo>
                    <a:lnTo>
                      <a:pt x="171" y="3"/>
                    </a:lnTo>
                    <a:lnTo>
                      <a:pt x="108" y="21"/>
                    </a:lnTo>
                    <a:lnTo>
                      <a:pt x="42" y="41"/>
                    </a:lnTo>
                    <a:lnTo>
                      <a:pt x="0" y="68"/>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81" name="Freeform 109"/>
              <p:cNvSpPr>
                <a:spLocks/>
              </p:cNvSpPr>
              <p:nvPr/>
            </p:nvSpPr>
            <p:spPr bwMode="auto">
              <a:xfrm>
                <a:off x="5251" y="3010"/>
                <a:ext cx="50" cy="35"/>
              </a:xfrm>
              <a:custGeom>
                <a:avLst/>
                <a:gdLst>
                  <a:gd name="T0" fmla="*/ 150 w 150"/>
                  <a:gd name="T1" fmla="*/ 0 h 103"/>
                  <a:gd name="T2" fmla="*/ 97 w 150"/>
                  <a:gd name="T3" fmla="*/ 12 h 103"/>
                  <a:gd name="T4" fmla="*/ 45 w 150"/>
                  <a:gd name="T5" fmla="*/ 40 h 103"/>
                  <a:gd name="T6" fmla="*/ 0 w 150"/>
                  <a:gd name="T7" fmla="*/ 103 h 103"/>
                </a:gdLst>
                <a:ahLst/>
                <a:cxnLst>
                  <a:cxn ang="0">
                    <a:pos x="T0" y="T1"/>
                  </a:cxn>
                  <a:cxn ang="0">
                    <a:pos x="T2" y="T3"/>
                  </a:cxn>
                  <a:cxn ang="0">
                    <a:pos x="T4" y="T5"/>
                  </a:cxn>
                  <a:cxn ang="0">
                    <a:pos x="T6" y="T7"/>
                  </a:cxn>
                </a:cxnLst>
                <a:rect l="0" t="0" r="r" b="b"/>
                <a:pathLst>
                  <a:path w="150" h="103">
                    <a:moveTo>
                      <a:pt x="150" y="0"/>
                    </a:moveTo>
                    <a:lnTo>
                      <a:pt x="97" y="12"/>
                    </a:lnTo>
                    <a:lnTo>
                      <a:pt x="45" y="40"/>
                    </a:lnTo>
                    <a:lnTo>
                      <a:pt x="0" y="103"/>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82" name="Freeform 110"/>
              <p:cNvSpPr>
                <a:spLocks/>
              </p:cNvSpPr>
              <p:nvPr/>
            </p:nvSpPr>
            <p:spPr bwMode="auto">
              <a:xfrm>
                <a:off x="5142" y="3082"/>
                <a:ext cx="81" cy="42"/>
              </a:xfrm>
              <a:custGeom>
                <a:avLst/>
                <a:gdLst>
                  <a:gd name="T0" fmla="*/ 242 w 242"/>
                  <a:gd name="T1" fmla="*/ 3 h 124"/>
                  <a:gd name="T2" fmla="*/ 165 w 242"/>
                  <a:gd name="T3" fmla="*/ 0 h 124"/>
                  <a:gd name="T4" fmla="*/ 114 w 242"/>
                  <a:gd name="T5" fmla="*/ 19 h 124"/>
                  <a:gd name="T6" fmla="*/ 59 w 242"/>
                  <a:gd name="T7" fmla="*/ 57 h 124"/>
                  <a:gd name="T8" fmla="*/ 0 w 242"/>
                  <a:gd name="T9" fmla="*/ 124 h 124"/>
                </a:gdLst>
                <a:ahLst/>
                <a:cxnLst>
                  <a:cxn ang="0">
                    <a:pos x="T0" y="T1"/>
                  </a:cxn>
                  <a:cxn ang="0">
                    <a:pos x="T2" y="T3"/>
                  </a:cxn>
                  <a:cxn ang="0">
                    <a:pos x="T4" y="T5"/>
                  </a:cxn>
                  <a:cxn ang="0">
                    <a:pos x="T6" y="T7"/>
                  </a:cxn>
                  <a:cxn ang="0">
                    <a:pos x="T8" y="T9"/>
                  </a:cxn>
                </a:cxnLst>
                <a:rect l="0" t="0" r="r" b="b"/>
                <a:pathLst>
                  <a:path w="242" h="124">
                    <a:moveTo>
                      <a:pt x="242" y="3"/>
                    </a:moveTo>
                    <a:lnTo>
                      <a:pt x="165" y="0"/>
                    </a:lnTo>
                    <a:lnTo>
                      <a:pt x="114" y="19"/>
                    </a:lnTo>
                    <a:lnTo>
                      <a:pt x="59" y="57"/>
                    </a:lnTo>
                    <a:lnTo>
                      <a:pt x="0" y="124"/>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83" name="Freeform 111"/>
              <p:cNvSpPr>
                <a:spLocks/>
              </p:cNvSpPr>
              <p:nvPr/>
            </p:nvSpPr>
            <p:spPr bwMode="auto">
              <a:xfrm>
                <a:off x="5262" y="3167"/>
                <a:ext cx="68" cy="32"/>
              </a:xfrm>
              <a:custGeom>
                <a:avLst/>
                <a:gdLst>
                  <a:gd name="T0" fmla="*/ 205 w 205"/>
                  <a:gd name="T1" fmla="*/ 0 h 95"/>
                  <a:gd name="T2" fmla="*/ 155 w 205"/>
                  <a:gd name="T3" fmla="*/ 0 h 95"/>
                  <a:gd name="T4" fmla="*/ 102 w 205"/>
                  <a:gd name="T5" fmla="*/ 15 h 95"/>
                  <a:gd name="T6" fmla="*/ 44 w 205"/>
                  <a:gd name="T7" fmla="*/ 48 h 95"/>
                  <a:gd name="T8" fmla="*/ 0 w 205"/>
                  <a:gd name="T9" fmla="*/ 95 h 95"/>
                </a:gdLst>
                <a:ahLst/>
                <a:cxnLst>
                  <a:cxn ang="0">
                    <a:pos x="T0" y="T1"/>
                  </a:cxn>
                  <a:cxn ang="0">
                    <a:pos x="T2" y="T3"/>
                  </a:cxn>
                  <a:cxn ang="0">
                    <a:pos x="T4" y="T5"/>
                  </a:cxn>
                  <a:cxn ang="0">
                    <a:pos x="T6" y="T7"/>
                  </a:cxn>
                  <a:cxn ang="0">
                    <a:pos x="T8" y="T9"/>
                  </a:cxn>
                </a:cxnLst>
                <a:rect l="0" t="0" r="r" b="b"/>
                <a:pathLst>
                  <a:path w="205" h="95">
                    <a:moveTo>
                      <a:pt x="205" y="0"/>
                    </a:moveTo>
                    <a:lnTo>
                      <a:pt x="155" y="0"/>
                    </a:lnTo>
                    <a:lnTo>
                      <a:pt x="102" y="15"/>
                    </a:lnTo>
                    <a:lnTo>
                      <a:pt x="44" y="48"/>
                    </a:lnTo>
                    <a:lnTo>
                      <a:pt x="0" y="95"/>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84" name="Freeform 112"/>
              <p:cNvSpPr>
                <a:spLocks/>
              </p:cNvSpPr>
              <p:nvPr/>
            </p:nvSpPr>
            <p:spPr bwMode="auto">
              <a:xfrm>
                <a:off x="5139" y="3221"/>
                <a:ext cx="66" cy="33"/>
              </a:xfrm>
              <a:custGeom>
                <a:avLst/>
                <a:gdLst>
                  <a:gd name="T0" fmla="*/ 199 w 199"/>
                  <a:gd name="T1" fmla="*/ 0 h 101"/>
                  <a:gd name="T2" fmla="*/ 127 w 199"/>
                  <a:gd name="T3" fmla="*/ 14 h 101"/>
                  <a:gd name="T4" fmla="*/ 81 w 199"/>
                  <a:gd name="T5" fmla="*/ 31 h 101"/>
                  <a:gd name="T6" fmla="*/ 37 w 199"/>
                  <a:gd name="T7" fmla="*/ 66 h 101"/>
                  <a:gd name="T8" fmla="*/ 0 w 199"/>
                  <a:gd name="T9" fmla="*/ 101 h 101"/>
                </a:gdLst>
                <a:ahLst/>
                <a:cxnLst>
                  <a:cxn ang="0">
                    <a:pos x="T0" y="T1"/>
                  </a:cxn>
                  <a:cxn ang="0">
                    <a:pos x="T2" y="T3"/>
                  </a:cxn>
                  <a:cxn ang="0">
                    <a:pos x="T4" y="T5"/>
                  </a:cxn>
                  <a:cxn ang="0">
                    <a:pos x="T6" y="T7"/>
                  </a:cxn>
                  <a:cxn ang="0">
                    <a:pos x="T8" y="T9"/>
                  </a:cxn>
                </a:cxnLst>
                <a:rect l="0" t="0" r="r" b="b"/>
                <a:pathLst>
                  <a:path w="199" h="101">
                    <a:moveTo>
                      <a:pt x="199" y="0"/>
                    </a:moveTo>
                    <a:lnTo>
                      <a:pt x="127" y="14"/>
                    </a:lnTo>
                    <a:lnTo>
                      <a:pt x="81" y="31"/>
                    </a:lnTo>
                    <a:lnTo>
                      <a:pt x="37" y="66"/>
                    </a:lnTo>
                    <a:lnTo>
                      <a:pt x="0" y="101"/>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85" name="Freeform 113"/>
              <p:cNvSpPr>
                <a:spLocks/>
              </p:cNvSpPr>
              <p:nvPr/>
            </p:nvSpPr>
            <p:spPr bwMode="auto">
              <a:xfrm>
                <a:off x="5013" y="2863"/>
                <a:ext cx="98" cy="85"/>
              </a:xfrm>
              <a:custGeom>
                <a:avLst/>
                <a:gdLst>
                  <a:gd name="T0" fmla="*/ 0 w 296"/>
                  <a:gd name="T1" fmla="*/ 253 h 253"/>
                  <a:gd name="T2" fmla="*/ 63 w 296"/>
                  <a:gd name="T3" fmla="*/ 206 h 253"/>
                  <a:gd name="T4" fmla="*/ 146 w 296"/>
                  <a:gd name="T5" fmla="*/ 142 h 253"/>
                  <a:gd name="T6" fmla="*/ 231 w 296"/>
                  <a:gd name="T7" fmla="*/ 72 h 253"/>
                  <a:gd name="T8" fmla="*/ 296 w 296"/>
                  <a:gd name="T9" fmla="*/ 0 h 253"/>
                </a:gdLst>
                <a:ahLst/>
                <a:cxnLst>
                  <a:cxn ang="0">
                    <a:pos x="T0" y="T1"/>
                  </a:cxn>
                  <a:cxn ang="0">
                    <a:pos x="T2" y="T3"/>
                  </a:cxn>
                  <a:cxn ang="0">
                    <a:pos x="T4" y="T5"/>
                  </a:cxn>
                  <a:cxn ang="0">
                    <a:pos x="T6" y="T7"/>
                  </a:cxn>
                  <a:cxn ang="0">
                    <a:pos x="T8" y="T9"/>
                  </a:cxn>
                </a:cxnLst>
                <a:rect l="0" t="0" r="r" b="b"/>
                <a:pathLst>
                  <a:path w="296" h="253">
                    <a:moveTo>
                      <a:pt x="0" y="253"/>
                    </a:moveTo>
                    <a:lnTo>
                      <a:pt x="63" y="206"/>
                    </a:lnTo>
                    <a:lnTo>
                      <a:pt x="146" y="142"/>
                    </a:lnTo>
                    <a:lnTo>
                      <a:pt x="231" y="72"/>
                    </a:lnTo>
                    <a:lnTo>
                      <a:pt x="296" y="0"/>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86" name="Freeform 114"/>
              <p:cNvSpPr>
                <a:spLocks/>
              </p:cNvSpPr>
              <p:nvPr/>
            </p:nvSpPr>
            <p:spPr bwMode="auto">
              <a:xfrm>
                <a:off x="5016" y="3137"/>
                <a:ext cx="79" cy="32"/>
              </a:xfrm>
              <a:custGeom>
                <a:avLst/>
                <a:gdLst>
                  <a:gd name="T0" fmla="*/ 237 w 237"/>
                  <a:gd name="T1" fmla="*/ 0 h 96"/>
                  <a:gd name="T2" fmla="*/ 152 w 237"/>
                  <a:gd name="T3" fmla="*/ 5 h 96"/>
                  <a:gd name="T4" fmla="*/ 88 w 237"/>
                  <a:gd name="T5" fmla="*/ 25 h 96"/>
                  <a:gd name="T6" fmla="*/ 41 w 237"/>
                  <a:gd name="T7" fmla="*/ 53 h 96"/>
                  <a:gd name="T8" fmla="*/ 0 w 237"/>
                  <a:gd name="T9" fmla="*/ 96 h 96"/>
                </a:gdLst>
                <a:ahLst/>
                <a:cxnLst>
                  <a:cxn ang="0">
                    <a:pos x="T0" y="T1"/>
                  </a:cxn>
                  <a:cxn ang="0">
                    <a:pos x="T2" y="T3"/>
                  </a:cxn>
                  <a:cxn ang="0">
                    <a:pos x="T4" y="T5"/>
                  </a:cxn>
                  <a:cxn ang="0">
                    <a:pos x="T6" y="T7"/>
                  </a:cxn>
                  <a:cxn ang="0">
                    <a:pos x="T8" y="T9"/>
                  </a:cxn>
                </a:cxnLst>
                <a:rect l="0" t="0" r="r" b="b"/>
                <a:pathLst>
                  <a:path w="237" h="96">
                    <a:moveTo>
                      <a:pt x="237" y="0"/>
                    </a:moveTo>
                    <a:lnTo>
                      <a:pt x="152" y="5"/>
                    </a:lnTo>
                    <a:lnTo>
                      <a:pt x="88" y="25"/>
                    </a:lnTo>
                    <a:lnTo>
                      <a:pt x="41" y="53"/>
                    </a:lnTo>
                    <a:lnTo>
                      <a:pt x="0" y="96"/>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87" name="Freeform 115"/>
              <p:cNvSpPr>
                <a:spLocks/>
              </p:cNvSpPr>
              <p:nvPr/>
            </p:nvSpPr>
            <p:spPr bwMode="auto">
              <a:xfrm>
                <a:off x="5320" y="3082"/>
                <a:ext cx="66" cy="27"/>
              </a:xfrm>
              <a:custGeom>
                <a:avLst/>
                <a:gdLst>
                  <a:gd name="T0" fmla="*/ 198 w 198"/>
                  <a:gd name="T1" fmla="*/ 16 h 79"/>
                  <a:gd name="T2" fmla="*/ 145 w 198"/>
                  <a:gd name="T3" fmla="*/ 0 h 79"/>
                  <a:gd name="T4" fmla="*/ 97 w 198"/>
                  <a:gd name="T5" fmla="*/ 3 h 79"/>
                  <a:gd name="T6" fmla="*/ 47 w 198"/>
                  <a:gd name="T7" fmla="*/ 25 h 79"/>
                  <a:gd name="T8" fmla="*/ 16 w 198"/>
                  <a:gd name="T9" fmla="*/ 47 h 79"/>
                  <a:gd name="T10" fmla="*/ 0 w 198"/>
                  <a:gd name="T11" fmla="*/ 79 h 79"/>
                </a:gdLst>
                <a:ahLst/>
                <a:cxnLst>
                  <a:cxn ang="0">
                    <a:pos x="T0" y="T1"/>
                  </a:cxn>
                  <a:cxn ang="0">
                    <a:pos x="T2" y="T3"/>
                  </a:cxn>
                  <a:cxn ang="0">
                    <a:pos x="T4" y="T5"/>
                  </a:cxn>
                  <a:cxn ang="0">
                    <a:pos x="T6" y="T7"/>
                  </a:cxn>
                  <a:cxn ang="0">
                    <a:pos x="T8" y="T9"/>
                  </a:cxn>
                  <a:cxn ang="0">
                    <a:pos x="T10" y="T11"/>
                  </a:cxn>
                </a:cxnLst>
                <a:rect l="0" t="0" r="r" b="b"/>
                <a:pathLst>
                  <a:path w="198" h="79">
                    <a:moveTo>
                      <a:pt x="198" y="16"/>
                    </a:moveTo>
                    <a:lnTo>
                      <a:pt x="145" y="0"/>
                    </a:lnTo>
                    <a:lnTo>
                      <a:pt x="97" y="3"/>
                    </a:lnTo>
                    <a:lnTo>
                      <a:pt x="47" y="25"/>
                    </a:lnTo>
                    <a:lnTo>
                      <a:pt x="16" y="47"/>
                    </a:lnTo>
                    <a:lnTo>
                      <a:pt x="0" y="79"/>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88" name="Freeform 116"/>
              <p:cNvSpPr>
                <a:spLocks/>
              </p:cNvSpPr>
              <p:nvPr/>
            </p:nvSpPr>
            <p:spPr bwMode="auto">
              <a:xfrm>
                <a:off x="4928" y="3174"/>
                <a:ext cx="61" cy="24"/>
              </a:xfrm>
              <a:custGeom>
                <a:avLst/>
                <a:gdLst>
                  <a:gd name="T0" fmla="*/ 184 w 184"/>
                  <a:gd name="T1" fmla="*/ 0 h 72"/>
                  <a:gd name="T2" fmla="*/ 153 w 184"/>
                  <a:gd name="T3" fmla="*/ 0 h 72"/>
                  <a:gd name="T4" fmla="*/ 104 w 184"/>
                  <a:gd name="T5" fmla="*/ 5 h 72"/>
                  <a:gd name="T6" fmla="*/ 62 w 184"/>
                  <a:gd name="T7" fmla="*/ 17 h 72"/>
                  <a:gd name="T8" fmla="*/ 40 w 184"/>
                  <a:gd name="T9" fmla="*/ 32 h 72"/>
                  <a:gd name="T10" fmla="*/ 16 w 184"/>
                  <a:gd name="T11" fmla="*/ 54 h 72"/>
                  <a:gd name="T12" fmla="*/ 0 w 184"/>
                  <a:gd name="T13" fmla="*/ 72 h 72"/>
                </a:gdLst>
                <a:ahLst/>
                <a:cxnLst>
                  <a:cxn ang="0">
                    <a:pos x="T0" y="T1"/>
                  </a:cxn>
                  <a:cxn ang="0">
                    <a:pos x="T2" y="T3"/>
                  </a:cxn>
                  <a:cxn ang="0">
                    <a:pos x="T4" y="T5"/>
                  </a:cxn>
                  <a:cxn ang="0">
                    <a:pos x="T6" y="T7"/>
                  </a:cxn>
                  <a:cxn ang="0">
                    <a:pos x="T8" y="T9"/>
                  </a:cxn>
                  <a:cxn ang="0">
                    <a:pos x="T10" y="T11"/>
                  </a:cxn>
                  <a:cxn ang="0">
                    <a:pos x="T12" y="T13"/>
                  </a:cxn>
                </a:cxnLst>
                <a:rect l="0" t="0" r="r" b="b"/>
                <a:pathLst>
                  <a:path w="184" h="72">
                    <a:moveTo>
                      <a:pt x="184" y="0"/>
                    </a:moveTo>
                    <a:lnTo>
                      <a:pt x="153" y="0"/>
                    </a:lnTo>
                    <a:lnTo>
                      <a:pt x="104" y="5"/>
                    </a:lnTo>
                    <a:lnTo>
                      <a:pt x="62" y="17"/>
                    </a:lnTo>
                    <a:lnTo>
                      <a:pt x="40" y="32"/>
                    </a:lnTo>
                    <a:lnTo>
                      <a:pt x="16" y="54"/>
                    </a:lnTo>
                    <a:lnTo>
                      <a:pt x="0" y="72"/>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89" name="Freeform 117"/>
              <p:cNvSpPr>
                <a:spLocks/>
              </p:cNvSpPr>
              <p:nvPr/>
            </p:nvSpPr>
            <p:spPr bwMode="auto">
              <a:xfrm>
                <a:off x="4839" y="3054"/>
                <a:ext cx="12" cy="26"/>
              </a:xfrm>
              <a:custGeom>
                <a:avLst/>
                <a:gdLst>
                  <a:gd name="T0" fmla="*/ 0 w 38"/>
                  <a:gd name="T1" fmla="*/ 78 h 78"/>
                  <a:gd name="T2" fmla="*/ 12 w 38"/>
                  <a:gd name="T3" fmla="*/ 32 h 78"/>
                  <a:gd name="T4" fmla="*/ 28 w 38"/>
                  <a:gd name="T5" fmla="*/ 9 h 78"/>
                  <a:gd name="T6" fmla="*/ 38 w 38"/>
                  <a:gd name="T7" fmla="*/ 0 h 78"/>
                </a:gdLst>
                <a:ahLst/>
                <a:cxnLst>
                  <a:cxn ang="0">
                    <a:pos x="T0" y="T1"/>
                  </a:cxn>
                  <a:cxn ang="0">
                    <a:pos x="T2" y="T3"/>
                  </a:cxn>
                  <a:cxn ang="0">
                    <a:pos x="T4" y="T5"/>
                  </a:cxn>
                  <a:cxn ang="0">
                    <a:pos x="T6" y="T7"/>
                  </a:cxn>
                </a:cxnLst>
                <a:rect l="0" t="0" r="r" b="b"/>
                <a:pathLst>
                  <a:path w="38" h="78">
                    <a:moveTo>
                      <a:pt x="0" y="78"/>
                    </a:moveTo>
                    <a:lnTo>
                      <a:pt x="12" y="32"/>
                    </a:lnTo>
                    <a:lnTo>
                      <a:pt x="28" y="9"/>
                    </a:lnTo>
                    <a:lnTo>
                      <a:pt x="38" y="0"/>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90" name="Freeform 118"/>
              <p:cNvSpPr>
                <a:spLocks/>
              </p:cNvSpPr>
              <p:nvPr/>
            </p:nvSpPr>
            <p:spPr bwMode="auto">
              <a:xfrm>
                <a:off x="4684" y="2741"/>
                <a:ext cx="342" cy="89"/>
              </a:xfrm>
              <a:custGeom>
                <a:avLst/>
                <a:gdLst>
                  <a:gd name="T0" fmla="*/ 0 w 1027"/>
                  <a:gd name="T1" fmla="*/ 0 h 266"/>
                  <a:gd name="T2" fmla="*/ 158 w 1027"/>
                  <a:gd name="T3" fmla="*/ 141 h 266"/>
                  <a:gd name="T4" fmla="*/ 270 w 1027"/>
                  <a:gd name="T5" fmla="*/ 204 h 266"/>
                  <a:gd name="T6" fmla="*/ 379 w 1027"/>
                  <a:gd name="T7" fmla="*/ 250 h 266"/>
                  <a:gd name="T8" fmla="*/ 727 w 1027"/>
                  <a:gd name="T9" fmla="*/ 266 h 266"/>
                  <a:gd name="T10" fmla="*/ 869 w 1027"/>
                  <a:gd name="T11" fmla="*/ 236 h 266"/>
                  <a:gd name="T12" fmla="*/ 948 w 1027"/>
                  <a:gd name="T13" fmla="*/ 204 h 266"/>
                  <a:gd name="T14" fmla="*/ 1027 w 1027"/>
                  <a:gd name="T15" fmla="*/ 204 h 2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7" h="266">
                    <a:moveTo>
                      <a:pt x="0" y="0"/>
                    </a:moveTo>
                    <a:lnTo>
                      <a:pt x="158" y="141"/>
                    </a:lnTo>
                    <a:lnTo>
                      <a:pt x="270" y="204"/>
                    </a:lnTo>
                    <a:lnTo>
                      <a:pt x="379" y="250"/>
                    </a:lnTo>
                    <a:lnTo>
                      <a:pt x="727" y="266"/>
                    </a:lnTo>
                    <a:lnTo>
                      <a:pt x="869" y="236"/>
                    </a:lnTo>
                    <a:lnTo>
                      <a:pt x="948" y="204"/>
                    </a:lnTo>
                    <a:lnTo>
                      <a:pt x="1027" y="204"/>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91" name="Freeform 119"/>
              <p:cNvSpPr>
                <a:spLocks/>
              </p:cNvSpPr>
              <p:nvPr/>
            </p:nvSpPr>
            <p:spPr bwMode="auto">
              <a:xfrm>
                <a:off x="4700" y="2762"/>
                <a:ext cx="58" cy="132"/>
              </a:xfrm>
              <a:custGeom>
                <a:avLst/>
                <a:gdLst>
                  <a:gd name="T0" fmla="*/ 0 w 174"/>
                  <a:gd name="T1" fmla="*/ 0 h 396"/>
                  <a:gd name="T2" fmla="*/ 80 w 174"/>
                  <a:gd name="T3" fmla="*/ 111 h 396"/>
                  <a:gd name="T4" fmla="*/ 127 w 174"/>
                  <a:gd name="T5" fmla="*/ 221 h 396"/>
                  <a:gd name="T6" fmla="*/ 143 w 174"/>
                  <a:gd name="T7" fmla="*/ 284 h 396"/>
                  <a:gd name="T8" fmla="*/ 174 w 174"/>
                  <a:gd name="T9" fmla="*/ 396 h 396"/>
                </a:gdLst>
                <a:ahLst/>
                <a:cxnLst>
                  <a:cxn ang="0">
                    <a:pos x="T0" y="T1"/>
                  </a:cxn>
                  <a:cxn ang="0">
                    <a:pos x="T2" y="T3"/>
                  </a:cxn>
                  <a:cxn ang="0">
                    <a:pos x="T4" y="T5"/>
                  </a:cxn>
                  <a:cxn ang="0">
                    <a:pos x="T6" y="T7"/>
                  </a:cxn>
                  <a:cxn ang="0">
                    <a:pos x="T8" y="T9"/>
                  </a:cxn>
                </a:cxnLst>
                <a:rect l="0" t="0" r="r" b="b"/>
                <a:pathLst>
                  <a:path w="174" h="396">
                    <a:moveTo>
                      <a:pt x="0" y="0"/>
                    </a:moveTo>
                    <a:lnTo>
                      <a:pt x="80" y="111"/>
                    </a:lnTo>
                    <a:lnTo>
                      <a:pt x="127" y="221"/>
                    </a:lnTo>
                    <a:lnTo>
                      <a:pt x="143" y="284"/>
                    </a:lnTo>
                    <a:lnTo>
                      <a:pt x="174" y="396"/>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92" name="Freeform 120"/>
              <p:cNvSpPr>
                <a:spLocks/>
              </p:cNvSpPr>
              <p:nvPr/>
            </p:nvSpPr>
            <p:spPr bwMode="auto">
              <a:xfrm>
                <a:off x="4653" y="2924"/>
                <a:ext cx="331" cy="142"/>
              </a:xfrm>
              <a:custGeom>
                <a:avLst/>
                <a:gdLst>
                  <a:gd name="T0" fmla="*/ 992 w 992"/>
                  <a:gd name="T1" fmla="*/ 0 h 425"/>
                  <a:gd name="T2" fmla="*/ 804 w 992"/>
                  <a:gd name="T3" fmla="*/ 110 h 425"/>
                  <a:gd name="T4" fmla="*/ 678 w 992"/>
                  <a:gd name="T5" fmla="*/ 141 h 425"/>
                  <a:gd name="T6" fmla="*/ 504 w 992"/>
                  <a:gd name="T7" fmla="*/ 204 h 425"/>
                  <a:gd name="T8" fmla="*/ 331 w 992"/>
                  <a:gd name="T9" fmla="*/ 253 h 425"/>
                  <a:gd name="T10" fmla="*/ 172 w 992"/>
                  <a:gd name="T11" fmla="*/ 315 h 425"/>
                  <a:gd name="T12" fmla="*/ 15 w 992"/>
                  <a:gd name="T13" fmla="*/ 394 h 425"/>
                  <a:gd name="T14" fmla="*/ 0 w 992"/>
                  <a:gd name="T15" fmla="*/ 425 h 4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25">
                    <a:moveTo>
                      <a:pt x="992" y="0"/>
                    </a:moveTo>
                    <a:lnTo>
                      <a:pt x="804" y="110"/>
                    </a:lnTo>
                    <a:lnTo>
                      <a:pt x="678" y="141"/>
                    </a:lnTo>
                    <a:lnTo>
                      <a:pt x="504" y="204"/>
                    </a:lnTo>
                    <a:lnTo>
                      <a:pt x="331" y="253"/>
                    </a:lnTo>
                    <a:lnTo>
                      <a:pt x="172" y="315"/>
                    </a:lnTo>
                    <a:lnTo>
                      <a:pt x="15" y="394"/>
                    </a:lnTo>
                    <a:lnTo>
                      <a:pt x="0" y="425"/>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93" name="Freeform 121"/>
              <p:cNvSpPr>
                <a:spLocks/>
              </p:cNvSpPr>
              <p:nvPr/>
            </p:nvSpPr>
            <p:spPr bwMode="auto">
              <a:xfrm>
                <a:off x="5082" y="2939"/>
                <a:ext cx="9" cy="39"/>
              </a:xfrm>
              <a:custGeom>
                <a:avLst/>
                <a:gdLst>
                  <a:gd name="T0" fmla="*/ 18 w 27"/>
                  <a:gd name="T1" fmla="*/ 116 h 116"/>
                  <a:gd name="T2" fmla="*/ 27 w 27"/>
                  <a:gd name="T3" fmla="*/ 86 h 116"/>
                  <a:gd name="T4" fmla="*/ 0 w 27"/>
                  <a:gd name="T5" fmla="*/ 31 h 116"/>
                  <a:gd name="T6" fmla="*/ 0 w 27"/>
                  <a:gd name="T7" fmla="*/ 0 h 116"/>
                </a:gdLst>
                <a:ahLst/>
                <a:cxnLst>
                  <a:cxn ang="0">
                    <a:pos x="T0" y="T1"/>
                  </a:cxn>
                  <a:cxn ang="0">
                    <a:pos x="T2" y="T3"/>
                  </a:cxn>
                  <a:cxn ang="0">
                    <a:pos x="T4" y="T5"/>
                  </a:cxn>
                  <a:cxn ang="0">
                    <a:pos x="T6" y="T7"/>
                  </a:cxn>
                </a:cxnLst>
                <a:rect l="0" t="0" r="r" b="b"/>
                <a:pathLst>
                  <a:path w="27" h="116">
                    <a:moveTo>
                      <a:pt x="18" y="116"/>
                    </a:moveTo>
                    <a:lnTo>
                      <a:pt x="27" y="86"/>
                    </a:lnTo>
                    <a:lnTo>
                      <a:pt x="0" y="31"/>
                    </a:lnTo>
                    <a:lnTo>
                      <a:pt x="0" y="0"/>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sp>
            <p:nvSpPr>
              <p:cNvPr id="79994" name="Freeform 122"/>
              <p:cNvSpPr>
                <a:spLocks/>
              </p:cNvSpPr>
              <p:nvPr/>
            </p:nvSpPr>
            <p:spPr bwMode="auto">
              <a:xfrm>
                <a:off x="5042" y="2814"/>
                <a:ext cx="68" cy="49"/>
              </a:xfrm>
              <a:custGeom>
                <a:avLst/>
                <a:gdLst>
                  <a:gd name="T0" fmla="*/ 0 w 204"/>
                  <a:gd name="T1" fmla="*/ 0 h 149"/>
                  <a:gd name="T2" fmla="*/ 53 w 204"/>
                  <a:gd name="T3" fmla="*/ 47 h 149"/>
                  <a:gd name="T4" fmla="*/ 107 w 204"/>
                  <a:gd name="T5" fmla="*/ 86 h 149"/>
                  <a:gd name="T6" fmla="*/ 204 w 204"/>
                  <a:gd name="T7" fmla="*/ 149 h 149"/>
                </a:gdLst>
                <a:ahLst/>
                <a:cxnLst>
                  <a:cxn ang="0">
                    <a:pos x="T0" y="T1"/>
                  </a:cxn>
                  <a:cxn ang="0">
                    <a:pos x="T2" y="T3"/>
                  </a:cxn>
                  <a:cxn ang="0">
                    <a:pos x="T4" y="T5"/>
                  </a:cxn>
                  <a:cxn ang="0">
                    <a:pos x="T6" y="T7"/>
                  </a:cxn>
                </a:cxnLst>
                <a:rect l="0" t="0" r="r" b="b"/>
                <a:pathLst>
                  <a:path w="204" h="149">
                    <a:moveTo>
                      <a:pt x="0" y="0"/>
                    </a:moveTo>
                    <a:lnTo>
                      <a:pt x="53" y="47"/>
                    </a:lnTo>
                    <a:lnTo>
                      <a:pt x="107" y="86"/>
                    </a:lnTo>
                    <a:lnTo>
                      <a:pt x="204" y="149"/>
                    </a:lnTo>
                  </a:path>
                </a:pathLst>
              </a:custGeom>
              <a:solidFill>
                <a:srgbClr val="FFDBB7"/>
              </a:solidFill>
              <a:ln w="6350">
                <a:solidFill>
                  <a:srgbClr val="000000"/>
                </a:solidFill>
                <a:prstDash val="solid"/>
                <a:round/>
                <a:headEnd/>
                <a:tailEnd/>
              </a:ln>
            </p:spPr>
            <p:txBody>
              <a:bodyPr/>
              <a:lstStyle/>
              <a:p>
                <a:pPr eaLnBrk="1" hangingPunct="1"/>
                <a:endParaRPr lang="zh-CN" altLang="en-US" sz="2400" b="0" i="0">
                  <a:solidFill>
                    <a:srgbClr val="0033CC"/>
                  </a:solidFill>
                  <a:ea typeface="楷体_GB2312" pitchFamily="49" charset="-122"/>
                </a:endParaRPr>
              </a:p>
            </p:txBody>
          </p:sp>
        </p:grpSp>
      </p:grpSp>
      <p:sp>
        <p:nvSpPr>
          <p:cNvPr id="79996" name="AutoShape 124"/>
          <p:cNvSpPr>
            <a:spLocks noChangeArrowheads="1"/>
          </p:cNvSpPr>
          <p:nvPr/>
        </p:nvSpPr>
        <p:spPr bwMode="auto">
          <a:xfrm>
            <a:off x="990600" y="1600200"/>
            <a:ext cx="6604000" cy="1066800"/>
          </a:xfrm>
          <a:prstGeom prst="cloudCallout">
            <a:avLst>
              <a:gd name="adj1" fmla="val -30991"/>
              <a:gd name="adj2" fmla="val 206847"/>
            </a:avLst>
          </a:prstGeom>
          <a:gradFill rotWithShape="0">
            <a:gsLst>
              <a:gs pos="0">
                <a:srgbClr val="CCFFCC"/>
              </a:gs>
              <a:gs pos="100000">
                <a:schemeClr val="bg1"/>
              </a:gs>
            </a:gsLst>
            <a:lin ang="18900000" scaled="1"/>
          </a:gradFill>
          <a:ln w="952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hangingPunct="1"/>
            <a:r>
              <a:rPr kumimoji="1" lang="en-US" altLang="zh-CN" sz="2400" i="0">
                <a:solidFill>
                  <a:srgbClr val="0033CC"/>
                </a:solidFill>
                <a:ea typeface="楷体_GB2312" pitchFamily="49" charset="-122"/>
              </a:rPr>
              <a:t>        </a:t>
            </a:r>
            <a:r>
              <a:rPr kumimoji="1" lang="zh-CN" altLang="en-US" sz="2400" i="0">
                <a:solidFill>
                  <a:srgbClr val="0033CC"/>
                </a:solidFill>
                <a:ea typeface="楷体_GB2312" pitchFamily="49" charset="-122"/>
              </a:rPr>
              <a:t>高次插值有</a:t>
            </a:r>
            <a:r>
              <a:rPr kumimoji="1" lang="en-US" altLang="zh-CN" sz="2400" i="0">
                <a:solidFill>
                  <a:srgbClr val="0000CC"/>
                </a:solidFill>
                <a:ea typeface="楷体_GB2312" pitchFamily="49" charset="-122"/>
              </a:rPr>
              <a:t>Runge </a:t>
            </a:r>
            <a:r>
              <a:rPr kumimoji="1" lang="zh-CN" altLang="en-US" sz="2400" i="0">
                <a:solidFill>
                  <a:srgbClr val="0000CC"/>
                </a:solidFill>
                <a:ea typeface="楷体_GB2312" pitchFamily="49" charset="-122"/>
              </a:rPr>
              <a:t>现象，怎么办？</a:t>
            </a:r>
          </a:p>
        </p:txBody>
      </p:sp>
      <p:sp>
        <p:nvSpPr>
          <p:cNvPr id="79997" name="AutoShape 125"/>
          <p:cNvSpPr>
            <a:spLocks noChangeArrowheads="1"/>
          </p:cNvSpPr>
          <p:nvPr/>
        </p:nvSpPr>
        <p:spPr bwMode="auto">
          <a:xfrm>
            <a:off x="2063750" y="1828800"/>
            <a:ext cx="6438900" cy="990600"/>
          </a:xfrm>
          <a:prstGeom prst="cloudCallout">
            <a:avLst>
              <a:gd name="adj1" fmla="val 45431"/>
              <a:gd name="adj2" fmla="val 140222"/>
            </a:avLst>
          </a:prstGeom>
          <a:gradFill rotWithShape="0">
            <a:gsLst>
              <a:gs pos="0">
                <a:srgbClr val="CCFFCC"/>
              </a:gs>
              <a:gs pos="100000">
                <a:schemeClr val="bg1"/>
              </a:gs>
            </a:gsLst>
            <a:lin ang="189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hangingPunct="1"/>
            <a:r>
              <a:rPr kumimoji="1" lang="zh-CN" altLang="en-US" sz="2400" i="0">
                <a:solidFill>
                  <a:srgbClr val="0000CC"/>
                </a:solidFill>
                <a:ea typeface="楷体_GB2312" pitchFamily="49" charset="-122"/>
              </a:rPr>
              <a:t>可采用分段低次插值来解决</a:t>
            </a:r>
          </a:p>
        </p:txBody>
      </p:sp>
      <p:sp>
        <p:nvSpPr>
          <p:cNvPr id="79998" name="AutoShape 126"/>
          <p:cNvSpPr>
            <a:spLocks noChangeArrowheads="1"/>
          </p:cNvSpPr>
          <p:nvPr/>
        </p:nvSpPr>
        <p:spPr bwMode="auto">
          <a:xfrm>
            <a:off x="1238250" y="1752600"/>
            <a:ext cx="7181850" cy="2209800"/>
          </a:xfrm>
          <a:prstGeom prst="cloudCallout">
            <a:avLst>
              <a:gd name="adj1" fmla="val -36421"/>
              <a:gd name="adj2" fmla="val 72630"/>
            </a:avLst>
          </a:prstGeom>
          <a:gradFill rotWithShape="0">
            <a:gsLst>
              <a:gs pos="0">
                <a:srgbClr val="CCFFCC"/>
              </a:gs>
              <a:gs pos="100000">
                <a:schemeClr val="bg1"/>
              </a:gs>
            </a:gsLst>
            <a:lin ang="18900000" scaled="1"/>
          </a:gradFill>
          <a:ln w="952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hangingPunct="1"/>
            <a:r>
              <a:rPr kumimoji="1" lang="zh-CN" altLang="en-US" sz="2400" i="0">
                <a:solidFill>
                  <a:srgbClr val="0033CC"/>
                </a:solidFill>
                <a:ea typeface="楷体_GB2312" pitchFamily="49" charset="-122"/>
              </a:rPr>
              <a:t>高阶</a:t>
            </a:r>
            <a:r>
              <a:rPr kumimoji="1" lang="en-US" altLang="zh-CN" sz="2400" i="0">
                <a:solidFill>
                  <a:srgbClr val="0033CC"/>
                </a:solidFill>
                <a:ea typeface="楷体_GB2312" pitchFamily="49" charset="-122"/>
              </a:rPr>
              <a:t>Newton-Cotes</a:t>
            </a:r>
            <a:r>
              <a:rPr kumimoji="1" lang="zh-CN" altLang="en-US" sz="2400" i="0">
                <a:solidFill>
                  <a:srgbClr val="0033CC"/>
                </a:solidFill>
                <a:ea typeface="楷体_GB2312" pitchFamily="49" charset="-122"/>
              </a:rPr>
              <a:t>公式会出现</a:t>
            </a:r>
          </a:p>
          <a:p>
            <a:pPr eaLnBrk="1" hangingPunct="1"/>
            <a:r>
              <a:rPr kumimoji="1" lang="zh-CN" altLang="en-US" sz="2400" i="0">
                <a:solidFill>
                  <a:srgbClr val="A50021"/>
                </a:solidFill>
                <a:ea typeface="楷体_GB2312" pitchFamily="49" charset="-122"/>
              </a:rPr>
              <a:t>数值不稳定</a:t>
            </a:r>
            <a:r>
              <a:rPr kumimoji="1" lang="zh-CN" altLang="en-US" sz="2400" i="0">
                <a:solidFill>
                  <a:srgbClr val="0000CC"/>
                </a:solidFill>
                <a:ea typeface="楷体_GB2312" pitchFamily="49" charset="-122"/>
              </a:rPr>
              <a:t>。</a:t>
            </a:r>
          </a:p>
          <a:p>
            <a:pPr eaLnBrk="1" hangingPunct="1"/>
            <a:r>
              <a:rPr kumimoji="1" lang="zh-CN" altLang="en-US" sz="2400" i="0">
                <a:solidFill>
                  <a:srgbClr val="0000CC"/>
                </a:solidFill>
                <a:ea typeface="楷体_GB2312" pitchFamily="49" charset="-122"/>
              </a:rPr>
              <a:t>而</a:t>
            </a:r>
            <a:r>
              <a:rPr kumimoji="1" lang="zh-CN" altLang="en-US" sz="2400" i="0">
                <a:solidFill>
                  <a:srgbClr val="0033CC"/>
                </a:solidFill>
                <a:ea typeface="楷体_GB2312" pitchFamily="49" charset="-122"/>
              </a:rPr>
              <a:t>低阶</a:t>
            </a:r>
            <a:r>
              <a:rPr kumimoji="1" lang="en-US" altLang="zh-CN" sz="2400" i="0">
                <a:solidFill>
                  <a:srgbClr val="0033CC"/>
                </a:solidFill>
                <a:ea typeface="楷体_GB2312" pitchFamily="49" charset="-122"/>
              </a:rPr>
              <a:t>Newton-Cotes</a:t>
            </a:r>
            <a:r>
              <a:rPr kumimoji="1" lang="zh-CN" altLang="en-US" sz="2400" i="0">
                <a:solidFill>
                  <a:srgbClr val="0033CC"/>
                </a:solidFill>
                <a:ea typeface="楷体_GB2312" pitchFamily="49" charset="-122"/>
              </a:rPr>
              <a:t>公式</a:t>
            </a:r>
          </a:p>
          <a:p>
            <a:pPr eaLnBrk="1" hangingPunct="1"/>
            <a:r>
              <a:rPr kumimoji="1" lang="zh-CN" altLang="en-US" sz="2400" i="0">
                <a:solidFill>
                  <a:srgbClr val="0033CC"/>
                </a:solidFill>
                <a:ea typeface="楷体_GB2312" pitchFamily="49" charset="-122"/>
              </a:rPr>
              <a:t>有时又不能满足精度要求</a:t>
            </a:r>
            <a:r>
              <a:rPr kumimoji="1" lang="zh-CN" altLang="en-US" sz="2400" i="0">
                <a:solidFill>
                  <a:srgbClr val="0000CC"/>
                </a:solidFill>
                <a:ea typeface="楷体_GB2312" pitchFamily="49" charset="-122"/>
              </a:rPr>
              <a:t>，怎么办？</a:t>
            </a:r>
          </a:p>
        </p:txBody>
      </p:sp>
      <p:grpSp>
        <p:nvGrpSpPr>
          <p:cNvPr id="80008" name="Group 136"/>
          <p:cNvGrpSpPr>
            <a:grpSpLocks/>
          </p:cNvGrpSpPr>
          <p:nvPr/>
        </p:nvGrpSpPr>
        <p:grpSpPr bwMode="auto">
          <a:xfrm>
            <a:off x="1320800" y="2057400"/>
            <a:ext cx="6686550" cy="1905000"/>
            <a:chOff x="1072" y="1248"/>
            <a:chExt cx="3888" cy="1200"/>
          </a:xfrm>
        </p:grpSpPr>
        <p:sp>
          <p:nvSpPr>
            <p:cNvPr id="80001" name="AutoShape 129"/>
            <p:cNvSpPr>
              <a:spLocks noChangeArrowheads="1"/>
            </p:cNvSpPr>
            <p:nvPr/>
          </p:nvSpPr>
          <p:spPr bwMode="auto">
            <a:xfrm>
              <a:off x="1072" y="1248"/>
              <a:ext cx="3888" cy="1200"/>
            </a:xfrm>
            <a:prstGeom prst="cloudCallout">
              <a:avLst>
                <a:gd name="adj1" fmla="val 47431"/>
                <a:gd name="adj2" fmla="val 137009"/>
              </a:avLst>
            </a:prstGeom>
            <a:gradFill rotWithShape="0">
              <a:gsLst>
                <a:gs pos="0">
                  <a:schemeClr val="bg1"/>
                </a:gs>
                <a:gs pos="100000">
                  <a:srgbClr val="CCFFFF"/>
                </a:gs>
              </a:gsLst>
              <a:lin ang="27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hangingPunct="1"/>
              <a:r>
                <a:rPr kumimoji="1" lang="zh-CN" altLang="en-US" sz="2400" i="0">
                  <a:solidFill>
                    <a:srgbClr val="0033CC"/>
                  </a:solidFill>
                  <a:ea typeface="楷体_GB2312" pitchFamily="49" charset="-122"/>
                </a:rPr>
                <a:t>可将积分区间        分成若干小</a:t>
              </a:r>
            </a:p>
            <a:p>
              <a:pPr eaLnBrk="1" hangingPunct="1"/>
              <a:r>
                <a:rPr kumimoji="1" lang="zh-CN" altLang="en-US" sz="2400" i="0">
                  <a:solidFill>
                    <a:srgbClr val="0033CC"/>
                  </a:solidFill>
                  <a:ea typeface="楷体_GB2312" pitchFamily="49" charset="-122"/>
                </a:rPr>
                <a:t>区间，在每个小区间上用</a:t>
              </a:r>
            </a:p>
            <a:p>
              <a:pPr eaLnBrk="1" hangingPunct="1"/>
              <a:r>
                <a:rPr kumimoji="1" lang="zh-CN" altLang="en-US" sz="2400" i="0">
                  <a:solidFill>
                    <a:srgbClr val="0033CC"/>
                  </a:solidFill>
                  <a:ea typeface="楷体_GB2312" pitchFamily="49" charset="-122"/>
                </a:rPr>
                <a:t>低阶求积公式计算，然后求和。</a:t>
              </a:r>
            </a:p>
          </p:txBody>
        </p:sp>
        <p:graphicFrame>
          <p:nvGraphicFramePr>
            <p:cNvPr id="80002" name="Object 130"/>
            <p:cNvGraphicFramePr>
              <a:graphicFrameLocks noChangeAspect="1"/>
            </p:cNvGraphicFramePr>
            <p:nvPr/>
          </p:nvGraphicFramePr>
          <p:xfrm>
            <a:off x="2736" y="1440"/>
            <a:ext cx="443" cy="336"/>
          </p:xfrm>
          <a:graphic>
            <a:graphicData uri="http://schemas.openxmlformats.org/presentationml/2006/ole">
              <mc:AlternateContent xmlns:mc="http://schemas.openxmlformats.org/markup-compatibility/2006">
                <mc:Choice xmlns:v="urn:schemas-microsoft-com:vml" Requires="v">
                  <p:oleObj spid="_x0000_s894982" name="Equation" r:id="rId4" imgW="355320" imgH="253800" progId="Equation.DSMT4">
                    <p:embed/>
                  </p:oleObj>
                </mc:Choice>
                <mc:Fallback>
                  <p:oleObj name="Equation" r:id="rId4" imgW="355320" imgH="2538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6" y="1440"/>
                          <a:ext cx="443"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ustDataLst>
      <p:tags r:id="rId2"/>
    </p:custDataLst>
    <p:extLst>
      <p:ext uri="{BB962C8B-B14F-4D97-AF65-F5344CB8AC3E}">
        <p14:creationId xmlns:p14="http://schemas.microsoft.com/office/powerpoint/2010/main" val="27985739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9876"/>
                                        </p:tgtEl>
                                        <p:attrNameLst>
                                          <p:attrName>style.visibility</p:attrName>
                                        </p:attrNameLst>
                                      </p:cBhvr>
                                      <p:to>
                                        <p:strVal val="visible"/>
                                      </p:to>
                                    </p:set>
                                    <p:anim calcmode="lin" valueType="num">
                                      <p:cBhvr additive="base">
                                        <p:cTn id="7" dur="500" fill="hold"/>
                                        <p:tgtEl>
                                          <p:spTgt spid="79876"/>
                                        </p:tgtEl>
                                        <p:attrNameLst>
                                          <p:attrName>ppt_x</p:attrName>
                                        </p:attrNameLst>
                                      </p:cBhvr>
                                      <p:tavLst>
                                        <p:tav tm="0">
                                          <p:val>
                                            <p:strVal val="0-#ppt_w/2"/>
                                          </p:val>
                                        </p:tav>
                                        <p:tav tm="100000">
                                          <p:val>
                                            <p:strVal val="#ppt_x"/>
                                          </p:val>
                                        </p:tav>
                                      </p:tavLst>
                                    </p:anim>
                                    <p:anim calcmode="lin" valueType="num">
                                      <p:cBhvr additive="base">
                                        <p:cTn id="8" dur="500" fill="hold"/>
                                        <p:tgtEl>
                                          <p:spTgt spid="7987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79925"/>
                                        </p:tgtEl>
                                        <p:attrNameLst>
                                          <p:attrName>style.visibility</p:attrName>
                                        </p:attrNameLst>
                                      </p:cBhvr>
                                      <p:to>
                                        <p:strVal val="visible"/>
                                      </p:to>
                                    </p:set>
                                    <p:animEffect transition="in" filter="dissolve">
                                      <p:cBhvr>
                                        <p:cTn id="13" dur="500"/>
                                        <p:tgtEl>
                                          <p:spTgt spid="7992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3" fill="hold" grpId="0" nodeType="clickEffect">
                                  <p:stCondLst>
                                    <p:cond delay="0"/>
                                  </p:stCondLst>
                                  <p:childTnLst>
                                    <p:set>
                                      <p:cBhvr>
                                        <p:cTn id="17" dur="1" fill="hold">
                                          <p:stCondLst>
                                            <p:cond delay="0"/>
                                          </p:stCondLst>
                                        </p:cTn>
                                        <p:tgtEl>
                                          <p:spTgt spid="79996"/>
                                        </p:tgtEl>
                                        <p:attrNameLst>
                                          <p:attrName>style.visibility</p:attrName>
                                        </p:attrNameLst>
                                      </p:cBhvr>
                                      <p:to>
                                        <p:strVal val="visible"/>
                                      </p:to>
                                    </p:set>
                                    <p:animEffect transition="in" filter="strips(upRight)">
                                      <p:cBhvr>
                                        <p:cTn id="18" dur="500"/>
                                        <p:tgtEl>
                                          <p:spTgt spid="79996"/>
                                        </p:tgtEl>
                                      </p:cBhvr>
                                    </p:animEffect>
                                  </p:childTnLst>
                                  <p:subTnLst>
                                    <p:set>
                                      <p:cBhvr override="childStyle">
                                        <p:cTn dur="1" fill="hold" display="0" masterRel="nextClick" afterEffect="1"/>
                                        <p:tgtEl>
                                          <p:spTgt spid="79996"/>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987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79997"/>
                                        </p:tgtEl>
                                        <p:attrNameLst>
                                          <p:attrName>style.visibility</p:attrName>
                                        </p:attrNameLst>
                                      </p:cBhvr>
                                      <p:to>
                                        <p:strVal val="visible"/>
                                      </p:to>
                                    </p:set>
                                    <p:animEffect transition="in" filter="strips(upRight)">
                                      <p:cBhvr>
                                        <p:cTn id="27" dur="500"/>
                                        <p:tgtEl>
                                          <p:spTgt spid="79997"/>
                                        </p:tgtEl>
                                      </p:cBhvr>
                                    </p:animEffect>
                                  </p:childTnLst>
                                  <p:subTnLst>
                                    <p:set>
                                      <p:cBhvr override="childStyle">
                                        <p:cTn dur="1" fill="hold" display="0" masterRel="nextClick" afterEffect="1"/>
                                        <p:tgtEl>
                                          <p:spTgt spid="79997"/>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3" fill="hold" grpId="0" nodeType="clickEffect">
                                  <p:stCondLst>
                                    <p:cond delay="0"/>
                                  </p:stCondLst>
                                  <p:childTnLst>
                                    <p:set>
                                      <p:cBhvr>
                                        <p:cTn id="31" dur="1" fill="hold">
                                          <p:stCondLst>
                                            <p:cond delay="0"/>
                                          </p:stCondLst>
                                        </p:cTn>
                                        <p:tgtEl>
                                          <p:spTgt spid="79998"/>
                                        </p:tgtEl>
                                        <p:attrNameLst>
                                          <p:attrName>style.visibility</p:attrName>
                                        </p:attrNameLst>
                                      </p:cBhvr>
                                      <p:to>
                                        <p:strVal val="visible"/>
                                      </p:to>
                                    </p:set>
                                    <p:animEffect transition="in" filter="strips(upRight)">
                                      <p:cBhvr>
                                        <p:cTn id="32" dur="500"/>
                                        <p:tgtEl>
                                          <p:spTgt spid="79998"/>
                                        </p:tgtEl>
                                      </p:cBhvr>
                                    </p:animEffect>
                                  </p:childTnLst>
                                  <p:subTnLst>
                                    <p:set>
                                      <p:cBhvr override="childStyle">
                                        <p:cTn dur="1" fill="hold" display="0" masterRel="nextClick" afterEffect="1"/>
                                        <p:tgtEl>
                                          <p:spTgt spid="79998"/>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nodeType="clickEffect">
                                  <p:stCondLst>
                                    <p:cond delay="0"/>
                                  </p:stCondLst>
                                  <p:childTnLst>
                                    <p:set>
                                      <p:cBhvr>
                                        <p:cTn id="36" dur="1" fill="hold">
                                          <p:stCondLst>
                                            <p:cond delay="0"/>
                                          </p:stCondLst>
                                        </p:cTn>
                                        <p:tgtEl>
                                          <p:spTgt spid="80008"/>
                                        </p:tgtEl>
                                        <p:attrNameLst>
                                          <p:attrName>style.visibility</p:attrName>
                                        </p:attrNameLst>
                                      </p:cBhvr>
                                      <p:to>
                                        <p:strVal val="visible"/>
                                      </p:to>
                                    </p:set>
                                    <p:anim calcmode="lin" valueType="num">
                                      <p:cBhvr additive="base">
                                        <p:cTn id="37" dur="500" fill="hold"/>
                                        <p:tgtEl>
                                          <p:spTgt spid="80008"/>
                                        </p:tgtEl>
                                        <p:attrNameLst>
                                          <p:attrName>ppt_x</p:attrName>
                                        </p:attrNameLst>
                                      </p:cBhvr>
                                      <p:tavLst>
                                        <p:tav tm="0">
                                          <p:val>
                                            <p:strVal val="1+#ppt_w/2"/>
                                          </p:val>
                                        </p:tav>
                                        <p:tav tm="100000">
                                          <p:val>
                                            <p:strVal val="#ppt_x"/>
                                          </p:val>
                                        </p:tav>
                                      </p:tavLst>
                                    </p:anim>
                                    <p:anim calcmode="lin" valueType="num">
                                      <p:cBhvr additive="base">
                                        <p:cTn id="38" dur="500" fill="hold"/>
                                        <p:tgtEl>
                                          <p:spTgt spid="8000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8000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p:bldP spid="79996" grpId="0" animBg="1" autoUpdateAnimBg="0"/>
      <p:bldP spid="79997" grpId="0" animBg="1" autoUpdateAnimBg="0"/>
      <p:bldP spid="79998"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 name="灯片编号占位符 3"/>
          <p:cNvSpPr>
            <a:spLocks noGrp="1"/>
          </p:cNvSpPr>
          <p:nvPr>
            <p:ph type="sldNum" sz="quarter" idx="10"/>
          </p:nvPr>
        </p:nvSpPr>
        <p:spPr/>
        <p:txBody>
          <a:bodyPr/>
          <a:lstStyle/>
          <a:p>
            <a:fld id="{9A5D5B4D-AC21-4E9E-924D-8D93116AF1AC}" type="slidenum">
              <a:rPr lang="zh-CN" altLang="en-US"/>
              <a:pPr/>
              <a:t>29</a:t>
            </a:fld>
            <a:endParaRPr lang="en-US" altLang="zh-CN"/>
          </a:p>
        </p:txBody>
      </p:sp>
      <p:sp>
        <p:nvSpPr>
          <p:cNvPr id="833538" name="Rectangle 2"/>
          <p:cNvSpPr>
            <a:spLocks noGrp="1" noChangeArrowheads="1"/>
          </p:cNvSpPr>
          <p:nvPr>
            <p:ph type="title"/>
          </p:nvPr>
        </p:nvSpPr>
        <p:spPr>
          <a:xfrm>
            <a:off x="650878" y="255588"/>
            <a:ext cx="8820150" cy="658812"/>
          </a:xfrm>
        </p:spPr>
        <p:txBody>
          <a:bodyPr/>
          <a:lstStyle/>
          <a:p>
            <a:r>
              <a:rPr lang="zh-CN" altLang="en-US"/>
              <a:t>§1.3 </a:t>
            </a:r>
            <a:r>
              <a:rPr lang="zh-CN" altLang="en-US" sz="4800"/>
              <a:t>复化求积公式</a:t>
            </a:r>
          </a:p>
        </p:txBody>
      </p:sp>
      <p:grpSp>
        <p:nvGrpSpPr>
          <p:cNvPr id="833539" name="Group 3"/>
          <p:cNvGrpSpPr>
            <a:grpSpLocks/>
          </p:cNvGrpSpPr>
          <p:nvPr/>
        </p:nvGrpSpPr>
        <p:grpSpPr bwMode="auto">
          <a:xfrm>
            <a:off x="919095" y="4039917"/>
            <a:ext cx="8534400" cy="865188"/>
            <a:chOff x="576" y="1440"/>
            <a:chExt cx="5376" cy="545"/>
          </a:xfrm>
        </p:grpSpPr>
        <p:sp>
          <p:nvSpPr>
            <p:cNvPr id="833540" name="AutoShape 4"/>
            <p:cNvSpPr>
              <a:spLocks/>
            </p:cNvSpPr>
            <p:nvPr/>
          </p:nvSpPr>
          <p:spPr bwMode="auto">
            <a:xfrm rot="5400000">
              <a:off x="3144" y="-1128"/>
              <a:ext cx="240" cy="5376"/>
            </a:xfrm>
            <a:prstGeom prst="rightBrace">
              <a:avLst>
                <a:gd name="adj1" fmla="val 186667"/>
                <a:gd name="adj2" fmla="val 50019"/>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41" name="Rectangle 5"/>
            <p:cNvSpPr>
              <a:spLocks noChangeArrowheads="1"/>
            </p:cNvSpPr>
            <p:nvPr/>
          </p:nvSpPr>
          <p:spPr bwMode="auto">
            <a:xfrm>
              <a:off x="2708" y="1694"/>
              <a:ext cx="124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Times New Roman" pitchFamily="18" charset="0"/>
                </a:rPr>
                <a:t>M=</a:t>
              </a:r>
              <a:r>
                <a:rPr lang="en-US" altLang="zh-CN" sz="2400" dirty="0" err="1">
                  <a:latin typeface="Times New Roman" pitchFamily="18" charset="0"/>
                </a:rPr>
                <a:t>m</a:t>
              </a:r>
              <a:r>
                <a:rPr lang="en-US" altLang="zh-CN" sz="2400" dirty="0" err="1">
                  <a:solidFill>
                    <a:srgbClr val="FF3300"/>
                  </a:solidFill>
                  <a:latin typeface="Times New Roman" pitchFamily="18" charset="0"/>
                </a:rPr>
                <a:t>n</a:t>
              </a:r>
              <a:r>
                <a:rPr lang="zh-CN" altLang="en-US" sz="2400" i="0" dirty="0">
                  <a:latin typeface="Times New Roman" pitchFamily="18" charset="0"/>
                  <a:ea typeface="黑体" pitchFamily="2" charset="-122"/>
                </a:rPr>
                <a:t>个小段</a:t>
              </a:r>
            </a:p>
          </p:txBody>
        </p:sp>
      </p:grpSp>
      <p:grpSp>
        <p:nvGrpSpPr>
          <p:cNvPr id="833542" name="Group 6"/>
          <p:cNvGrpSpPr>
            <a:grpSpLocks/>
          </p:cNvGrpSpPr>
          <p:nvPr/>
        </p:nvGrpSpPr>
        <p:grpSpPr bwMode="auto">
          <a:xfrm>
            <a:off x="6710295" y="3582719"/>
            <a:ext cx="762000" cy="671513"/>
            <a:chOff x="4224" y="1152"/>
            <a:chExt cx="912" cy="423"/>
          </a:xfrm>
        </p:grpSpPr>
        <p:sp>
          <p:nvSpPr>
            <p:cNvPr id="833543" name="AutoShape 7"/>
            <p:cNvSpPr>
              <a:spLocks/>
            </p:cNvSpPr>
            <p:nvPr/>
          </p:nvSpPr>
          <p:spPr bwMode="auto">
            <a:xfrm rot="5400000">
              <a:off x="4608" y="768"/>
              <a:ext cx="144" cy="912"/>
            </a:xfrm>
            <a:prstGeom prst="rightBrace">
              <a:avLst>
                <a:gd name="adj1" fmla="val 52778"/>
                <a:gd name="adj2" fmla="val 50019"/>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44" name="Rectangle 8"/>
            <p:cNvSpPr>
              <a:spLocks noChangeArrowheads="1"/>
            </p:cNvSpPr>
            <p:nvPr/>
          </p:nvSpPr>
          <p:spPr bwMode="auto">
            <a:xfrm>
              <a:off x="4608" y="1248"/>
              <a:ext cx="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a:latin typeface="Times New Roman" pitchFamily="18" charset="0"/>
                </a:rPr>
                <a:t>h</a:t>
              </a:r>
              <a:endParaRPr lang="zh-CN" altLang="en-US" sz="2800">
                <a:latin typeface="Times New Roman" pitchFamily="18" charset="0"/>
              </a:endParaRPr>
            </a:p>
          </p:txBody>
        </p:sp>
      </p:grpSp>
      <p:sp>
        <p:nvSpPr>
          <p:cNvPr id="833545" name="AutoShape 9"/>
          <p:cNvSpPr>
            <a:spLocks noChangeArrowheads="1"/>
          </p:cNvSpPr>
          <p:nvPr/>
        </p:nvSpPr>
        <p:spPr bwMode="auto">
          <a:xfrm>
            <a:off x="7167716" y="1992737"/>
            <a:ext cx="2438400" cy="609600"/>
          </a:xfrm>
          <a:prstGeom prst="wedgeRoundRectCallout">
            <a:avLst>
              <a:gd name="adj1" fmla="val -48435"/>
              <a:gd name="adj2" fmla="val 117449"/>
              <a:gd name="adj3" fmla="val 16667"/>
            </a:avLst>
          </a:prstGeom>
          <a:solidFill>
            <a:srgbClr val="FFFF99"/>
          </a:solidFill>
          <a:ln w="381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3200"/>
              <a:t>h=(b-a)/M</a:t>
            </a:r>
            <a:endParaRPr lang="zh-CN" altLang="en-US" sz="3200" baseline="30000"/>
          </a:p>
        </p:txBody>
      </p:sp>
      <p:grpSp>
        <p:nvGrpSpPr>
          <p:cNvPr id="833546" name="Group 10"/>
          <p:cNvGrpSpPr>
            <a:grpSpLocks/>
          </p:cNvGrpSpPr>
          <p:nvPr/>
        </p:nvGrpSpPr>
        <p:grpSpPr bwMode="auto">
          <a:xfrm>
            <a:off x="688912" y="3277927"/>
            <a:ext cx="9001129" cy="812801"/>
            <a:chOff x="431" y="960"/>
            <a:chExt cx="5670" cy="512"/>
          </a:xfrm>
        </p:grpSpPr>
        <p:grpSp>
          <p:nvGrpSpPr>
            <p:cNvPr id="833547" name="Group 11"/>
            <p:cNvGrpSpPr>
              <a:grpSpLocks/>
            </p:cNvGrpSpPr>
            <p:nvPr/>
          </p:nvGrpSpPr>
          <p:grpSpPr bwMode="auto">
            <a:xfrm>
              <a:off x="431" y="960"/>
              <a:ext cx="5670" cy="512"/>
              <a:chOff x="431" y="960"/>
              <a:chExt cx="5670" cy="512"/>
            </a:xfrm>
          </p:grpSpPr>
          <p:sp>
            <p:nvSpPr>
              <p:cNvPr id="833548" name="Line 12"/>
              <p:cNvSpPr>
                <a:spLocks noChangeShapeType="1"/>
              </p:cNvSpPr>
              <p:nvPr/>
            </p:nvSpPr>
            <p:spPr bwMode="auto">
              <a:xfrm>
                <a:off x="52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49" name="Line 13"/>
              <p:cNvSpPr>
                <a:spLocks noChangeShapeType="1"/>
              </p:cNvSpPr>
              <p:nvPr/>
            </p:nvSpPr>
            <p:spPr bwMode="auto">
              <a:xfrm>
                <a:off x="528" y="1104"/>
                <a:ext cx="54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50" name="Line 14"/>
              <p:cNvSpPr>
                <a:spLocks noChangeShapeType="1"/>
              </p:cNvSpPr>
              <p:nvPr/>
            </p:nvSpPr>
            <p:spPr bwMode="auto">
              <a:xfrm>
                <a:off x="6000"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51" name="Rectangle 15"/>
              <p:cNvSpPr>
                <a:spLocks noChangeArrowheads="1"/>
              </p:cNvSpPr>
              <p:nvPr/>
            </p:nvSpPr>
            <p:spPr bwMode="auto">
              <a:xfrm>
                <a:off x="431" y="1104"/>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a</a:t>
                </a:r>
                <a:endParaRPr lang="zh-CN" altLang="en-US" sz="3200">
                  <a:latin typeface="Times New Roman" pitchFamily="18" charset="0"/>
                </a:endParaRPr>
              </a:p>
            </p:txBody>
          </p:sp>
          <p:sp>
            <p:nvSpPr>
              <p:cNvPr id="833552" name="Rectangle 16"/>
              <p:cNvSpPr>
                <a:spLocks noChangeArrowheads="1"/>
              </p:cNvSpPr>
              <p:nvPr/>
            </p:nvSpPr>
            <p:spPr bwMode="auto">
              <a:xfrm>
                <a:off x="5855" y="1104"/>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b</a:t>
                </a:r>
                <a:endParaRPr lang="zh-CN" altLang="en-US" sz="3200">
                  <a:latin typeface="Times New Roman" pitchFamily="18" charset="0"/>
                </a:endParaRPr>
              </a:p>
            </p:txBody>
          </p:sp>
          <p:sp>
            <p:nvSpPr>
              <p:cNvPr id="833553" name="Line 17"/>
              <p:cNvSpPr>
                <a:spLocks noChangeShapeType="1"/>
              </p:cNvSpPr>
              <p:nvPr/>
            </p:nvSpPr>
            <p:spPr bwMode="auto">
              <a:xfrm>
                <a:off x="148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54" name="Line 18"/>
              <p:cNvSpPr>
                <a:spLocks noChangeShapeType="1"/>
              </p:cNvSpPr>
              <p:nvPr/>
            </p:nvSpPr>
            <p:spPr bwMode="auto">
              <a:xfrm>
                <a:off x="244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55" name="Line 19"/>
              <p:cNvSpPr>
                <a:spLocks noChangeShapeType="1"/>
              </p:cNvSpPr>
              <p:nvPr/>
            </p:nvSpPr>
            <p:spPr bwMode="auto">
              <a:xfrm>
                <a:off x="3360"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56" name="Line 20"/>
              <p:cNvSpPr>
                <a:spLocks noChangeShapeType="1"/>
              </p:cNvSpPr>
              <p:nvPr/>
            </p:nvSpPr>
            <p:spPr bwMode="auto">
              <a:xfrm>
                <a:off x="4224"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57" name="Line 21"/>
              <p:cNvSpPr>
                <a:spLocks noChangeShapeType="1"/>
              </p:cNvSpPr>
              <p:nvPr/>
            </p:nvSpPr>
            <p:spPr bwMode="auto">
              <a:xfrm>
                <a:off x="5136"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3558" name="Line 22"/>
            <p:cNvSpPr>
              <a:spLocks noChangeShapeType="1"/>
            </p:cNvSpPr>
            <p:nvPr/>
          </p:nvSpPr>
          <p:spPr bwMode="auto">
            <a:xfrm>
              <a:off x="100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59" name="Line 23"/>
            <p:cNvSpPr>
              <a:spLocks noChangeShapeType="1"/>
            </p:cNvSpPr>
            <p:nvPr/>
          </p:nvSpPr>
          <p:spPr bwMode="auto">
            <a:xfrm>
              <a:off x="196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60" name="Line 24"/>
            <p:cNvSpPr>
              <a:spLocks noChangeShapeType="1"/>
            </p:cNvSpPr>
            <p:nvPr/>
          </p:nvSpPr>
          <p:spPr bwMode="auto">
            <a:xfrm>
              <a:off x="292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61" name="Line 25"/>
            <p:cNvSpPr>
              <a:spLocks noChangeShapeType="1"/>
            </p:cNvSpPr>
            <p:nvPr/>
          </p:nvSpPr>
          <p:spPr bwMode="auto">
            <a:xfrm>
              <a:off x="3792"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62" name="Line 26"/>
            <p:cNvSpPr>
              <a:spLocks noChangeShapeType="1"/>
            </p:cNvSpPr>
            <p:nvPr/>
          </p:nvSpPr>
          <p:spPr bwMode="auto">
            <a:xfrm>
              <a:off x="4704"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63" name="Line 27"/>
            <p:cNvSpPr>
              <a:spLocks noChangeShapeType="1"/>
            </p:cNvSpPr>
            <p:nvPr/>
          </p:nvSpPr>
          <p:spPr bwMode="auto">
            <a:xfrm>
              <a:off x="5616"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3564" name="Group 28"/>
          <p:cNvGrpSpPr>
            <a:grpSpLocks/>
          </p:cNvGrpSpPr>
          <p:nvPr/>
        </p:nvGrpSpPr>
        <p:grpSpPr bwMode="auto">
          <a:xfrm>
            <a:off x="142805" y="2611740"/>
            <a:ext cx="3686178" cy="1326146"/>
            <a:chOff x="234" y="555"/>
            <a:chExt cx="1548" cy="741"/>
          </a:xfrm>
        </p:grpSpPr>
        <p:sp>
          <p:nvSpPr>
            <p:cNvPr id="833565" name="AutoShape 29"/>
            <p:cNvSpPr>
              <a:spLocks/>
            </p:cNvSpPr>
            <p:nvPr/>
          </p:nvSpPr>
          <p:spPr bwMode="auto">
            <a:xfrm rot="5400000">
              <a:off x="960" y="768"/>
              <a:ext cx="144" cy="912"/>
            </a:xfrm>
            <a:prstGeom prst="rightBrace">
              <a:avLst>
                <a:gd name="adj1" fmla="val 52778"/>
                <a:gd name="adj2" fmla="val 50019"/>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66" name="Rectangle 30"/>
            <p:cNvSpPr>
              <a:spLocks noChangeArrowheads="1"/>
            </p:cNvSpPr>
            <p:nvPr/>
          </p:nvSpPr>
          <p:spPr bwMode="auto">
            <a:xfrm>
              <a:off x="234" y="555"/>
              <a:ext cx="1548"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i="0" dirty="0">
                  <a:solidFill>
                    <a:srgbClr val="FF3300"/>
                  </a:solidFill>
                  <a:latin typeface="Times New Roman" pitchFamily="18" charset="0"/>
                </a:rPr>
                <a:t>每大段用</a:t>
              </a:r>
              <a:r>
                <a:rPr lang="en-US" altLang="zh-CN" sz="2400" i="0" dirty="0">
                  <a:solidFill>
                    <a:srgbClr val="FF3300"/>
                  </a:solidFill>
                  <a:latin typeface="Times New Roman" pitchFamily="18" charset="0"/>
                </a:rPr>
                <a:t>1</a:t>
              </a:r>
              <a:r>
                <a:rPr lang="zh-CN" altLang="en-US" sz="2400" i="0" dirty="0">
                  <a:solidFill>
                    <a:srgbClr val="FF3300"/>
                  </a:solidFill>
                  <a:latin typeface="Times New Roman" pitchFamily="18" charset="0"/>
                </a:rPr>
                <a:t>个</a:t>
              </a:r>
              <a:r>
                <a:rPr lang="en-US" altLang="zh-CN" sz="2400" i="0" dirty="0">
                  <a:solidFill>
                    <a:srgbClr val="FF3300"/>
                  </a:solidFill>
                  <a:latin typeface="Times New Roman" pitchFamily="18" charset="0"/>
                </a:rPr>
                <a:t>n</a:t>
              </a:r>
              <a:r>
                <a:rPr lang="zh-CN" altLang="en-US" sz="2400" i="0" dirty="0">
                  <a:solidFill>
                    <a:srgbClr val="FF3300"/>
                  </a:solidFill>
                  <a:latin typeface="Times New Roman" pitchFamily="18" charset="0"/>
                </a:rPr>
                <a:t>次</a:t>
              </a:r>
              <a:r>
                <a:rPr lang="en-US" altLang="zh-CN" sz="2400" i="0" dirty="0">
                  <a:solidFill>
                    <a:srgbClr val="FF3300"/>
                  </a:solidFill>
                  <a:latin typeface="Times New Roman" pitchFamily="18" charset="0"/>
                </a:rPr>
                <a:t>N-C</a:t>
              </a:r>
              <a:r>
                <a:rPr lang="zh-CN" altLang="en-US" sz="2400" i="0" dirty="0">
                  <a:solidFill>
                    <a:srgbClr val="FF3300"/>
                  </a:solidFill>
                  <a:latin typeface="Times New Roman" pitchFamily="18" charset="0"/>
                </a:rPr>
                <a:t>公式</a:t>
              </a:r>
            </a:p>
          </p:txBody>
        </p:sp>
        <p:sp>
          <p:nvSpPr>
            <p:cNvPr id="833567" name="Rectangle 31" descr="浅色下对角线"/>
            <p:cNvSpPr>
              <a:spLocks noChangeArrowheads="1"/>
            </p:cNvSpPr>
            <p:nvPr/>
          </p:nvSpPr>
          <p:spPr bwMode="auto">
            <a:xfrm>
              <a:off x="528" y="1056"/>
              <a:ext cx="960" cy="96"/>
            </a:xfrm>
            <a:prstGeom prst="rect">
              <a:avLst/>
            </a:prstGeom>
            <a:pattFill prst="ltDnDiag">
              <a:fgClr>
                <a:srgbClr val="FF3300"/>
              </a:fgClr>
              <a:bgClr>
                <a:schemeClr val="bg1"/>
              </a:bgClr>
            </a:pattFill>
            <a:ln w="127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3568" name="Rectangle 32"/>
          <p:cNvSpPr>
            <a:spLocks noChangeArrowheads="1"/>
          </p:cNvSpPr>
          <p:nvPr/>
        </p:nvSpPr>
        <p:spPr bwMode="auto">
          <a:xfrm>
            <a:off x="3963333" y="3676276"/>
            <a:ext cx="14029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solidFill>
                  <a:srgbClr val="FF3300"/>
                </a:solidFill>
                <a:latin typeface="Times New Roman" pitchFamily="18" charset="0"/>
              </a:rPr>
              <a:t>m</a:t>
            </a:r>
            <a:r>
              <a:rPr lang="zh-CN" altLang="en-US" sz="2400" i="0" dirty="0">
                <a:solidFill>
                  <a:srgbClr val="FF3300"/>
                </a:solidFill>
                <a:latin typeface="Times New Roman" pitchFamily="18" charset="0"/>
                <a:ea typeface="黑体" pitchFamily="2" charset="-122"/>
              </a:rPr>
              <a:t>个大</a:t>
            </a:r>
            <a:r>
              <a:rPr lang="zh-CN" altLang="en-US" sz="2800" i="0" dirty="0">
                <a:solidFill>
                  <a:srgbClr val="FF3300"/>
                </a:solidFill>
                <a:latin typeface="Times New Roman" pitchFamily="18" charset="0"/>
                <a:ea typeface="黑体" pitchFamily="2" charset="-122"/>
              </a:rPr>
              <a:t>段</a:t>
            </a:r>
            <a:endParaRPr lang="en-US" altLang="zh-CN" sz="2800" i="0" dirty="0">
              <a:solidFill>
                <a:srgbClr val="FF3300"/>
              </a:solidFill>
              <a:latin typeface="Times New Roman" pitchFamily="18" charset="0"/>
              <a:ea typeface="黑体" pitchFamily="2" charset="-122"/>
            </a:endParaRPr>
          </a:p>
        </p:txBody>
      </p:sp>
      <p:cxnSp>
        <p:nvCxnSpPr>
          <p:cNvPr id="3" name="直接连接符 2"/>
          <p:cNvCxnSpPr/>
          <p:nvPr/>
        </p:nvCxnSpPr>
        <p:spPr bwMode="auto">
          <a:xfrm>
            <a:off x="3128899" y="3098039"/>
            <a:ext cx="0" cy="713290"/>
          </a:xfrm>
          <a:prstGeom prst="line">
            <a:avLst/>
          </a:prstGeom>
          <a:solidFill>
            <a:schemeClr val="accent1"/>
          </a:solidFill>
          <a:ln w="88900" cap="flat" cmpd="sng" algn="ctr">
            <a:solidFill>
              <a:srgbClr val="FF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p:cNvCxnSpPr/>
          <p:nvPr/>
        </p:nvCxnSpPr>
        <p:spPr bwMode="auto">
          <a:xfrm>
            <a:off x="5355687" y="3073683"/>
            <a:ext cx="0" cy="713290"/>
          </a:xfrm>
          <a:prstGeom prst="line">
            <a:avLst/>
          </a:prstGeom>
          <a:solidFill>
            <a:schemeClr val="accent1"/>
          </a:solidFill>
          <a:ln w="88900" cap="flat" cmpd="sng" algn="ctr">
            <a:solidFill>
              <a:srgbClr val="FF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49"/>
          <p:cNvCxnSpPr/>
          <p:nvPr/>
        </p:nvCxnSpPr>
        <p:spPr bwMode="auto">
          <a:xfrm>
            <a:off x="7472300" y="3073683"/>
            <a:ext cx="0" cy="713290"/>
          </a:xfrm>
          <a:prstGeom prst="line">
            <a:avLst/>
          </a:prstGeom>
          <a:solidFill>
            <a:schemeClr val="accent1"/>
          </a:solidFill>
          <a:ln w="88900" cap="flat" cmpd="sng" algn="ctr">
            <a:solidFill>
              <a:srgbClr val="FF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p:nvPr/>
        </p:nvCxnSpPr>
        <p:spPr bwMode="auto">
          <a:xfrm>
            <a:off x="9529701" y="3031071"/>
            <a:ext cx="0" cy="713290"/>
          </a:xfrm>
          <a:prstGeom prst="line">
            <a:avLst/>
          </a:prstGeom>
          <a:solidFill>
            <a:schemeClr val="accent1"/>
          </a:solidFill>
          <a:ln w="88900" cap="flat" cmpd="sng" algn="ctr">
            <a:solidFill>
              <a:srgbClr val="FF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p:cNvCxnSpPr/>
          <p:nvPr/>
        </p:nvCxnSpPr>
        <p:spPr bwMode="auto">
          <a:xfrm>
            <a:off x="781452" y="3149883"/>
            <a:ext cx="0" cy="713290"/>
          </a:xfrm>
          <a:prstGeom prst="line">
            <a:avLst/>
          </a:prstGeom>
          <a:solidFill>
            <a:schemeClr val="accent1"/>
          </a:solidFill>
          <a:ln w="88900" cap="flat" cmpd="sng" algn="ctr">
            <a:solidFill>
              <a:srgbClr val="FF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Rectangle 32"/>
          <p:cNvSpPr>
            <a:spLocks noChangeArrowheads="1"/>
          </p:cNvSpPr>
          <p:nvPr/>
        </p:nvSpPr>
        <p:spPr bwMode="auto">
          <a:xfrm>
            <a:off x="1501537" y="3795374"/>
            <a:ext cx="12843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solidFill>
                  <a:srgbClr val="FF3300"/>
                </a:solidFill>
                <a:latin typeface="Times New Roman" pitchFamily="18" charset="0"/>
                <a:ea typeface="黑体" pitchFamily="2" charset="-122"/>
              </a:rPr>
              <a:t>n</a:t>
            </a:r>
            <a:r>
              <a:rPr lang="zh-CN" altLang="en-US" sz="2400" i="0" dirty="0">
                <a:solidFill>
                  <a:srgbClr val="FF3300"/>
                </a:solidFill>
                <a:latin typeface="Times New Roman" pitchFamily="18" charset="0"/>
                <a:ea typeface="黑体" pitchFamily="2" charset="-122"/>
              </a:rPr>
              <a:t>个小段</a:t>
            </a:r>
            <a:endParaRPr lang="en-US" altLang="zh-CN" sz="2400" i="0" dirty="0">
              <a:solidFill>
                <a:srgbClr val="FF3300"/>
              </a:solidFill>
              <a:latin typeface="Times New Roman" pitchFamily="18" charset="0"/>
              <a:ea typeface="黑体" pitchFamily="2" charset="-122"/>
            </a:endParaRPr>
          </a:p>
        </p:txBody>
      </p:sp>
    </p:spTree>
    <p:custDataLst>
      <p:tags r:id="rId1"/>
    </p:custDataLst>
    <p:extLst>
      <p:ext uri="{BB962C8B-B14F-4D97-AF65-F5344CB8AC3E}">
        <p14:creationId xmlns:p14="http://schemas.microsoft.com/office/powerpoint/2010/main" val="5979381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33568"/>
                                        </p:tgtEl>
                                        <p:attrNameLst>
                                          <p:attrName>style.visibility</p:attrName>
                                        </p:attrNameLst>
                                      </p:cBhvr>
                                      <p:to>
                                        <p:strVal val="visible"/>
                                      </p:to>
                                    </p:set>
                                    <p:animEffect transition="in" filter="dissolve">
                                      <p:cBhvr>
                                        <p:cTn id="7" dur="500"/>
                                        <p:tgtEl>
                                          <p:spTgt spid="83356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33564"/>
                                        </p:tgtEl>
                                        <p:attrNameLst>
                                          <p:attrName>style.visibility</p:attrName>
                                        </p:attrNameLst>
                                      </p:cBhvr>
                                      <p:to>
                                        <p:strVal val="visible"/>
                                      </p:to>
                                    </p:set>
                                    <p:animEffect transition="in" filter="dissolve">
                                      <p:cBhvr>
                                        <p:cTn id="12" dur="500"/>
                                        <p:tgtEl>
                                          <p:spTgt spid="83356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dissolve">
                                      <p:cBhvr>
                                        <p:cTn id="17" dur="500"/>
                                        <p:tgtEl>
                                          <p:spTgt spid="5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33539"/>
                                        </p:tgtEl>
                                        <p:attrNameLst>
                                          <p:attrName>style.visibility</p:attrName>
                                        </p:attrNameLst>
                                      </p:cBhvr>
                                      <p:to>
                                        <p:strVal val="visible"/>
                                      </p:to>
                                    </p:set>
                                    <p:animEffect transition="in" filter="dissolve">
                                      <p:cBhvr>
                                        <p:cTn id="22" dur="500"/>
                                        <p:tgtEl>
                                          <p:spTgt spid="83353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833542"/>
                                        </p:tgtEl>
                                        <p:attrNameLst>
                                          <p:attrName>style.visibility</p:attrName>
                                        </p:attrNameLst>
                                      </p:cBhvr>
                                      <p:to>
                                        <p:strVal val="visible"/>
                                      </p:to>
                                    </p:set>
                                    <p:animEffect transition="in" filter="dissolve">
                                      <p:cBhvr>
                                        <p:cTn id="27" dur="500"/>
                                        <p:tgtEl>
                                          <p:spTgt spid="83354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33545"/>
                                        </p:tgtEl>
                                        <p:attrNameLst>
                                          <p:attrName>style.visibility</p:attrName>
                                        </p:attrNameLst>
                                      </p:cBhvr>
                                      <p:to>
                                        <p:strVal val="visible"/>
                                      </p:to>
                                    </p:set>
                                    <p:animEffect transition="in" filter="dissolve">
                                      <p:cBhvr>
                                        <p:cTn id="32" dur="500"/>
                                        <p:tgtEl>
                                          <p:spTgt spid="8335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3545" grpId="0" animBg="1" autoUpdateAnimBg="0"/>
      <p:bldP spid="833568" grpId="0" autoUpdateAnimBg="0"/>
      <p:bldP spid="53" grpId="0" autoUpdateAnimBg="0"/>
    </p:bldLst>
  </p:timing>
  <p:extLst mod="1"/>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 name="灯片编号占位符 3"/>
          <p:cNvSpPr>
            <a:spLocks noGrp="1"/>
          </p:cNvSpPr>
          <p:nvPr>
            <p:ph type="sldNum" sz="quarter" idx="10"/>
          </p:nvPr>
        </p:nvSpPr>
        <p:spPr/>
        <p:txBody>
          <a:bodyPr/>
          <a:lstStyle/>
          <a:p>
            <a:fld id="{9A5D5B4D-AC21-4E9E-924D-8D93116AF1AC}" type="slidenum">
              <a:rPr lang="zh-CN" altLang="en-US"/>
              <a:pPr/>
              <a:t>30</a:t>
            </a:fld>
            <a:endParaRPr lang="en-US" altLang="zh-CN"/>
          </a:p>
        </p:txBody>
      </p:sp>
      <p:sp>
        <p:nvSpPr>
          <p:cNvPr id="41" name="日期占位符 4"/>
          <p:cNvSpPr>
            <a:spLocks noGrp="1"/>
          </p:cNvSpPr>
          <p:nvPr>
            <p:ph type="dt" sz="half" idx="4294967295"/>
          </p:nvPr>
        </p:nvSpPr>
        <p:spPr>
          <a:xfrm>
            <a:off x="14295" y="6350000"/>
            <a:ext cx="2297112" cy="577850"/>
          </a:xfrm>
        </p:spPr>
        <p:txBody>
          <a:bodyPr/>
          <a:lstStyle/>
          <a:p>
            <a:fld id="{989EF7F4-16FC-4BB6-AF60-A576AE873AEA}" type="datetime1">
              <a:rPr lang="zh-CN" altLang="en-US"/>
              <a:pPr/>
              <a:t>2024/11/11</a:t>
            </a:fld>
            <a:endParaRPr lang="en-US" altLang="zh-CN"/>
          </a:p>
        </p:txBody>
      </p:sp>
      <p:sp>
        <p:nvSpPr>
          <p:cNvPr id="833538" name="Rectangle 2"/>
          <p:cNvSpPr>
            <a:spLocks noGrp="1" noChangeArrowheads="1"/>
          </p:cNvSpPr>
          <p:nvPr>
            <p:ph type="title"/>
          </p:nvPr>
        </p:nvSpPr>
        <p:spPr>
          <a:xfrm>
            <a:off x="650878" y="255588"/>
            <a:ext cx="8820150" cy="658812"/>
          </a:xfrm>
        </p:spPr>
        <p:txBody>
          <a:bodyPr/>
          <a:lstStyle/>
          <a:p>
            <a:r>
              <a:rPr lang="zh-CN" altLang="en-US"/>
              <a:t>§1.3 </a:t>
            </a:r>
            <a:r>
              <a:rPr lang="zh-CN" altLang="en-US" sz="4800"/>
              <a:t>复化求积公式</a:t>
            </a:r>
          </a:p>
        </p:txBody>
      </p:sp>
      <p:sp>
        <p:nvSpPr>
          <p:cNvPr id="833569" name="Rectangle 33"/>
          <p:cNvSpPr>
            <a:spLocks noGrp="1" noChangeArrowheads="1"/>
          </p:cNvSpPr>
          <p:nvPr>
            <p:ph type="body" idx="1"/>
          </p:nvPr>
        </p:nvSpPr>
        <p:spPr>
          <a:xfrm>
            <a:off x="560515" y="1196762"/>
            <a:ext cx="8820150" cy="384175"/>
          </a:xfrm>
          <a:noFill/>
          <a:ln/>
        </p:spPr>
        <p:txBody>
          <a:bodyPr/>
          <a:lstStyle/>
          <a:p>
            <a:r>
              <a:rPr lang="zh-CN" altLang="en-US" dirty="0"/>
              <a:t>1.复化梯形公式</a:t>
            </a:r>
          </a:p>
        </p:txBody>
      </p:sp>
      <p:graphicFrame>
        <p:nvGraphicFramePr>
          <p:cNvPr id="833570" name="Object 34"/>
          <p:cNvGraphicFramePr>
            <a:graphicFrameLocks noChangeAspect="1"/>
          </p:cNvGraphicFramePr>
          <p:nvPr>
            <p:extLst/>
          </p:nvPr>
        </p:nvGraphicFramePr>
        <p:xfrm>
          <a:off x="1120898" y="1504715"/>
          <a:ext cx="7940675" cy="1035050"/>
        </p:xfrm>
        <a:graphic>
          <a:graphicData uri="http://schemas.openxmlformats.org/presentationml/2006/ole">
            <mc:AlternateContent xmlns:mc="http://schemas.openxmlformats.org/markup-compatibility/2006">
              <mc:Choice xmlns:v="urn:schemas-microsoft-com:vml" Requires="v">
                <p:oleObj spid="_x0000_s896038" name="Equation" r:id="rId4" imgW="2946240" imgH="419040" progId="Equation.3">
                  <p:embed/>
                </p:oleObj>
              </mc:Choice>
              <mc:Fallback>
                <p:oleObj name="Equation" r:id="rId4" imgW="2946240" imgH="4190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0898" y="1504715"/>
                        <a:ext cx="7940675"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3571" name="Object 35"/>
          <p:cNvGraphicFramePr>
            <a:graphicFrameLocks noChangeAspect="1"/>
          </p:cNvGraphicFramePr>
          <p:nvPr>
            <p:extLst/>
          </p:nvPr>
        </p:nvGraphicFramePr>
        <p:xfrm>
          <a:off x="128469" y="2348880"/>
          <a:ext cx="8703568" cy="973138"/>
        </p:xfrm>
        <a:graphic>
          <a:graphicData uri="http://schemas.openxmlformats.org/presentationml/2006/ole">
            <mc:AlternateContent xmlns:mc="http://schemas.openxmlformats.org/markup-compatibility/2006">
              <mc:Choice xmlns:v="urn:schemas-microsoft-com:vml" Requires="v">
                <p:oleObj spid="_x0000_s896039" name="Equation" r:id="rId6" imgW="3936960" imgH="393480" progId="Equation.3">
                  <p:embed/>
                </p:oleObj>
              </mc:Choice>
              <mc:Fallback>
                <p:oleObj name="Equation" r:id="rId6" imgW="3936960" imgH="393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469" y="2348880"/>
                        <a:ext cx="8703568" cy="973138"/>
                      </a:xfrm>
                      <a:prstGeom prst="rect">
                        <a:avLst/>
                      </a:prstGeom>
                      <a:noFill/>
                      <a:ln>
                        <a:noFill/>
                      </a:ln>
                      <a:effectLst/>
                      <a:extLst/>
                    </p:spPr>
                  </p:pic>
                </p:oleObj>
              </mc:Fallback>
            </mc:AlternateContent>
          </a:graphicData>
        </a:graphic>
      </p:graphicFrame>
      <p:graphicFrame>
        <p:nvGraphicFramePr>
          <p:cNvPr id="833572" name="Object 36"/>
          <p:cNvGraphicFramePr>
            <a:graphicFrameLocks noChangeAspect="1"/>
          </p:cNvGraphicFramePr>
          <p:nvPr>
            <p:extLst/>
          </p:nvPr>
        </p:nvGraphicFramePr>
        <p:xfrm>
          <a:off x="1982910" y="3035077"/>
          <a:ext cx="6108700" cy="1057275"/>
        </p:xfrm>
        <a:graphic>
          <a:graphicData uri="http://schemas.openxmlformats.org/presentationml/2006/ole">
            <mc:AlternateContent xmlns:mc="http://schemas.openxmlformats.org/markup-compatibility/2006">
              <mc:Choice xmlns:v="urn:schemas-microsoft-com:vml" Requires="v">
                <p:oleObj spid="_x0000_s896040" name="Equation" r:id="rId8" imgW="2463480" imgH="393480" progId="Equation.DSMT4">
                  <p:embed/>
                </p:oleObj>
              </mc:Choice>
              <mc:Fallback>
                <p:oleObj name="Equation" r:id="rId8" imgW="2463480" imgH="39348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82910" y="3035077"/>
                        <a:ext cx="6108700"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3573" name="Object 37"/>
          <p:cNvGraphicFramePr>
            <a:graphicFrameLocks noChangeAspect="1"/>
          </p:cNvGraphicFramePr>
          <p:nvPr>
            <p:extLst/>
          </p:nvPr>
        </p:nvGraphicFramePr>
        <p:xfrm>
          <a:off x="539872" y="3933056"/>
          <a:ext cx="2667000" cy="1035050"/>
        </p:xfrm>
        <a:graphic>
          <a:graphicData uri="http://schemas.openxmlformats.org/presentationml/2006/ole">
            <mc:AlternateContent xmlns:mc="http://schemas.openxmlformats.org/markup-compatibility/2006">
              <mc:Choice xmlns:v="urn:schemas-microsoft-com:vml" Requires="v">
                <p:oleObj spid="_x0000_s896041" name="Equation" r:id="rId10" imgW="1206360" imgH="419040" progId="Equation.3">
                  <p:embed/>
                </p:oleObj>
              </mc:Choice>
              <mc:Fallback>
                <p:oleObj name="Equation" r:id="rId10" imgW="1206360" imgH="4190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9872" y="3933056"/>
                        <a:ext cx="2667000"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3574" name="Object 38"/>
          <p:cNvGraphicFramePr>
            <a:graphicFrameLocks noChangeAspect="1"/>
          </p:cNvGraphicFramePr>
          <p:nvPr>
            <p:extLst/>
          </p:nvPr>
        </p:nvGraphicFramePr>
        <p:xfrm>
          <a:off x="3318009" y="3944191"/>
          <a:ext cx="2860675" cy="1023937"/>
        </p:xfrm>
        <a:graphic>
          <a:graphicData uri="http://schemas.openxmlformats.org/presentationml/2006/ole">
            <mc:AlternateContent xmlns:mc="http://schemas.openxmlformats.org/markup-compatibility/2006">
              <mc:Choice xmlns:v="urn:schemas-microsoft-com:vml" Requires="v">
                <p:oleObj spid="_x0000_s896042" name="Equation" r:id="rId12" imgW="1320480" imgH="419040" progId="Equation.3">
                  <p:embed/>
                </p:oleObj>
              </mc:Choice>
              <mc:Fallback>
                <p:oleObj name="Equation" r:id="rId12" imgW="1320480" imgH="41904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18009" y="3944191"/>
                        <a:ext cx="2860675" cy="1023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3575" name="Object 39"/>
          <p:cNvGraphicFramePr>
            <a:graphicFrameLocks noChangeAspect="1"/>
          </p:cNvGraphicFramePr>
          <p:nvPr>
            <p:extLst/>
          </p:nvPr>
        </p:nvGraphicFramePr>
        <p:xfrm>
          <a:off x="6302497" y="4012431"/>
          <a:ext cx="2667000" cy="1023938"/>
        </p:xfrm>
        <a:graphic>
          <a:graphicData uri="http://schemas.openxmlformats.org/presentationml/2006/ole">
            <mc:AlternateContent xmlns:mc="http://schemas.openxmlformats.org/markup-compatibility/2006">
              <mc:Choice xmlns:v="urn:schemas-microsoft-com:vml" Requires="v">
                <p:oleObj spid="_x0000_s896043" name="Equation" r:id="rId14" imgW="1231560" imgH="419040" progId="Equation.3">
                  <p:embed/>
                </p:oleObj>
              </mc:Choice>
              <mc:Fallback>
                <p:oleObj name="Equation" r:id="rId14" imgW="1231560" imgH="41904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02497" y="4012431"/>
                        <a:ext cx="2667000" cy="1023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对象 1"/>
          <p:cNvGraphicFramePr>
            <a:graphicFrameLocks noChangeAspect="1"/>
          </p:cNvGraphicFramePr>
          <p:nvPr>
            <p:extLst/>
          </p:nvPr>
        </p:nvGraphicFramePr>
        <p:xfrm>
          <a:off x="416501" y="4982926"/>
          <a:ext cx="2695575" cy="1023938"/>
        </p:xfrm>
        <a:graphic>
          <a:graphicData uri="http://schemas.openxmlformats.org/presentationml/2006/ole">
            <mc:AlternateContent xmlns:mc="http://schemas.openxmlformats.org/markup-compatibility/2006">
              <mc:Choice xmlns:v="urn:schemas-microsoft-com:vml" Requires="v">
                <p:oleObj spid="_x0000_s896044" name="Equation" r:id="rId16" imgW="1244600" imgH="419100" progId="Equation.3">
                  <p:embed/>
                </p:oleObj>
              </mc:Choice>
              <mc:Fallback>
                <p:oleObj name="Equation" r:id="rId16" imgW="1244600" imgH="41910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6501" y="4982926"/>
                        <a:ext cx="2695575" cy="1023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nvPr>
        </p:nvGraphicFramePr>
        <p:xfrm>
          <a:off x="3152800" y="5054934"/>
          <a:ext cx="2952328" cy="955470"/>
        </p:xfrm>
        <a:graphic>
          <a:graphicData uri="http://schemas.openxmlformats.org/presentationml/2006/ole">
            <mc:AlternateContent xmlns:mc="http://schemas.openxmlformats.org/markup-compatibility/2006">
              <mc:Choice xmlns:v="urn:schemas-microsoft-com:vml" Requires="v">
                <p:oleObj spid="_x0000_s896045" name="公式" r:id="rId18" imgW="1460160" imgH="419040" progId="Equation.3">
                  <p:embed/>
                </p:oleObj>
              </mc:Choice>
              <mc:Fallback>
                <p:oleObj name="公式" r:id="rId18" imgW="1460160" imgH="419040" progId="Equation.3">
                  <p:embed/>
                  <p:pic>
                    <p:nvPicPr>
                      <p:cNvPr id="0" name=""/>
                      <p:cNvPicPr>
                        <a:picLocks noChangeAspect="1" noChangeArrowheads="1"/>
                      </p:cNvPicPr>
                      <p:nvPr/>
                    </p:nvPicPr>
                    <p:blipFill>
                      <a:blip r:embed="rId19"/>
                      <a:srcRect/>
                      <a:stretch>
                        <a:fillRect/>
                      </a:stretch>
                    </p:blipFill>
                    <p:spPr bwMode="auto">
                      <a:xfrm>
                        <a:off x="3152800" y="5054934"/>
                        <a:ext cx="2952328" cy="955470"/>
                      </a:xfrm>
                      <a:prstGeom prst="rect">
                        <a:avLst/>
                      </a:prstGeom>
                      <a:noFill/>
                      <a:ln>
                        <a:noFill/>
                      </a:ln>
                      <a:effectLst/>
                    </p:spPr>
                  </p:pic>
                </p:oleObj>
              </mc:Fallback>
            </mc:AlternateContent>
          </a:graphicData>
        </a:graphic>
      </p:graphicFrame>
      <p:graphicFrame>
        <p:nvGraphicFramePr>
          <p:cNvPr id="5" name="对象 4"/>
          <p:cNvGraphicFramePr>
            <a:graphicFrameLocks noChangeAspect="1"/>
          </p:cNvGraphicFramePr>
          <p:nvPr>
            <p:extLst/>
          </p:nvPr>
        </p:nvGraphicFramePr>
        <p:xfrm>
          <a:off x="5313363" y="5534035"/>
          <a:ext cx="3929062" cy="1027113"/>
        </p:xfrm>
        <a:graphic>
          <a:graphicData uri="http://schemas.openxmlformats.org/presentationml/2006/ole">
            <mc:AlternateContent xmlns:mc="http://schemas.openxmlformats.org/markup-compatibility/2006">
              <mc:Choice xmlns:v="urn:schemas-microsoft-com:vml" Requires="v">
                <p:oleObj spid="_x0000_s896046" name="公式" r:id="rId20" imgW="2070000" imgH="469800" progId="Equation.3">
                  <p:embed/>
                </p:oleObj>
              </mc:Choice>
              <mc:Fallback>
                <p:oleObj name="公式" r:id="rId20" imgW="2070000" imgH="469800" progId="Equation.3">
                  <p:embed/>
                  <p:pic>
                    <p:nvPicPr>
                      <p:cNvPr id="0" name=""/>
                      <p:cNvPicPr>
                        <a:picLocks noChangeAspect="1" noChangeArrowheads="1"/>
                      </p:cNvPicPr>
                      <p:nvPr/>
                    </p:nvPicPr>
                    <p:blipFill>
                      <a:blip r:embed="rId21"/>
                      <a:srcRect/>
                      <a:stretch>
                        <a:fillRect/>
                      </a:stretch>
                    </p:blipFill>
                    <p:spPr bwMode="auto">
                      <a:xfrm>
                        <a:off x="5313363" y="5534035"/>
                        <a:ext cx="3929062" cy="1027113"/>
                      </a:xfrm>
                      <a:prstGeom prst="rect">
                        <a:avLst/>
                      </a:prstGeom>
                      <a:noFill/>
                      <a:ln>
                        <a:noFill/>
                      </a:ln>
                      <a:effectLst/>
                    </p:spPr>
                  </p:pic>
                </p:oleObj>
              </mc:Fallback>
            </mc:AlternateContent>
          </a:graphicData>
        </a:graphic>
      </p:graphicFrame>
      <p:sp>
        <p:nvSpPr>
          <p:cNvPr id="54" name="Rectangle 35"/>
          <p:cNvSpPr>
            <a:spLocks noChangeArrowheads="1"/>
          </p:cNvSpPr>
          <p:nvPr/>
        </p:nvSpPr>
        <p:spPr bwMode="auto">
          <a:xfrm>
            <a:off x="8193359" y="2492896"/>
            <a:ext cx="1640633" cy="1415772"/>
          </a:xfrm>
          <a:prstGeom prst="rect">
            <a:avLst/>
          </a:prstGeom>
          <a:noFill/>
          <a:ln w="381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ltLang="zh-CN" sz="3200" dirty="0">
              <a:solidFill>
                <a:srgbClr val="FF3300"/>
              </a:solidFill>
              <a:latin typeface="Times New Roman" pitchFamily="18" charset="0"/>
            </a:endParaRPr>
          </a:p>
          <a:p>
            <a:pPr algn="l"/>
            <a:r>
              <a:rPr lang="en-US" altLang="zh-CN" sz="1800" i="0" dirty="0">
                <a:solidFill>
                  <a:srgbClr val="FF3300"/>
                </a:solidFill>
                <a:latin typeface="Times New Roman" pitchFamily="18" charset="0"/>
              </a:rPr>
              <a:t>1</a:t>
            </a:r>
            <a:r>
              <a:rPr lang="zh-CN" altLang="en-US" sz="1800" i="0" dirty="0">
                <a:solidFill>
                  <a:srgbClr val="FF3300"/>
                </a:solidFill>
                <a:latin typeface="Times New Roman" pitchFamily="18" charset="0"/>
              </a:rPr>
              <a:t>个梯形公式的误差</a:t>
            </a:r>
            <a:r>
              <a:rPr lang="en-US" altLang="zh-CN" sz="1800" i="0" dirty="0">
                <a:solidFill>
                  <a:srgbClr val="FF3300"/>
                </a:solidFill>
                <a:latin typeface="Times New Roman" pitchFamily="18" charset="0"/>
              </a:rPr>
              <a:t>*m</a:t>
            </a:r>
            <a:r>
              <a:rPr lang="zh-CN" altLang="en-US" sz="1800" i="0" dirty="0">
                <a:solidFill>
                  <a:srgbClr val="FF3300"/>
                </a:solidFill>
                <a:latin typeface="Times New Roman" pitchFamily="18" charset="0"/>
              </a:rPr>
              <a:t>个大段</a:t>
            </a:r>
          </a:p>
        </p:txBody>
      </p:sp>
    </p:spTree>
    <p:custDataLst>
      <p:tags r:id="rId2"/>
    </p:custDataLst>
    <p:extLst>
      <p:ext uri="{BB962C8B-B14F-4D97-AF65-F5344CB8AC3E}">
        <p14:creationId xmlns:p14="http://schemas.microsoft.com/office/powerpoint/2010/main" val="775778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lt">
                                    <p:tmPct val="100000"/>
                                  </p:iterate>
                                  <p:childTnLst>
                                    <p:set>
                                      <p:cBhvr>
                                        <p:cTn id="6" dur="1" fill="hold">
                                          <p:stCondLst>
                                            <p:cond delay="0"/>
                                          </p:stCondLst>
                                        </p:cTn>
                                        <p:tgtEl>
                                          <p:spTgt spid="833569">
                                            <p:txEl>
                                              <p:pRg st="0" end="0"/>
                                            </p:txEl>
                                          </p:spTgt>
                                        </p:tgtEl>
                                        <p:attrNameLst>
                                          <p:attrName>style.visibility</p:attrName>
                                        </p:attrNameLst>
                                      </p:cBhvr>
                                      <p:to>
                                        <p:strVal val="visible"/>
                                      </p:to>
                                    </p:set>
                                    <p:animEffect transition="in" filter="dissolve">
                                      <p:cBhvr>
                                        <p:cTn id="7" dur="75"/>
                                        <p:tgtEl>
                                          <p:spTgt spid="83356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33570"/>
                                        </p:tgtEl>
                                        <p:attrNameLst>
                                          <p:attrName>style.visibility</p:attrName>
                                        </p:attrNameLst>
                                      </p:cBhvr>
                                      <p:to>
                                        <p:strVal val="visible"/>
                                      </p:to>
                                    </p:set>
                                    <p:animEffect transition="in" filter="dissolve">
                                      <p:cBhvr>
                                        <p:cTn id="12" dur="500"/>
                                        <p:tgtEl>
                                          <p:spTgt spid="83357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33571"/>
                                        </p:tgtEl>
                                        <p:attrNameLst>
                                          <p:attrName>style.visibility</p:attrName>
                                        </p:attrNameLst>
                                      </p:cBhvr>
                                      <p:to>
                                        <p:strVal val="visible"/>
                                      </p:to>
                                    </p:set>
                                    <p:animEffect transition="in" filter="dissolve">
                                      <p:cBhvr>
                                        <p:cTn id="17" dur="500"/>
                                        <p:tgtEl>
                                          <p:spTgt spid="83357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33572"/>
                                        </p:tgtEl>
                                        <p:attrNameLst>
                                          <p:attrName>style.visibility</p:attrName>
                                        </p:attrNameLst>
                                      </p:cBhvr>
                                      <p:to>
                                        <p:strVal val="visible"/>
                                      </p:to>
                                    </p:set>
                                    <p:animEffect transition="in" filter="dissolve">
                                      <p:cBhvr>
                                        <p:cTn id="22" dur="500"/>
                                        <p:tgtEl>
                                          <p:spTgt spid="83357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833573"/>
                                        </p:tgtEl>
                                        <p:attrNameLst>
                                          <p:attrName>style.visibility</p:attrName>
                                        </p:attrNameLst>
                                      </p:cBhvr>
                                      <p:to>
                                        <p:strVal val="visible"/>
                                      </p:to>
                                    </p:set>
                                    <p:animEffect transition="in" filter="dissolve">
                                      <p:cBhvr>
                                        <p:cTn id="27" dur="500"/>
                                        <p:tgtEl>
                                          <p:spTgt spid="83357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833574"/>
                                        </p:tgtEl>
                                        <p:attrNameLst>
                                          <p:attrName>style.visibility</p:attrName>
                                        </p:attrNameLst>
                                      </p:cBhvr>
                                      <p:to>
                                        <p:strVal val="visible"/>
                                      </p:to>
                                    </p:set>
                                    <p:animEffect transition="in" filter="dissolve">
                                      <p:cBhvr>
                                        <p:cTn id="32" dur="500"/>
                                        <p:tgtEl>
                                          <p:spTgt spid="833574"/>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833575"/>
                                        </p:tgtEl>
                                        <p:attrNameLst>
                                          <p:attrName>style.visibility</p:attrName>
                                        </p:attrNameLst>
                                      </p:cBhvr>
                                      <p:to>
                                        <p:strVal val="visible"/>
                                      </p:to>
                                    </p:set>
                                    <p:animEffect transition="in" filter="dissolve">
                                      <p:cBhvr>
                                        <p:cTn id="37" dur="500"/>
                                        <p:tgtEl>
                                          <p:spTgt spid="833575"/>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dissolve">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dissolve">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dissolve">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54"/>
                                        </p:tgtEl>
                                        <p:attrNameLst>
                                          <p:attrName>style.visibility</p:attrName>
                                        </p:attrNameLst>
                                      </p:cBhvr>
                                      <p:to>
                                        <p:strVal val="visible"/>
                                      </p:to>
                                    </p:set>
                                    <p:animEffect transition="in" filter="dissolve">
                                      <p:cBhvr>
                                        <p:cTn id="5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3569" grpId="0" build="p" autoUpdateAnimBg="0"/>
      <p:bldP spid="54" grpId="0" animBg="1" autoUpdateAnimBg="0"/>
    </p:bldLst>
  </p:timing>
  <p:extLst mod="1"/>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复化梯形公式</a:t>
            </a:r>
          </a:p>
        </p:txBody>
      </p:sp>
      <p:sp>
        <p:nvSpPr>
          <p:cNvPr id="3" name="内容占位符 2"/>
          <p:cNvSpPr>
            <a:spLocks noGrp="1"/>
          </p:cNvSpPr>
          <p:nvPr>
            <p:ph idx="1"/>
          </p:nvPr>
        </p:nvSpPr>
        <p:spPr>
          <a:xfrm>
            <a:off x="650878" y="1143013"/>
            <a:ext cx="8820150" cy="387798"/>
          </a:xfrm>
        </p:spPr>
        <p:txBody>
          <a:bodyPr/>
          <a:lstStyle/>
          <a:p>
            <a:endParaRPr lang="zh-CN" altLang="en-US"/>
          </a:p>
        </p:txBody>
      </p:sp>
      <p:sp>
        <p:nvSpPr>
          <p:cNvPr id="4" name="灯片编号占位符 3"/>
          <p:cNvSpPr>
            <a:spLocks noGrp="1"/>
          </p:cNvSpPr>
          <p:nvPr>
            <p:ph type="sldNum" sz="quarter" idx="10"/>
          </p:nvPr>
        </p:nvSpPr>
        <p:spPr/>
        <p:txBody>
          <a:bodyPr/>
          <a:lstStyle/>
          <a:p>
            <a:fld id="{1F5F0EBA-0C75-4BFC-809B-EB51E31A110C}" type="slidenum">
              <a:rPr lang="zh-CN" altLang="en-US" smtClean="0"/>
              <a:pPr/>
              <a:t>31</a:t>
            </a:fld>
            <a:endParaRPr lang="en-US" altLang="zh-CN"/>
          </a:p>
        </p:txBody>
      </p:sp>
      <p:sp>
        <p:nvSpPr>
          <p:cNvPr id="5" name="日期占位符 4"/>
          <p:cNvSpPr>
            <a:spLocks noGrp="1"/>
          </p:cNvSpPr>
          <p:nvPr>
            <p:ph type="dt" sz="half" idx="4294967295"/>
          </p:nvPr>
        </p:nvSpPr>
        <p:spPr>
          <a:xfrm>
            <a:off x="14295" y="6350000"/>
            <a:ext cx="2297112" cy="577850"/>
          </a:xfrm>
        </p:spPr>
        <p:txBody>
          <a:bodyPr/>
          <a:lstStyle/>
          <a:p>
            <a:fld id="{3C8D7209-8540-466F-BFB0-B486ABF0E336}" type="datetime1">
              <a:rPr lang="zh-CN" altLang="en-US" smtClean="0"/>
              <a:pPr/>
              <a:t>2024/11/11</a:t>
            </a:fld>
            <a:endParaRPr lang="en-US" altLang="zh-CN"/>
          </a:p>
        </p:txBody>
      </p:sp>
      <p:pic>
        <p:nvPicPr>
          <p:cNvPr id="6" name="Picture 2"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147" y="1115729"/>
            <a:ext cx="8135938" cy="525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0" name="Group 16"/>
          <p:cNvGrpSpPr>
            <a:grpSpLocks/>
          </p:cNvGrpSpPr>
          <p:nvPr/>
        </p:nvGrpSpPr>
        <p:grpSpPr bwMode="auto">
          <a:xfrm>
            <a:off x="2996942" y="3465850"/>
            <a:ext cx="875938" cy="234544"/>
            <a:chOff x="3120" y="1776"/>
            <a:chExt cx="328" cy="81"/>
          </a:xfrm>
          <a:solidFill>
            <a:srgbClr val="0000FF"/>
          </a:solidFill>
        </p:grpSpPr>
        <p:sp>
          <p:nvSpPr>
            <p:cNvPr id="41" name="Oval 17"/>
            <p:cNvSpPr>
              <a:spLocks noChangeArrowheads="1"/>
            </p:cNvSpPr>
            <p:nvPr/>
          </p:nvSpPr>
          <p:spPr bwMode="auto">
            <a:xfrm>
              <a:off x="3120" y="1776"/>
              <a:ext cx="88" cy="81"/>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sp>
          <p:nvSpPr>
            <p:cNvPr id="42" name="Oval 18"/>
            <p:cNvSpPr>
              <a:spLocks noChangeArrowheads="1"/>
            </p:cNvSpPr>
            <p:nvPr/>
          </p:nvSpPr>
          <p:spPr bwMode="auto">
            <a:xfrm>
              <a:off x="3360" y="1776"/>
              <a:ext cx="88" cy="81"/>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grpSp>
      <p:grpSp>
        <p:nvGrpSpPr>
          <p:cNvPr id="43" name="Group 19"/>
          <p:cNvGrpSpPr>
            <a:grpSpLocks/>
          </p:cNvGrpSpPr>
          <p:nvPr/>
        </p:nvGrpSpPr>
        <p:grpSpPr bwMode="auto">
          <a:xfrm rot="2105255">
            <a:off x="2326837" y="3097353"/>
            <a:ext cx="913630" cy="234368"/>
            <a:chOff x="3120" y="1776"/>
            <a:chExt cx="323" cy="84"/>
          </a:xfrm>
          <a:solidFill>
            <a:srgbClr val="FF0000"/>
          </a:solidFill>
        </p:grpSpPr>
        <p:sp>
          <p:nvSpPr>
            <p:cNvPr id="44" name="Oval 20"/>
            <p:cNvSpPr>
              <a:spLocks noChangeArrowheads="1"/>
            </p:cNvSpPr>
            <p:nvPr/>
          </p:nvSpPr>
          <p:spPr bwMode="auto">
            <a:xfrm>
              <a:off x="3120" y="1776"/>
              <a:ext cx="83" cy="84"/>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sp>
          <p:nvSpPr>
            <p:cNvPr id="45" name="Oval 21"/>
            <p:cNvSpPr>
              <a:spLocks noChangeArrowheads="1"/>
            </p:cNvSpPr>
            <p:nvPr/>
          </p:nvSpPr>
          <p:spPr bwMode="auto">
            <a:xfrm>
              <a:off x="3360" y="1776"/>
              <a:ext cx="83" cy="84"/>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grpSp>
      <p:grpSp>
        <p:nvGrpSpPr>
          <p:cNvPr id="46" name="Group 22"/>
          <p:cNvGrpSpPr>
            <a:grpSpLocks/>
          </p:cNvGrpSpPr>
          <p:nvPr/>
        </p:nvGrpSpPr>
        <p:grpSpPr bwMode="auto">
          <a:xfrm rot="19870379">
            <a:off x="3574475" y="2949462"/>
            <a:ext cx="1078116" cy="328422"/>
            <a:chOff x="3118" y="1783"/>
            <a:chExt cx="302" cy="90"/>
          </a:xfrm>
          <a:solidFill>
            <a:srgbClr val="FF0000"/>
          </a:solidFill>
        </p:grpSpPr>
        <p:sp>
          <p:nvSpPr>
            <p:cNvPr id="47" name="Oval 23"/>
            <p:cNvSpPr>
              <a:spLocks noChangeArrowheads="1"/>
            </p:cNvSpPr>
            <p:nvPr/>
          </p:nvSpPr>
          <p:spPr bwMode="auto">
            <a:xfrm>
              <a:off x="3118" y="1809"/>
              <a:ext cx="66" cy="64"/>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sp>
          <p:nvSpPr>
            <p:cNvPr id="48" name="Oval 24"/>
            <p:cNvSpPr>
              <a:spLocks noChangeArrowheads="1"/>
            </p:cNvSpPr>
            <p:nvPr/>
          </p:nvSpPr>
          <p:spPr bwMode="auto">
            <a:xfrm>
              <a:off x="3354" y="1783"/>
              <a:ext cx="66" cy="64"/>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grpSp>
      <p:grpSp>
        <p:nvGrpSpPr>
          <p:cNvPr id="49" name="Group 25"/>
          <p:cNvGrpSpPr>
            <a:grpSpLocks/>
          </p:cNvGrpSpPr>
          <p:nvPr/>
        </p:nvGrpSpPr>
        <p:grpSpPr bwMode="auto">
          <a:xfrm rot="20569803">
            <a:off x="4320208" y="2428235"/>
            <a:ext cx="859048" cy="233172"/>
            <a:chOff x="3120" y="1776"/>
            <a:chExt cx="330" cy="83"/>
          </a:xfrm>
          <a:solidFill>
            <a:srgbClr val="0000FF"/>
          </a:solidFill>
        </p:grpSpPr>
        <p:sp>
          <p:nvSpPr>
            <p:cNvPr id="50" name="Oval 26"/>
            <p:cNvSpPr>
              <a:spLocks noChangeArrowheads="1"/>
            </p:cNvSpPr>
            <p:nvPr/>
          </p:nvSpPr>
          <p:spPr bwMode="auto">
            <a:xfrm>
              <a:off x="3120" y="1776"/>
              <a:ext cx="90" cy="83"/>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sp>
          <p:nvSpPr>
            <p:cNvPr id="51" name="Oval 27"/>
            <p:cNvSpPr>
              <a:spLocks noChangeArrowheads="1"/>
            </p:cNvSpPr>
            <p:nvPr/>
          </p:nvSpPr>
          <p:spPr bwMode="auto">
            <a:xfrm>
              <a:off x="3360" y="1776"/>
              <a:ext cx="90" cy="83"/>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grpSp>
      <p:grpSp>
        <p:nvGrpSpPr>
          <p:cNvPr id="52" name="Group 28"/>
          <p:cNvGrpSpPr>
            <a:grpSpLocks/>
          </p:cNvGrpSpPr>
          <p:nvPr/>
        </p:nvGrpSpPr>
        <p:grpSpPr bwMode="auto">
          <a:xfrm rot="1636749">
            <a:off x="4930027" y="2647688"/>
            <a:ext cx="1046469" cy="234000"/>
            <a:chOff x="3120" y="1776"/>
            <a:chExt cx="309" cy="96"/>
          </a:xfrm>
          <a:solidFill>
            <a:srgbClr val="FF0000"/>
          </a:solidFill>
        </p:grpSpPr>
        <p:sp>
          <p:nvSpPr>
            <p:cNvPr id="53" name="Oval 29"/>
            <p:cNvSpPr>
              <a:spLocks noChangeArrowheads="1"/>
            </p:cNvSpPr>
            <p:nvPr/>
          </p:nvSpPr>
          <p:spPr bwMode="auto">
            <a:xfrm>
              <a:off x="3120" y="1776"/>
              <a:ext cx="69" cy="96"/>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sp>
          <p:nvSpPr>
            <p:cNvPr id="54" name="Oval 30"/>
            <p:cNvSpPr>
              <a:spLocks noChangeArrowheads="1"/>
            </p:cNvSpPr>
            <p:nvPr/>
          </p:nvSpPr>
          <p:spPr bwMode="auto">
            <a:xfrm>
              <a:off x="3360" y="1776"/>
              <a:ext cx="69" cy="96"/>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grpSp>
    </p:spTree>
    <p:custDataLst>
      <p:tags r:id="rId1"/>
    </p:custDataLst>
    <p:extLst>
      <p:ext uri="{BB962C8B-B14F-4D97-AF65-F5344CB8AC3E}">
        <p14:creationId xmlns:p14="http://schemas.microsoft.com/office/powerpoint/2010/main" val="112283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left)">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wipe(left)">
                                      <p:cBhvr>
                                        <p:cTn id="17" dur="500"/>
                                        <p:tgtEl>
                                          <p:spTgt spid="4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wipe(left)">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wipe(left)">
                                      <p:cBhvr>
                                        <p:cTn id="2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 name="灯片编号占位符 3"/>
          <p:cNvSpPr>
            <a:spLocks noGrp="1"/>
          </p:cNvSpPr>
          <p:nvPr>
            <p:ph type="sldNum" sz="quarter" idx="10"/>
          </p:nvPr>
        </p:nvSpPr>
        <p:spPr/>
        <p:txBody>
          <a:bodyPr/>
          <a:lstStyle/>
          <a:p>
            <a:fld id="{1FBDA08B-D67E-4235-8A19-9686B6157AF2}" type="slidenum">
              <a:rPr lang="zh-CN" altLang="en-US"/>
              <a:pPr/>
              <a:t>32</a:t>
            </a:fld>
            <a:endParaRPr lang="en-US" altLang="zh-CN"/>
          </a:p>
        </p:txBody>
      </p:sp>
      <p:sp>
        <p:nvSpPr>
          <p:cNvPr id="38" name="日期占位符 4"/>
          <p:cNvSpPr>
            <a:spLocks noGrp="1"/>
          </p:cNvSpPr>
          <p:nvPr>
            <p:ph type="dt" sz="half" idx="4294967295"/>
          </p:nvPr>
        </p:nvSpPr>
        <p:spPr>
          <a:xfrm>
            <a:off x="14295" y="6350000"/>
            <a:ext cx="2297112" cy="577850"/>
          </a:xfrm>
        </p:spPr>
        <p:txBody>
          <a:bodyPr/>
          <a:lstStyle/>
          <a:p>
            <a:fld id="{24BFB788-EA08-4446-89D4-BC8F6CE08B92}" type="datetime1">
              <a:rPr lang="zh-CN" altLang="en-US"/>
              <a:pPr/>
              <a:t>2024/11/11</a:t>
            </a:fld>
            <a:endParaRPr lang="en-US" altLang="zh-CN"/>
          </a:p>
        </p:txBody>
      </p:sp>
      <p:sp>
        <p:nvSpPr>
          <p:cNvPr id="834562" name="Rectangle 2"/>
          <p:cNvSpPr>
            <a:spLocks noGrp="1" noChangeArrowheads="1"/>
          </p:cNvSpPr>
          <p:nvPr>
            <p:ph type="title"/>
          </p:nvPr>
        </p:nvSpPr>
        <p:spPr>
          <a:xfrm>
            <a:off x="650878" y="255588"/>
            <a:ext cx="8820150" cy="658812"/>
          </a:xfrm>
        </p:spPr>
        <p:txBody>
          <a:bodyPr/>
          <a:lstStyle/>
          <a:p>
            <a:r>
              <a:rPr lang="zh-CN" altLang="en-US"/>
              <a:t>§1.3 </a:t>
            </a:r>
            <a:r>
              <a:rPr lang="zh-CN" altLang="en-US" sz="4800"/>
              <a:t>复化求积公式</a:t>
            </a:r>
          </a:p>
        </p:txBody>
      </p:sp>
      <p:sp>
        <p:nvSpPr>
          <p:cNvPr id="834566" name="Rectangle 6"/>
          <p:cNvSpPr>
            <a:spLocks noGrp="1" noChangeArrowheads="1"/>
          </p:cNvSpPr>
          <p:nvPr>
            <p:ph type="body" idx="1"/>
          </p:nvPr>
        </p:nvSpPr>
        <p:spPr>
          <a:xfrm>
            <a:off x="636593" y="1268770"/>
            <a:ext cx="8820150" cy="384175"/>
          </a:xfrm>
          <a:noFill/>
          <a:ln/>
        </p:spPr>
        <p:txBody>
          <a:bodyPr/>
          <a:lstStyle/>
          <a:p>
            <a:r>
              <a:rPr lang="zh-CN" altLang="en-US" dirty="0"/>
              <a:t>2.复化辛卜生公式</a:t>
            </a:r>
          </a:p>
        </p:txBody>
      </p:sp>
      <p:graphicFrame>
        <p:nvGraphicFramePr>
          <p:cNvPr id="834567" name="Object 7"/>
          <p:cNvGraphicFramePr>
            <a:graphicFrameLocks noChangeAspect="1"/>
          </p:cNvGraphicFramePr>
          <p:nvPr>
            <p:extLst/>
          </p:nvPr>
        </p:nvGraphicFramePr>
        <p:xfrm>
          <a:off x="730072" y="1844824"/>
          <a:ext cx="8948737" cy="1035050"/>
        </p:xfrm>
        <a:graphic>
          <a:graphicData uri="http://schemas.openxmlformats.org/presentationml/2006/ole">
            <mc:AlternateContent xmlns:mc="http://schemas.openxmlformats.org/markup-compatibility/2006">
              <mc:Choice xmlns:v="urn:schemas-microsoft-com:vml" Requires="v">
                <p:oleObj spid="_x0000_s897034" name="Equation" r:id="rId4" imgW="3530520" imgH="419040" progId="Equation.3">
                  <p:embed/>
                </p:oleObj>
              </mc:Choice>
              <mc:Fallback>
                <p:oleObj name="Equation" r:id="rId4" imgW="3530520" imgH="4190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0072" y="1844824"/>
                        <a:ext cx="8948737"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4568" name="Object 8"/>
          <p:cNvGraphicFramePr>
            <a:graphicFrameLocks noChangeAspect="1"/>
          </p:cNvGraphicFramePr>
          <p:nvPr>
            <p:extLst/>
          </p:nvPr>
        </p:nvGraphicFramePr>
        <p:xfrm>
          <a:off x="635797" y="4183878"/>
          <a:ext cx="7391400" cy="1597025"/>
        </p:xfrm>
        <a:graphic>
          <a:graphicData uri="http://schemas.openxmlformats.org/presentationml/2006/ole">
            <mc:AlternateContent xmlns:mc="http://schemas.openxmlformats.org/markup-compatibility/2006">
              <mc:Choice xmlns:v="urn:schemas-microsoft-com:vml" Requires="v">
                <p:oleObj spid="_x0000_s897035" name="Equation" r:id="rId6" imgW="3327120" imgH="634680" progId="Equation.3">
                  <p:embed/>
                </p:oleObj>
              </mc:Choice>
              <mc:Fallback>
                <p:oleObj name="Equation" r:id="rId6" imgW="3327120" imgH="6346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5797" y="4183878"/>
                        <a:ext cx="7391400" cy="159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34569" name="Group 9"/>
          <p:cNvGrpSpPr>
            <a:grpSpLocks/>
          </p:cNvGrpSpPr>
          <p:nvPr/>
        </p:nvGrpSpPr>
        <p:grpSpPr bwMode="auto">
          <a:xfrm>
            <a:off x="558013" y="3098008"/>
            <a:ext cx="9001129" cy="1239838"/>
            <a:chOff x="287" y="2160"/>
            <a:chExt cx="5670" cy="781"/>
          </a:xfrm>
        </p:grpSpPr>
        <p:grpSp>
          <p:nvGrpSpPr>
            <p:cNvPr id="834570" name="Group 10"/>
            <p:cNvGrpSpPr>
              <a:grpSpLocks/>
            </p:cNvGrpSpPr>
            <p:nvPr/>
          </p:nvGrpSpPr>
          <p:grpSpPr bwMode="auto">
            <a:xfrm>
              <a:off x="287" y="2160"/>
              <a:ext cx="5670" cy="781"/>
              <a:chOff x="287" y="2275"/>
              <a:chExt cx="5670" cy="781"/>
            </a:xfrm>
          </p:grpSpPr>
          <p:grpSp>
            <p:nvGrpSpPr>
              <p:cNvPr id="834571" name="Group 11"/>
              <p:cNvGrpSpPr>
                <a:grpSpLocks/>
              </p:cNvGrpSpPr>
              <p:nvPr/>
            </p:nvGrpSpPr>
            <p:grpSpPr bwMode="auto">
              <a:xfrm>
                <a:off x="432" y="2496"/>
                <a:ext cx="5376" cy="560"/>
                <a:chOff x="576" y="1440"/>
                <a:chExt cx="5376" cy="560"/>
              </a:xfrm>
            </p:grpSpPr>
            <p:sp>
              <p:nvSpPr>
                <p:cNvPr id="834572" name="AutoShape 12"/>
                <p:cNvSpPr>
                  <a:spLocks/>
                </p:cNvSpPr>
                <p:nvPr/>
              </p:nvSpPr>
              <p:spPr bwMode="auto">
                <a:xfrm rot="5400000">
                  <a:off x="3144" y="-1128"/>
                  <a:ext cx="240" cy="5376"/>
                </a:xfrm>
                <a:prstGeom prst="rightBrace">
                  <a:avLst>
                    <a:gd name="adj1" fmla="val 186667"/>
                    <a:gd name="adj2" fmla="val 50019"/>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73" name="Rectangle 13"/>
                <p:cNvSpPr>
                  <a:spLocks noChangeArrowheads="1"/>
                </p:cNvSpPr>
                <p:nvPr/>
              </p:nvSpPr>
              <p:spPr bwMode="auto">
                <a:xfrm>
                  <a:off x="2768" y="1632"/>
                  <a:ext cx="1125"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M</a:t>
                  </a:r>
                  <a:r>
                    <a:rPr lang="zh-CN" altLang="en-US" sz="3200" i="0">
                      <a:latin typeface="Times New Roman" pitchFamily="18" charset="0"/>
                    </a:rPr>
                    <a:t>个小段</a:t>
                  </a:r>
                </a:p>
              </p:txBody>
            </p:sp>
          </p:grpSp>
          <p:grpSp>
            <p:nvGrpSpPr>
              <p:cNvPr id="834574" name="Group 14"/>
              <p:cNvGrpSpPr>
                <a:grpSpLocks/>
              </p:cNvGrpSpPr>
              <p:nvPr/>
            </p:nvGrpSpPr>
            <p:grpSpPr bwMode="auto">
              <a:xfrm>
                <a:off x="287" y="2275"/>
                <a:ext cx="5670" cy="512"/>
                <a:chOff x="431" y="960"/>
                <a:chExt cx="5670" cy="512"/>
              </a:xfrm>
            </p:grpSpPr>
            <p:grpSp>
              <p:nvGrpSpPr>
                <p:cNvPr id="834575" name="Group 15"/>
                <p:cNvGrpSpPr>
                  <a:grpSpLocks/>
                </p:cNvGrpSpPr>
                <p:nvPr/>
              </p:nvGrpSpPr>
              <p:grpSpPr bwMode="auto">
                <a:xfrm>
                  <a:off x="431" y="960"/>
                  <a:ext cx="5670" cy="512"/>
                  <a:chOff x="431" y="960"/>
                  <a:chExt cx="5670" cy="512"/>
                </a:xfrm>
              </p:grpSpPr>
              <p:sp>
                <p:nvSpPr>
                  <p:cNvPr id="834576" name="Line 16"/>
                  <p:cNvSpPr>
                    <a:spLocks noChangeShapeType="1"/>
                  </p:cNvSpPr>
                  <p:nvPr/>
                </p:nvSpPr>
                <p:spPr bwMode="auto">
                  <a:xfrm>
                    <a:off x="52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77" name="Line 17"/>
                  <p:cNvSpPr>
                    <a:spLocks noChangeShapeType="1"/>
                  </p:cNvSpPr>
                  <p:nvPr/>
                </p:nvSpPr>
                <p:spPr bwMode="auto">
                  <a:xfrm>
                    <a:off x="528" y="1104"/>
                    <a:ext cx="54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78" name="Line 18"/>
                  <p:cNvSpPr>
                    <a:spLocks noChangeShapeType="1"/>
                  </p:cNvSpPr>
                  <p:nvPr/>
                </p:nvSpPr>
                <p:spPr bwMode="auto">
                  <a:xfrm>
                    <a:off x="6000"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79" name="Rectangle 19"/>
                  <p:cNvSpPr>
                    <a:spLocks noChangeArrowheads="1"/>
                  </p:cNvSpPr>
                  <p:nvPr/>
                </p:nvSpPr>
                <p:spPr bwMode="auto">
                  <a:xfrm>
                    <a:off x="431" y="1104"/>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a</a:t>
                    </a:r>
                    <a:endParaRPr lang="zh-CN" altLang="en-US" sz="3200">
                      <a:latin typeface="Times New Roman" pitchFamily="18" charset="0"/>
                    </a:endParaRPr>
                  </a:p>
                </p:txBody>
              </p:sp>
              <p:sp>
                <p:nvSpPr>
                  <p:cNvPr id="834580" name="Rectangle 20"/>
                  <p:cNvSpPr>
                    <a:spLocks noChangeArrowheads="1"/>
                  </p:cNvSpPr>
                  <p:nvPr/>
                </p:nvSpPr>
                <p:spPr bwMode="auto">
                  <a:xfrm>
                    <a:off x="5855" y="1104"/>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b</a:t>
                    </a:r>
                    <a:endParaRPr lang="zh-CN" altLang="en-US" sz="3200">
                      <a:latin typeface="Times New Roman" pitchFamily="18" charset="0"/>
                    </a:endParaRPr>
                  </a:p>
                </p:txBody>
              </p:sp>
              <p:sp>
                <p:nvSpPr>
                  <p:cNvPr id="834581" name="Line 21"/>
                  <p:cNvSpPr>
                    <a:spLocks noChangeShapeType="1"/>
                  </p:cNvSpPr>
                  <p:nvPr/>
                </p:nvSpPr>
                <p:spPr bwMode="auto">
                  <a:xfrm>
                    <a:off x="148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82" name="Line 22"/>
                  <p:cNvSpPr>
                    <a:spLocks noChangeShapeType="1"/>
                  </p:cNvSpPr>
                  <p:nvPr/>
                </p:nvSpPr>
                <p:spPr bwMode="auto">
                  <a:xfrm>
                    <a:off x="244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83" name="Line 23"/>
                  <p:cNvSpPr>
                    <a:spLocks noChangeShapeType="1"/>
                  </p:cNvSpPr>
                  <p:nvPr/>
                </p:nvSpPr>
                <p:spPr bwMode="auto">
                  <a:xfrm>
                    <a:off x="3360"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84" name="Line 24"/>
                  <p:cNvSpPr>
                    <a:spLocks noChangeShapeType="1"/>
                  </p:cNvSpPr>
                  <p:nvPr/>
                </p:nvSpPr>
                <p:spPr bwMode="auto">
                  <a:xfrm>
                    <a:off x="4224"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85" name="Line 25"/>
                  <p:cNvSpPr>
                    <a:spLocks noChangeShapeType="1"/>
                  </p:cNvSpPr>
                  <p:nvPr/>
                </p:nvSpPr>
                <p:spPr bwMode="auto">
                  <a:xfrm>
                    <a:off x="5136"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4586" name="Line 26"/>
                <p:cNvSpPr>
                  <a:spLocks noChangeShapeType="1"/>
                </p:cNvSpPr>
                <p:nvPr/>
              </p:nvSpPr>
              <p:spPr bwMode="auto">
                <a:xfrm>
                  <a:off x="100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87" name="Line 27"/>
                <p:cNvSpPr>
                  <a:spLocks noChangeShapeType="1"/>
                </p:cNvSpPr>
                <p:nvPr/>
              </p:nvSpPr>
              <p:spPr bwMode="auto">
                <a:xfrm>
                  <a:off x="196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88" name="Line 28"/>
                <p:cNvSpPr>
                  <a:spLocks noChangeShapeType="1"/>
                </p:cNvSpPr>
                <p:nvPr/>
              </p:nvSpPr>
              <p:spPr bwMode="auto">
                <a:xfrm>
                  <a:off x="292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89" name="Line 29"/>
                <p:cNvSpPr>
                  <a:spLocks noChangeShapeType="1"/>
                </p:cNvSpPr>
                <p:nvPr/>
              </p:nvSpPr>
              <p:spPr bwMode="auto">
                <a:xfrm>
                  <a:off x="3792"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90" name="Line 30"/>
                <p:cNvSpPr>
                  <a:spLocks noChangeShapeType="1"/>
                </p:cNvSpPr>
                <p:nvPr/>
              </p:nvSpPr>
              <p:spPr bwMode="auto">
                <a:xfrm>
                  <a:off x="4704"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91" name="Line 31"/>
                <p:cNvSpPr>
                  <a:spLocks noChangeShapeType="1"/>
                </p:cNvSpPr>
                <p:nvPr/>
              </p:nvSpPr>
              <p:spPr bwMode="auto">
                <a:xfrm>
                  <a:off x="5616"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4592" name="Group 32"/>
              <p:cNvGrpSpPr>
                <a:grpSpLocks/>
              </p:cNvGrpSpPr>
              <p:nvPr/>
            </p:nvGrpSpPr>
            <p:grpSpPr bwMode="auto">
              <a:xfrm>
                <a:off x="384" y="2371"/>
                <a:ext cx="960" cy="519"/>
                <a:chOff x="528" y="1056"/>
                <a:chExt cx="960" cy="519"/>
              </a:xfrm>
            </p:grpSpPr>
            <p:sp>
              <p:nvSpPr>
                <p:cNvPr id="834593" name="AutoShape 33"/>
                <p:cNvSpPr>
                  <a:spLocks/>
                </p:cNvSpPr>
                <p:nvPr/>
              </p:nvSpPr>
              <p:spPr bwMode="auto">
                <a:xfrm rot="5400000">
                  <a:off x="960" y="768"/>
                  <a:ext cx="144" cy="912"/>
                </a:xfrm>
                <a:prstGeom prst="rightBrace">
                  <a:avLst>
                    <a:gd name="adj1" fmla="val 52778"/>
                    <a:gd name="adj2" fmla="val 50019"/>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94" name="Rectangle 34"/>
                <p:cNvSpPr>
                  <a:spLocks noChangeArrowheads="1"/>
                </p:cNvSpPr>
                <p:nvPr/>
              </p:nvSpPr>
              <p:spPr bwMode="auto">
                <a:xfrm>
                  <a:off x="624" y="1248"/>
                  <a:ext cx="8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a:solidFill>
                        <a:srgbClr val="FF3300"/>
                      </a:solidFill>
                      <a:latin typeface="Times New Roman" pitchFamily="18" charset="0"/>
                    </a:rPr>
                    <a:t>n</a:t>
                  </a:r>
                  <a:r>
                    <a:rPr lang="zh-CN" altLang="en-US" sz="2800" i="0">
                      <a:solidFill>
                        <a:srgbClr val="FF3300"/>
                      </a:solidFill>
                      <a:latin typeface="Times New Roman" pitchFamily="18" charset="0"/>
                    </a:rPr>
                    <a:t>小段</a:t>
                  </a:r>
                </a:p>
              </p:txBody>
            </p:sp>
            <p:sp>
              <p:nvSpPr>
                <p:cNvPr id="834595" name="Rectangle 35" descr="浅色下对角线"/>
                <p:cNvSpPr>
                  <a:spLocks noChangeArrowheads="1"/>
                </p:cNvSpPr>
                <p:nvPr/>
              </p:nvSpPr>
              <p:spPr bwMode="auto">
                <a:xfrm>
                  <a:off x="528" y="1056"/>
                  <a:ext cx="960" cy="96"/>
                </a:xfrm>
                <a:prstGeom prst="rect">
                  <a:avLst/>
                </a:prstGeom>
                <a:pattFill prst="ltDnDiag">
                  <a:fgClr>
                    <a:srgbClr val="FF3300"/>
                  </a:fgClr>
                  <a:bgClr>
                    <a:schemeClr val="bg1"/>
                  </a:bgClr>
                </a:pattFill>
                <a:ln w="127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834596" name="Rectangle 36"/>
            <p:cNvSpPr>
              <a:spLocks noChangeArrowheads="1"/>
            </p:cNvSpPr>
            <p:nvPr/>
          </p:nvSpPr>
          <p:spPr bwMode="auto">
            <a:xfrm>
              <a:off x="4000" y="2515"/>
              <a:ext cx="889"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FF3300"/>
                  </a:solidFill>
                  <a:latin typeface="Times New Roman" pitchFamily="18" charset="0"/>
                </a:rPr>
                <a:t>M =2m</a:t>
              </a:r>
              <a:endParaRPr lang="zh-CN" altLang="en-US" sz="3200">
                <a:solidFill>
                  <a:srgbClr val="FF3300"/>
                </a:solidFill>
                <a:latin typeface="Times New Roman" pitchFamily="18" charset="0"/>
              </a:endParaRPr>
            </a:p>
          </p:txBody>
        </p:sp>
      </p:grpSp>
      <p:sp>
        <p:nvSpPr>
          <p:cNvPr id="39" name="Rectangle 35"/>
          <p:cNvSpPr>
            <a:spLocks noChangeArrowheads="1"/>
          </p:cNvSpPr>
          <p:nvPr/>
        </p:nvSpPr>
        <p:spPr bwMode="auto">
          <a:xfrm>
            <a:off x="4252965" y="5157197"/>
            <a:ext cx="3364331" cy="861774"/>
          </a:xfrm>
          <a:prstGeom prst="rect">
            <a:avLst/>
          </a:prstGeom>
          <a:noFill/>
          <a:ln w="381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ltLang="zh-CN" sz="3200" dirty="0">
              <a:solidFill>
                <a:srgbClr val="FF3300"/>
              </a:solidFill>
              <a:latin typeface="Times New Roman" pitchFamily="18" charset="0"/>
            </a:endParaRPr>
          </a:p>
          <a:p>
            <a:pPr algn="l"/>
            <a:r>
              <a:rPr lang="en-US" altLang="zh-CN" sz="1800" i="0" dirty="0">
                <a:solidFill>
                  <a:srgbClr val="FF3300"/>
                </a:solidFill>
                <a:latin typeface="Times New Roman" pitchFamily="18" charset="0"/>
              </a:rPr>
              <a:t>1</a:t>
            </a:r>
            <a:r>
              <a:rPr lang="zh-CN" altLang="en-US" sz="1800" i="0" dirty="0">
                <a:solidFill>
                  <a:srgbClr val="FF3300"/>
                </a:solidFill>
                <a:latin typeface="Times New Roman" pitchFamily="18" charset="0"/>
              </a:rPr>
              <a:t>个辛卜生公式的误差</a:t>
            </a:r>
            <a:r>
              <a:rPr lang="en-US" altLang="zh-CN" sz="1800" i="0" dirty="0">
                <a:solidFill>
                  <a:srgbClr val="FF3300"/>
                </a:solidFill>
                <a:latin typeface="Times New Roman" pitchFamily="18" charset="0"/>
              </a:rPr>
              <a:t>*m</a:t>
            </a:r>
            <a:r>
              <a:rPr lang="zh-CN" altLang="en-US" sz="1800" i="0" dirty="0">
                <a:solidFill>
                  <a:srgbClr val="FF3300"/>
                </a:solidFill>
                <a:latin typeface="Times New Roman" pitchFamily="18" charset="0"/>
              </a:rPr>
              <a:t>个大段</a:t>
            </a:r>
          </a:p>
        </p:txBody>
      </p:sp>
    </p:spTree>
    <p:custDataLst>
      <p:tags r:id="rId2"/>
    </p:custDataLst>
    <p:extLst>
      <p:ext uri="{BB962C8B-B14F-4D97-AF65-F5344CB8AC3E}">
        <p14:creationId xmlns:p14="http://schemas.microsoft.com/office/powerpoint/2010/main" val="30317603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iterate type="lt">
                                    <p:tmPct val="100000"/>
                                  </p:iterate>
                                  <p:childTnLst>
                                    <p:set>
                                      <p:cBhvr>
                                        <p:cTn id="6" dur="1" fill="hold">
                                          <p:stCondLst>
                                            <p:cond delay="0"/>
                                          </p:stCondLst>
                                        </p:cTn>
                                        <p:tgtEl>
                                          <p:spTgt spid="834566">
                                            <p:txEl>
                                              <p:pRg st="0" end="0"/>
                                            </p:txEl>
                                          </p:spTgt>
                                        </p:tgtEl>
                                        <p:attrNameLst>
                                          <p:attrName>style.visibility</p:attrName>
                                        </p:attrNameLst>
                                      </p:cBhvr>
                                      <p:to>
                                        <p:strVal val="visible"/>
                                      </p:to>
                                    </p:set>
                                    <p:animEffect transition="in" filter="dissolve">
                                      <p:cBhvr>
                                        <p:cTn id="7" dur="75"/>
                                        <p:tgtEl>
                                          <p:spTgt spid="83456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34567"/>
                                        </p:tgtEl>
                                        <p:attrNameLst>
                                          <p:attrName>style.visibility</p:attrName>
                                        </p:attrNameLst>
                                      </p:cBhvr>
                                      <p:to>
                                        <p:strVal val="visible"/>
                                      </p:to>
                                    </p:set>
                                    <p:animEffect transition="in" filter="dissolve">
                                      <p:cBhvr>
                                        <p:cTn id="12" dur="500"/>
                                        <p:tgtEl>
                                          <p:spTgt spid="8345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34569"/>
                                        </p:tgtEl>
                                        <p:attrNameLst>
                                          <p:attrName>style.visibility</p:attrName>
                                        </p:attrNameLst>
                                      </p:cBhvr>
                                      <p:to>
                                        <p:strVal val="visible"/>
                                      </p:to>
                                    </p:set>
                                    <p:animEffect transition="in" filter="dissolve">
                                      <p:cBhvr>
                                        <p:cTn id="17" dur="500"/>
                                        <p:tgtEl>
                                          <p:spTgt spid="8345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34568"/>
                                        </p:tgtEl>
                                        <p:attrNameLst>
                                          <p:attrName>style.visibility</p:attrName>
                                        </p:attrNameLst>
                                      </p:cBhvr>
                                      <p:to>
                                        <p:strVal val="visible"/>
                                      </p:to>
                                    </p:set>
                                    <p:animEffect transition="in" filter="dissolve">
                                      <p:cBhvr>
                                        <p:cTn id="22" dur="500"/>
                                        <p:tgtEl>
                                          <p:spTgt spid="83456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dissolve">
                                      <p:cBhvr>
                                        <p:cTn id="2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4566" grpId="0" build="p" autoUpdateAnimBg="0"/>
      <p:bldP spid="39" grpId="0" animBg="1" autoUpdateAnimBg="0"/>
    </p:bldLst>
  </p:timing>
  <p:extLst mod="1"/>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0"/>
          </p:nvPr>
        </p:nvSpPr>
        <p:spPr/>
        <p:txBody>
          <a:bodyPr/>
          <a:lstStyle/>
          <a:p>
            <a:fld id="{50A1E2A3-B0D9-4C71-8AE5-D43369682DBD}" type="slidenum">
              <a:rPr lang="zh-CN" altLang="en-US"/>
              <a:pPr/>
              <a:t>33</a:t>
            </a:fld>
            <a:endParaRPr lang="en-US" altLang="zh-CN"/>
          </a:p>
        </p:txBody>
      </p:sp>
      <p:sp>
        <p:nvSpPr>
          <p:cNvPr id="10" name="日期占位符 4"/>
          <p:cNvSpPr>
            <a:spLocks noGrp="1"/>
          </p:cNvSpPr>
          <p:nvPr>
            <p:ph type="dt" sz="half" idx="4294967295"/>
          </p:nvPr>
        </p:nvSpPr>
        <p:spPr>
          <a:xfrm>
            <a:off x="14295" y="6350000"/>
            <a:ext cx="2297112" cy="577850"/>
          </a:xfrm>
        </p:spPr>
        <p:txBody>
          <a:bodyPr/>
          <a:lstStyle/>
          <a:p>
            <a:fld id="{6A66F3E7-806E-457F-BA9C-7ED7C368FD15}" type="datetime1">
              <a:rPr lang="zh-CN" altLang="en-US"/>
              <a:pPr/>
              <a:t>2024/11/11</a:t>
            </a:fld>
            <a:endParaRPr lang="en-US" altLang="zh-CN"/>
          </a:p>
        </p:txBody>
      </p:sp>
      <p:sp>
        <p:nvSpPr>
          <p:cNvPr id="835586" name="Rectangle 2"/>
          <p:cNvSpPr>
            <a:spLocks noGrp="1" noChangeArrowheads="1"/>
          </p:cNvSpPr>
          <p:nvPr>
            <p:ph type="title"/>
          </p:nvPr>
        </p:nvSpPr>
        <p:spPr>
          <a:xfrm>
            <a:off x="650878" y="255588"/>
            <a:ext cx="8820150" cy="658812"/>
          </a:xfrm>
        </p:spPr>
        <p:txBody>
          <a:bodyPr/>
          <a:lstStyle/>
          <a:p>
            <a:r>
              <a:rPr lang="zh-CN" altLang="en-US"/>
              <a:t>§1.3 </a:t>
            </a:r>
            <a:r>
              <a:rPr lang="zh-CN" altLang="en-US" sz="4800"/>
              <a:t>复化求积公式</a:t>
            </a:r>
          </a:p>
        </p:txBody>
      </p:sp>
      <p:graphicFrame>
        <p:nvGraphicFramePr>
          <p:cNvPr id="835587" name="Object 3"/>
          <p:cNvGraphicFramePr>
            <a:graphicFrameLocks noChangeAspect="1"/>
          </p:cNvGraphicFramePr>
          <p:nvPr/>
        </p:nvGraphicFramePr>
        <p:xfrm>
          <a:off x="838202" y="1143022"/>
          <a:ext cx="2047875" cy="576263"/>
        </p:xfrm>
        <a:graphic>
          <a:graphicData uri="http://schemas.openxmlformats.org/presentationml/2006/ole">
            <mc:AlternateContent xmlns:mc="http://schemas.openxmlformats.org/markup-compatibility/2006">
              <mc:Choice xmlns:v="urn:schemas-microsoft-com:vml" Requires="v">
                <p:oleObj spid="_x0000_s898070" name="Equation" r:id="rId4" imgW="876240" imgH="228600" progId="Equation.3">
                  <p:embed/>
                </p:oleObj>
              </mc:Choice>
              <mc:Fallback>
                <p:oleObj name="Equation" r:id="rId4" imgW="87624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2" y="1143022"/>
                        <a:ext cx="2047875"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5588" name="Object 4"/>
          <p:cNvGraphicFramePr>
            <a:graphicFrameLocks noChangeAspect="1"/>
          </p:cNvGraphicFramePr>
          <p:nvPr/>
        </p:nvGraphicFramePr>
        <p:xfrm>
          <a:off x="2362200" y="1600203"/>
          <a:ext cx="2078038" cy="576263"/>
        </p:xfrm>
        <a:graphic>
          <a:graphicData uri="http://schemas.openxmlformats.org/presentationml/2006/ole">
            <mc:AlternateContent xmlns:mc="http://schemas.openxmlformats.org/markup-compatibility/2006">
              <mc:Choice xmlns:v="urn:schemas-microsoft-com:vml" Requires="v">
                <p:oleObj spid="_x0000_s898071" name="Equation" r:id="rId6" imgW="888840" imgH="228600" progId="Equation.3">
                  <p:embed/>
                </p:oleObj>
              </mc:Choice>
              <mc:Fallback>
                <p:oleObj name="Equation" r:id="rId6" imgW="888840" imgH="228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2200" y="1600203"/>
                        <a:ext cx="2078038"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5589" name="Object 5"/>
          <p:cNvGraphicFramePr>
            <a:graphicFrameLocks noChangeAspect="1"/>
          </p:cNvGraphicFramePr>
          <p:nvPr/>
        </p:nvGraphicFramePr>
        <p:xfrm>
          <a:off x="4017963" y="2057422"/>
          <a:ext cx="2078037" cy="576263"/>
        </p:xfrm>
        <a:graphic>
          <a:graphicData uri="http://schemas.openxmlformats.org/presentationml/2006/ole">
            <mc:AlternateContent xmlns:mc="http://schemas.openxmlformats.org/markup-compatibility/2006">
              <mc:Choice xmlns:v="urn:schemas-microsoft-com:vml" Requires="v">
                <p:oleObj spid="_x0000_s898072" name="Equation" r:id="rId8" imgW="888840" imgH="228600" progId="Equation.3">
                  <p:embed/>
                </p:oleObj>
              </mc:Choice>
              <mc:Fallback>
                <p:oleObj name="Equation" r:id="rId8" imgW="888840" imgH="228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17963" y="2057422"/>
                        <a:ext cx="2078037"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5590" name="Object 6"/>
          <p:cNvGraphicFramePr>
            <a:graphicFrameLocks noChangeAspect="1"/>
          </p:cNvGraphicFramePr>
          <p:nvPr/>
        </p:nvGraphicFramePr>
        <p:xfrm>
          <a:off x="5638800" y="2514622"/>
          <a:ext cx="2078038" cy="576263"/>
        </p:xfrm>
        <a:graphic>
          <a:graphicData uri="http://schemas.openxmlformats.org/presentationml/2006/ole">
            <mc:AlternateContent xmlns:mc="http://schemas.openxmlformats.org/markup-compatibility/2006">
              <mc:Choice xmlns:v="urn:schemas-microsoft-com:vml" Requires="v">
                <p:oleObj spid="_x0000_s898073" name="Equation" r:id="rId10" imgW="888840" imgH="228600" progId="Equation.3">
                  <p:embed/>
                </p:oleObj>
              </mc:Choice>
              <mc:Fallback>
                <p:oleObj name="Equation" r:id="rId10" imgW="888840" imgH="2286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38800" y="2514622"/>
                        <a:ext cx="2078038"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5591" name="Object 7"/>
          <p:cNvGraphicFramePr>
            <a:graphicFrameLocks noChangeAspect="1"/>
          </p:cNvGraphicFramePr>
          <p:nvPr/>
        </p:nvGraphicFramePr>
        <p:xfrm>
          <a:off x="488950" y="3789363"/>
          <a:ext cx="8991600" cy="1981200"/>
        </p:xfrm>
        <a:graphic>
          <a:graphicData uri="http://schemas.openxmlformats.org/presentationml/2006/ole">
            <mc:AlternateContent xmlns:mc="http://schemas.openxmlformats.org/markup-compatibility/2006">
              <mc:Choice xmlns:v="urn:schemas-microsoft-com:vml" Requires="v">
                <p:oleObj spid="_x0000_s898074" name="Equation" r:id="rId12" imgW="3136680" imgH="634680" progId="Equation.3">
                  <p:embed/>
                </p:oleObj>
              </mc:Choice>
              <mc:Fallback>
                <p:oleObj name="Equation" r:id="rId12" imgW="3136680" imgH="63468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8950" y="3789363"/>
                        <a:ext cx="8991600" cy="198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5592" name="Text Box 8"/>
          <p:cNvSpPr txBox="1">
            <a:spLocks noChangeArrowheads="1"/>
          </p:cNvSpPr>
          <p:nvPr/>
        </p:nvSpPr>
        <p:spPr bwMode="auto">
          <a:xfrm>
            <a:off x="863612" y="3141684"/>
            <a:ext cx="8532813"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eaLnBrk="1" hangingPunct="1">
              <a:spcBef>
                <a:spcPct val="50000"/>
              </a:spcBef>
            </a:pPr>
            <a:r>
              <a:rPr lang="en-US" altLang="zh-CN" sz="3200" i="0">
                <a:latin typeface="Times New Roman" pitchFamily="18" charset="0"/>
                <a:ea typeface="楷体_GB2312" pitchFamily="49" charset="-122"/>
              </a:rPr>
              <a:t>1     </a:t>
            </a:r>
            <a:r>
              <a:rPr lang="en-US" altLang="zh-CN" sz="3200" i="0">
                <a:solidFill>
                  <a:srgbClr val="B2329D"/>
                </a:solidFill>
                <a:latin typeface="Times New Roman" pitchFamily="18" charset="0"/>
                <a:ea typeface="楷体_GB2312" pitchFamily="49" charset="-122"/>
              </a:rPr>
              <a:t>4      </a:t>
            </a:r>
            <a:r>
              <a:rPr lang="en-US" altLang="zh-CN" sz="3200" i="0">
                <a:solidFill>
                  <a:srgbClr val="008000"/>
                </a:solidFill>
                <a:latin typeface="Times New Roman" pitchFamily="18" charset="0"/>
                <a:ea typeface="楷体_GB2312" pitchFamily="49" charset="-122"/>
              </a:rPr>
              <a:t>2</a:t>
            </a:r>
            <a:r>
              <a:rPr lang="en-US" altLang="zh-CN" sz="3200" i="0">
                <a:solidFill>
                  <a:srgbClr val="B2329D"/>
                </a:solidFill>
                <a:latin typeface="Times New Roman" pitchFamily="18" charset="0"/>
                <a:ea typeface="楷体_GB2312" pitchFamily="49" charset="-122"/>
              </a:rPr>
              <a:t>    4     </a:t>
            </a:r>
            <a:r>
              <a:rPr lang="en-US" altLang="zh-CN" sz="3200" i="0">
                <a:solidFill>
                  <a:srgbClr val="008000"/>
                </a:solidFill>
                <a:latin typeface="Times New Roman" pitchFamily="18" charset="0"/>
                <a:ea typeface="楷体_GB2312" pitchFamily="49" charset="-122"/>
              </a:rPr>
              <a:t>2</a:t>
            </a:r>
            <a:r>
              <a:rPr lang="en-US" altLang="zh-CN" sz="3200" i="0">
                <a:solidFill>
                  <a:srgbClr val="B2329D"/>
                </a:solidFill>
                <a:latin typeface="Times New Roman" pitchFamily="18" charset="0"/>
                <a:ea typeface="楷体_GB2312" pitchFamily="49" charset="-122"/>
              </a:rPr>
              <a:t>     4      </a:t>
            </a:r>
            <a:r>
              <a:rPr lang="en-US" altLang="zh-CN" sz="3200" i="0">
                <a:solidFill>
                  <a:srgbClr val="008000"/>
                </a:solidFill>
                <a:latin typeface="Times New Roman" pitchFamily="18" charset="0"/>
                <a:ea typeface="楷体_GB2312" pitchFamily="49" charset="-122"/>
              </a:rPr>
              <a:t> 2</a:t>
            </a:r>
            <a:r>
              <a:rPr lang="en-US" altLang="zh-CN" sz="3200" i="0">
                <a:solidFill>
                  <a:srgbClr val="B2329D"/>
                </a:solidFill>
                <a:latin typeface="Times New Roman" pitchFamily="18" charset="0"/>
                <a:ea typeface="楷体_GB2312" pitchFamily="49" charset="-122"/>
              </a:rPr>
              <a:t>    4</a:t>
            </a:r>
            <a:r>
              <a:rPr lang="en-US" altLang="zh-CN" sz="3200" i="0">
                <a:latin typeface="Times New Roman" pitchFamily="18" charset="0"/>
                <a:ea typeface="楷体_GB2312" pitchFamily="49" charset="-122"/>
              </a:rPr>
              <a:t>        1</a:t>
            </a:r>
          </a:p>
        </p:txBody>
      </p:sp>
    </p:spTree>
    <p:custDataLst>
      <p:tags r:id="rId2"/>
    </p:custDataLst>
    <p:extLst>
      <p:ext uri="{BB962C8B-B14F-4D97-AF65-F5344CB8AC3E}">
        <p14:creationId xmlns:p14="http://schemas.microsoft.com/office/powerpoint/2010/main" val="30714965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35587"/>
                                        </p:tgtEl>
                                        <p:attrNameLst>
                                          <p:attrName>style.visibility</p:attrName>
                                        </p:attrNameLst>
                                      </p:cBhvr>
                                      <p:to>
                                        <p:strVal val="visible"/>
                                      </p:to>
                                    </p:set>
                                    <p:animEffect transition="in" filter="dissolve">
                                      <p:cBhvr>
                                        <p:cTn id="7" dur="500"/>
                                        <p:tgtEl>
                                          <p:spTgt spid="8355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35588"/>
                                        </p:tgtEl>
                                        <p:attrNameLst>
                                          <p:attrName>style.visibility</p:attrName>
                                        </p:attrNameLst>
                                      </p:cBhvr>
                                      <p:to>
                                        <p:strVal val="visible"/>
                                      </p:to>
                                    </p:set>
                                    <p:animEffect transition="in" filter="dissolve">
                                      <p:cBhvr>
                                        <p:cTn id="12" dur="500"/>
                                        <p:tgtEl>
                                          <p:spTgt spid="835588"/>
                                        </p:tgtEl>
                                      </p:cBhvr>
                                    </p:animEffect>
                                  </p:childTnLst>
                                </p:cTn>
                              </p:par>
                            </p:childTnLst>
                          </p:cTn>
                        </p:par>
                        <p:par>
                          <p:cTn id="13" fill="hold" nodeType="afterGroup">
                            <p:stCondLst>
                              <p:cond delay="500"/>
                            </p:stCondLst>
                            <p:childTnLst>
                              <p:par>
                                <p:cTn id="14" presetID="9" presetClass="entr" presetSubtype="0" fill="hold" nodeType="afterEffect">
                                  <p:stCondLst>
                                    <p:cond delay="0"/>
                                  </p:stCondLst>
                                  <p:childTnLst>
                                    <p:set>
                                      <p:cBhvr>
                                        <p:cTn id="15" dur="1" fill="hold">
                                          <p:stCondLst>
                                            <p:cond delay="0"/>
                                          </p:stCondLst>
                                        </p:cTn>
                                        <p:tgtEl>
                                          <p:spTgt spid="835589"/>
                                        </p:tgtEl>
                                        <p:attrNameLst>
                                          <p:attrName>style.visibility</p:attrName>
                                        </p:attrNameLst>
                                      </p:cBhvr>
                                      <p:to>
                                        <p:strVal val="visible"/>
                                      </p:to>
                                    </p:set>
                                    <p:animEffect transition="in" filter="dissolve">
                                      <p:cBhvr>
                                        <p:cTn id="16" dur="500"/>
                                        <p:tgtEl>
                                          <p:spTgt spid="835589"/>
                                        </p:tgtEl>
                                      </p:cBhvr>
                                    </p:animEffect>
                                  </p:childTnLst>
                                </p:cTn>
                              </p:par>
                            </p:childTnLst>
                          </p:cTn>
                        </p:par>
                        <p:par>
                          <p:cTn id="17" fill="hold" nodeType="afterGroup">
                            <p:stCondLst>
                              <p:cond delay="1000"/>
                            </p:stCondLst>
                            <p:childTnLst>
                              <p:par>
                                <p:cTn id="18" presetID="9" presetClass="entr" presetSubtype="0" fill="hold" nodeType="afterEffect">
                                  <p:stCondLst>
                                    <p:cond delay="0"/>
                                  </p:stCondLst>
                                  <p:childTnLst>
                                    <p:set>
                                      <p:cBhvr>
                                        <p:cTn id="19" dur="1" fill="hold">
                                          <p:stCondLst>
                                            <p:cond delay="0"/>
                                          </p:stCondLst>
                                        </p:cTn>
                                        <p:tgtEl>
                                          <p:spTgt spid="835590"/>
                                        </p:tgtEl>
                                        <p:attrNameLst>
                                          <p:attrName>style.visibility</p:attrName>
                                        </p:attrNameLst>
                                      </p:cBhvr>
                                      <p:to>
                                        <p:strVal val="visible"/>
                                      </p:to>
                                    </p:set>
                                    <p:animEffect transition="in" filter="dissolve">
                                      <p:cBhvr>
                                        <p:cTn id="20" dur="500"/>
                                        <p:tgtEl>
                                          <p:spTgt spid="83559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835592"/>
                                        </p:tgtEl>
                                        <p:attrNameLst>
                                          <p:attrName>style.visibility</p:attrName>
                                        </p:attrNameLst>
                                      </p:cBhvr>
                                      <p:to>
                                        <p:strVal val="visible"/>
                                      </p:to>
                                    </p:set>
                                    <p:animEffect transition="in" filter="blinds(horizontal)">
                                      <p:cBhvr>
                                        <p:cTn id="25" dur="500"/>
                                        <p:tgtEl>
                                          <p:spTgt spid="83559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835591"/>
                                        </p:tgtEl>
                                        <p:attrNameLst>
                                          <p:attrName>style.visibility</p:attrName>
                                        </p:attrNameLst>
                                      </p:cBhvr>
                                      <p:to>
                                        <p:strVal val="visible"/>
                                      </p:to>
                                    </p:set>
                                    <p:animEffect transition="in" filter="dissolve">
                                      <p:cBhvr>
                                        <p:cTn id="30" dur="500"/>
                                        <p:tgtEl>
                                          <p:spTgt spid="835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5592" grpId="0"/>
    </p:bldLst>
  </p:timing>
  <p:extLst mod="1"/>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650878" y="1143013"/>
            <a:ext cx="8820150" cy="387798"/>
          </a:xfrm>
        </p:spPr>
        <p:txBody>
          <a:bodyPr/>
          <a:lstStyle/>
          <a:p>
            <a:endParaRPr lang="zh-CN" altLang="en-US" dirty="0"/>
          </a:p>
        </p:txBody>
      </p:sp>
      <p:sp>
        <p:nvSpPr>
          <p:cNvPr id="4" name="灯片编号占位符 3"/>
          <p:cNvSpPr>
            <a:spLocks noGrp="1"/>
          </p:cNvSpPr>
          <p:nvPr>
            <p:ph type="sldNum" sz="quarter" idx="10"/>
          </p:nvPr>
        </p:nvSpPr>
        <p:spPr/>
        <p:txBody>
          <a:bodyPr/>
          <a:lstStyle/>
          <a:p>
            <a:fld id="{1F5F0EBA-0C75-4BFC-809B-EB51E31A110C}" type="slidenum">
              <a:rPr lang="zh-CN" altLang="en-US" smtClean="0"/>
              <a:pPr/>
              <a:t>34</a:t>
            </a:fld>
            <a:endParaRPr lang="en-US" altLang="zh-CN"/>
          </a:p>
        </p:txBody>
      </p:sp>
      <p:sp>
        <p:nvSpPr>
          <p:cNvPr id="5" name="日期占位符 4"/>
          <p:cNvSpPr>
            <a:spLocks noGrp="1"/>
          </p:cNvSpPr>
          <p:nvPr>
            <p:ph type="dt" sz="half" idx="4294967295"/>
          </p:nvPr>
        </p:nvSpPr>
        <p:spPr>
          <a:xfrm>
            <a:off x="14295" y="6350000"/>
            <a:ext cx="2297112" cy="577850"/>
          </a:xfrm>
        </p:spPr>
        <p:txBody>
          <a:bodyPr/>
          <a:lstStyle/>
          <a:p>
            <a:fld id="{3C8D7209-8540-466F-BFB0-B486ABF0E336}" type="datetime1">
              <a:rPr lang="zh-CN" altLang="en-US" smtClean="0"/>
              <a:pPr/>
              <a:t>2024/11/11</a:t>
            </a:fld>
            <a:endParaRPr lang="en-US" altLang="zh-CN"/>
          </a:p>
        </p:txBody>
      </p:sp>
      <p:pic>
        <p:nvPicPr>
          <p:cNvPr id="6" name="Picture 2" descr="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520" y="1268764"/>
            <a:ext cx="7993063" cy="482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16"/>
          <p:cNvGrpSpPr>
            <a:grpSpLocks/>
          </p:cNvGrpSpPr>
          <p:nvPr/>
        </p:nvGrpSpPr>
        <p:grpSpPr bwMode="auto">
          <a:xfrm rot="1477279">
            <a:off x="2017565" y="3041882"/>
            <a:ext cx="1527175" cy="455613"/>
            <a:chOff x="576" y="1338"/>
            <a:chExt cx="962" cy="287"/>
          </a:xfrm>
          <a:solidFill>
            <a:srgbClr val="0000FF"/>
          </a:solidFill>
        </p:grpSpPr>
        <p:sp>
          <p:nvSpPr>
            <p:cNvPr id="9" name="Oval 17"/>
            <p:cNvSpPr>
              <a:spLocks noChangeArrowheads="1"/>
            </p:cNvSpPr>
            <p:nvPr/>
          </p:nvSpPr>
          <p:spPr bwMode="auto">
            <a:xfrm>
              <a:off x="576" y="1392"/>
              <a:ext cx="96" cy="96"/>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Oval 18"/>
            <p:cNvSpPr>
              <a:spLocks noChangeArrowheads="1"/>
            </p:cNvSpPr>
            <p:nvPr/>
          </p:nvSpPr>
          <p:spPr bwMode="auto">
            <a:xfrm>
              <a:off x="1053" y="1481"/>
              <a:ext cx="144" cy="144"/>
            </a:xfrm>
            <a:prstGeom prst="ellipse">
              <a:avLst/>
            </a:prstGeom>
            <a:grp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1400" b="1" dirty="0">
                  <a:solidFill>
                    <a:schemeClr val="accent2"/>
                  </a:solidFill>
                  <a:latin typeface="Times New Roman" pitchFamily="18" charset="0"/>
                </a:rPr>
                <a:t>4</a:t>
              </a:r>
            </a:p>
          </p:txBody>
        </p:sp>
        <p:sp>
          <p:nvSpPr>
            <p:cNvPr id="11" name="Oval 19"/>
            <p:cNvSpPr>
              <a:spLocks noChangeArrowheads="1"/>
            </p:cNvSpPr>
            <p:nvPr/>
          </p:nvSpPr>
          <p:spPr bwMode="auto">
            <a:xfrm>
              <a:off x="1442" y="1338"/>
              <a:ext cx="96" cy="96"/>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 name="Group 20"/>
          <p:cNvGrpSpPr>
            <a:grpSpLocks/>
          </p:cNvGrpSpPr>
          <p:nvPr/>
        </p:nvGrpSpPr>
        <p:grpSpPr bwMode="auto">
          <a:xfrm>
            <a:off x="3368824" y="2349249"/>
            <a:ext cx="1520825" cy="981075"/>
            <a:chOff x="576" y="870"/>
            <a:chExt cx="958" cy="618"/>
          </a:xfrm>
          <a:solidFill>
            <a:srgbClr val="0000FF"/>
          </a:solidFill>
        </p:grpSpPr>
        <p:sp>
          <p:nvSpPr>
            <p:cNvPr id="13" name="Oval 21"/>
            <p:cNvSpPr>
              <a:spLocks noChangeArrowheads="1"/>
            </p:cNvSpPr>
            <p:nvPr/>
          </p:nvSpPr>
          <p:spPr bwMode="auto">
            <a:xfrm>
              <a:off x="576" y="1392"/>
              <a:ext cx="96" cy="96"/>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Oval 22"/>
            <p:cNvSpPr>
              <a:spLocks noChangeArrowheads="1"/>
            </p:cNvSpPr>
            <p:nvPr/>
          </p:nvSpPr>
          <p:spPr bwMode="auto">
            <a:xfrm>
              <a:off x="984" y="1028"/>
              <a:ext cx="144" cy="144"/>
            </a:xfrm>
            <a:prstGeom prst="ellipse">
              <a:avLst/>
            </a:prstGeom>
            <a:grp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1400" b="1">
                  <a:solidFill>
                    <a:schemeClr val="accent2"/>
                  </a:solidFill>
                  <a:latin typeface="Times New Roman" pitchFamily="18" charset="0"/>
                </a:rPr>
                <a:t>4</a:t>
              </a:r>
            </a:p>
          </p:txBody>
        </p:sp>
        <p:sp>
          <p:nvSpPr>
            <p:cNvPr id="15" name="Oval 23"/>
            <p:cNvSpPr>
              <a:spLocks noChangeArrowheads="1"/>
            </p:cNvSpPr>
            <p:nvPr/>
          </p:nvSpPr>
          <p:spPr bwMode="auto">
            <a:xfrm>
              <a:off x="1438" y="870"/>
              <a:ext cx="96" cy="96"/>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6" name="Group 24"/>
          <p:cNvGrpSpPr>
            <a:grpSpLocks/>
          </p:cNvGrpSpPr>
          <p:nvPr/>
        </p:nvGrpSpPr>
        <p:grpSpPr bwMode="auto">
          <a:xfrm>
            <a:off x="4737255" y="2511993"/>
            <a:ext cx="1376363" cy="544513"/>
            <a:chOff x="576" y="1392"/>
            <a:chExt cx="867" cy="343"/>
          </a:xfrm>
          <a:solidFill>
            <a:srgbClr val="0000FF"/>
          </a:solidFill>
        </p:grpSpPr>
        <p:sp>
          <p:nvSpPr>
            <p:cNvPr id="17" name="Oval 25"/>
            <p:cNvSpPr>
              <a:spLocks noChangeArrowheads="1"/>
            </p:cNvSpPr>
            <p:nvPr/>
          </p:nvSpPr>
          <p:spPr bwMode="auto">
            <a:xfrm>
              <a:off x="576" y="1392"/>
              <a:ext cx="96" cy="96"/>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Oval 26"/>
            <p:cNvSpPr>
              <a:spLocks noChangeArrowheads="1"/>
            </p:cNvSpPr>
            <p:nvPr/>
          </p:nvSpPr>
          <p:spPr bwMode="auto">
            <a:xfrm>
              <a:off x="935" y="1591"/>
              <a:ext cx="144" cy="144"/>
            </a:xfrm>
            <a:prstGeom prst="ellipse">
              <a:avLst/>
            </a:prstGeom>
            <a:grp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1400" b="1" dirty="0">
                  <a:solidFill>
                    <a:schemeClr val="accent2"/>
                  </a:solidFill>
                  <a:latin typeface="Times New Roman" pitchFamily="18" charset="0"/>
                </a:rPr>
                <a:t>4</a:t>
              </a:r>
            </a:p>
          </p:txBody>
        </p:sp>
        <p:sp>
          <p:nvSpPr>
            <p:cNvPr id="19" name="Oval 27"/>
            <p:cNvSpPr>
              <a:spLocks noChangeArrowheads="1"/>
            </p:cNvSpPr>
            <p:nvPr/>
          </p:nvSpPr>
          <p:spPr bwMode="auto">
            <a:xfrm>
              <a:off x="1347" y="1438"/>
              <a:ext cx="96" cy="96"/>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 name="Group 28"/>
          <p:cNvGrpSpPr>
            <a:grpSpLocks/>
          </p:cNvGrpSpPr>
          <p:nvPr/>
        </p:nvGrpSpPr>
        <p:grpSpPr bwMode="auto">
          <a:xfrm>
            <a:off x="5961212" y="2196657"/>
            <a:ext cx="1447800" cy="588963"/>
            <a:chOff x="576" y="1240"/>
            <a:chExt cx="912" cy="371"/>
          </a:xfrm>
          <a:solidFill>
            <a:srgbClr val="0000FF"/>
          </a:solidFill>
        </p:grpSpPr>
        <p:sp>
          <p:nvSpPr>
            <p:cNvPr id="21" name="Oval 29"/>
            <p:cNvSpPr>
              <a:spLocks noChangeArrowheads="1"/>
            </p:cNvSpPr>
            <p:nvPr/>
          </p:nvSpPr>
          <p:spPr bwMode="auto">
            <a:xfrm>
              <a:off x="576" y="1392"/>
              <a:ext cx="96" cy="96"/>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Oval 30"/>
            <p:cNvSpPr>
              <a:spLocks noChangeArrowheads="1"/>
            </p:cNvSpPr>
            <p:nvPr/>
          </p:nvSpPr>
          <p:spPr bwMode="auto">
            <a:xfrm>
              <a:off x="960" y="1240"/>
              <a:ext cx="144" cy="144"/>
            </a:xfrm>
            <a:prstGeom prst="ellipse">
              <a:avLst/>
            </a:prstGeom>
            <a:grp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1400" b="1">
                  <a:solidFill>
                    <a:schemeClr val="accent2"/>
                  </a:solidFill>
                  <a:latin typeface="Times New Roman" pitchFamily="18" charset="0"/>
                </a:rPr>
                <a:t>4</a:t>
              </a:r>
            </a:p>
          </p:txBody>
        </p:sp>
        <p:sp>
          <p:nvSpPr>
            <p:cNvPr id="23" name="Oval 31"/>
            <p:cNvSpPr>
              <a:spLocks noChangeArrowheads="1"/>
            </p:cNvSpPr>
            <p:nvPr/>
          </p:nvSpPr>
          <p:spPr bwMode="auto">
            <a:xfrm>
              <a:off x="1392" y="1515"/>
              <a:ext cx="96" cy="96"/>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ustDataLst>
      <p:tags r:id="rId1"/>
    </p:custDataLst>
    <p:extLst>
      <p:ext uri="{BB962C8B-B14F-4D97-AF65-F5344CB8AC3E}">
        <p14:creationId xmlns:p14="http://schemas.microsoft.com/office/powerpoint/2010/main" val="481478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0"/>
          </p:nvPr>
        </p:nvSpPr>
        <p:spPr/>
        <p:txBody>
          <a:bodyPr/>
          <a:lstStyle/>
          <a:p>
            <a:fld id="{CBDD71F9-A140-469C-9F37-F98557D727FC}" type="slidenum">
              <a:rPr lang="zh-CN" altLang="en-US"/>
              <a:pPr/>
              <a:t>35</a:t>
            </a:fld>
            <a:endParaRPr lang="en-US" altLang="zh-CN"/>
          </a:p>
        </p:txBody>
      </p:sp>
      <p:sp>
        <p:nvSpPr>
          <p:cNvPr id="14" name="日期占位符 4"/>
          <p:cNvSpPr>
            <a:spLocks noGrp="1"/>
          </p:cNvSpPr>
          <p:nvPr>
            <p:ph type="dt" sz="half" idx="4294967295"/>
          </p:nvPr>
        </p:nvSpPr>
        <p:spPr>
          <a:xfrm>
            <a:off x="14295" y="6350000"/>
            <a:ext cx="2297112" cy="577850"/>
          </a:xfrm>
        </p:spPr>
        <p:txBody>
          <a:bodyPr/>
          <a:lstStyle/>
          <a:p>
            <a:fld id="{6CBBA857-65C8-4396-8FBC-CE09E644035A}" type="datetime1">
              <a:rPr lang="zh-CN" altLang="en-US"/>
              <a:pPr/>
              <a:t>2024/11/11</a:t>
            </a:fld>
            <a:endParaRPr lang="en-US" altLang="zh-CN"/>
          </a:p>
        </p:txBody>
      </p:sp>
      <p:sp>
        <p:nvSpPr>
          <p:cNvPr id="836610" name="Rectangle 2"/>
          <p:cNvSpPr>
            <a:spLocks noGrp="1" noChangeArrowheads="1"/>
          </p:cNvSpPr>
          <p:nvPr>
            <p:ph type="title"/>
          </p:nvPr>
        </p:nvSpPr>
        <p:spPr>
          <a:xfrm>
            <a:off x="650878" y="255588"/>
            <a:ext cx="8820150" cy="658812"/>
          </a:xfrm>
        </p:spPr>
        <p:txBody>
          <a:bodyPr/>
          <a:lstStyle/>
          <a:p>
            <a:r>
              <a:rPr lang="zh-CN" altLang="en-US"/>
              <a:t>§1.3 </a:t>
            </a:r>
            <a:r>
              <a:rPr lang="zh-CN" altLang="en-US" sz="4800"/>
              <a:t>复化求积公式</a:t>
            </a:r>
          </a:p>
        </p:txBody>
      </p:sp>
      <p:graphicFrame>
        <p:nvGraphicFramePr>
          <p:cNvPr id="836611" name="Object 3"/>
          <p:cNvGraphicFramePr>
            <a:graphicFrameLocks noChangeAspect="1"/>
          </p:cNvGraphicFramePr>
          <p:nvPr/>
        </p:nvGraphicFramePr>
        <p:xfrm>
          <a:off x="0" y="1020763"/>
          <a:ext cx="3030538" cy="1035050"/>
        </p:xfrm>
        <a:graphic>
          <a:graphicData uri="http://schemas.openxmlformats.org/presentationml/2006/ole">
            <mc:AlternateContent xmlns:mc="http://schemas.openxmlformats.org/markup-compatibility/2006">
              <mc:Choice xmlns:v="urn:schemas-microsoft-com:vml" Requires="v">
                <p:oleObj spid="_x0000_s899098" name="Equation" r:id="rId4" imgW="1371600" imgH="419040" progId="Equation.3">
                  <p:embed/>
                </p:oleObj>
              </mc:Choice>
              <mc:Fallback>
                <p:oleObj name="Equation" r:id="rId4" imgW="1371600" imgH="4190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020763"/>
                        <a:ext cx="3030538"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6612" name="Rectangle 4"/>
          <p:cNvSpPr>
            <a:spLocks noChangeArrowheads="1"/>
          </p:cNvSpPr>
          <p:nvPr/>
        </p:nvSpPr>
        <p:spPr bwMode="auto">
          <a:xfrm>
            <a:off x="781470" y="2163785"/>
            <a:ext cx="201689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t>h=(b-a)/M</a:t>
            </a:r>
            <a:endParaRPr lang="zh-CN" altLang="en-US" sz="3200"/>
          </a:p>
        </p:txBody>
      </p:sp>
      <p:sp>
        <p:nvSpPr>
          <p:cNvPr id="836613" name="AutoShape 5"/>
          <p:cNvSpPr>
            <a:spLocks/>
          </p:cNvSpPr>
          <p:nvPr/>
        </p:nvSpPr>
        <p:spPr bwMode="auto">
          <a:xfrm>
            <a:off x="2971800" y="1477963"/>
            <a:ext cx="304800" cy="1066800"/>
          </a:xfrm>
          <a:prstGeom prst="rightBrace">
            <a:avLst>
              <a:gd name="adj1" fmla="val 29167"/>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36614" name="Object 6"/>
          <p:cNvGraphicFramePr>
            <a:graphicFrameLocks noChangeAspect="1"/>
          </p:cNvGraphicFramePr>
          <p:nvPr/>
        </p:nvGraphicFramePr>
        <p:xfrm>
          <a:off x="3276605" y="1447800"/>
          <a:ext cx="3124200" cy="1035050"/>
        </p:xfrm>
        <a:graphic>
          <a:graphicData uri="http://schemas.openxmlformats.org/presentationml/2006/ole">
            <mc:AlternateContent xmlns:mc="http://schemas.openxmlformats.org/markup-compatibility/2006">
              <mc:Choice xmlns:v="urn:schemas-microsoft-com:vml" Requires="v">
                <p:oleObj spid="_x0000_s899099" name="Equation" r:id="rId6" imgW="1511280" imgH="419040" progId="Equation.3">
                  <p:embed/>
                </p:oleObj>
              </mc:Choice>
              <mc:Fallback>
                <p:oleObj name="Equation" r:id="rId6" imgW="1511280" imgH="4190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5" y="1447800"/>
                        <a:ext cx="3124200"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6615" name="Rectangle 7"/>
          <p:cNvSpPr>
            <a:spLocks noChangeArrowheads="1"/>
          </p:cNvSpPr>
          <p:nvPr/>
        </p:nvSpPr>
        <p:spPr bwMode="auto">
          <a:xfrm>
            <a:off x="3913967" y="2620985"/>
            <a:ext cx="226857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t>h=(b-a)/2m</a:t>
            </a:r>
            <a:endParaRPr lang="zh-CN" altLang="en-US" sz="3200"/>
          </a:p>
        </p:txBody>
      </p:sp>
      <p:sp>
        <p:nvSpPr>
          <p:cNvPr id="836616" name="AutoShape 8"/>
          <p:cNvSpPr>
            <a:spLocks/>
          </p:cNvSpPr>
          <p:nvPr/>
        </p:nvSpPr>
        <p:spPr bwMode="auto">
          <a:xfrm>
            <a:off x="6346825" y="1981200"/>
            <a:ext cx="304800" cy="1066800"/>
          </a:xfrm>
          <a:prstGeom prst="rightBrace">
            <a:avLst>
              <a:gd name="adj1" fmla="val 29167"/>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36617" name="Object 9"/>
          <p:cNvGraphicFramePr>
            <a:graphicFrameLocks noChangeAspect="1"/>
          </p:cNvGraphicFramePr>
          <p:nvPr>
            <p:extLst/>
          </p:nvPr>
        </p:nvGraphicFramePr>
        <p:xfrm>
          <a:off x="6662738" y="2060888"/>
          <a:ext cx="3243262" cy="852474"/>
        </p:xfrm>
        <a:graphic>
          <a:graphicData uri="http://schemas.openxmlformats.org/presentationml/2006/ole">
            <mc:AlternateContent xmlns:mc="http://schemas.openxmlformats.org/markup-compatibility/2006">
              <mc:Choice xmlns:v="urn:schemas-microsoft-com:vml" Requires="v">
                <p:oleObj spid="_x0000_s899100" name="Equation" r:id="rId8" imgW="1638000" imgH="419040" progId="Equation.3">
                  <p:embed/>
                </p:oleObj>
              </mc:Choice>
              <mc:Fallback>
                <p:oleObj name="Equation" r:id="rId8" imgW="1638000" imgH="4190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62738" y="2060888"/>
                        <a:ext cx="3243262" cy="852474"/>
                      </a:xfrm>
                      <a:prstGeom prst="rect">
                        <a:avLst/>
                      </a:prstGeom>
                      <a:noFill/>
                      <a:ln>
                        <a:noFill/>
                      </a:ln>
                      <a:effectLst/>
                      <a:extLst/>
                    </p:spPr>
                  </p:pic>
                </p:oleObj>
              </mc:Fallback>
            </mc:AlternateContent>
          </a:graphicData>
        </a:graphic>
      </p:graphicFrame>
      <p:graphicFrame>
        <p:nvGraphicFramePr>
          <p:cNvPr id="836618" name="Object 10"/>
          <p:cNvGraphicFramePr>
            <a:graphicFrameLocks noChangeAspect="1"/>
          </p:cNvGraphicFramePr>
          <p:nvPr/>
        </p:nvGraphicFramePr>
        <p:xfrm>
          <a:off x="533400" y="3429005"/>
          <a:ext cx="4343400" cy="1349375"/>
        </p:xfrm>
        <a:graphic>
          <a:graphicData uri="http://schemas.openxmlformats.org/presentationml/2006/ole">
            <mc:AlternateContent xmlns:mc="http://schemas.openxmlformats.org/markup-compatibility/2006">
              <mc:Choice xmlns:v="urn:schemas-microsoft-com:vml" Requires="v">
                <p:oleObj spid="_x0000_s899101" name="Equation" r:id="rId10" imgW="1307880" imgH="419040" progId="Equation.3">
                  <p:embed/>
                </p:oleObj>
              </mc:Choice>
              <mc:Fallback>
                <p:oleObj name="Equation" r:id="rId10" imgW="1307880" imgH="4190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3400" y="3429005"/>
                        <a:ext cx="4343400" cy="1349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6619" name="Object 11"/>
          <p:cNvGraphicFramePr>
            <a:graphicFrameLocks noChangeAspect="1"/>
          </p:cNvGraphicFramePr>
          <p:nvPr>
            <p:extLst/>
          </p:nvPr>
        </p:nvGraphicFramePr>
        <p:xfrm>
          <a:off x="5529064" y="3501013"/>
          <a:ext cx="4032448" cy="1162203"/>
        </p:xfrm>
        <a:graphic>
          <a:graphicData uri="http://schemas.openxmlformats.org/presentationml/2006/ole">
            <mc:AlternateContent xmlns:mc="http://schemas.openxmlformats.org/markup-compatibility/2006">
              <mc:Choice xmlns:v="urn:schemas-microsoft-com:vml" Requires="v">
                <p:oleObj spid="_x0000_s899102" name="公式" r:id="rId12" imgW="1409400" imgH="419040" progId="Equation.3">
                  <p:embed/>
                </p:oleObj>
              </mc:Choice>
              <mc:Fallback>
                <p:oleObj name="公式" r:id="rId12" imgW="1409400" imgH="419040" progId="Equation.3">
                  <p:embed/>
                  <p:pic>
                    <p:nvPicPr>
                      <p:cNvPr id="0" name=""/>
                      <p:cNvPicPr>
                        <a:picLocks noChangeAspect="1" noChangeArrowheads="1"/>
                      </p:cNvPicPr>
                      <p:nvPr/>
                    </p:nvPicPr>
                    <p:blipFill>
                      <a:blip r:embed="rId13"/>
                      <a:srcRect/>
                      <a:stretch>
                        <a:fillRect/>
                      </a:stretch>
                    </p:blipFill>
                    <p:spPr bwMode="auto">
                      <a:xfrm>
                        <a:off x="5529064" y="3501013"/>
                        <a:ext cx="4032448" cy="1162203"/>
                      </a:xfrm>
                      <a:prstGeom prst="rect">
                        <a:avLst/>
                      </a:prstGeom>
                      <a:noFill/>
                      <a:ln>
                        <a:noFill/>
                      </a:ln>
                      <a:effectLst/>
                      <a:extLst/>
                    </p:spPr>
                  </p:pic>
                </p:oleObj>
              </mc:Fallback>
            </mc:AlternateContent>
          </a:graphicData>
        </a:graphic>
      </p:graphicFrame>
      <p:graphicFrame>
        <p:nvGraphicFramePr>
          <p:cNvPr id="836620" name="Object 12"/>
          <p:cNvGraphicFramePr>
            <a:graphicFrameLocks noChangeAspect="1"/>
          </p:cNvGraphicFramePr>
          <p:nvPr>
            <p:extLst/>
          </p:nvPr>
        </p:nvGraphicFramePr>
        <p:xfrm>
          <a:off x="781465" y="4797152"/>
          <a:ext cx="6578600" cy="1432942"/>
        </p:xfrm>
        <a:graphic>
          <a:graphicData uri="http://schemas.openxmlformats.org/presentationml/2006/ole">
            <mc:AlternateContent xmlns:mc="http://schemas.openxmlformats.org/markup-compatibility/2006">
              <mc:Choice xmlns:v="urn:schemas-microsoft-com:vml" Requires="v">
                <p:oleObj spid="_x0000_s899103" name="公式" r:id="rId14" imgW="2082600" imgH="469800" progId="Equation.3">
                  <p:embed/>
                </p:oleObj>
              </mc:Choice>
              <mc:Fallback>
                <p:oleObj name="公式" r:id="rId14" imgW="2082600" imgH="469800" progId="Equation.3">
                  <p:embed/>
                  <p:pic>
                    <p:nvPicPr>
                      <p:cNvPr id="0" name=""/>
                      <p:cNvPicPr>
                        <a:picLocks noChangeAspect="1" noChangeArrowheads="1"/>
                      </p:cNvPicPr>
                      <p:nvPr/>
                    </p:nvPicPr>
                    <p:blipFill>
                      <a:blip r:embed="rId15"/>
                      <a:srcRect/>
                      <a:stretch>
                        <a:fillRect/>
                      </a:stretch>
                    </p:blipFill>
                    <p:spPr bwMode="auto">
                      <a:xfrm>
                        <a:off x="781465" y="4797152"/>
                        <a:ext cx="6578600" cy="1432942"/>
                      </a:xfrm>
                      <a:prstGeom prst="rect">
                        <a:avLst/>
                      </a:prstGeom>
                      <a:noFill/>
                      <a:ln>
                        <a:noFill/>
                      </a:ln>
                      <a:effectLst/>
                      <a:extLst/>
                    </p:spPr>
                  </p:pic>
                </p:oleObj>
              </mc:Fallback>
            </mc:AlternateContent>
          </a:graphicData>
        </a:graphic>
      </p:graphicFrame>
      <p:sp>
        <p:nvSpPr>
          <p:cNvPr id="15" name="Rectangle 35"/>
          <p:cNvSpPr>
            <a:spLocks noChangeArrowheads="1"/>
          </p:cNvSpPr>
          <p:nvPr/>
        </p:nvSpPr>
        <p:spPr bwMode="auto">
          <a:xfrm>
            <a:off x="4232920" y="1108631"/>
            <a:ext cx="5328592" cy="369332"/>
          </a:xfrm>
          <a:prstGeom prst="rect">
            <a:avLst/>
          </a:prstGeom>
          <a:noFill/>
          <a:ln w="381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800" i="0" dirty="0">
                <a:solidFill>
                  <a:srgbClr val="FF3300"/>
                </a:solidFill>
                <a:latin typeface="Times New Roman" pitchFamily="18" charset="0"/>
              </a:rPr>
              <a:t>截断误差</a:t>
            </a:r>
            <a:r>
              <a:rPr lang="en-US" altLang="zh-CN" sz="1800" i="0" dirty="0">
                <a:solidFill>
                  <a:srgbClr val="FF3300"/>
                </a:solidFill>
                <a:latin typeface="Times New Roman" pitchFamily="18" charset="0"/>
              </a:rPr>
              <a:t>R</a:t>
            </a:r>
            <a:r>
              <a:rPr lang="zh-CN" altLang="en-US" sz="1800" i="0" dirty="0">
                <a:solidFill>
                  <a:srgbClr val="FF3300"/>
                </a:solidFill>
                <a:latin typeface="Times New Roman" pitchFamily="18" charset="0"/>
              </a:rPr>
              <a:t>是</a:t>
            </a:r>
            <a:r>
              <a:rPr lang="en-US" altLang="zh-CN" sz="1800" i="0" dirty="0">
                <a:solidFill>
                  <a:srgbClr val="FF3300"/>
                </a:solidFill>
                <a:latin typeface="Times New Roman" pitchFamily="18" charset="0"/>
              </a:rPr>
              <a:t> 1</a:t>
            </a:r>
            <a:r>
              <a:rPr lang="zh-CN" altLang="en-US" sz="1800" i="0" dirty="0">
                <a:solidFill>
                  <a:srgbClr val="FF3300"/>
                </a:solidFill>
                <a:latin typeface="Times New Roman" pitchFamily="18" charset="0"/>
              </a:rPr>
              <a:t>个辛卜生公式的误差</a:t>
            </a:r>
            <a:r>
              <a:rPr lang="en-US" altLang="zh-CN" sz="1800" i="0" dirty="0">
                <a:solidFill>
                  <a:srgbClr val="FF3300"/>
                </a:solidFill>
                <a:latin typeface="Times New Roman" pitchFamily="18" charset="0"/>
              </a:rPr>
              <a:t>*m</a:t>
            </a:r>
            <a:r>
              <a:rPr lang="zh-CN" altLang="en-US" sz="1800" i="0" dirty="0">
                <a:solidFill>
                  <a:srgbClr val="FF3300"/>
                </a:solidFill>
                <a:latin typeface="Times New Roman" pitchFamily="18" charset="0"/>
              </a:rPr>
              <a:t>个大段</a:t>
            </a:r>
          </a:p>
        </p:txBody>
      </p:sp>
    </p:spTree>
    <p:custDataLst>
      <p:tags r:id="rId2"/>
    </p:custDataLst>
    <p:extLst>
      <p:ext uri="{BB962C8B-B14F-4D97-AF65-F5344CB8AC3E}">
        <p14:creationId xmlns:p14="http://schemas.microsoft.com/office/powerpoint/2010/main" val="25554846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36611"/>
                                        </p:tgtEl>
                                        <p:attrNameLst>
                                          <p:attrName>style.visibility</p:attrName>
                                        </p:attrNameLst>
                                      </p:cBhvr>
                                      <p:to>
                                        <p:strVal val="visible"/>
                                      </p:to>
                                    </p:set>
                                    <p:animEffect transition="in" filter="dissolve">
                                      <p:cBhvr>
                                        <p:cTn id="7" dur="500"/>
                                        <p:tgtEl>
                                          <p:spTgt spid="8366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36612"/>
                                        </p:tgtEl>
                                        <p:attrNameLst>
                                          <p:attrName>style.visibility</p:attrName>
                                        </p:attrNameLst>
                                      </p:cBhvr>
                                      <p:to>
                                        <p:strVal val="visible"/>
                                      </p:to>
                                    </p:set>
                                    <p:animEffect transition="in" filter="dissolve">
                                      <p:cBhvr>
                                        <p:cTn id="12" dur="500"/>
                                        <p:tgtEl>
                                          <p:spTgt spid="8366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36613"/>
                                        </p:tgtEl>
                                        <p:attrNameLst>
                                          <p:attrName>style.visibility</p:attrName>
                                        </p:attrNameLst>
                                      </p:cBhvr>
                                      <p:to>
                                        <p:strVal val="visible"/>
                                      </p:to>
                                    </p:set>
                                    <p:animEffect transition="in" filter="dissolve">
                                      <p:cBhvr>
                                        <p:cTn id="17" dur="500"/>
                                        <p:tgtEl>
                                          <p:spTgt spid="8366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36614"/>
                                        </p:tgtEl>
                                        <p:attrNameLst>
                                          <p:attrName>style.visibility</p:attrName>
                                        </p:attrNameLst>
                                      </p:cBhvr>
                                      <p:to>
                                        <p:strVal val="visible"/>
                                      </p:to>
                                    </p:set>
                                    <p:animEffect transition="in" filter="dissolve">
                                      <p:cBhvr>
                                        <p:cTn id="22" dur="500"/>
                                        <p:tgtEl>
                                          <p:spTgt spid="8366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36615"/>
                                        </p:tgtEl>
                                        <p:attrNameLst>
                                          <p:attrName>style.visibility</p:attrName>
                                        </p:attrNameLst>
                                      </p:cBhvr>
                                      <p:to>
                                        <p:strVal val="visible"/>
                                      </p:to>
                                    </p:set>
                                    <p:animEffect transition="in" filter="dissolve">
                                      <p:cBhvr>
                                        <p:cTn id="27" dur="500"/>
                                        <p:tgtEl>
                                          <p:spTgt spid="8366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36616"/>
                                        </p:tgtEl>
                                        <p:attrNameLst>
                                          <p:attrName>style.visibility</p:attrName>
                                        </p:attrNameLst>
                                      </p:cBhvr>
                                      <p:to>
                                        <p:strVal val="visible"/>
                                      </p:to>
                                    </p:set>
                                    <p:animEffect transition="in" filter="dissolve">
                                      <p:cBhvr>
                                        <p:cTn id="32" dur="500"/>
                                        <p:tgtEl>
                                          <p:spTgt spid="83661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836617"/>
                                        </p:tgtEl>
                                        <p:attrNameLst>
                                          <p:attrName>style.visibility</p:attrName>
                                        </p:attrNameLst>
                                      </p:cBhvr>
                                      <p:to>
                                        <p:strVal val="visible"/>
                                      </p:to>
                                    </p:set>
                                    <p:animEffect transition="in" filter="dissolve">
                                      <p:cBhvr>
                                        <p:cTn id="37" dur="500"/>
                                        <p:tgtEl>
                                          <p:spTgt spid="83661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836618"/>
                                        </p:tgtEl>
                                        <p:attrNameLst>
                                          <p:attrName>style.visibility</p:attrName>
                                        </p:attrNameLst>
                                      </p:cBhvr>
                                      <p:to>
                                        <p:strVal val="visible"/>
                                      </p:to>
                                    </p:set>
                                    <p:animEffect transition="in" filter="dissolve">
                                      <p:cBhvr>
                                        <p:cTn id="42" dur="500"/>
                                        <p:tgtEl>
                                          <p:spTgt spid="83661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836619"/>
                                        </p:tgtEl>
                                        <p:attrNameLst>
                                          <p:attrName>style.visibility</p:attrName>
                                        </p:attrNameLst>
                                      </p:cBhvr>
                                      <p:to>
                                        <p:strVal val="visible"/>
                                      </p:to>
                                    </p:set>
                                    <p:animEffect transition="in" filter="dissolve">
                                      <p:cBhvr>
                                        <p:cTn id="47" dur="500"/>
                                        <p:tgtEl>
                                          <p:spTgt spid="83661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836620"/>
                                        </p:tgtEl>
                                        <p:attrNameLst>
                                          <p:attrName>style.visibility</p:attrName>
                                        </p:attrNameLst>
                                      </p:cBhvr>
                                      <p:to>
                                        <p:strVal val="visible"/>
                                      </p:to>
                                    </p:set>
                                    <p:animEffect transition="in" filter="dissolve">
                                      <p:cBhvr>
                                        <p:cTn id="52" dur="500"/>
                                        <p:tgtEl>
                                          <p:spTgt spid="836620"/>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dissolve">
                                      <p:cBhvr>
                                        <p:cTn id="5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6612" grpId="0" autoUpdateAnimBg="0"/>
      <p:bldP spid="836613" grpId="0" animBg="1"/>
      <p:bldP spid="836615" grpId="0" autoUpdateAnimBg="0"/>
      <p:bldP spid="836616" grpId="0" animBg="1"/>
      <p:bldP spid="15"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3"/>
          <p:cNvSpPr>
            <a:spLocks noGrp="1"/>
          </p:cNvSpPr>
          <p:nvPr>
            <p:ph type="sldNum" sz="quarter" idx="10"/>
          </p:nvPr>
        </p:nvSpPr>
        <p:spPr/>
        <p:txBody>
          <a:bodyPr/>
          <a:lstStyle/>
          <a:p>
            <a:fld id="{A70C89EA-4B64-4108-BDBE-75893797ACD2}" type="slidenum">
              <a:rPr lang="zh-CN" altLang="en-US"/>
              <a:pPr/>
              <a:t>36</a:t>
            </a:fld>
            <a:endParaRPr lang="en-US" altLang="zh-CN"/>
          </a:p>
        </p:txBody>
      </p:sp>
      <p:sp>
        <p:nvSpPr>
          <p:cNvPr id="25" name="日期占位符 4"/>
          <p:cNvSpPr>
            <a:spLocks noGrp="1"/>
          </p:cNvSpPr>
          <p:nvPr>
            <p:ph type="dt" sz="half" idx="4294967295"/>
          </p:nvPr>
        </p:nvSpPr>
        <p:spPr>
          <a:xfrm>
            <a:off x="14295" y="6350000"/>
            <a:ext cx="2297112" cy="577850"/>
          </a:xfrm>
        </p:spPr>
        <p:txBody>
          <a:bodyPr/>
          <a:lstStyle/>
          <a:p>
            <a:fld id="{856C2FEC-0001-4F1D-A1A6-60BDAF2DF3CA}" type="datetime1">
              <a:rPr lang="zh-CN" altLang="en-US"/>
              <a:pPr/>
              <a:t>2024/11/11</a:t>
            </a:fld>
            <a:endParaRPr lang="en-US" altLang="zh-CN" dirty="0"/>
          </a:p>
        </p:txBody>
      </p:sp>
      <p:sp>
        <p:nvSpPr>
          <p:cNvPr id="837634" name="Rectangle 2"/>
          <p:cNvSpPr>
            <a:spLocks noGrp="1" noChangeArrowheads="1"/>
          </p:cNvSpPr>
          <p:nvPr>
            <p:ph type="title"/>
          </p:nvPr>
        </p:nvSpPr>
        <p:spPr>
          <a:xfrm>
            <a:off x="650878" y="255588"/>
            <a:ext cx="8820150" cy="658812"/>
          </a:xfrm>
        </p:spPr>
        <p:txBody>
          <a:bodyPr/>
          <a:lstStyle/>
          <a:p>
            <a:r>
              <a:rPr lang="zh-CN" altLang="en-US"/>
              <a:t>§1.3 </a:t>
            </a:r>
            <a:r>
              <a:rPr lang="zh-CN" altLang="en-US" sz="4800"/>
              <a:t>复化求积公式</a:t>
            </a:r>
          </a:p>
        </p:txBody>
      </p:sp>
      <p:sp>
        <p:nvSpPr>
          <p:cNvPr id="837635" name="Rectangle 3"/>
          <p:cNvSpPr>
            <a:spLocks noGrp="1" noChangeArrowheads="1"/>
          </p:cNvSpPr>
          <p:nvPr>
            <p:ph type="body" idx="1"/>
          </p:nvPr>
        </p:nvSpPr>
        <p:spPr>
          <a:xfrm>
            <a:off x="650878" y="1143022"/>
            <a:ext cx="8820150" cy="384175"/>
          </a:xfrm>
        </p:spPr>
        <p:txBody>
          <a:bodyPr/>
          <a:lstStyle/>
          <a:p>
            <a:r>
              <a:rPr lang="zh-CN" altLang="en-US" dirty="0"/>
              <a:t>例6.2 对定积分</a:t>
            </a:r>
          </a:p>
        </p:txBody>
      </p:sp>
      <p:graphicFrame>
        <p:nvGraphicFramePr>
          <p:cNvPr id="837636" name="Object 4"/>
          <p:cNvGraphicFramePr>
            <a:graphicFrameLocks noChangeAspect="1"/>
          </p:cNvGraphicFramePr>
          <p:nvPr/>
        </p:nvGraphicFramePr>
        <p:xfrm>
          <a:off x="3182942" y="914422"/>
          <a:ext cx="3065462" cy="868363"/>
        </p:xfrm>
        <a:graphic>
          <a:graphicData uri="http://schemas.openxmlformats.org/presentationml/2006/ole">
            <mc:AlternateContent xmlns:mc="http://schemas.openxmlformats.org/markup-compatibility/2006">
              <mc:Choice xmlns:v="urn:schemas-microsoft-com:vml" Requires="v">
                <p:oleObj spid="_x0000_s900138" name="Equation" r:id="rId4" imgW="1257120" imgH="393480" progId="Equation.3">
                  <p:embed/>
                </p:oleObj>
              </mc:Choice>
              <mc:Fallback>
                <p:oleObj name="Equation" r:id="rId4" imgW="1257120" imgH="3934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82942" y="914422"/>
                        <a:ext cx="3065462" cy="86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7637" name="Rectangle 5"/>
          <p:cNvSpPr>
            <a:spLocks noChangeArrowheads="1"/>
          </p:cNvSpPr>
          <p:nvPr/>
        </p:nvSpPr>
        <p:spPr bwMode="auto">
          <a:xfrm>
            <a:off x="6080057" y="1004888"/>
            <a:ext cx="34307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i="0">
                <a:latin typeface="Times New Roman" pitchFamily="18" charset="0"/>
                <a:ea typeface="黑体" pitchFamily="2" charset="-122"/>
              </a:rPr>
              <a:t>分别用复化梯形公式</a:t>
            </a:r>
            <a:endParaRPr lang="en-US" altLang="zh-CN" sz="2800" i="0">
              <a:latin typeface="Times New Roman" pitchFamily="18" charset="0"/>
              <a:ea typeface="黑体" pitchFamily="2" charset="-122"/>
            </a:endParaRPr>
          </a:p>
        </p:txBody>
      </p:sp>
      <p:sp>
        <p:nvSpPr>
          <p:cNvPr id="837638" name="Rectangle 6"/>
          <p:cNvSpPr>
            <a:spLocks noChangeArrowheads="1"/>
          </p:cNvSpPr>
          <p:nvPr/>
        </p:nvSpPr>
        <p:spPr bwMode="auto">
          <a:xfrm>
            <a:off x="899797" y="1577976"/>
            <a:ext cx="577754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i="0">
                <a:latin typeface="黑体" pitchFamily="2" charset="-122"/>
                <a:ea typeface="黑体" pitchFamily="2" charset="-122"/>
              </a:rPr>
              <a:t>或复化辛卜生公式计算时，需要</a:t>
            </a:r>
            <a:r>
              <a:rPr lang="en-US" altLang="zh-CN" sz="2800" i="0">
                <a:latin typeface="黑体" pitchFamily="2" charset="-122"/>
                <a:ea typeface="黑体" pitchFamily="2" charset="-122"/>
              </a:rPr>
              <a:t>M=?</a:t>
            </a:r>
            <a:endParaRPr lang="zh-CN" altLang="en-US" sz="2800" i="0">
              <a:latin typeface="黑体" pitchFamily="2" charset="-122"/>
              <a:ea typeface="黑体" pitchFamily="2" charset="-122"/>
            </a:endParaRPr>
          </a:p>
        </p:txBody>
      </p:sp>
      <p:sp>
        <p:nvSpPr>
          <p:cNvPr id="837639" name="Rectangle 7"/>
          <p:cNvSpPr>
            <a:spLocks noChangeArrowheads="1"/>
          </p:cNvSpPr>
          <p:nvPr/>
        </p:nvSpPr>
        <p:spPr bwMode="auto">
          <a:xfrm>
            <a:off x="685800" y="2152650"/>
            <a:ext cx="8820150" cy="44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dirty="0">
                <a:latin typeface="Times New Roman" pitchFamily="18" charset="0"/>
                <a:ea typeface="黑体" pitchFamily="2" charset="-122"/>
              </a:rPr>
              <a:t>解：先确定二阶导和四阶导上界</a:t>
            </a:r>
            <a:r>
              <a:rPr lang="en-US" altLang="zh-CN" sz="3200" dirty="0">
                <a:latin typeface="Times New Roman" pitchFamily="18" charset="0"/>
                <a:ea typeface="黑体" pitchFamily="2" charset="-122"/>
              </a:rPr>
              <a:t>m</a:t>
            </a:r>
            <a:r>
              <a:rPr lang="en-US" altLang="zh-CN" sz="3200" baseline="-25000" dirty="0">
                <a:latin typeface="Times New Roman" pitchFamily="18" charset="0"/>
                <a:ea typeface="黑体" pitchFamily="2" charset="-122"/>
              </a:rPr>
              <a:t>2</a:t>
            </a:r>
            <a:r>
              <a:rPr lang="en-US" altLang="zh-CN" sz="3200" dirty="0">
                <a:latin typeface="Times New Roman" pitchFamily="18" charset="0"/>
                <a:ea typeface="黑体" pitchFamily="2" charset="-122"/>
              </a:rPr>
              <a:t>, m</a:t>
            </a:r>
            <a:r>
              <a:rPr lang="en-US" altLang="zh-CN" sz="3200" baseline="-25000" dirty="0">
                <a:latin typeface="Times New Roman" pitchFamily="18" charset="0"/>
                <a:ea typeface="黑体" pitchFamily="2" charset="-122"/>
              </a:rPr>
              <a:t>4</a:t>
            </a:r>
            <a:r>
              <a:rPr lang="en-US" altLang="zh-CN" sz="3200" dirty="0">
                <a:latin typeface="Times New Roman" pitchFamily="18" charset="0"/>
                <a:ea typeface="黑体" pitchFamily="2" charset="-122"/>
              </a:rPr>
              <a:t>,</a:t>
            </a:r>
          </a:p>
        </p:txBody>
      </p:sp>
      <p:graphicFrame>
        <p:nvGraphicFramePr>
          <p:cNvPr id="837640" name="Object 8"/>
          <p:cNvGraphicFramePr>
            <a:graphicFrameLocks noChangeAspect="1"/>
          </p:cNvGraphicFramePr>
          <p:nvPr>
            <p:extLst/>
          </p:nvPr>
        </p:nvGraphicFramePr>
        <p:xfrm>
          <a:off x="560517" y="2560050"/>
          <a:ext cx="3505200" cy="868363"/>
        </p:xfrm>
        <a:graphic>
          <a:graphicData uri="http://schemas.openxmlformats.org/presentationml/2006/ole">
            <mc:AlternateContent xmlns:mc="http://schemas.openxmlformats.org/markup-compatibility/2006">
              <mc:Choice xmlns:v="urn:schemas-microsoft-com:vml" Requires="v">
                <p:oleObj spid="_x0000_s900139" name="Equation" r:id="rId6" imgW="1625400" imgH="393480" progId="Equation.3">
                  <p:embed/>
                </p:oleObj>
              </mc:Choice>
              <mc:Fallback>
                <p:oleObj name="Equation" r:id="rId6" imgW="1625400" imgH="393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0517" y="2560050"/>
                        <a:ext cx="3505200" cy="86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7641" name="Object 9"/>
          <p:cNvGraphicFramePr>
            <a:graphicFrameLocks noChangeAspect="1"/>
          </p:cNvGraphicFramePr>
          <p:nvPr>
            <p:extLst/>
          </p:nvPr>
        </p:nvGraphicFramePr>
        <p:xfrm>
          <a:off x="5313040" y="2492906"/>
          <a:ext cx="3251200" cy="728663"/>
        </p:xfrm>
        <a:graphic>
          <a:graphicData uri="http://schemas.openxmlformats.org/presentationml/2006/ole">
            <mc:AlternateContent xmlns:mc="http://schemas.openxmlformats.org/markup-compatibility/2006">
              <mc:Choice xmlns:v="urn:schemas-microsoft-com:vml" Requires="v">
                <p:oleObj spid="_x0000_s900140" name="Equation" r:id="rId8" imgW="1333440" imgH="330120" progId="Equation.3">
                  <p:embed/>
                </p:oleObj>
              </mc:Choice>
              <mc:Fallback>
                <p:oleObj name="Equation" r:id="rId8" imgW="1333440" imgH="33012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13040" y="2492906"/>
                        <a:ext cx="3251200" cy="728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7642" name="Object 10"/>
          <p:cNvGraphicFramePr>
            <a:graphicFrameLocks noChangeAspect="1"/>
          </p:cNvGraphicFramePr>
          <p:nvPr>
            <p:extLst/>
          </p:nvPr>
        </p:nvGraphicFramePr>
        <p:xfrm>
          <a:off x="560512" y="3236123"/>
          <a:ext cx="3592513" cy="728663"/>
        </p:xfrm>
        <a:graphic>
          <a:graphicData uri="http://schemas.openxmlformats.org/presentationml/2006/ole">
            <mc:AlternateContent xmlns:mc="http://schemas.openxmlformats.org/markup-compatibility/2006">
              <mc:Choice xmlns:v="urn:schemas-microsoft-com:vml" Requires="v">
                <p:oleObj spid="_x0000_s900141" name="Equation" r:id="rId10" imgW="1473120" imgH="330120" progId="Equation.3">
                  <p:embed/>
                </p:oleObj>
              </mc:Choice>
              <mc:Fallback>
                <p:oleObj name="Equation" r:id="rId10" imgW="1473120" imgH="33012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0512" y="3236123"/>
                        <a:ext cx="3592513" cy="728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7643" name="Object 11"/>
          <p:cNvGraphicFramePr>
            <a:graphicFrameLocks noChangeAspect="1"/>
          </p:cNvGraphicFramePr>
          <p:nvPr>
            <p:extLst/>
          </p:nvPr>
        </p:nvGraphicFramePr>
        <p:xfrm>
          <a:off x="4800606" y="3165475"/>
          <a:ext cx="4038600" cy="869950"/>
        </p:xfrm>
        <a:graphic>
          <a:graphicData uri="http://schemas.openxmlformats.org/presentationml/2006/ole">
            <mc:AlternateContent xmlns:mc="http://schemas.openxmlformats.org/markup-compatibility/2006">
              <mc:Choice xmlns:v="urn:schemas-microsoft-com:vml" Requires="v">
                <p:oleObj spid="_x0000_s900142" name="Equation" r:id="rId12" imgW="1904760" imgH="393480" progId="Equation.3">
                  <p:embed/>
                </p:oleObj>
              </mc:Choice>
              <mc:Fallback>
                <p:oleObj name="Equation" r:id="rId12" imgW="1904760" imgH="39348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00606" y="3165475"/>
                        <a:ext cx="4038600" cy="869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7644" name="Object 12"/>
          <p:cNvGraphicFramePr>
            <a:graphicFrameLocks noChangeAspect="1"/>
          </p:cNvGraphicFramePr>
          <p:nvPr/>
        </p:nvGraphicFramePr>
        <p:xfrm>
          <a:off x="381000" y="3776663"/>
          <a:ext cx="4724400" cy="869950"/>
        </p:xfrm>
        <a:graphic>
          <a:graphicData uri="http://schemas.openxmlformats.org/presentationml/2006/ole">
            <mc:AlternateContent xmlns:mc="http://schemas.openxmlformats.org/markup-compatibility/2006">
              <mc:Choice xmlns:v="urn:schemas-microsoft-com:vml" Requires="v">
                <p:oleObj spid="_x0000_s900143" name="Equation" r:id="rId14" imgW="2145960" imgH="393480" progId="Equation.3">
                  <p:embed/>
                </p:oleObj>
              </mc:Choice>
              <mc:Fallback>
                <p:oleObj name="Equation" r:id="rId14" imgW="2145960" imgH="39348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1000" y="3776663"/>
                        <a:ext cx="4724400" cy="869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7645" name="Object 13"/>
          <p:cNvGraphicFramePr>
            <a:graphicFrameLocks noChangeAspect="1"/>
          </p:cNvGraphicFramePr>
          <p:nvPr/>
        </p:nvGraphicFramePr>
        <p:xfrm>
          <a:off x="5105400" y="3700463"/>
          <a:ext cx="1208088" cy="868362"/>
        </p:xfrm>
        <a:graphic>
          <a:graphicData uri="http://schemas.openxmlformats.org/presentationml/2006/ole">
            <mc:AlternateContent xmlns:mc="http://schemas.openxmlformats.org/markup-compatibility/2006">
              <mc:Choice xmlns:v="urn:schemas-microsoft-com:vml" Requires="v">
                <p:oleObj spid="_x0000_s900144" name="Equation" r:id="rId16" imgW="495000" imgH="393480" progId="Equation.3">
                  <p:embed/>
                </p:oleObj>
              </mc:Choice>
              <mc:Fallback>
                <p:oleObj name="Equation" r:id="rId16" imgW="495000" imgH="39348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05400" y="3700463"/>
                        <a:ext cx="1208088" cy="868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7646" name="Rectangle 14"/>
          <p:cNvSpPr>
            <a:spLocks noChangeArrowheads="1"/>
          </p:cNvSpPr>
          <p:nvPr/>
        </p:nvSpPr>
        <p:spPr bwMode="auto">
          <a:xfrm>
            <a:off x="6598828" y="3852867"/>
            <a:ext cx="317106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dirty="0">
                <a:latin typeface="Times New Roman" pitchFamily="18" charset="0"/>
                <a:sym typeface="Symbol" pitchFamily="18" charset="2"/>
              </a:rPr>
              <a:t></a:t>
            </a:r>
            <a:r>
              <a:rPr lang="en-US" altLang="zh-CN" sz="3200" dirty="0">
                <a:latin typeface="Times New Roman" pitchFamily="18" charset="0"/>
              </a:rPr>
              <a:t>m</a:t>
            </a:r>
            <a:r>
              <a:rPr lang="en-US" altLang="zh-CN" sz="3200" baseline="-25000" dirty="0">
                <a:latin typeface="Times New Roman" pitchFamily="18" charset="0"/>
              </a:rPr>
              <a:t>2</a:t>
            </a:r>
            <a:r>
              <a:rPr lang="en-US" altLang="zh-CN" sz="3200" dirty="0">
                <a:latin typeface="Times New Roman" pitchFamily="18" charset="0"/>
              </a:rPr>
              <a:t>&lt;1/3, m</a:t>
            </a:r>
            <a:r>
              <a:rPr lang="en-US" altLang="zh-CN" sz="3200" baseline="-25000" dirty="0">
                <a:latin typeface="Times New Roman" pitchFamily="18" charset="0"/>
              </a:rPr>
              <a:t>4</a:t>
            </a:r>
            <a:r>
              <a:rPr lang="en-US" altLang="zh-CN" sz="3200" dirty="0">
                <a:latin typeface="Times New Roman" pitchFamily="18" charset="0"/>
              </a:rPr>
              <a:t>&lt;1/5</a:t>
            </a:r>
            <a:endParaRPr lang="zh-CN" altLang="en-US" sz="3200" dirty="0">
              <a:latin typeface="Times New Roman" pitchFamily="18" charset="0"/>
            </a:endParaRPr>
          </a:p>
        </p:txBody>
      </p:sp>
      <p:grpSp>
        <p:nvGrpSpPr>
          <p:cNvPr id="837647" name="Group 15"/>
          <p:cNvGrpSpPr>
            <a:grpSpLocks/>
          </p:cNvGrpSpPr>
          <p:nvPr/>
        </p:nvGrpSpPr>
        <p:grpSpPr bwMode="auto">
          <a:xfrm>
            <a:off x="188881" y="4578332"/>
            <a:ext cx="5412192" cy="958619"/>
            <a:chOff x="217" y="2926"/>
            <a:chExt cx="3591" cy="683"/>
          </a:xfrm>
        </p:grpSpPr>
        <p:graphicFrame>
          <p:nvGraphicFramePr>
            <p:cNvPr id="837648" name="Object 16"/>
            <p:cNvGraphicFramePr>
              <a:graphicFrameLocks noChangeAspect="1"/>
            </p:cNvGraphicFramePr>
            <p:nvPr>
              <p:extLst/>
            </p:nvPr>
          </p:nvGraphicFramePr>
          <p:xfrm>
            <a:off x="1311" y="2964"/>
            <a:ext cx="2497" cy="645"/>
          </p:xfrm>
          <a:graphic>
            <a:graphicData uri="http://schemas.openxmlformats.org/presentationml/2006/ole">
              <mc:AlternateContent xmlns:mc="http://schemas.openxmlformats.org/markup-compatibility/2006">
                <mc:Choice xmlns:v="urn:schemas-microsoft-com:vml" Requires="v">
                  <p:oleObj spid="_x0000_s900145" name="公式" r:id="rId18" imgW="1828800" imgH="419040" progId="Equation.3">
                    <p:embed/>
                  </p:oleObj>
                </mc:Choice>
                <mc:Fallback>
                  <p:oleObj name="公式" r:id="rId18" imgW="1828800" imgH="419040" progId="Equation.3">
                    <p:embed/>
                    <p:pic>
                      <p:nvPicPr>
                        <p:cNvPr id="0" name=""/>
                        <p:cNvPicPr>
                          <a:picLocks noChangeAspect="1" noChangeArrowheads="1"/>
                        </p:cNvPicPr>
                        <p:nvPr/>
                      </p:nvPicPr>
                      <p:blipFill>
                        <a:blip r:embed="rId19"/>
                        <a:srcRect/>
                        <a:stretch>
                          <a:fillRect/>
                        </a:stretch>
                      </p:blipFill>
                      <p:spPr bwMode="auto">
                        <a:xfrm>
                          <a:off x="1311" y="2964"/>
                          <a:ext cx="2497" cy="6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7649" name="Rectangle 17"/>
            <p:cNvSpPr>
              <a:spLocks noChangeArrowheads="1"/>
            </p:cNvSpPr>
            <p:nvPr/>
          </p:nvSpPr>
          <p:spPr bwMode="auto">
            <a:xfrm>
              <a:off x="217" y="2926"/>
              <a:ext cx="1559"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i="0" dirty="0">
                  <a:latin typeface="Times New Roman" pitchFamily="18" charset="0"/>
                </a:rPr>
                <a:t>复化梯形公式中</a:t>
              </a:r>
            </a:p>
          </p:txBody>
        </p:sp>
      </p:grpSp>
      <p:graphicFrame>
        <p:nvGraphicFramePr>
          <p:cNvPr id="837650" name="Object 18"/>
          <p:cNvGraphicFramePr>
            <a:graphicFrameLocks noChangeAspect="1"/>
          </p:cNvGraphicFramePr>
          <p:nvPr/>
        </p:nvGraphicFramePr>
        <p:xfrm>
          <a:off x="5826137" y="4494235"/>
          <a:ext cx="3082925" cy="960437"/>
        </p:xfrm>
        <a:graphic>
          <a:graphicData uri="http://schemas.openxmlformats.org/presentationml/2006/ole">
            <mc:AlternateContent xmlns:mc="http://schemas.openxmlformats.org/markup-compatibility/2006">
              <mc:Choice xmlns:v="urn:schemas-microsoft-com:vml" Requires="v">
                <p:oleObj spid="_x0000_s900146" name="Equation" r:id="rId20" imgW="1422360" imgH="393480" progId="Equation.3">
                  <p:embed/>
                </p:oleObj>
              </mc:Choice>
              <mc:Fallback>
                <p:oleObj name="Equation" r:id="rId20" imgW="1422360" imgH="39348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826137" y="4494235"/>
                        <a:ext cx="3082925" cy="960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7651" name="Rectangle 19"/>
          <p:cNvSpPr>
            <a:spLocks noChangeArrowheads="1"/>
          </p:cNvSpPr>
          <p:nvPr/>
        </p:nvSpPr>
        <p:spPr bwMode="auto">
          <a:xfrm>
            <a:off x="8839208" y="4691063"/>
            <a:ext cx="92845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i="0" dirty="0">
                <a:latin typeface="Times New Roman" pitchFamily="18" charset="0"/>
              </a:rPr>
              <a:t>=167</a:t>
            </a:r>
            <a:endParaRPr lang="zh-CN" altLang="en-US" sz="2800" i="0" dirty="0">
              <a:latin typeface="Times New Roman" pitchFamily="18" charset="0"/>
            </a:endParaRPr>
          </a:p>
        </p:txBody>
      </p:sp>
      <p:sp>
        <p:nvSpPr>
          <p:cNvPr id="837652" name="Rectangle 20"/>
          <p:cNvSpPr>
            <a:spLocks noChangeArrowheads="1"/>
          </p:cNvSpPr>
          <p:nvPr/>
        </p:nvSpPr>
        <p:spPr bwMode="auto">
          <a:xfrm>
            <a:off x="189092" y="5691208"/>
            <a:ext cx="265970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i="0" dirty="0">
                <a:latin typeface="Times New Roman" pitchFamily="18" charset="0"/>
              </a:rPr>
              <a:t>复化辛卜生公式中</a:t>
            </a:r>
          </a:p>
        </p:txBody>
      </p:sp>
      <p:graphicFrame>
        <p:nvGraphicFramePr>
          <p:cNvPr id="837653" name="Object 21"/>
          <p:cNvGraphicFramePr>
            <a:graphicFrameLocks noChangeAspect="1"/>
          </p:cNvGraphicFramePr>
          <p:nvPr/>
        </p:nvGraphicFramePr>
        <p:xfrm>
          <a:off x="2819400" y="5334022"/>
          <a:ext cx="3352800" cy="1103313"/>
        </p:xfrm>
        <a:graphic>
          <a:graphicData uri="http://schemas.openxmlformats.org/presentationml/2006/ole">
            <mc:AlternateContent xmlns:mc="http://schemas.openxmlformats.org/markup-compatibility/2006">
              <mc:Choice xmlns:v="urn:schemas-microsoft-com:vml" Requires="v">
                <p:oleObj spid="_x0000_s900147" name="Equation" r:id="rId22" imgW="1447560" imgH="469800" progId="Equation.3">
                  <p:embed/>
                </p:oleObj>
              </mc:Choice>
              <mc:Fallback>
                <p:oleObj name="Equation" r:id="rId22" imgW="1447560" imgH="469800"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819400" y="5334022"/>
                        <a:ext cx="3352800" cy="1103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7654" name="Rectangle 22"/>
          <p:cNvSpPr>
            <a:spLocks noChangeArrowheads="1"/>
          </p:cNvSpPr>
          <p:nvPr/>
        </p:nvSpPr>
        <p:spPr bwMode="auto">
          <a:xfrm>
            <a:off x="6505144" y="5684522"/>
            <a:ext cx="231345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i="0" dirty="0">
                <a:latin typeface="Times New Roman" pitchFamily="18" charset="0"/>
              </a:rPr>
              <a:t>知：</a:t>
            </a:r>
            <a:r>
              <a:rPr lang="en-US" altLang="zh-CN" sz="2800" i="0" dirty="0">
                <a:latin typeface="Times New Roman" pitchFamily="18" charset="0"/>
              </a:rPr>
              <a:t>M=2m=6</a:t>
            </a:r>
            <a:endParaRPr lang="zh-CN" altLang="en-US" sz="2800" i="0" dirty="0">
              <a:latin typeface="Times New Roman" pitchFamily="18" charset="0"/>
            </a:endParaRPr>
          </a:p>
        </p:txBody>
      </p:sp>
      <p:sp>
        <p:nvSpPr>
          <p:cNvPr id="837655" name="AutoShape 23"/>
          <p:cNvSpPr>
            <a:spLocks noChangeArrowheads="1"/>
          </p:cNvSpPr>
          <p:nvPr/>
        </p:nvSpPr>
        <p:spPr bwMode="auto">
          <a:xfrm>
            <a:off x="6745335" y="44674"/>
            <a:ext cx="3600400" cy="2381642"/>
          </a:xfrm>
          <a:prstGeom prst="cloudCallout">
            <a:avLst>
              <a:gd name="adj1" fmla="val -12500"/>
              <a:gd name="adj2" fmla="val 41065"/>
            </a:avLst>
          </a:prstGeom>
          <a:solidFill>
            <a:schemeClr val="accent2"/>
          </a:solidFill>
          <a:ln w="38100">
            <a:solidFill>
              <a:srgbClr val="FF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400" i="0" dirty="0">
                <a:ea typeface="黑体" pitchFamily="2" charset="-122"/>
              </a:rPr>
              <a:t>可见，为达到相同精度，复化梯形公式需要的计算量比复化辛卜生公式计算量大</a:t>
            </a:r>
          </a:p>
        </p:txBody>
      </p:sp>
    </p:spTree>
    <p:custDataLst>
      <p:tags r:id="rId2"/>
    </p:custDataLst>
    <p:extLst>
      <p:ext uri="{BB962C8B-B14F-4D97-AF65-F5344CB8AC3E}">
        <p14:creationId xmlns:p14="http://schemas.microsoft.com/office/powerpoint/2010/main" val="9177959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37636"/>
                                        </p:tgtEl>
                                        <p:attrNameLst>
                                          <p:attrName>style.visibility</p:attrName>
                                        </p:attrNameLst>
                                      </p:cBhvr>
                                      <p:to>
                                        <p:strVal val="visible"/>
                                      </p:to>
                                    </p:set>
                                    <p:animEffect transition="in" filter="dissolve">
                                      <p:cBhvr>
                                        <p:cTn id="7" dur="500"/>
                                        <p:tgtEl>
                                          <p:spTgt spid="837636"/>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37637"/>
                                        </p:tgtEl>
                                        <p:attrNameLst>
                                          <p:attrName>style.visibility</p:attrName>
                                        </p:attrNameLst>
                                      </p:cBhvr>
                                      <p:to>
                                        <p:strVal val="visible"/>
                                      </p:to>
                                    </p:set>
                                    <p:animEffect transition="in" filter="dissolve">
                                      <p:cBhvr>
                                        <p:cTn id="11" dur="500"/>
                                        <p:tgtEl>
                                          <p:spTgt spid="837637"/>
                                        </p:tgtEl>
                                      </p:cBhvr>
                                    </p:animEffect>
                                  </p:childTnLst>
                                </p:cTn>
                              </p:par>
                            </p:childTnLst>
                          </p:cTn>
                        </p:par>
                        <p:par>
                          <p:cTn id="12" fill="hold" nodeType="afterGroup">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837638"/>
                                        </p:tgtEl>
                                        <p:attrNameLst>
                                          <p:attrName>style.visibility</p:attrName>
                                        </p:attrNameLst>
                                      </p:cBhvr>
                                      <p:to>
                                        <p:strVal val="visible"/>
                                      </p:to>
                                    </p:set>
                                    <p:animEffect transition="in" filter="dissolve">
                                      <p:cBhvr>
                                        <p:cTn id="15" dur="500"/>
                                        <p:tgtEl>
                                          <p:spTgt spid="83763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837639"/>
                                        </p:tgtEl>
                                        <p:attrNameLst>
                                          <p:attrName>style.visibility</p:attrName>
                                        </p:attrNameLst>
                                      </p:cBhvr>
                                      <p:to>
                                        <p:strVal val="visible"/>
                                      </p:to>
                                    </p:set>
                                    <p:animEffect transition="in" filter="dissolve">
                                      <p:cBhvr>
                                        <p:cTn id="20" dur="500"/>
                                        <p:tgtEl>
                                          <p:spTgt spid="83763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837640"/>
                                        </p:tgtEl>
                                        <p:attrNameLst>
                                          <p:attrName>style.visibility</p:attrName>
                                        </p:attrNameLst>
                                      </p:cBhvr>
                                      <p:to>
                                        <p:strVal val="visible"/>
                                      </p:to>
                                    </p:set>
                                    <p:animEffect transition="in" filter="dissolve">
                                      <p:cBhvr>
                                        <p:cTn id="25" dur="500"/>
                                        <p:tgtEl>
                                          <p:spTgt spid="83764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837641"/>
                                        </p:tgtEl>
                                        <p:attrNameLst>
                                          <p:attrName>style.visibility</p:attrName>
                                        </p:attrNameLst>
                                      </p:cBhvr>
                                      <p:to>
                                        <p:strVal val="visible"/>
                                      </p:to>
                                    </p:set>
                                    <p:animEffect transition="in" filter="dissolve">
                                      <p:cBhvr>
                                        <p:cTn id="30" dur="500"/>
                                        <p:tgtEl>
                                          <p:spTgt spid="83764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837642"/>
                                        </p:tgtEl>
                                        <p:attrNameLst>
                                          <p:attrName>style.visibility</p:attrName>
                                        </p:attrNameLst>
                                      </p:cBhvr>
                                      <p:to>
                                        <p:strVal val="visible"/>
                                      </p:to>
                                    </p:set>
                                    <p:animEffect transition="in" filter="dissolve">
                                      <p:cBhvr>
                                        <p:cTn id="35" dur="500"/>
                                        <p:tgtEl>
                                          <p:spTgt spid="83764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837643"/>
                                        </p:tgtEl>
                                        <p:attrNameLst>
                                          <p:attrName>style.visibility</p:attrName>
                                        </p:attrNameLst>
                                      </p:cBhvr>
                                      <p:to>
                                        <p:strVal val="visible"/>
                                      </p:to>
                                    </p:set>
                                    <p:animEffect transition="in" filter="dissolve">
                                      <p:cBhvr>
                                        <p:cTn id="40" dur="500"/>
                                        <p:tgtEl>
                                          <p:spTgt spid="83764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nodeType="clickEffect">
                                  <p:stCondLst>
                                    <p:cond delay="0"/>
                                  </p:stCondLst>
                                  <p:childTnLst>
                                    <p:set>
                                      <p:cBhvr>
                                        <p:cTn id="44" dur="1" fill="hold">
                                          <p:stCondLst>
                                            <p:cond delay="0"/>
                                          </p:stCondLst>
                                        </p:cTn>
                                        <p:tgtEl>
                                          <p:spTgt spid="837644"/>
                                        </p:tgtEl>
                                        <p:attrNameLst>
                                          <p:attrName>style.visibility</p:attrName>
                                        </p:attrNameLst>
                                      </p:cBhvr>
                                      <p:to>
                                        <p:strVal val="visible"/>
                                      </p:to>
                                    </p:set>
                                    <p:animEffect transition="in" filter="dissolve">
                                      <p:cBhvr>
                                        <p:cTn id="45" dur="500"/>
                                        <p:tgtEl>
                                          <p:spTgt spid="83764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837645"/>
                                        </p:tgtEl>
                                        <p:attrNameLst>
                                          <p:attrName>style.visibility</p:attrName>
                                        </p:attrNameLst>
                                      </p:cBhvr>
                                      <p:to>
                                        <p:strVal val="visible"/>
                                      </p:to>
                                    </p:set>
                                    <p:animEffect transition="in" filter="dissolve">
                                      <p:cBhvr>
                                        <p:cTn id="50" dur="500"/>
                                        <p:tgtEl>
                                          <p:spTgt spid="83764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837646"/>
                                        </p:tgtEl>
                                        <p:attrNameLst>
                                          <p:attrName>style.visibility</p:attrName>
                                        </p:attrNameLst>
                                      </p:cBhvr>
                                      <p:to>
                                        <p:strVal val="visible"/>
                                      </p:to>
                                    </p:set>
                                    <p:animEffect transition="in" filter="dissolve">
                                      <p:cBhvr>
                                        <p:cTn id="55" dur="500"/>
                                        <p:tgtEl>
                                          <p:spTgt spid="837646"/>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nodeType="clickEffect">
                                  <p:stCondLst>
                                    <p:cond delay="0"/>
                                  </p:stCondLst>
                                  <p:childTnLst>
                                    <p:set>
                                      <p:cBhvr>
                                        <p:cTn id="59" dur="1" fill="hold">
                                          <p:stCondLst>
                                            <p:cond delay="0"/>
                                          </p:stCondLst>
                                        </p:cTn>
                                        <p:tgtEl>
                                          <p:spTgt spid="837647"/>
                                        </p:tgtEl>
                                        <p:attrNameLst>
                                          <p:attrName>style.visibility</p:attrName>
                                        </p:attrNameLst>
                                      </p:cBhvr>
                                      <p:to>
                                        <p:strVal val="visible"/>
                                      </p:to>
                                    </p:set>
                                    <p:animEffect transition="in" filter="dissolve">
                                      <p:cBhvr>
                                        <p:cTn id="60" dur="500"/>
                                        <p:tgtEl>
                                          <p:spTgt spid="83764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9" presetClass="entr" presetSubtype="0" fill="hold" nodeType="clickEffect">
                                  <p:stCondLst>
                                    <p:cond delay="0"/>
                                  </p:stCondLst>
                                  <p:childTnLst>
                                    <p:set>
                                      <p:cBhvr>
                                        <p:cTn id="64" dur="1" fill="hold">
                                          <p:stCondLst>
                                            <p:cond delay="0"/>
                                          </p:stCondLst>
                                        </p:cTn>
                                        <p:tgtEl>
                                          <p:spTgt spid="837650"/>
                                        </p:tgtEl>
                                        <p:attrNameLst>
                                          <p:attrName>style.visibility</p:attrName>
                                        </p:attrNameLst>
                                      </p:cBhvr>
                                      <p:to>
                                        <p:strVal val="visible"/>
                                      </p:to>
                                    </p:set>
                                    <p:animEffect transition="in" filter="dissolve">
                                      <p:cBhvr>
                                        <p:cTn id="65" dur="500"/>
                                        <p:tgtEl>
                                          <p:spTgt spid="837650"/>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837651"/>
                                        </p:tgtEl>
                                        <p:attrNameLst>
                                          <p:attrName>style.visibility</p:attrName>
                                        </p:attrNameLst>
                                      </p:cBhvr>
                                      <p:to>
                                        <p:strVal val="visible"/>
                                      </p:to>
                                    </p:set>
                                    <p:animEffect transition="in" filter="dissolve">
                                      <p:cBhvr>
                                        <p:cTn id="70" dur="500"/>
                                        <p:tgtEl>
                                          <p:spTgt spid="837651"/>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837652"/>
                                        </p:tgtEl>
                                        <p:attrNameLst>
                                          <p:attrName>style.visibility</p:attrName>
                                        </p:attrNameLst>
                                      </p:cBhvr>
                                      <p:to>
                                        <p:strVal val="visible"/>
                                      </p:to>
                                    </p:set>
                                    <p:animEffect transition="in" filter="dissolve">
                                      <p:cBhvr>
                                        <p:cTn id="75" dur="500"/>
                                        <p:tgtEl>
                                          <p:spTgt spid="837652"/>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9" presetClass="entr" presetSubtype="0" fill="hold" nodeType="clickEffect">
                                  <p:stCondLst>
                                    <p:cond delay="0"/>
                                  </p:stCondLst>
                                  <p:childTnLst>
                                    <p:set>
                                      <p:cBhvr>
                                        <p:cTn id="79" dur="1" fill="hold">
                                          <p:stCondLst>
                                            <p:cond delay="0"/>
                                          </p:stCondLst>
                                        </p:cTn>
                                        <p:tgtEl>
                                          <p:spTgt spid="837653"/>
                                        </p:tgtEl>
                                        <p:attrNameLst>
                                          <p:attrName>style.visibility</p:attrName>
                                        </p:attrNameLst>
                                      </p:cBhvr>
                                      <p:to>
                                        <p:strVal val="visible"/>
                                      </p:to>
                                    </p:set>
                                    <p:animEffect transition="in" filter="dissolve">
                                      <p:cBhvr>
                                        <p:cTn id="80" dur="500"/>
                                        <p:tgtEl>
                                          <p:spTgt spid="837653"/>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9" presetClass="entr" presetSubtype="0" fill="hold" grpId="0" nodeType="clickEffect">
                                  <p:stCondLst>
                                    <p:cond delay="0"/>
                                  </p:stCondLst>
                                  <p:childTnLst>
                                    <p:set>
                                      <p:cBhvr>
                                        <p:cTn id="84" dur="1" fill="hold">
                                          <p:stCondLst>
                                            <p:cond delay="0"/>
                                          </p:stCondLst>
                                        </p:cTn>
                                        <p:tgtEl>
                                          <p:spTgt spid="837654"/>
                                        </p:tgtEl>
                                        <p:attrNameLst>
                                          <p:attrName>style.visibility</p:attrName>
                                        </p:attrNameLst>
                                      </p:cBhvr>
                                      <p:to>
                                        <p:strVal val="visible"/>
                                      </p:to>
                                    </p:set>
                                    <p:animEffect transition="in" filter="dissolve">
                                      <p:cBhvr>
                                        <p:cTn id="85" dur="500"/>
                                        <p:tgtEl>
                                          <p:spTgt spid="837654"/>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 presetClass="entr" presetSubtype="8" fill="hold" grpId="0" nodeType="clickEffect">
                                  <p:stCondLst>
                                    <p:cond delay="0"/>
                                  </p:stCondLst>
                                  <p:childTnLst>
                                    <p:set>
                                      <p:cBhvr>
                                        <p:cTn id="89" dur="1" fill="hold">
                                          <p:stCondLst>
                                            <p:cond delay="0"/>
                                          </p:stCondLst>
                                        </p:cTn>
                                        <p:tgtEl>
                                          <p:spTgt spid="837655"/>
                                        </p:tgtEl>
                                        <p:attrNameLst>
                                          <p:attrName>style.visibility</p:attrName>
                                        </p:attrNameLst>
                                      </p:cBhvr>
                                      <p:to>
                                        <p:strVal val="visible"/>
                                      </p:to>
                                    </p:set>
                                    <p:anim calcmode="lin" valueType="num">
                                      <p:cBhvr additive="base">
                                        <p:cTn id="90" dur="500" fill="hold"/>
                                        <p:tgtEl>
                                          <p:spTgt spid="837655"/>
                                        </p:tgtEl>
                                        <p:attrNameLst>
                                          <p:attrName>ppt_x</p:attrName>
                                        </p:attrNameLst>
                                      </p:cBhvr>
                                      <p:tavLst>
                                        <p:tav tm="0">
                                          <p:val>
                                            <p:strVal val="0-#ppt_w/2"/>
                                          </p:val>
                                        </p:tav>
                                        <p:tav tm="100000">
                                          <p:val>
                                            <p:strVal val="#ppt_x"/>
                                          </p:val>
                                        </p:tav>
                                      </p:tavLst>
                                    </p:anim>
                                    <p:anim calcmode="lin" valueType="num">
                                      <p:cBhvr additive="base">
                                        <p:cTn id="91" dur="500" fill="hold"/>
                                        <p:tgtEl>
                                          <p:spTgt spid="8376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7637" grpId="0" autoUpdateAnimBg="0"/>
      <p:bldP spid="837638" grpId="0" autoUpdateAnimBg="0"/>
      <p:bldP spid="837639" grpId="0" autoUpdateAnimBg="0"/>
      <p:bldP spid="837646" grpId="0" autoUpdateAnimBg="0"/>
      <p:bldP spid="837651" grpId="0" autoUpdateAnimBg="0"/>
      <p:bldP spid="837652" grpId="0" autoUpdateAnimBg="0"/>
      <p:bldP spid="837654" grpId="0" autoUpdateAnimBg="0"/>
      <p:bldP spid="837655" grpId="0" animBg="1" autoUpdateAnimBg="0"/>
    </p:bldLst>
  </p:timing>
  <p:extLst mod="1"/>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灯片编号占位符 3"/>
          <p:cNvSpPr>
            <a:spLocks noGrp="1"/>
          </p:cNvSpPr>
          <p:nvPr>
            <p:ph type="sldNum" sz="quarter" idx="10"/>
          </p:nvPr>
        </p:nvSpPr>
        <p:spPr/>
        <p:txBody>
          <a:bodyPr/>
          <a:lstStyle/>
          <a:p>
            <a:fld id="{FA42F23C-189B-4C01-B4E2-98D9F93268CF}" type="slidenum">
              <a:rPr lang="zh-CN" altLang="en-US"/>
              <a:pPr/>
              <a:t>37</a:t>
            </a:fld>
            <a:endParaRPr lang="en-US" altLang="zh-CN"/>
          </a:p>
        </p:txBody>
      </p:sp>
      <p:sp>
        <p:nvSpPr>
          <p:cNvPr id="34" name="日期占位符 4"/>
          <p:cNvSpPr>
            <a:spLocks noGrp="1"/>
          </p:cNvSpPr>
          <p:nvPr>
            <p:ph type="dt" sz="half" idx="4294967295"/>
          </p:nvPr>
        </p:nvSpPr>
        <p:spPr>
          <a:xfrm>
            <a:off x="14295" y="6350000"/>
            <a:ext cx="2297112" cy="577850"/>
          </a:xfrm>
        </p:spPr>
        <p:txBody>
          <a:bodyPr/>
          <a:lstStyle/>
          <a:p>
            <a:fld id="{CC3780F2-DB36-457C-AD80-4D929DA98911}" type="datetime1">
              <a:rPr lang="zh-CN" altLang="en-US"/>
              <a:pPr/>
              <a:t>2024/11/11</a:t>
            </a:fld>
            <a:endParaRPr lang="en-US" altLang="zh-CN"/>
          </a:p>
        </p:txBody>
      </p:sp>
      <p:sp>
        <p:nvSpPr>
          <p:cNvPr id="838658" name="Rectangle 2"/>
          <p:cNvSpPr>
            <a:spLocks noGrp="1" noChangeArrowheads="1"/>
          </p:cNvSpPr>
          <p:nvPr>
            <p:ph type="title"/>
          </p:nvPr>
        </p:nvSpPr>
        <p:spPr>
          <a:xfrm>
            <a:off x="650878" y="255588"/>
            <a:ext cx="8820150" cy="658812"/>
          </a:xfrm>
        </p:spPr>
        <p:txBody>
          <a:bodyPr/>
          <a:lstStyle/>
          <a:p>
            <a:r>
              <a:rPr lang="zh-CN" altLang="en-US"/>
              <a:t>§1.3 </a:t>
            </a:r>
            <a:r>
              <a:rPr lang="zh-CN" altLang="en-US" sz="4800"/>
              <a:t>复化求积公式</a:t>
            </a:r>
          </a:p>
        </p:txBody>
      </p:sp>
      <p:sp>
        <p:nvSpPr>
          <p:cNvPr id="838659" name="Rectangle 3"/>
          <p:cNvSpPr>
            <a:spLocks noGrp="1" noChangeArrowheads="1"/>
          </p:cNvSpPr>
          <p:nvPr>
            <p:ph type="body" idx="1"/>
          </p:nvPr>
        </p:nvSpPr>
        <p:spPr>
          <a:xfrm>
            <a:off x="650878" y="1143000"/>
            <a:ext cx="8820150" cy="443198"/>
          </a:xfrm>
        </p:spPr>
        <p:txBody>
          <a:bodyPr/>
          <a:lstStyle/>
          <a:p>
            <a:r>
              <a:rPr lang="zh-CN" altLang="en-US" sz="3200" dirty="0"/>
              <a:t>3.复化3/8公式</a:t>
            </a:r>
          </a:p>
        </p:txBody>
      </p:sp>
      <p:grpSp>
        <p:nvGrpSpPr>
          <p:cNvPr id="838660" name="Group 4"/>
          <p:cNvGrpSpPr>
            <a:grpSpLocks/>
          </p:cNvGrpSpPr>
          <p:nvPr/>
        </p:nvGrpSpPr>
        <p:grpSpPr bwMode="auto">
          <a:xfrm>
            <a:off x="531812" y="1828802"/>
            <a:ext cx="9001129" cy="1239838"/>
            <a:chOff x="287" y="2160"/>
            <a:chExt cx="5670" cy="781"/>
          </a:xfrm>
        </p:grpSpPr>
        <p:grpSp>
          <p:nvGrpSpPr>
            <p:cNvPr id="838661" name="Group 5"/>
            <p:cNvGrpSpPr>
              <a:grpSpLocks/>
            </p:cNvGrpSpPr>
            <p:nvPr/>
          </p:nvGrpSpPr>
          <p:grpSpPr bwMode="auto">
            <a:xfrm>
              <a:off x="432" y="2381"/>
              <a:ext cx="5376" cy="560"/>
              <a:chOff x="576" y="1440"/>
              <a:chExt cx="5376" cy="560"/>
            </a:xfrm>
          </p:grpSpPr>
          <p:sp>
            <p:nvSpPr>
              <p:cNvPr id="838662" name="AutoShape 6"/>
              <p:cNvSpPr>
                <a:spLocks/>
              </p:cNvSpPr>
              <p:nvPr/>
            </p:nvSpPr>
            <p:spPr bwMode="auto">
              <a:xfrm rot="5400000">
                <a:off x="3144" y="-1128"/>
                <a:ext cx="240" cy="5376"/>
              </a:xfrm>
              <a:prstGeom prst="rightBrace">
                <a:avLst>
                  <a:gd name="adj1" fmla="val 186667"/>
                  <a:gd name="adj2" fmla="val 50019"/>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663" name="Rectangle 7"/>
              <p:cNvSpPr>
                <a:spLocks noChangeArrowheads="1"/>
              </p:cNvSpPr>
              <p:nvPr/>
            </p:nvSpPr>
            <p:spPr bwMode="auto">
              <a:xfrm>
                <a:off x="2768" y="1632"/>
                <a:ext cx="1125"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M</a:t>
                </a:r>
                <a:r>
                  <a:rPr lang="zh-CN" altLang="en-US" sz="3200" i="0">
                    <a:latin typeface="Times New Roman" pitchFamily="18" charset="0"/>
                  </a:rPr>
                  <a:t>个小段</a:t>
                </a:r>
              </a:p>
            </p:txBody>
          </p:sp>
        </p:grpSp>
        <p:grpSp>
          <p:nvGrpSpPr>
            <p:cNvPr id="838664" name="Group 8"/>
            <p:cNvGrpSpPr>
              <a:grpSpLocks/>
            </p:cNvGrpSpPr>
            <p:nvPr/>
          </p:nvGrpSpPr>
          <p:grpSpPr bwMode="auto">
            <a:xfrm>
              <a:off x="287" y="2160"/>
              <a:ext cx="5670" cy="512"/>
              <a:chOff x="431" y="960"/>
              <a:chExt cx="5670" cy="512"/>
            </a:xfrm>
          </p:grpSpPr>
          <p:grpSp>
            <p:nvGrpSpPr>
              <p:cNvPr id="838665" name="Group 9"/>
              <p:cNvGrpSpPr>
                <a:grpSpLocks/>
              </p:cNvGrpSpPr>
              <p:nvPr/>
            </p:nvGrpSpPr>
            <p:grpSpPr bwMode="auto">
              <a:xfrm>
                <a:off x="431" y="960"/>
                <a:ext cx="5670" cy="512"/>
                <a:chOff x="431" y="960"/>
                <a:chExt cx="5670" cy="512"/>
              </a:xfrm>
            </p:grpSpPr>
            <p:sp>
              <p:nvSpPr>
                <p:cNvPr id="838666" name="Line 10"/>
                <p:cNvSpPr>
                  <a:spLocks noChangeShapeType="1"/>
                </p:cNvSpPr>
                <p:nvPr/>
              </p:nvSpPr>
              <p:spPr bwMode="auto">
                <a:xfrm>
                  <a:off x="52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667" name="Line 11"/>
                <p:cNvSpPr>
                  <a:spLocks noChangeShapeType="1"/>
                </p:cNvSpPr>
                <p:nvPr/>
              </p:nvSpPr>
              <p:spPr bwMode="auto">
                <a:xfrm>
                  <a:off x="528" y="1104"/>
                  <a:ext cx="54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668" name="Line 12"/>
                <p:cNvSpPr>
                  <a:spLocks noChangeShapeType="1"/>
                </p:cNvSpPr>
                <p:nvPr/>
              </p:nvSpPr>
              <p:spPr bwMode="auto">
                <a:xfrm>
                  <a:off x="6000"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669" name="Rectangle 13"/>
                <p:cNvSpPr>
                  <a:spLocks noChangeArrowheads="1"/>
                </p:cNvSpPr>
                <p:nvPr/>
              </p:nvSpPr>
              <p:spPr bwMode="auto">
                <a:xfrm>
                  <a:off x="431" y="1104"/>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a</a:t>
                  </a:r>
                  <a:endParaRPr lang="zh-CN" altLang="en-US" sz="3200">
                    <a:latin typeface="Times New Roman" pitchFamily="18" charset="0"/>
                  </a:endParaRPr>
                </a:p>
              </p:txBody>
            </p:sp>
            <p:sp>
              <p:nvSpPr>
                <p:cNvPr id="838670" name="Rectangle 14"/>
                <p:cNvSpPr>
                  <a:spLocks noChangeArrowheads="1"/>
                </p:cNvSpPr>
                <p:nvPr/>
              </p:nvSpPr>
              <p:spPr bwMode="auto">
                <a:xfrm>
                  <a:off x="5855" y="1104"/>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b</a:t>
                  </a:r>
                  <a:endParaRPr lang="zh-CN" altLang="en-US" sz="3200">
                    <a:latin typeface="Times New Roman" pitchFamily="18" charset="0"/>
                  </a:endParaRPr>
                </a:p>
              </p:txBody>
            </p:sp>
            <p:sp>
              <p:nvSpPr>
                <p:cNvPr id="838671" name="Line 15"/>
                <p:cNvSpPr>
                  <a:spLocks noChangeShapeType="1"/>
                </p:cNvSpPr>
                <p:nvPr/>
              </p:nvSpPr>
              <p:spPr bwMode="auto">
                <a:xfrm>
                  <a:off x="148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672" name="Line 16"/>
                <p:cNvSpPr>
                  <a:spLocks noChangeShapeType="1"/>
                </p:cNvSpPr>
                <p:nvPr/>
              </p:nvSpPr>
              <p:spPr bwMode="auto">
                <a:xfrm>
                  <a:off x="244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673" name="Line 17"/>
                <p:cNvSpPr>
                  <a:spLocks noChangeShapeType="1"/>
                </p:cNvSpPr>
                <p:nvPr/>
              </p:nvSpPr>
              <p:spPr bwMode="auto">
                <a:xfrm>
                  <a:off x="3360"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674" name="Line 18"/>
                <p:cNvSpPr>
                  <a:spLocks noChangeShapeType="1"/>
                </p:cNvSpPr>
                <p:nvPr/>
              </p:nvSpPr>
              <p:spPr bwMode="auto">
                <a:xfrm>
                  <a:off x="4224"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675" name="Line 19"/>
                <p:cNvSpPr>
                  <a:spLocks noChangeShapeType="1"/>
                </p:cNvSpPr>
                <p:nvPr/>
              </p:nvSpPr>
              <p:spPr bwMode="auto">
                <a:xfrm>
                  <a:off x="5136"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8676" name="Line 20"/>
              <p:cNvSpPr>
                <a:spLocks noChangeShapeType="1"/>
              </p:cNvSpPr>
              <p:nvPr/>
            </p:nvSpPr>
            <p:spPr bwMode="auto">
              <a:xfrm>
                <a:off x="100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677" name="Line 21"/>
              <p:cNvSpPr>
                <a:spLocks noChangeShapeType="1"/>
              </p:cNvSpPr>
              <p:nvPr/>
            </p:nvSpPr>
            <p:spPr bwMode="auto">
              <a:xfrm>
                <a:off x="196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678" name="Line 22"/>
              <p:cNvSpPr>
                <a:spLocks noChangeShapeType="1"/>
              </p:cNvSpPr>
              <p:nvPr/>
            </p:nvSpPr>
            <p:spPr bwMode="auto">
              <a:xfrm>
                <a:off x="292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679" name="Line 23"/>
              <p:cNvSpPr>
                <a:spLocks noChangeShapeType="1"/>
              </p:cNvSpPr>
              <p:nvPr/>
            </p:nvSpPr>
            <p:spPr bwMode="auto">
              <a:xfrm>
                <a:off x="3792"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680" name="Line 24"/>
              <p:cNvSpPr>
                <a:spLocks noChangeShapeType="1"/>
              </p:cNvSpPr>
              <p:nvPr/>
            </p:nvSpPr>
            <p:spPr bwMode="auto">
              <a:xfrm>
                <a:off x="4704"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681" name="Line 25"/>
              <p:cNvSpPr>
                <a:spLocks noChangeShapeType="1"/>
              </p:cNvSpPr>
              <p:nvPr/>
            </p:nvSpPr>
            <p:spPr bwMode="auto">
              <a:xfrm>
                <a:off x="5616"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8682" name="Group 26"/>
            <p:cNvGrpSpPr>
              <a:grpSpLocks/>
            </p:cNvGrpSpPr>
            <p:nvPr/>
          </p:nvGrpSpPr>
          <p:grpSpPr bwMode="auto">
            <a:xfrm>
              <a:off x="384" y="2256"/>
              <a:ext cx="1440" cy="519"/>
              <a:chOff x="528" y="1056"/>
              <a:chExt cx="960" cy="519"/>
            </a:xfrm>
          </p:grpSpPr>
          <p:sp>
            <p:nvSpPr>
              <p:cNvPr id="838683" name="AutoShape 27"/>
              <p:cNvSpPr>
                <a:spLocks/>
              </p:cNvSpPr>
              <p:nvPr/>
            </p:nvSpPr>
            <p:spPr bwMode="auto">
              <a:xfrm rot="5400000">
                <a:off x="960" y="768"/>
                <a:ext cx="144" cy="912"/>
              </a:xfrm>
              <a:prstGeom prst="rightBrace">
                <a:avLst>
                  <a:gd name="adj1" fmla="val 52778"/>
                  <a:gd name="adj2" fmla="val 50019"/>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684" name="Rectangle 28"/>
              <p:cNvSpPr>
                <a:spLocks noChangeArrowheads="1"/>
              </p:cNvSpPr>
              <p:nvPr/>
            </p:nvSpPr>
            <p:spPr bwMode="auto">
              <a:xfrm>
                <a:off x="624" y="1248"/>
                <a:ext cx="8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a:solidFill>
                      <a:srgbClr val="FF3300"/>
                    </a:solidFill>
                    <a:latin typeface="Times New Roman" pitchFamily="18" charset="0"/>
                  </a:rPr>
                  <a:t>n=3</a:t>
                </a:r>
                <a:r>
                  <a:rPr lang="zh-CN" altLang="en-US" sz="2800" i="0">
                    <a:solidFill>
                      <a:srgbClr val="FF3300"/>
                    </a:solidFill>
                    <a:latin typeface="Times New Roman" pitchFamily="18" charset="0"/>
                  </a:rPr>
                  <a:t>小段</a:t>
                </a:r>
              </a:p>
            </p:txBody>
          </p:sp>
          <p:sp>
            <p:nvSpPr>
              <p:cNvPr id="838685" name="Rectangle 29" descr="浅色下对角线"/>
              <p:cNvSpPr>
                <a:spLocks noChangeArrowheads="1"/>
              </p:cNvSpPr>
              <p:nvPr/>
            </p:nvSpPr>
            <p:spPr bwMode="auto">
              <a:xfrm>
                <a:off x="528" y="1056"/>
                <a:ext cx="960" cy="96"/>
              </a:xfrm>
              <a:prstGeom prst="rect">
                <a:avLst/>
              </a:prstGeom>
              <a:pattFill prst="ltDnDiag">
                <a:fgClr>
                  <a:srgbClr val="FF3300"/>
                </a:fgClr>
                <a:bgClr>
                  <a:schemeClr val="bg1"/>
                </a:bgClr>
              </a:pattFill>
              <a:ln w="127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8686" name="Rectangle 30"/>
            <p:cNvSpPr>
              <a:spLocks noChangeArrowheads="1"/>
            </p:cNvSpPr>
            <p:nvPr/>
          </p:nvSpPr>
          <p:spPr bwMode="auto">
            <a:xfrm>
              <a:off x="4000" y="2515"/>
              <a:ext cx="889"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FF3300"/>
                  </a:solidFill>
                  <a:latin typeface="Times New Roman" pitchFamily="18" charset="0"/>
                </a:rPr>
                <a:t>M =3m</a:t>
              </a:r>
              <a:endParaRPr lang="zh-CN" altLang="en-US" sz="3200">
                <a:solidFill>
                  <a:srgbClr val="FF3300"/>
                </a:solidFill>
                <a:latin typeface="Times New Roman" pitchFamily="18" charset="0"/>
              </a:endParaRPr>
            </a:p>
          </p:txBody>
        </p:sp>
      </p:grpSp>
      <p:graphicFrame>
        <p:nvGraphicFramePr>
          <p:cNvPr id="838687" name="Object 31"/>
          <p:cNvGraphicFramePr>
            <a:graphicFrameLocks noChangeAspect="1"/>
          </p:cNvGraphicFramePr>
          <p:nvPr/>
        </p:nvGraphicFramePr>
        <p:xfrm>
          <a:off x="381000" y="3200400"/>
          <a:ext cx="9029700" cy="1035050"/>
        </p:xfrm>
        <a:graphic>
          <a:graphicData uri="http://schemas.openxmlformats.org/presentationml/2006/ole">
            <mc:AlternateContent xmlns:mc="http://schemas.openxmlformats.org/markup-compatibility/2006">
              <mc:Choice xmlns:v="urn:schemas-microsoft-com:vml" Requires="v">
                <p:oleObj spid="_x0000_s901130" name="Equation" r:id="rId4" imgW="3860640" imgH="419040" progId="Equation.3">
                  <p:embed/>
                </p:oleObj>
              </mc:Choice>
              <mc:Fallback>
                <p:oleObj name="Equation" r:id="rId4" imgW="3860640" imgH="4190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3200400"/>
                        <a:ext cx="9029700"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8688" name="Object 32"/>
          <p:cNvGraphicFramePr>
            <a:graphicFrameLocks noChangeAspect="1"/>
          </p:cNvGraphicFramePr>
          <p:nvPr/>
        </p:nvGraphicFramePr>
        <p:xfrm>
          <a:off x="381000" y="4419622"/>
          <a:ext cx="9067800" cy="1719263"/>
        </p:xfrm>
        <a:graphic>
          <a:graphicData uri="http://schemas.openxmlformats.org/presentationml/2006/ole">
            <mc:AlternateContent xmlns:mc="http://schemas.openxmlformats.org/markup-compatibility/2006">
              <mc:Choice xmlns:v="urn:schemas-microsoft-com:vml" Requires="v">
                <p:oleObj spid="_x0000_s901131" name="Equation" r:id="rId6" imgW="4178160" imgH="634680" progId="Equation.3">
                  <p:embed/>
                </p:oleObj>
              </mc:Choice>
              <mc:Fallback>
                <p:oleObj name="Equation" r:id="rId6" imgW="4178160" imgH="6346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 y="4419622"/>
                        <a:ext cx="9067800" cy="1719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 name="Rectangle 35"/>
          <p:cNvSpPr>
            <a:spLocks noChangeArrowheads="1"/>
          </p:cNvSpPr>
          <p:nvPr/>
        </p:nvSpPr>
        <p:spPr bwMode="auto">
          <a:xfrm>
            <a:off x="5144492" y="5373216"/>
            <a:ext cx="3364331" cy="861774"/>
          </a:xfrm>
          <a:prstGeom prst="rect">
            <a:avLst/>
          </a:prstGeom>
          <a:noFill/>
          <a:ln w="381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ltLang="zh-CN" sz="3200" dirty="0">
              <a:solidFill>
                <a:srgbClr val="FF3300"/>
              </a:solidFill>
              <a:latin typeface="Times New Roman" pitchFamily="18" charset="0"/>
            </a:endParaRPr>
          </a:p>
          <a:p>
            <a:pPr algn="l"/>
            <a:r>
              <a:rPr lang="en-US" altLang="zh-CN" sz="1800" i="0" dirty="0">
                <a:solidFill>
                  <a:srgbClr val="FF3300"/>
                </a:solidFill>
                <a:latin typeface="Times New Roman" pitchFamily="18" charset="0"/>
              </a:rPr>
              <a:t>1</a:t>
            </a:r>
            <a:r>
              <a:rPr lang="zh-CN" altLang="en-US" sz="1800" i="0" dirty="0">
                <a:solidFill>
                  <a:srgbClr val="FF3300"/>
                </a:solidFill>
                <a:latin typeface="Times New Roman" pitchFamily="18" charset="0"/>
              </a:rPr>
              <a:t>个</a:t>
            </a:r>
            <a:r>
              <a:rPr lang="en-US" altLang="zh-CN" sz="1800" i="0" dirty="0">
                <a:solidFill>
                  <a:srgbClr val="FF3300"/>
                </a:solidFill>
                <a:latin typeface="Times New Roman" pitchFamily="18" charset="0"/>
              </a:rPr>
              <a:t>3/8</a:t>
            </a:r>
            <a:r>
              <a:rPr lang="zh-CN" altLang="en-US" sz="1800" i="0" dirty="0">
                <a:solidFill>
                  <a:srgbClr val="FF3300"/>
                </a:solidFill>
                <a:latin typeface="Times New Roman" pitchFamily="18" charset="0"/>
              </a:rPr>
              <a:t>公式的误差</a:t>
            </a:r>
            <a:r>
              <a:rPr lang="en-US" altLang="zh-CN" sz="1800" i="0" dirty="0">
                <a:solidFill>
                  <a:srgbClr val="FF3300"/>
                </a:solidFill>
                <a:latin typeface="Times New Roman" pitchFamily="18" charset="0"/>
              </a:rPr>
              <a:t>*m</a:t>
            </a:r>
            <a:r>
              <a:rPr lang="zh-CN" altLang="en-US" sz="1800" i="0" dirty="0">
                <a:solidFill>
                  <a:srgbClr val="FF3300"/>
                </a:solidFill>
                <a:latin typeface="Times New Roman" pitchFamily="18" charset="0"/>
              </a:rPr>
              <a:t>个大段</a:t>
            </a:r>
          </a:p>
        </p:txBody>
      </p:sp>
    </p:spTree>
    <p:custDataLst>
      <p:tags r:id="rId2"/>
    </p:custDataLst>
    <p:extLst>
      <p:ext uri="{BB962C8B-B14F-4D97-AF65-F5344CB8AC3E}">
        <p14:creationId xmlns:p14="http://schemas.microsoft.com/office/powerpoint/2010/main" val="12287895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38687"/>
                                        </p:tgtEl>
                                        <p:attrNameLst>
                                          <p:attrName>style.visibility</p:attrName>
                                        </p:attrNameLst>
                                      </p:cBhvr>
                                      <p:to>
                                        <p:strVal val="visible"/>
                                      </p:to>
                                    </p:set>
                                    <p:animEffect transition="in" filter="dissolve">
                                      <p:cBhvr>
                                        <p:cTn id="7" dur="500"/>
                                        <p:tgtEl>
                                          <p:spTgt spid="8386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38688"/>
                                        </p:tgtEl>
                                        <p:attrNameLst>
                                          <p:attrName>style.visibility</p:attrName>
                                        </p:attrNameLst>
                                      </p:cBhvr>
                                      <p:to>
                                        <p:strVal val="visible"/>
                                      </p:to>
                                    </p:set>
                                    <p:animEffect transition="in" filter="dissolve">
                                      <p:cBhvr>
                                        <p:cTn id="12" dur="500"/>
                                        <p:tgtEl>
                                          <p:spTgt spid="83868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dissolve">
                                      <p:cBhvr>
                                        <p:cTn id="1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autoUpdateAnimBg="0"/>
    </p:bldLst>
  </p:timing>
  <p:extLst mod="1"/>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3"/>
          <p:cNvSpPr>
            <a:spLocks noGrp="1"/>
          </p:cNvSpPr>
          <p:nvPr>
            <p:ph type="sldNum" sz="quarter" idx="10"/>
          </p:nvPr>
        </p:nvSpPr>
        <p:spPr/>
        <p:txBody>
          <a:bodyPr/>
          <a:lstStyle/>
          <a:p>
            <a:fld id="{D061040E-C3F2-4980-9746-676365C104CC}" type="slidenum">
              <a:rPr lang="zh-CN" altLang="en-US"/>
              <a:pPr/>
              <a:t>38</a:t>
            </a:fld>
            <a:endParaRPr lang="en-US" altLang="zh-CN"/>
          </a:p>
        </p:txBody>
      </p:sp>
      <p:sp>
        <p:nvSpPr>
          <p:cNvPr id="37" name="日期占位符 4"/>
          <p:cNvSpPr>
            <a:spLocks noGrp="1"/>
          </p:cNvSpPr>
          <p:nvPr>
            <p:ph type="dt" sz="half" idx="4294967295"/>
          </p:nvPr>
        </p:nvSpPr>
        <p:spPr>
          <a:xfrm>
            <a:off x="14295" y="6350000"/>
            <a:ext cx="2297112" cy="577850"/>
          </a:xfrm>
        </p:spPr>
        <p:txBody>
          <a:bodyPr/>
          <a:lstStyle/>
          <a:p>
            <a:fld id="{5859E650-3D2D-48A3-9903-8594DEBD54B3}" type="datetime1">
              <a:rPr lang="zh-CN" altLang="en-US"/>
              <a:pPr/>
              <a:t>2024/11/11</a:t>
            </a:fld>
            <a:endParaRPr lang="en-US" altLang="zh-CN"/>
          </a:p>
        </p:txBody>
      </p:sp>
      <p:sp>
        <p:nvSpPr>
          <p:cNvPr id="840706" name="Rectangle 2"/>
          <p:cNvSpPr>
            <a:spLocks noGrp="1" noChangeArrowheads="1"/>
          </p:cNvSpPr>
          <p:nvPr>
            <p:ph type="title"/>
          </p:nvPr>
        </p:nvSpPr>
        <p:spPr>
          <a:xfrm>
            <a:off x="650878" y="255588"/>
            <a:ext cx="8820150" cy="658812"/>
          </a:xfrm>
        </p:spPr>
        <p:txBody>
          <a:bodyPr/>
          <a:lstStyle/>
          <a:p>
            <a:r>
              <a:rPr lang="zh-CN" altLang="en-US"/>
              <a:t>§1.3 </a:t>
            </a:r>
            <a:r>
              <a:rPr lang="zh-CN" altLang="en-US" sz="4800"/>
              <a:t>复化求积公式</a:t>
            </a:r>
          </a:p>
        </p:txBody>
      </p:sp>
      <p:sp>
        <p:nvSpPr>
          <p:cNvPr id="840707" name="Rectangle 3"/>
          <p:cNvSpPr>
            <a:spLocks noGrp="1" noChangeArrowheads="1"/>
          </p:cNvSpPr>
          <p:nvPr>
            <p:ph type="body" idx="1"/>
          </p:nvPr>
        </p:nvSpPr>
        <p:spPr>
          <a:xfrm>
            <a:off x="650878" y="1143000"/>
            <a:ext cx="8820150" cy="443198"/>
          </a:xfrm>
        </p:spPr>
        <p:txBody>
          <a:bodyPr/>
          <a:lstStyle/>
          <a:p>
            <a:r>
              <a:rPr lang="zh-CN" altLang="en-US" sz="3200"/>
              <a:t>4.复化柯特斯公式</a:t>
            </a:r>
          </a:p>
        </p:txBody>
      </p:sp>
      <p:grpSp>
        <p:nvGrpSpPr>
          <p:cNvPr id="840708" name="Group 4"/>
          <p:cNvGrpSpPr>
            <a:grpSpLocks/>
          </p:cNvGrpSpPr>
          <p:nvPr/>
        </p:nvGrpSpPr>
        <p:grpSpPr bwMode="auto">
          <a:xfrm>
            <a:off x="531812" y="1828802"/>
            <a:ext cx="9001129" cy="1239838"/>
            <a:chOff x="335" y="1152"/>
            <a:chExt cx="5670" cy="781"/>
          </a:xfrm>
        </p:grpSpPr>
        <p:grpSp>
          <p:nvGrpSpPr>
            <p:cNvPr id="840709" name="Group 5"/>
            <p:cNvGrpSpPr>
              <a:grpSpLocks/>
            </p:cNvGrpSpPr>
            <p:nvPr/>
          </p:nvGrpSpPr>
          <p:grpSpPr bwMode="auto">
            <a:xfrm>
              <a:off x="480" y="1373"/>
              <a:ext cx="5376" cy="560"/>
              <a:chOff x="576" y="1440"/>
              <a:chExt cx="5376" cy="560"/>
            </a:xfrm>
          </p:grpSpPr>
          <p:sp>
            <p:nvSpPr>
              <p:cNvPr id="840710" name="AutoShape 6"/>
              <p:cNvSpPr>
                <a:spLocks/>
              </p:cNvSpPr>
              <p:nvPr/>
            </p:nvSpPr>
            <p:spPr bwMode="auto">
              <a:xfrm rot="5400000">
                <a:off x="3144" y="-1128"/>
                <a:ext cx="240" cy="5376"/>
              </a:xfrm>
              <a:prstGeom prst="rightBrace">
                <a:avLst>
                  <a:gd name="adj1" fmla="val 186667"/>
                  <a:gd name="adj2" fmla="val 50019"/>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11" name="Rectangle 7"/>
              <p:cNvSpPr>
                <a:spLocks noChangeArrowheads="1"/>
              </p:cNvSpPr>
              <p:nvPr/>
            </p:nvSpPr>
            <p:spPr bwMode="auto">
              <a:xfrm>
                <a:off x="2768" y="1632"/>
                <a:ext cx="1125"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M</a:t>
                </a:r>
                <a:r>
                  <a:rPr lang="zh-CN" altLang="en-US" sz="3200" i="0">
                    <a:latin typeface="Times New Roman" pitchFamily="18" charset="0"/>
                  </a:rPr>
                  <a:t>个小段</a:t>
                </a:r>
              </a:p>
            </p:txBody>
          </p:sp>
        </p:grpSp>
        <p:grpSp>
          <p:nvGrpSpPr>
            <p:cNvPr id="840712" name="Group 8"/>
            <p:cNvGrpSpPr>
              <a:grpSpLocks/>
            </p:cNvGrpSpPr>
            <p:nvPr/>
          </p:nvGrpSpPr>
          <p:grpSpPr bwMode="auto">
            <a:xfrm>
              <a:off x="335" y="1152"/>
              <a:ext cx="5670" cy="512"/>
              <a:chOff x="431" y="960"/>
              <a:chExt cx="5670" cy="512"/>
            </a:xfrm>
          </p:grpSpPr>
          <p:grpSp>
            <p:nvGrpSpPr>
              <p:cNvPr id="840713" name="Group 9"/>
              <p:cNvGrpSpPr>
                <a:grpSpLocks/>
              </p:cNvGrpSpPr>
              <p:nvPr/>
            </p:nvGrpSpPr>
            <p:grpSpPr bwMode="auto">
              <a:xfrm>
                <a:off x="431" y="960"/>
                <a:ext cx="5670" cy="512"/>
                <a:chOff x="431" y="960"/>
                <a:chExt cx="5670" cy="512"/>
              </a:xfrm>
            </p:grpSpPr>
            <p:sp>
              <p:nvSpPr>
                <p:cNvPr id="840714" name="Line 10"/>
                <p:cNvSpPr>
                  <a:spLocks noChangeShapeType="1"/>
                </p:cNvSpPr>
                <p:nvPr/>
              </p:nvSpPr>
              <p:spPr bwMode="auto">
                <a:xfrm>
                  <a:off x="52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15" name="Line 11"/>
                <p:cNvSpPr>
                  <a:spLocks noChangeShapeType="1"/>
                </p:cNvSpPr>
                <p:nvPr/>
              </p:nvSpPr>
              <p:spPr bwMode="auto">
                <a:xfrm>
                  <a:off x="528" y="1104"/>
                  <a:ext cx="54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16" name="Line 12"/>
                <p:cNvSpPr>
                  <a:spLocks noChangeShapeType="1"/>
                </p:cNvSpPr>
                <p:nvPr/>
              </p:nvSpPr>
              <p:spPr bwMode="auto">
                <a:xfrm>
                  <a:off x="6000"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17" name="Rectangle 13"/>
                <p:cNvSpPr>
                  <a:spLocks noChangeArrowheads="1"/>
                </p:cNvSpPr>
                <p:nvPr/>
              </p:nvSpPr>
              <p:spPr bwMode="auto">
                <a:xfrm>
                  <a:off x="431" y="1104"/>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a</a:t>
                  </a:r>
                  <a:endParaRPr lang="zh-CN" altLang="en-US" sz="3200">
                    <a:latin typeface="Times New Roman" pitchFamily="18" charset="0"/>
                  </a:endParaRPr>
                </a:p>
              </p:txBody>
            </p:sp>
            <p:sp>
              <p:nvSpPr>
                <p:cNvPr id="840718" name="Rectangle 14"/>
                <p:cNvSpPr>
                  <a:spLocks noChangeArrowheads="1"/>
                </p:cNvSpPr>
                <p:nvPr/>
              </p:nvSpPr>
              <p:spPr bwMode="auto">
                <a:xfrm>
                  <a:off x="5855" y="1104"/>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b</a:t>
                  </a:r>
                  <a:endParaRPr lang="zh-CN" altLang="en-US" sz="3200">
                    <a:latin typeface="Times New Roman" pitchFamily="18" charset="0"/>
                  </a:endParaRPr>
                </a:p>
              </p:txBody>
            </p:sp>
            <p:sp>
              <p:nvSpPr>
                <p:cNvPr id="840719" name="Line 15"/>
                <p:cNvSpPr>
                  <a:spLocks noChangeShapeType="1"/>
                </p:cNvSpPr>
                <p:nvPr/>
              </p:nvSpPr>
              <p:spPr bwMode="auto">
                <a:xfrm>
                  <a:off x="148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20" name="Line 16"/>
                <p:cNvSpPr>
                  <a:spLocks noChangeShapeType="1"/>
                </p:cNvSpPr>
                <p:nvPr/>
              </p:nvSpPr>
              <p:spPr bwMode="auto">
                <a:xfrm>
                  <a:off x="244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21" name="Line 17"/>
                <p:cNvSpPr>
                  <a:spLocks noChangeShapeType="1"/>
                </p:cNvSpPr>
                <p:nvPr/>
              </p:nvSpPr>
              <p:spPr bwMode="auto">
                <a:xfrm>
                  <a:off x="3360"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22" name="Line 18"/>
                <p:cNvSpPr>
                  <a:spLocks noChangeShapeType="1"/>
                </p:cNvSpPr>
                <p:nvPr/>
              </p:nvSpPr>
              <p:spPr bwMode="auto">
                <a:xfrm>
                  <a:off x="4224"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23" name="Line 19"/>
                <p:cNvSpPr>
                  <a:spLocks noChangeShapeType="1"/>
                </p:cNvSpPr>
                <p:nvPr/>
              </p:nvSpPr>
              <p:spPr bwMode="auto">
                <a:xfrm>
                  <a:off x="5136"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40724" name="Line 20"/>
              <p:cNvSpPr>
                <a:spLocks noChangeShapeType="1"/>
              </p:cNvSpPr>
              <p:nvPr/>
            </p:nvSpPr>
            <p:spPr bwMode="auto">
              <a:xfrm>
                <a:off x="100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25" name="Line 21"/>
              <p:cNvSpPr>
                <a:spLocks noChangeShapeType="1"/>
              </p:cNvSpPr>
              <p:nvPr/>
            </p:nvSpPr>
            <p:spPr bwMode="auto">
              <a:xfrm>
                <a:off x="196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26" name="Line 22"/>
              <p:cNvSpPr>
                <a:spLocks noChangeShapeType="1"/>
              </p:cNvSpPr>
              <p:nvPr/>
            </p:nvSpPr>
            <p:spPr bwMode="auto">
              <a:xfrm>
                <a:off x="292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27" name="Line 23"/>
              <p:cNvSpPr>
                <a:spLocks noChangeShapeType="1"/>
              </p:cNvSpPr>
              <p:nvPr/>
            </p:nvSpPr>
            <p:spPr bwMode="auto">
              <a:xfrm>
                <a:off x="3792"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28" name="Line 24"/>
              <p:cNvSpPr>
                <a:spLocks noChangeShapeType="1"/>
              </p:cNvSpPr>
              <p:nvPr/>
            </p:nvSpPr>
            <p:spPr bwMode="auto">
              <a:xfrm>
                <a:off x="4704"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29" name="Line 25"/>
              <p:cNvSpPr>
                <a:spLocks noChangeShapeType="1"/>
              </p:cNvSpPr>
              <p:nvPr/>
            </p:nvSpPr>
            <p:spPr bwMode="auto">
              <a:xfrm>
                <a:off x="5616"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0730" name="Group 26"/>
            <p:cNvGrpSpPr>
              <a:grpSpLocks/>
            </p:cNvGrpSpPr>
            <p:nvPr/>
          </p:nvGrpSpPr>
          <p:grpSpPr bwMode="auto">
            <a:xfrm>
              <a:off x="432" y="1248"/>
              <a:ext cx="1920" cy="519"/>
              <a:chOff x="528" y="1056"/>
              <a:chExt cx="960" cy="519"/>
            </a:xfrm>
          </p:grpSpPr>
          <p:sp>
            <p:nvSpPr>
              <p:cNvPr id="840731" name="AutoShape 27"/>
              <p:cNvSpPr>
                <a:spLocks/>
              </p:cNvSpPr>
              <p:nvPr/>
            </p:nvSpPr>
            <p:spPr bwMode="auto">
              <a:xfrm rot="5400000">
                <a:off x="960" y="768"/>
                <a:ext cx="144" cy="912"/>
              </a:xfrm>
              <a:prstGeom prst="rightBrace">
                <a:avLst>
                  <a:gd name="adj1" fmla="val 52778"/>
                  <a:gd name="adj2" fmla="val 50019"/>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32" name="Rectangle 28"/>
              <p:cNvSpPr>
                <a:spLocks noChangeArrowheads="1"/>
              </p:cNvSpPr>
              <p:nvPr/>
            </p:nvSpPr>
            <p:spPr bwMode="auto">
              <a:xfrm>
                <a:off x="624" y="1248"/>
                <a:ext cx="8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a:solidFill>
                      <a:srgbClr val="FF3300"/>
                    </a:solidFill>
                    <a:latin typeface="Times New Roman" pitchFamily="18" charset="0"/>
                  </a:rPr>
                  <a:t>n=4</a:t>
                </a:r>
                <a:r>
                  <a:rPr lang="zh-CN" altLang="en-US" sz="2800" i="0">
                    <a:solidFill>
                      <a:srgbClr val="FF3300"/>
                    </a:solidFill>
                    <a:latin typeface="Times New Roman" pitchFamily="18" charset="0"/>
                  </a:rPr>
                  <a:t>小段</a:t>
                </a:r>
              </a:p>
            </p:txBody>
          </p:sp>
          <p:sp>
            <p:nvSpPr>
              <p:cNvPr id="840733" name="Rectangle 29" descr="浅色下对角线"/>
              <p:cNvSpPr>
                <a:spLocks noChangeArrowheads="1"/>
              </p:cNvSpPr>
              <p:nvPr/>
            </p:nvSpPr>
            <p:spPr bwMode="auto">
              <a:xfrm>
                <a:off x="528" y="1056"/>
                <a:ext cx="960" cy="96"/>
              </a:xfrm>
              <a:prstGeom prst="rect">
                <a:avLst/>
              </a:prstGeom>
              <a:pattFill prst="ltDnDiag">
                <a:fgClr>
                  <a:srgbClr val="FF3300"/>
                </a:fgClr>
                <a:bgClr>
                  <a:schemeClr val="bg1"/>
                </a:bgClr>
              </a:pattFill>
              <a:ln w="127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40734" name="Rectangle 30"/>
            <p:cNvSpPr>
              <a:spLocks noChangeArrowheads="1"/>
            </p:cNvSpPr>
            <p:nvPr/>
          </p:nvSpPr>
          <p:spPr bwMode="auto">
            <a:xfrm>
              <a:off x="4048" y="1507"/>
              <a:ext cx="889"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FF3300"/>
                  </a:solidFill>
                  <a:latin typeface="Times New Roman" pitchFamily="18" charset="0"/>
                </a:rPr>
                <a:t>M =4m</a:t>
              </a:r>
              <a:endParaRPr lang="zh-CN" altLang="en-US" sz="3200">
                <a:solidFill>
                  <a:srgbClr val="FF3300"/>
                </a:solidFill>
                <a:latin typeface="Times New Roman" pitchFamily="18" charset="0"/>
              </a:endParaRPr>
            </a:p>
          </p:txBody>
        </p:sp>
      </p:grpSp>
      <p:graphicFrame>
        <p:nvGraphicFramePr>
          <p:cNvPr id="840735" name="Object 31"/>
          <p:cNvGraphicFramePr>
            <a:graphicFrameLocks noChangeAspect="1"/>
          </p:cNvGraphicFramePr>
          <p:nvPr/>
        </p:nvGraphicFramePr>
        <p:xfrm>
          <a:off x="533399" y="2743200"/>
          <a:ext cx="8991600" cy="1035050"/>
        </p:xfrm>
        <a:graphic>
          <a:graphicData uri="http://schemas.openxmlformats.org/presentationml/2006/ole">
            <mc:AlternateContent xmlns:mc="http://schemas.openxmlformats.org/markup-compatibility/2006">
              <mc:Choice xmlns:v="urn:schemas-microsoft-com:vml" Requires="v">
                <p:oleObj spid="_x0000_s902162" name="Equation" r:id="rId4" imgW="4076640" imgH="419040" progId="Equation.3">
                  <p:embed/>
                </p:oleObj>
              </mc:Choice>
              <mc:Fallback>
                <p:oleObj name="Equation" r:id="rId4" imgW="4076640" imgH="4190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399" y="2743200"/>
                        <a:ext cx="8991600"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0736" name="Object 32"/>
          <p:cNvGraphicFramePr>
            <a:graphicFrameLocks noChangeAspect="1"/>
          </p:cNvGraphicFramePr>
          <p:nvPr/>
        </p:nvGraphicFramePr>
        <p:xfrm>
          <a:off x="-76201" y="3600450"/>
          <a:ext cx="6248400" cy="971550"/>
        </p:xfrm>
        <a:graphic>
          <a:graphicData uri="http://schemas.openxmlformats.org/presentationml/2006/ole">
            <mc:AlternateContent xmlns:mc="http://schemas.openxmlformats.org/markup-compatibility/2006">
              <mc:Choice xmlns:v="urn:schemas-microsoft-com:vml" Requires="v">
                <p:oleObj spid="_x0000_s902163" name="Equation" r:id="rId6" imgW="3187440" imgH="393480" progId="Equation.3">
                  <p:embed/>
                </p:oleObj>
              </mc:Choice>
              <mc:Fallback>
                <p:oleObj name="Equation" r:id="rId6" imgW="3187440" imgH="393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1" y="3600450"/>
                        <a:ext cx="6248400"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0737" name="Object 33"/>
          <p:cNvGraphicFramePr>
            <a:graphicFrameLocks noChangeAspect="1"/>
          </p:cNvGraphicFramePr>
          <p:nvPr/>
        </p:nvGraphicFramePr>
        <p:xfrm>
          <a:off x="5176838" y="4206897"/>
          <a:ext cx="4729162" cy="1127125"/>
        </p:xfrm>
        <a:graphic>
          <a:graphicData uri="http://schemas.openxmlformats.org/presentationml/2006/ole">
            <mc:AlternateContent xmlns:mc="http://schemas.openxmlformats.org/markup-compatibility/2006">
              <mc:Choice xmlns:v="urn:schemas-microsoft-com:vml" Requires="v">
                <p:oleObj spid="_x0000_s902164" name="Equation" r:id="rId8" imgW="2286000" imgH="457200" progId="Equation.3">
                  <p:embed/>
                </p:oleObj>
              </mc:Choice>
              <mc:Fallback>
                <p:oleObj name="Equation" r:id="rId8" imgW="2286000" imgH="457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76838" y="4206897"/>
                        <a:ext cx="4729162" cy="1127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0738" name="Object 34"/>
          <p:cNvGraphicFramePr>
            <a:graphicFrameLocks noChangeAspect="1"/>
          </p:cNvGraphicFramePr>
          <p:nvPr/>
        </p:nvGraphicFramePr>
        <p:xfrm>
          <a:off x="941387" y="5259388"/>
          <a:ext cx="8812213" cy="1065212"/>
        </p:xfrm>
        <a:graphic>
          <a:graphicData uri="http://schemas.openxmlformats.org/presentationml/2006/ole">
            <mc:AlternateContent xmlns:mc="http://schemas.openxmlformats.org/markup-compatibility/2006">
              <mc:Choice xmlns:v="urn:schemas-microsoft-com:vml" Requires="v">
                <p:oleObj spid="_x0000_s902165" name="Equation" r:id="rId10" imgW="4495680" imgH="431640" progId="Equation.3">
                  <p:embed/>
                </p:oleObj>
              </mc:Choice>
              <mc:Fallback>
                <p:oleObj name="Equation" r:id="rId10" imgW="4495680" imgH="4316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41387" y="5259388"/>
                        <a:ext cx="8812213"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0739" name="Rectangle 35"/>
          <p:cNvSpPr>
            <a:spLocks noChangeArrowheads="1"/>
          </p:cNvSpPr>
          <p:nvPr/>
        </p:nvSpPr>
        <p:spPr bwMode="auto">
          <a:xfrm>
            <a:off x="7537455" y="2857500"/>
            <a:ext cx="1987551" cy="1104900"/>
          </a:xfrm>
          <a:prstGeom prst="rect">
            <a:avLst/>
          </a:prstGeom>
          <a:noFill/>
          <a:ln w="381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ltLang="zh-CN" sz="3200" dirty="0">
              <a:solidFill>
                <a:srgbClr val="FF3300"/>
              </a:solidFill>
              <a:latin typeface="Times New Roman" pitchFamily="18" charset="0"/>
            </a:endParaRPr>
          </a:p>
          <a:p>
            <a:pPr algn="r"/>
            <a:r>
              <a:rPr lang="en-US" altLang="zh-CN" sz="3200" dirty="0">
                <a:solidFill>
                  <a:srgbClr val="FF3300"/>
                </a:solidFill>
                <a:latin typeface="Times New Roman" pitchFamily="18" charset="0"/>
              </a:rPr>
              <a:t>*M/4</a:t>
            </a:r>
            <a:endParaRPr lang="zh-CN" altLang="en-US" sz="3200" dirty="0">
              <a:solidFill>
                <a:srgbClr val="FF3300"/>
              </a:solidFill>
              <a:latin typeface="Times New Roman" pitchFamily="18" charset="0"/>
            </a:endParaRPr>
          </a:p>
        </p:txBody>
      </p:sp>
    </p:spTree>
    <p:custDataLst>
      <p:tags r:id="rId2"/>
    </p:custDataLst>
    <p:extLst>
      <p:ext uri="{BB962C8B-B14F-4D97-AF65-F5344CB8AC3E}">
        <p14:creationId xmlns:p14="http://schemas.microsoft.com/office/powerpoint/2010/main" val="8251079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40708"/>
                                        </p:tgtEl>
                                        <p:attrNameLst>
                                          <p:attrName>style.visibility</p:attrName>
                                        </p:attrNameLst>
                                      </p:cBhvr>
                                      <p:to>
                                        <p:strVal val="visible"/>
                                      </p:to>
                                    </p:set>
                                    <p:animEffect transition="in" filter="dissolve">
                                      <p:cBhvr>
                                        <p:cTn id="7" dur="500"/>
                                        <p:tgtEl>
                                          <p:spTgt spid="8407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40735"/>
                                        </p:tgtEl>
                                        <p:attrNameLst>
                                          <p:attrName>style.visibility</p:attrName>
                                        </p:attrNameLst>
                                      </p:cBhvr>
                                      <p:to>
                                        <p:strVal val="visible"/>
                                      </p:to>
                                    </p:set>
                                    <p:animEffect transition="in" filter="dissolve">
                                      <p:cBhvr>
                                        <p:cTn id="12" dur="500"/>
                                        <p:tgtEl>
                                          <p:spTgt spid="8407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40736"/>
                                        </p:tgtEl>
                                        <p:attrNameLst>
                                          <p:attrName>style.visibility</p:attrName>
                                        </p:attrNameLst>
                                      </p:cBhvr>
                                      <p:to>
                                        <p:strVal val="visible"/>
                                      </p:to>
                                    </p:set>
                                    <p:animEffect transition="in" filter="dissolve">
                                      <p:cBhvr>
                                        <p:cTn id="17" dur="500"/>
                                        <p:tgtEl>
                                          <p:spTgt spid="8407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40737"/>
                                        </p:tgtEl>
                                        <p:attrNameLst>
                                          <p:attrName>style.visibility</p:attrName>
                                        </p:attrNameLst>
                                      </p:cBhvr>
                                      <p:to>
                                        <p:strVal val="visible"/>
                                      </p:to>
                                    </p:set>
                                    <p:animEffect transition="in" filter="dissolve">
                                      <p:cBhvr>
                                        <p:cTn id="22" dur="500"/>
                                        <p:tgtEl>
                                          <p:spTgt spid="84073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840738"/>
                                        </p:tgtEl>
                                        <p:attrNameLst>
                                          <p:attrName>style.visibility</p:attrName>
                                        </p:attrNameLst>
                                      </p:cBhvr>
                                      <p:to>
                                        <p:strVal val="visible"/>
                                      </p:to>
                                    </p:set>
                                    <p:animEffect transition="in" filter="dissolve">
                                      <p:cBhvr>
                                        <p:cTn id="27" dur="500"/>
                                        <p:tgtEl>
                                          <p:spTgt spid="84073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40739"/>
                                        </p:tgtEl>
                                        <p:attrNameLst>
                                          <p:attrName>style.visibility</p:attrName>
                                        </p:attrNameLst>
                                      </p:cBhvr>
                                      <p:to>
                                        <p:strVal val="visible"/>
                                      </p:to>
                                    </p:set>
                                    <p:animEffect transition="in" filter="dissolve">
                                      <p:cBhvr>
                                        <p:cTn id="32" dur="500"/>
                                        <p:tgtEl>
                                          <p:spTgt spid="8407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739" grpId="0" animBg="1" autoUpdateAnimBg="0"/>
    </p:bldLst>
  </p:timing>
  <p:extLst mod="1"/>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3"/>
          <p:cNvSpPr>
            <a:spLocks noGrp="1"/>
          </p:cNvSpPr>
          <p:nvPr>
            <p:ph type="sldNum" sz="quarter" idx="10"/>
          </p:nvPr>
        </p:nvSpPr>
        <p:spPr/>
        <p:txBody>
          <a:bodyPr/>
          <a:lstStyle/>
          <a:p>
            <a:fld id="{C35B5031-5EBC-4F41-86BB-E9D58F3DF897}" type="slidenum">
              <a:rPr lang="zh-CN" altLang="en-US"/>
              <a:pPr/>
              <a:t>39</a:t>
            </a:fld>
            <a:endParaRPr lang="en-US" altLang="zh-CN"/>
          </a:p>
        </p:txBody>
      </p:sp>
      <p:sp>
        <p:nvSpPr>
          <p:cNvPr id="25" name="日期占位符 4"/>
          <p:cNvSpPr>
            <a:spLocks noGrp="1"/>
          </p:cNvSpPr>
          <p:nvPr>
            <p:ph type="dt" sz="half" idx="4294967295"/>
          </p:nvPr>
        </p:nvSpPr>
        <p:spPr>
          <a:xfrm>
            <a:off x="14295" y="6350000"/>
            <a:ext cx="2297112" cy="577850"/>
          </a:xfrm>
        </p:spPr>
        <p:txBody>
          <a:bodyPr/>
          <a:lstStyle/>
          <a:p>
            <a:fld id="{191B7F79-C0F7-4003-B1DD-57F274B32898}" type="datetime1">
              <a:rPr lang="zh-CN" altLang="en-US"/>
              <a:pPr/>
              <a:t>2024/11/11</a:t>
            </a:fld>
            <a:endParaRPr lang="en-US" altLang="zh-CN"/>
          </a:p>
        </p:txBody>
      </p:sp>
      <p:sp>
        <p:nvSpPr>
          <p:cNvPr id="841730" name="Rectangle 2"/>
          <p:cNvSpPr>
            <a:spLocks noGrp="1" noChangeArrowheads="1"/>
          </p:cNvSpPr>
          <p:nvPr>
            <p:ph type="title"/>
          </p:nvPr>
        </p:nvSpPr>
        <p:spPr>
          <a:xfrm>
            <a:off x="650878" y="255588"/>
            <a:ext cx="8820150" cy="658812"/>
          </a:xfrm>
        </p:spPr>
        <p:txBody>
          <a:bodyPr/>
          <a:lstStyle/>
          <a:p>
            <a:r>
              <a:rPr lang="zh-CN" altLang="en-US"/>
              <a:t>§1.3 </a:t>
            </a:r>
            <a:r>
              <a:rPr lang="zh-CN" altLang="en-US" sz="4800"/>
              <a:t>复化求积公式</a:t>
            </a:r>
          </a:p>
        </p:txBody>
      </p:sp>
      <p:sp>
        <p:nvSpPr>
          <p:cNvPr id="841731" name="Rectangle 3"/>
          <p:cNvSpPr>
            <a:spLocks noGrp="1" noChangeArrowheads="1"/>
          </p:cNvSpPr>
          <p:nvPr>
            <p:ph type="body" idx="1"/>
          </p:nvPr>
        </p:nvSpPr>
        <p:spPr>
          <a:xfrm>
            <a:off x="650878" y="1143022"/>
            <a:ext cx="8820150" cy="775597"/>
          </a:xfrm>
        </p:spPr>
        <p:txBody>
          <a:bodyPr/>
          <a:lstStyle/>
          <a:p>
            <a:pPr>
              <a:spcBef>
                <a:spcPts val="0"/>
              </a:spcBef>
            </a:pPr>
            <a:r>
              <a:rPr lang="zh-CN" altLang="en-US" dirty="0"/>
              <a:t>例6.3 利用复化辛卜生公式计算积分</a:t>
            </a:r>
            <a:endParaRPr lang="en-US" altLang="zh-CN" dirty="0"/>
          </a:p>
          <a:p>
            <a:pPr marL="0" indent="0">
              <a:spcBef>
                <a:spcPts val="0"/>
              </a:spcBef>
              <a:buNone/>
            </a:pPr>
            <a:r>
              <a:rPr lang="zh-CN" altLang="en-US" dirty="0"/>
              <a:t>             其中</a:t>
            </a:r>
            <a:r>
              <a:rPr lang="en-US" altLang="zh-CN" dirty="0">
                <a:latin typeface="Times New Roman" pitchFamily="18" charset="0"/>
              </a:rPr>
              <a:t>M=10</a:t>
            </a:r>
            <a:r>
              <a:rPr lang="zh-CN" altLang="en-US" dirty="0">
                <a:latin typeface="Times New Roman" pitchFamily="18" charset="0"/>
              </a:rPr>
              <a:t>，</a:t>
            </a:r>
            <a:r>
              <a:rPr lang="zh-CN" altLang="en-US" dirty="0"/>
              <a:t>并讨论误差的大小。</a:t>
            </a:r>
          </a:p>
        </p:txBody>
      </p:sp>
      <p:graphicFrame>
        <p:nvGraphicFramePr>
          <p:cNvPr id="841732" name="Object 4"/>
          <p:cNvGraphicFramePr>
            <a:graphicFrameLocks noChangeAspect="1"/>
          </p:cNvGraphicFramePr>
          <p:nvPr/>
        </p:nvGraphicFramePr>
        <p:xfrm>
          <a:off x="6477003" y="990622"/>
          <a:ext cx="1857375" cy="868363"/>
        </p:xfrm>
        <a:graphic>
          <a:graphicData uri="http://schemas.openxmlformats.org/presentationml/2006/ole">
            <mc:AlternateContent xmlns:mc="http://schemas.openxmlformats.org/markup-compatibility/2006">
              <mc:Choice xmlns:v="urn:schemas-microsoft-com:vml" Requires="v">
                <p:oleObj spid="_x0000_s903238" name="Equation" r:id="rId4" imgW="761760" imgH="393480" progId="Equation.3">
                  <p:embed/>
                </p:oleObj>
              </mc:Choice>
              <mc:Fallback>
                <p:oleObj name="Equation" r:id="rId4" imgW="761760" imgH="3934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3" y="990622"/>
                        <a:ext cx="1857375" cy="86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1733" name="Rectangle 5"/>
          <p:cNvSpPr>
            <a:spLocks noChangeArrowheads="1"/>
          </p:cNvSpPr>
          <p:nvPr/>
        </p:nvSpPr>
        <p:spPr bwMode="auto">
          <a:xfrm>
            <a:off x="609600" y="2000970"/>
            <a:ext cx="652454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i="0" dirty="0">
                <a:latin typeface="Times New Roman" pitchFamily="18" charset="0"/>
              </a:rPr>
              <a:t>解：</a:t>
            </a:r>
            <a:r>
              <a:rPr lang="en-US" altLang="zh-CN" sz="2800" i="0" dirty="0">
                <a:latin typeface="Times New Roman" pitchFamily="18" charset="0"/>
              </a:rPr>
              <a:t>M=2m=10,</a:t>
            </a:r>
            <a:r>
              <a:rPr lang="zh-CN" altLang="en-US" sz="2800" i="0" dirty="0">
                <a:latin typeface="Times New Roman" pitchFamily="18" charset="0"/>
              </a:rPr>
              <a:t>则</a:t>
            </a:r>
            <a:r>
              <a:rPr lang="en-US" altLang="zh-CN" sz="2800" i="0" dirty="0">
                <a:latin typeface="Times New Roman" pitchFamily="18" charset="0"/>
              </a:rPr>
              <a:t>h</a:t>
            </a:r>
            <a:r>
              <a:rPr lang="en-US" altLang="zh-CN" sz="2800" dirty="0">
                <a:latin typeface="Times New Roman" pitchFamily="18" charset="0"/>
              </a:rPr>
              <a:t>=(b-a)</a:t>
            </a:r>
            <a:r>
              <a:rPr lang="en-US" altLang="zh-CN" sz="2800" i="0" dirty="0">
                <a:latin typeface="Times New Roman" pitchFamily="18" charset="0"/>
              </a:rPr>
              <a:t>/</a:t>
            </a:r>
            <a:r>
              <a:rPr lang="en-US" altLang="zh-CN" sz="2800" dirty="0">
                <a:latin typeface="Times New Roman" pitchFamily="18" charset="0"/>
              </a:rPr>
              <a:t>M=</a:t>
            </a:r>
            <a:r>
              <a:rPr lang="en-US" altLang="zh-CN" sz="2800" i="0" dirty="0">
                <a:latin typeface="Times New Roman" pitchFamily="18" charset="0"/>
              </a:rPr>
              <a:t>(1-0)/10=0.1</a:t>
            </a:r>
            <a:endParaRPr lang="zh-CN" altLang="en-US" sz="2800" i="0" dirty="0">
              <a:latin typeface="Times New Roman" pitchFamily="18" charset="0"/>
            </a:endParaRPr>
          </a:p>
        </p:txBody>
      </p:sp>
      <p:graphicFrame>
        <p:nvGraphicFramePr>
          <p:cNvPr id="841734" name="Object 6"/>
          <p:cNvGraphicFramePr>
            <a:graphicFrameLocks noChangeAspect="1"/>
          </p:cNvGraphicFramePr>
          <p:nvPr>
            <p:extLst/>
          </p:nvPr>
        </p:nvGraphicFramePr>
        <p:xfrm>
          <a:off x="152405" y="2410544"/>
          <a:ext cx="9372600" cy="908050"/>
        </p:xfrm>
        <a:graphic>
          <a:graphicData uri="http://schemas.openxmlformats.org/presentationml/2006/ole">
            <mc:AlternateContent xmlns:mc="http://schemas.openxmlformats.org/markup-compatibility/2006">
              <mc:Choice xmlns:v="urn:schemas-microsoft-com:vml" Requires="v">
                <p:oleObj spid="_x0000_s903239" name="Equation" r:id="rId6" imgW="4965480" imgH="393480" progId="Equation.3">
                  <p:embed/>
                </p:oleObj>
              </mc:Choice>
              <mc:Fallback>
                <p:oleObj name="Equation" r:id="rId6" imgW="4965480" imgH="393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5" y="2410544"/>
                        <a:ext cx="9372600"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1735" name="Object 7"/>
          <p:cNvGraphicFramePr>
            <a:graphicFrameLocks noChangeAspect="1"/>
          </p:cNvGraphicFramePr>
          <p:nvPr>
            <p:extLst/>
          </p:nvPr>
        </p:nvGraphicFramePr>
        <p:xfrm>
          <a:off x="0" y="3172544"/>
          <a:ext cx="1320800" cy="896938"/>
        </p:xfrm>
        <a:graphic>
          <a:graphicData uri="http://schemas.openxmlformats.org/presentationml/2006/ole">
            <mc:AlternateContent xmlns:mc="http://schemas.openxmlformats.org/markup-compatibility/2006">
              <mc:Choice xmlns:v="urn:schemas-microsoft-com:vml" Requires="v">
                <p:oleObj spid="_x0000_s903240" name="Equation" r:id="rId8" imgW="558720" imgH="393480" progId="Equation.3">
                  <p:embed/>
                </p:oleObj>
              </mc:Choice>
              <mc:Fallback>
                <p:oleObj name="Equation" r:id="rId8" imgW="558720" imgH="3934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3172544"/>
                        <a:ext cx="1320800" cy="896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1736" name="Object 8"/>
          <p:cNvGraphicFramePr>
            <a:graphicFrameLocks noChangeAspect="1"/>
          </p:cNvGraphicFramePr>
          <p:nvPr>
            <p:extLst/>
          </p:nvPr>
        </p:nvGraphicFramePr>
        <p:xfrm>
          <a:off x="1219204" y="3096344"/>
          <a:ext cx="2106613" cy="992188"/>
        </p:xfrm>
        <a:graphic>
          <a:graphicData uri="http://schemas.openxmlformats.org/presentationml/2006/ole">
            <mc:AlternateContent xmlns:mc="http://schemas.openxmlformats.org/markup-compatibility/2006">
              <mc:Choice xmlns:v="urn:schemas-microsoft-com:vml" Requires="v">
                <p:oleObj spid="_x0000_s903241" name="Equation" r:id="rId10" imgW="901440" imgH="393480" progId="Equation.3">
                  <p:embed/>
                </p:oleObj>
              </mc:Choice>
              <mc:Fallback>
                <p:oleObj name="Equation" r:id="rId10" imgW="901440" imgH="39348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19204" y="3096344"/>
                        <a:ext cx="2106613" cy="992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1737" name="Object 9"/>
          <p:cNvGraphicFramePr>
            <a:graphicFrameLocks noChangeAspect="1"/>
          </p:cNvGraphicFramePr>
          <p:nvPr>
            <p:extLst/>
          </p:nvPr>
        </p:nvGraphicFramePr>
        <p:xfrm>
          <a:off x="3194050" y="3096344"/>
          <a:ext cx="1562100" cy="935038"/>
        </p:xfrm>
        <a:graphic>
          <a:graphicData uri="http://schemas.openxmlformats.org/presentationml/2006/ole">
            <mc:AlternateContent xmlns:mc="http://schemas.openxmlformats.org/markup-compatibility/2006">
              <mc:Choice xmlns:v="urn:schemas-microsoft-com:vml" Requires="v">
                <p:oleObj spid="_x0000_s903242" name="Equation" r:id="rId12" imgW="711000" imgH="393480" progId="Equation.3">
                  <p:embed/>
                </p:oleObj>
              </mc:Choice>
              <mc:Fallback>
                <p:oleObj name="Equation" r:id="rId12" imgW="711000" imgH="39348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94050" y="3096344"/>
                        <a:ext cx="1562100"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1738" name="Object 10"/>
          <p:cNvGraphicFramePr>
            <a:graphicFrameLocks noChangeAspect="1"/>
          </p:cNvGraphicFramePr>
          <p:nvPr>
            <p:extLst/>
          </p:nvPr>
        </p:nvGraphicFramePr>
        <p:xfrm>
          <a:off x="4730757" y="3096344"/>
          <a:ext cx="1284288" cy="935038"/>
        </p:xfrm>
        <a:graphic>
          <a:graphicData uri="http://schemas.openxmlformats.org/presentationml/2006/ole">
            <mc:AlternateContent xmlns:mc="http://schemas.openxmlformats.org/markup-compatibility/2006">
              <mc:Choice xmlns:v="urn:schemas-microsoft-com:vml" Requires="v">
                <p:oleObj spid="_x0000_s903243" name="Equation" r:id="rId14" imgW="583920" imgH="393480" progId="Equation.3">
                  <p:embed/>
                </p:oleObj>
              </mc:Choice>
              <mc:Fallback>
                <p:oleObj name="Equation" r:id="rId14" imgW="583920" imgH="39348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30757" y="3096344"/>
                        <a:ext cx="1284288"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1739" name="Object 11"/>
          <p:cNvGraphicFramePr>
            <a:graphicFrameLocks noChangeAspect="1"/>
          </p:cNvGraphicFramePr>
          <p:nvPr>
            <p:extLst/>
          </p:nvPr>
        </p:nvGraphicFramePr>
        <p:xfrm>
          <a:off x="6026155" y="3096344"/>
          <a:ext cx="1284288" cy="935038"/>
        </p:xfrm>
        <a:graphic>
          <a:graphicData uri="http://schemas.openxmlformats.org/presentationml/2006/ole">
            <mc:AlternateContent xmlns:mc="http://schemas.openxmlformats.org/markup-compatibility/2006">
              <mc:Choice xmlns:v="urn:schemas-microsoft-com:vml" Requires="v">
                <p:oleObj spid="_x0000_s903244" name="Equation" r:id="rId16" imgW="583920" imgH="393480" progId="Equation.3">
                  <p:embed/>
                </p:oleObj>
              </mc:Choice>
              <mc:Fallback>
                <p:oleObj name="Equation" r:id="rId16" imgW="583920" imgH="39348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026155" y="3096344"/>
                        <a:ext cx="1284288"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1740" name="Object 12"/>
          <p:cNvGraphicFramePr>
            <a:graphicFrameLocks noChangeAspect="1"/>
          </p:cNvGraphicFramePr>
          <p:nvPr>
            <p:extLst/>
          </p:nvPr>
        </p:nvGraphicFramePr>
        <p:xfrm>
          <a:off x="7300913" y="3096344"/>
          <a:ext cx="1312862" cy="935038"/>
        </p:xfrm>
        <a:graphic>
          <a:graphicData uri="http://schemas.openxmlformats.org/presentationml/2006/ole">
            <mc:AlternateContent xmlns:mc="http://schemas.openxmlformats.org/markup-compatibility/2006">
              <mc:Choice xmlns:v="urn:schemas-microsoft-com:vml" Requires="v">
                <p:oleObj spid="_x0000_s903245" name="Equation" r:id="rId18" imgW="596880" imgH="393480" progId="Equation.3">
                  <p:embed/>
                </p:oleObj>
              </mc:Choice>
              <mc:Fallback>
                <p:oleObj name="Equation" r:id="rId18" imgW="596880" imgH="39348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300913" y="3096344"/>
                        <a:ext cx="1312862"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1741" name="Object 13"/>
          <p:cNvGraphicFramePr>
            <a:graphicFrameLocks noChangeAspect="1"/>
          </p:cNvGraphicFramePr>
          <p:nvPr>
            <p:extLst/>
          </p:nvPr>
        </p:nvGraphicFramePr>
        <p:xfrm>
          <a:off x="8543925" y="3096344"/>
          <a:ext cx="1423988" cy="935038"/>
        </p:xfrm>
        <a:graphic>
          <a:graphicData uri="http://schemas.openxmlformats.org/presentationml/2006/ole">
            <mc:AlternateContent xmlns:mc="http://schemas.openxmlformats.org/markup-compatibility/2006">
              <mc:Choice xmlns:v="urn:schemas-microsoft-com:vml" Requires="v">
                <p:oleObj spid="_x0000_s903246" name="Equation" r:id="rId20" imgW="647640" imgH="393480" progId="Equation.3">
                  <p:embed/>
                </p:oleObj>
              </mc:Choice>
              <mc:Fallback>
                <p:oleObj name="Equation" r:id="rId20" imgW="647640" imgH="39348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543925" y="3096344"/>
                        <a:ext cx="1423988"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1742" name="Object 14"/>
          <p:cNvGraphicFramePr>
            <a:graphicFrameLocks noChangeAspect="1"/>
          </p:cNvGraphicFramePr>
          <p:nvPr>
            <p:extLst/>
          </p:nvPr>
        </p:nvGraphicFramePr>
        <p:xfrm>
          <a:off x="1282700" y="3858344"/>
          <a:ext cx="1589088" cy="935038"/>
        </p:xfrm>
        <a:graphic>
          <a:graphicData uri="http://schemas.openxmlformats.org/presentationml/2006/ole">
            <mc:AlternateContent xmlns:mc="http://schemas.openxmlformats.org/markup-compatibility/2006">
              <mc:Choice xmlns:v="urn:schemas-microsoft-com:vml" Requires="v">
                <p:oleObj spid="_x0000_s903247" name="Equation" r:id="rId22" imgW="723600" imgH="393480" progId="Equation.3">
                  <p:embed/>
                </p:oleObj>
              </mc:Choice>
              <mc:Fallback>
                <p:oleObj name="Equation" r:id="rId22" imgW="723600" imgH="393480"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82700" y="3858344"/>
                        <a:ext cx="1589088"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1743" name="Object 15"/>
          <p:cNvGraphicFramePr>
            <a:graphicFrameLocks noChangeAspect="1"/>
          </p:cNvGraphicFramePr>
          <p:nvPr>
            <p:extLst/>
          </p:nvPr>
        </p:nvGraphicFramePr>
        <p:xfrm>
          <a:off x="2840043" y="3858344"/>
          <a:ext cx="1284287" cy="935038"/>
        </p:xfrm>
        <a:graphic>
          <a:graphicData uri="http://schemas.openxmlformats.org/presentationml/2006/ole">
            <mc:AlternateContent xmlns:mc="http://schemas.openxmlformats.org/markup-compatibility/2006">
              <mc:Choice xmlns:v="urn:schemas-microsoft-com:vml" Requires="v">
                <p:oleObj spid="_x0000_s903248" name="Equation" r:id="rId24" imgW="583920" imgH="393480" progId="Equation.3">
                  <p:embed/>
                </p:oleObj>
              </mc:Choice>
              <mc:Fallback>
                <p:oleObj name="Equation" r:id="rId24" imgW="583920" imgH="393480"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840043" y="3858344"/>
                        <a:ext cx="1284287"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1744" name="Object 16"/>
          <p:cNvGraphicFramePr>
            <a:graphicFrameLocks noChangeAspect="1"/>
          </p:cNvGraphicFramePr>
          <p:nvPr>
            <p:extLst/>
          </p:nvPr>
        </p:nvGraphicFramePr>
        <p:xfrm>
          <a:off x="4129088" y="3858344"/>
          <a:ext cx="1284287" cy="935038"/>
        </p:xfrm>
        <a:graphic>
          <a:graphicData uri="http://schemas.openxmlformats.org/presentationml/2006/ole">
            <mc:AlternateContent xmlns:mc="http://schemas.openxmlformats.org/markup-compatibility/2006">
              <mc:Choice xmlns:v="urn:schemas-microsoft-com:vml" Requires="v">
                <p:oleObj spid="_x0000_s903249" name="Equation" r:id="rId26" imgW="583920" imgH="393480" progId="Equation.3">
                  <p:embed/>
                </p:oleObj>
              </mc:Choice>
              <mc:Fallback>
                <p:oleObj name="Equation" r:id="rId26" imgW="583920" imgH="393480"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129088" y="3858344"/>
                        <a:ext cx="1284287"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1745" name="Object 17"/>
          <p:cNvGraphicFramePr>
            <a:graphicFrameLocks noChangeAspect="1"/>
          </p:cNvGraphicFramePr>
          <p:nvPr>
            <p:extLst/>
          </p:nvPr>
        </p:nvGraphicFramePr>
        <p:xfrm>
          <a:off x="5316538" y="3858344"/>
          <a:ext cx="1506538" cy="935038"/>
        </p:xfrm>
        <a:graphic>
          <a:graphicData uri="http://schemas.openxmlformats.org/presentationml/2006/ole">
            <mc:AlternateContent xmlns:mc="http://schemas.openxmlformats.org/markup-compatibility/2006">
              <mc:Choice xmlns:v="urn:schemas-microsoft-com:vml" Requires="v">
                <p:oleObj spid="_x0000_s903250" name="Equation" r:id="rId28" imgW="685800" imgH="393480" progId="Equation.3">
                  <p:embed/>
                </p:oleObj>
              </mc:Choice>
              <mc:Fallback>
                <p:oleObj name="Equation" r:id="rId28" imgW="685800" imgH="393480"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316538" y="3858344"/>
                        <a:ext cx="1506538"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1746" name="Rectangle 18"/>
          <p:cNvSpPr>
            <a:spLocks noChangeArrowheads="1"/>
          </p:cNvSpPr>
          <p:nvPr/>
        </p:nvSpPr>
        <p:spPr bwMode="auto">
          <a:xfrm>
            <a:off x="6705600" y="4086944"/>
            <a:ext cx="3291286"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200" i="0">
                <a:latin typeface="Times New Roman" pitchFamily="18" charset="0"/>
              </a:rPr>
              <a:t>=0.03333*20.7945</a:t>
            </a:r>
          </a:p>
          <a:p>
            <a:pPr algn="l"/>
            <a:r>
              <a:rPr lang="en-US" altLang="zh-CN" sz="3200" i="0">
                <a:latin typeface="Times New Roman" pitchFamily="18" charset="0"/>
              </a:rPr>
              <a:t>=0.69315</a:t>
            </a:r>
            <a:endParaRPr lang="zh-CN" altLang="en-US" sz="3200" i="0">
              <a:latin typeface="Times New Roman" pitchFamily="18" charset="0"/>
            </a:endParaRPr>
          </a:p>
        </p:txBody>
      </p:sp>
      <p:graphicFrame>
        <p:nvGraphicFramePr>
          <p:cNvPr id="841747" name="Object 19"/>
          <p:cNvGraphicFramePr>
            <a:graphicFrameLocks noChangeAspect="1"/>
          </p:cNvGraphicFramePr>
          <p:nvPr>
            <p:extLst/>
          </p:nvPr>
        </p:nvGraphicFramePr>
        <p:xfrm>
          <a:off x="2667000" y="4810844"/>
          <a:ext cx="1981200" cy="952500"/>
        </p:xfrm>
        <a:graphic>
          <a:graphicData uri="http://schemas.openxmlformats.org/presentationml/2006/ole">
            <mc:AlternateContent xmlns:mc="http://schemas.openxmlformats.org/markup-compatibility/2006">
              <mc:Choice xmlns:v="urn:schemas-microsoft-com:vml" Requires="v">
                <p:oleObj spid="_x0000_s903251" name="Equation" r:id="rId30" imgW="1193760" imgH="431640" progId="Equation.3">
                  <p:embed/>
                </p:oleObj>
              </mc:Choice>
              <mc:Fallback>
                <p:oleObj name="Equation" r:id="rId30" imgW="1193760" imgH="431640"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667000" y="4810844"/>
                        <a:ext cx="1981200" cy="95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1748" name="Rectangle 20"/>
          <p:cNvSpPr>
            <a:spLocks noChangeArrowheads="1"/>
          </p:cNvSpPr>
          <p:nvPr/>
        </p:nvSpPr>
        <p:spPr bwMode="auto">
          <a:xfrm>
            <a:off x="381000" y="4925156"/>
            <a:ext cx="2514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i="0">
                <a:latin typeface="Times New Roman" pitchFamily="18" charset="0"/>
              </a:rPr>
              <a:t>估计截断误差</a:t>
            </a:r>
          </a:p>
        </p:txBody>
      </p:sp>
      <p:graphicFrame>
        <p:nvGraphicFramePr>
          <p:cNvPr id="841749" name="Object 21"/>
          <p:cNvGraphicFramePr>
            <a:graphicFrameLocks noChangeAspect="1"/>
          </p:cNvGraphicFramePr>
          <p:nvPr>
            <p:extLst/>
          </p:nvPr>
        </p:nvGraphicFramePr>
        <p:xfrm>
          <a:off x="4876803" y="5001366"/>
          <a:ext cx="2459038" cy="644525"/>
        </p:xfrm>
        <a:graphic>
          <a:graphicData uri="http://schemas.openxmlformats.org/presentationml/2006/ole">
            <mc:AlternateContent xmlns:mc="http://schemas.openxmlformats.org/markup-compatibility/2006">
              <mc:Choice xmlns:v="urn:schemas-microsoft-com:vml" Requires="v">
                <p:oleObj spid="_x0000_s903252" name="Equation" r:id="rId32" imgW="1218960" imgH="291960" progId="Equation.3">
                  <p:embed/>
                </p:oleObj>
              </mc:Choice>
              <mc:Fallback>
                <p:oleObj name="Equation" r:id="rId32" imgW="1218960" imgH="291960" progId="Equation.3">
                  <p:embed/>
                  <p:pic>
                    <p:nvPicPr>
                      <p:cNvPr id="0" name=""/>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876803" y="5001366"/>
                        <a:ext cx="2459038"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1750" name="Object 22"/>
          <p:cNvGraphicFramePr>
            <a:graphicFrameLocks noChangeAspect="1"/>
          </p:cNvGraphicFramePr>
          <p:nvPr>
            <p:extLst/>
          </p:nvPr>
        </p:nvGraphicFramePr>
        <p:xfrm>
          <a:off x="592138" y="5534744"/>
          <a:ext cx="3903662" cy="990600"/>
        </p:xfrm>
        <a:graphic>
          <a:graphicData uri="http://schemas.openxmlformats.org/presentationml/2006/ole">
            <mc:AlternateContent xmlns:mc="http://schemas.openxmlformats.org/markup-compatibility/2006">
              <mc:Choice xmlns:v="urn:schemas-microsoft-com:vml" Requires="v">
                <p:oleObj spid="_x0000_s903253" name="Equation" r:id="rId34" imgW="1676160" imgH="419040" progId="Equation.3">
                  <p:embed/>
                </p:oleObj>
              </mc:Choice>
              <mc:Fallback>
                <p:oleObj name="Equation" r:id="rId34" imgW="1676160" imgH="419040" progId="Equation.3">
                  <p:embed/>
                  <p:pic>
                    <p:nvPicPr>
                      <p:cNvPr id="0" name=""/>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92138" y="5534744"/>
                        <a:ext cx="3903662"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1751" name="Object 23"/>
          <p:cNvGraphicFramePr>
            <a:graphicFrameLocks noChangeAspect="1"/>
          </p:cNvGraphicFramePr>
          <p:nvPr>
            <p:extLst/>
          </p:nvPr>
        </p:nvGraphicFramePr>
        <p:xfrm>
          <a:off x="4419604" y="5534744"/>
          <a:ext cx="4800600" cy="990600"/>
        </p:xfrm>
        <a:graphic>
          <a:graphicData uri="http://schemas.openxmlformats.org/presentationml/2006/ole">
            <mc:AlternateContent xmlns:mc="http://schemas.openxmlformats.org/markup-compatibility/2006">
              <mc:Choice xmlns:v="urn:schemas-microsoft-com:vml" Requires="v">
                <p:oleObj spid="_x0000_s903254" name="Equation" r:id="rId36" imgW="1981080" imgH="419040" progId="Equation.3">
                  <p:embed/>
                </p:oleObj>
              </mc:Choice>
              <mc:Fallback>
                <p:oleObj name="Equation" r:id="rId36" imgW="1981080" imgH="419040" progId="Equation.3">
                  <p:embed/>
                  <p:pic>
                    <p:nvPicPr>
                      <p:cNvPr id="0" name=""/>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419604" y="5534744"/>
                        <a:ext cx="4800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2"/>
    </p:custDataLst>
    <p:extLst>
      <p:ext uri="{BB962C8B-B14F-4D97-AF65-F5344CB8AC3E}">
        <p14:creationId xmlns:p14="http://schemas.microsoft.com/office/powerpoint/2010/main" val="16725222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41732"/>
                                        </p:tgtEl>
                                        <p:attrNameLst>
                                          <p:attrName>style.visibility</p:attrName>
                                        </p:attrNameLst>
                                      </p:cBhvr>
                                      <p:to>
                                        <p:strVal val="visible"/>
                                      </p:to>
                                    </p:set>
                                    <p:animEffect transition="in" filter="dissolve">
                                      <p:cBhvr>
                                        <p:cTn id="7" dur="500"/>
                                        <p:tgtEl>
                                          <p:spTgt spid="8417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41733"/>
                                        </p:tgtEl>
                                        <p:attrNameLst>
                                          <p:attrName>style.visibility</p:attrName>
                                        </p:attrNameLst>
                                      </p:cBhvr>
                                      <p:to>
                                        <p:strVal val="visible"/>
                                      </p:to>
                                    </p:set>
                                    <p:animEffect transition="in" filter="dissolve">
                                      <p:cBhvr>
                                        <p:cTn id="12" dur="500"/>
                                        <p:tgtEl>
                                          <p:spTgt spid="8417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41734"/>
                                        </p:tgtEl>
                                        <p:attrNameLst>
                                          <p:attrName>style.visibility</p:attrName>
                                        </p:attrNameLst>
                                      </p:cBhvr>
                                      <p:to>
                                        <p:strVal val="visible"/>
                                      </p:to>
                                    </p:set>
                                    <p:animEffect transition="in" filter="dissolve">
                                      <p:cBhvr>
                                        <p:cTn id="17" dur="500"/>
                                        <p:tgtEl>
                                          <p:spTgt spid="8417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41735"/>
                                        </p:tgtEl>
                                        <p:attrNameLst>
                                          <p:attrName>style.visibility</p:attrName>
                                        </p:attrNameLst>
                                      </p:cBhvr>
                                      <p:to>
                                        <p:strVal val="visible"/>
                                      </p:to>
                                    </p:set>
                                    <p:animEffect transition="in" filter="dissolve">
                                      <p:cBhvr>
                                        <p:cTn id="22" dur="500"/>
                                        <p:tgtEl>
                                          <p:spTgt spid="84173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841736"/>
                                        </p:tgtEl>
                                        <p:attrNameLst>
                                          <p:attrName>style.visibility</p:attrName>
                                        </p:attrNameLst>
                                      </p:cBhvr>
                                      <p:to>
                                        <p:strVal val="visible"/>
                                      </p:to>
                                    </p:set>
                                    <p:animEffect transition="in" filter="dissolve">
                                      <p:cBhvr>
                                        <p:cTn id="27" dur="500"/>
                                        <p:tgtEl>
                                          <p:spTgt spid="84173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841737"/>
                                        </p:tgtEl>
                                        <p:attrNameLst>
                                          <p:attrName>style.visibility</p:attrName>
                                        </p:attrNameLst>
                                      </p:cBhvr>
                                      <p:to>
                                        <p:strVal val="visible"/>
                                      </p:to>
                                    </p:set>
                                    <p:animEffect transition="in" filter="dissolve">
                                      <p:cBhvr>
                                        <p:cTn id="32" dur="500"/>
                                        <p:tgtEl>
                                          <p:spTgt spid="841737"/>
                                        </p:tgtEl>
                                      </p:cBhvr>
                                    </p:animEffect>
                                  </p:childTnLst>
                                </p:cTn>
                              </p:par>
                            </p:childTnLst>
                          </p:cTn>
                        </p:par>
                        <p:par>
                          <p:cTn id="33" fill="hold" nodeType="afterGroup">
                            <p:stCondLst>
                              <p:cond delay="500"/>
                            </p:stCondLst>
                            <p:childTnLst>
                              <p:par>
                                <p:cTn id="34" presetID="9" presetClass="entr" presetSubtype="0" fill="hold" nodeType="afterEffect">
                                  <p:stCondLst>
                                    <p:cond delay="0"/>
                                  </p:stCondLst>
                                  <p:childTnLst>
                                    <p:set>
                                      <p:cBhvr>
                                        <p:cTn id="35" dur="1" fill="hold">
                                          <p:stCondLst>
                                            <p:cond delay="0"/>
                                          </p:stCondLst>
                                        </p:cTn>
                                        <p:tgtEl>
                                          <p:spTgt spid="841738"/>
                                        </p:tgtEl>
                                        <p:attrNameLst>
                                          <p:attrName>style.visibility</p:attrName>
                                        </p:attrNameLst>
                                      </p:cBhvr>
                                      <p:to>
                                        <p:strVal val="visible"/>
                                      </p:to>
                                    </p:set>
                                    <p:animEffect transition="in" filter="dissolve">
                                      <p:cBhvr>
                                        <p:cTn id="36" dur="500"/>
                                        <p:tgtEl>
                                          <p:spTgt spid="841738"/>
                                        </p:tgtEl>
                                      </p:cBhvr>
                                    </p:animEffect>
                                  </p:childTnLst>
                                </p:cTn>
                              </p:par>
                            </p:childTnLst>
                          </p:cTn>
                        </p:par>
                        <p:par>
                          <p:cTn id="37" fill="hold" nodeType="afterGroup">
                            <p:stCondLst>
                              <p:cond delay="1000"/>
                            </p:stCondLst>
                            <p:childTnLst>
                              <p:par>
                                <p:cTn id="38" presetID="9" presetClass="entr" presetSubtype="0" fill="hold" nodeType="afterEffect">
                                  <p:stCondLst>
                                    <p:cond delay="0"/>
                                  </p:stCondLst>
                                  <p:childTnLst>
                                    <p:set>
                                      <p:cBhvr>
                                        <p:cTn id="39" dur="1" fill="hold">
                                          <p:stCondLst>
                                            <p:cond delay="0"/>
                                          </p:stCondLst>
                                        </p:cTn>
                                        <p:tgtEl>
                                          <p:spTgt spid="841739"/>
                                        </p:tgtEl>
                                        <p:attrNameLst>
                                          <p:attrName>style.visibility</p:attrName>
                                        </p:attrNameLst>
                                      </p:cBhvr>
                                      <p:to>
                                        <p:strVal val="visible"/>
                                      </p:to>
                                    </p:set>
                                    <p:animEffect transition="in" filter="dissolve">
                                      <p:cBhvr>
                                        <p:cTn id="40" dur="500"/>
                                        <p:tgtEl>
                                          <p:spTgt spid="841739"/>
                                        </p:tgtEl>
                                      </p:cBhvr>
                                    </p:animEffect>
                                  </p:childTnLst>
                                </p:cTn>
                              </p:par>
                            </p:childTnLst>
                          </p:cTn>
                        </p:par>
                        <p:par>
                          <p:cTn id="41" fill="hold" nodeType="afterGroup">
                            <p:stCondLst>
                              <p:cond delay="1500"/>
                            </p:stCondLst>
                            <p:childTnLst>
                              <p:par>
                                <p:cTn id="42" presetID="9" presetClass="entr" presetSubtype="0" fill="hold" nodeType="afterEffect">
                                  <p:stCondLst>
                                    <p:cond delay="0"/>
                                  </p:stCondLst>
                                  <p:childTnLst>
                                    <p:set>
                                      <p:cBhvr>
                                        <p:cTn id="43" dur="1" fill="hold">
                                          <p:stCondLst>
                                            <p:cond delay="0"/>
                                          </p:stCondLst>
                                        </p:cTn>
                                        <p:tgtEl>
                                          <p:spTgt spid="841740"/>
                                        </p:tgtEl>
                                        <p:attrNameLst>
                                          <p:attrName>style.visibility</p:attrName>
                                        </p:attrNameLst>
                                      </p:cBhvr>
                                      <p:to>
                                        <p:strVal val="visible"/>
                                      </p:to>
                                    </p:set>
                                    <p:animEffect transition="in" filter="dissolve">
                                      <p:cBhvr>
                                        <p:cTn id="44" dur="500"/>
                                        <p:tgtEl>
                                          <p:spTgt spid="841740"/>
                                        </p:tgtEl>
                                      </p:cBhvr>
                                    </p:animEffect>
                                  </p:childTnLst>
                                </p:cTn>
                              </p:par>
                            </p:childTnLst>
                          </p:cTn>
                        </p:par>
                        <p:par>
                          <p:cTn id="45" fill="hold" nodeType="afterGroup">
                            <p:stCondLst>
                              <p:cond delay="2000"/>
                            </p:stCondLst>
                            <p:childTnLst>
                              <p:par>
                                <p:cTn id="46" presetID="9" presetClass="entr" presetSubtype="0" fill="hold" nodeType="afterEffect">
                                  <p:stCondLst>
                                    <p:cond delay="0"/>
                                  </p:stCondLst>
                                  <p:childTnLst>
                                    <p:set>
                                      <p:cBhvr>
                                        <p:cTn id="47" dur="1" fill="hold">
                                          <p:stCondLst>
                                            <p:cond delay="0"/>
                                          </p:stCondLst>
                                        </p:cTn>
                                        <p:tgtEl>
                                          <p:spTgt spid="841741"/>
                                        </p:tgtEl>
                                        <p:attrNameLst>
                                          <p:attrName>style.visibility</p:attrName>
                                        </p:attrNameLst>
                                      </p:cBhvr>
                                      <p:to>
                                        <p:strVal val="visible"/>
                                      </p:to>
                                    </p:set>
                                    <p:animEffect transition="in" filter="dissolve">
                                      <p:cBhvr>
                                        <p:cTn id="48" dur="500"/>
                                        <p:tgtEl>
                                          <p:spTgt spid="84174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nodeType="clickEffect">
                                  <p:stCondLst>
                                    <p:cond delay="0"/>
                                  </p:stCondLst>
                                  <p:childTnLst>
                                    <p:set>
                                      <p:cBhvr>
                                        <p:cTn id="52" dur="1" fill="hold">
                                          <p:stCondLst>
                                            <p:cond delay="0"/>
                                          </p:stCondLst>
                                        </p:cTn>
                                        <p:tgtEl>
                                          <p:spTgt spid="841742"/>
                                        </p:tgtEl>
                                        <p:attrNameLst>
                                          <p:attrName>style.visibility</p:attrName>
                                        </p:attrNameLst>
                                      </p:cBhvr>
                                      <p:to>
                                        <p:strVal val="visible"/>
                                      </p:to>
                                    </p:set>
                                    <p:animEffect transition="in" filter="dissolve">
                                      <p:cBhvr>
                                        <p:cTn id="53" dur="500"/>
                                        <p:tgtEl>
                                          <p:spTgt spid="841742"/>
                                        </p:tgtEl>
                                      </p:cBhvr>
                                    </p:animEffect>
                                  </p:childTnLst>
                                </p:cTn>
                              </p:par>
                            </p:childTnLst>
                          </p:cTn>
                        </p:par>
                        <p:par>
                          <p:cTn id="54" fill="hold" nodeType="afterGroup">
                            <p:stCondLst>
                              <p:cond delay="500"/>
                            </p:stCondLst>
                            <p:childTnLst>
                              <p:par>
                                <p:cTn id="55" presetID="9" presetClass="entr" presetSubtype="0" fill="hold" nodeType="afterEffect">
                                  <p:stCondLst>
                                    <p:cond delay="0"/>
                                  </p:stCondLst>
                                  <p:childTnLst>
                                    <p:set>
                                      <p:cBhvr>
                                        <p:cTn id="56" dur="1" fill="hold">
                                          <p:stCondLst>
                                            <p:cond delay="0"/>
                                          </p:stCondLst>
                                        </p:cTn>
                                        <p:tgtEl>
                                          <p:spTgt spid="841743"/>
                                        </p:tgtEl>
                                        <p:attrNameLst>
                                          <p:attrName>style.visibility</p:attrName>
                                        </p:attrNameLst>
                                      </p:cBhvr>
                                      <p:to>
                                        <p:strVal val="visible"/>
                                      </p:to>
                                    </p:set>
                                    <p:animEffect transition="in" filter="dissolve">
                                      <p:cBhvr>
                                        <p:cTn id="57" dur="500"/>
                                        <p:tgtEl>
                                          <p:spTgt spid="841743"/>
                                        </p:tgtEl>
                                      </p:cBhvr>
                                    </p:animEffect>
                                  </p:childTnLst>
                                </p:cTn>
                              </p:par>
                            </p:childTnLst>
                          </p:cTn>
                        </p:par>
                        <p:par>
                          <p:cTn id="58" fill="hold" nodeType="afterGroup">
                            <p:stCondLst>
                              <p:cond delay="1000"/>
                            </p:stCondLst>
                            <p:childTnLst>
                              <p:par>
                                <p:cTn id="59" presetID="9" presetClass="entr" presetSubtype="0" fill="hold" nodeType="afterEffect">
                                  <p:stCondLst>
                                    <p:cond delay="0"/>
                                  </p:stCondLst>
                                  <p:childTnLst>
                                    <p:set>
                                      <p:cBhvr>
                                        <p:cTn id="60" dur="1" fill="hold">
                                          <p:stCondLst>
                                            <p:cond delay="0"/>
                                          </p:stCondLst>
                                        </p:cTn>
                                        <p:tgtEl>
                                          <p:spTgt spid="841744"/>
                                        </p:tgtEl>
                                        <p:attrNameLst>
                                          <p:attrName>style.visibility</p:attrName>
                                        </p:attrNameLst>
                                      </p:cBhvr>
                                      <p:to>
                                        <p:strVal val="visible"/>
                                      </p:to>
                                    </p:set>
                                    <p:animEffect transition="in" filter="dissolve">
                                      <p:cBhvr>
                                        <p:cTn id="61" dur="500"/>
                                        <p:tgtEl>
                                          <p:spTgt spid="841744"/>
                                        </p:tgtEl>
                                      </p:cBhvr>
                                    </p:animEffect>
                                  </p:childTnLst>
                                </p:cTn>
                              </p:par>
                            </p:childTnLst>
                          </p:cTn>
                        </p:par>
                        <p:par>
                          <p:cTn id="62" fill="hold" nodeType="afterGroup">
                            <p:stCondLst>
                              <p:cond delay="1500"/>
                            </p:stCondLst>
                            <p:childTnLst>
                              <p:par>
                                <p:cTn id="63" presetID="9" presetClass="entr" presetSubtype="0" fill="hold" nodeType="afterEffect">
                                  <p:stCondLst>
                                    <p:cond delay="0"/>
                                  </p:stCondLst>
                                  <p:childTnLst>
                                    <p:set>
                                      <p:cBhvr>
                                        <p:cTn id="64" dur="1" fill="hold">
                                          <p:stCondLst>
                                            <p:cond delay="0"/>
                                          </p:stCondLst>
                                        </p:cTn>
                                        <p:tgtEl>
                                          <p:spTgt spid="841745"/>
                                        </p:tgtEl>
                                        <p:attrNameLst>
                                          <p:attrName>style.visibility</p:attrName>
                                        </p:attrNameLst>
                                      </p:cBhvr>
                                      <p:to>
                                        <p:strVal val="visible"/>
                                      </p:to>
                                    </p:set>
                                    <p:animEffect transition="in" filter="dissolve">
                                      <p:cBhvr>
                                        <p:cTn id="65" dur="500"/>
                                        <p:tgtEl>
                                          <p:spTgt spid="841745"/>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841746"/>
                                        </p:tgtEl>
                                        <p:attrNameLst>
                                          <p:attrName>style.visibility</p:attrName>
                                        </p:attrNameLst>
                                      </p:cBhvr>
                                      <p:to>
                                        <p:strVal val="visible"/>
                                      </p:to>
                                    </p:set>
                                    <p:animEffect transition="in" filter="dissolve">
                                      <p:cBhvr>
                                        <p:cTn id="70" dur="500"/>
                                        <p:tgtEl>
                                          <p:spTgt spid="841746"/>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841748"/>
                                        </p:tgtEl>
                                        <p:attrNameLst>
                                          <p:attrName>style.visibility</p:attrName>
                                        </p:attrNameLst>
                                      </p:cBhvr>
                                      <p:to>
                                        <p:strVal val="visible"/>
                                      </p:to>
                                    </p:set>
                                    <p:animEffect transition="in" filter="dissolve">
                                      <p:cBhvr>
                                        <p:cTn id="75" dur="500"/>
                                        <p:tgtEl>
                                          <p:spTgt spid="841748"/>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9" presetClass="entr" presetSubtype="0" fill="hold" nodeType="clickEffect">
                                  <p:stCondLst>
                                    <p:cond delay="0"/>
                                  </p:stCondLst>
                                  <p:childTnLst>
                                    <p:set>
                                      <p:cBhvr>
                                        <p:cTn id="79" dur="1" fill="hold">
                                          <p:stCondLst>
                                            <p:cond delay="0"/>
                                          </p:stCondLst>
                                        </p:cTn>
                                        <p:tgtEl>
                                          <p:spTgt spid="841747"/>
                                        </p:tgtEl>
                                        <p:attrNameLst>
                                          <p:attrName>style.visibility</p:attrName>
                                        </p:attrNameLst>
                                      </p:cBhvr>
                                      <p:to>
                                        <p:strVal val="visible"/>
                                      </p:to>
                                    </p:set>
                                    <p:animEffect transition="in" filter="dissolve">
                                      <p:cBhvr>
                                        <p:cTn id="80" dur="500"/>
                                        <p:tgtEl>
                                          <p:spTgt spid="841747"/>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9" presetClass="entr" presetSubtype="0" fill="hold" nodeType="clickEffect">
                                  <p:stCondLst>
                                    <p:cond delay="0"/>
                                  </p:stCondLst>
                                  <p:childTnLst>
                                    <p:set>
                                      <p:cBhvr>
                                        <p:cTn id="84" dur="1" fill="hold">
                                          <p:stCondLst>
                                            <p:cond delay="0"/>
                                          </p:stCondLst>
                                        </p:cTn>
                                        <p:tgtEl>
                                          <p:spTgt spid="841749"/>
                                        </p:tgtEl>
                                        <p:attrNameLst>
                                          <p:attrName>style.visibility</p:attrName>
                                        </p:attrNameLst>
                                      </p:cBhvr>
                                      <p:to>
                                        <p:strVal val="visible"/>
                                      </p:to>
                                    </p:set>
                                    <p:animEffect transition="in" filter="dissolve">
                                      <p:cBhvr>
                                        <p:cTn id="85" dur="500"/>
                                        <p:tgtEl>
                                          <p:spTgt spid="841749"/>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9" presetClass="entr" presetSubtype="0" fill="hold" nodeType="clickEffect">
                                  <p:stCondLst>
                                    <p:cond delay="0"/>
                                  </p:stCondLst>
                                  <p:childTnLst>
                                    <p:set>
                                      <p:cBhvr>
                                        <p:cTn id="89" dur="1" fill="hold">
                                          <p:stCondLst>
                                            <p:cond delay="0"/>
                                          </p:stCondLst>
                                        </p:cTn>
                                        <p:tgtEl>
                                          <p:spTgt spid="841750"/>
                                        </p:tgtEl>
                                        <p:attrNameLst>
                                          <p:attrName>style.visibility</p:attrName>
                                        </p:attrNameLst>
                                      </p:cBhvr>
                                      <p:to>
                                        <p:strVal val="visible"/>
                                      </p:to>
                                    </p:set>
                                    <p:animEffect transition="in" filter="dissolve">
                                      <p:cBhvr>
                                        <p:cTn id="90" dur="500"/>
                                        <p:tgtEl>
                                          <p:spTgt spid="841750"/>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9" presetClass="entr" presetSubtype="0" fill="hold" nodeType="clickEffect">
                                  <p:stCondLst>
                                    <p:cond delay="0"/>
                                  </p:stCondLst>
                                  <p:childTnLst>
                                    <p:set>
                                      <p:cBhvr>
                                        <p:cTn id="94" dur="1" fill="hold">
                                          <p:stCondLst>
                                            <p:cond delay="0"/>
                                          </p:stCondLst>
                                        </p:cTn>
                                        <p:tgtEl>
                                          <p:spTgt spid="841751"/>
                                        </p:tgtEl>
                                        <p:attrNameLst>
                                          <p:attrName>style.visibility</p:attrName>
                                        </p:attrNameLst>
                                      </p:cBhvr>
                                      <p:to>
                                        <p:strVal val="visible"/>
                                      </p:to>
                                    </p:set>
                                    <p:animEffect transition="in" filter="dissolve">
                                      <p:cBhvr>
                                        <p:cTn id="95" dur="500"/>
                                        <p:tgtEl>
                                          <p:spTgt spid="841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1733" grpId="0" autoUpdateAnimBg="0"/>
      <p:bldP spid="841746" grpId="0" autoUpdateAnimBg="0"/>
      <p:bldP spid="841748" grpId="0" autoUpdateAnimBg="0"/>
    </p:bldLst>
  </p:timing>
  <p:extLst mod="1"/>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0"/>
          </p:nvPr>
        </p:nvSpPr>
        <p:spPr/>
        <p:txBody>
          <a:bodyPr/>
          <a:lstStyle/>
          <a:p>
            <a:fld id="{9910EC7F-D243-4316-BCD9-C2FF60CB88D2}" type="slidenum">
              <a:rPr lang="zh-CN" altLang="en-US"/>
              <a:pPr/>
              <a:t>40</a:t>
            </a:fld>
            <a:endParaRPr lang="en-US" altLang="zh-CN"/>
          </a:p>
        </p:txBody>
      </p:sp>
      <p:sp>
        <p:nvSpPr>
          <p:cNvPr id="11" name="日期占位符 4"/>
          <p:cNvSpPr>
            <a:spLocks noGrp="1"/>
          </p:cNvSpPr>
          <p:nvPr>
            <p:ph type="dt" sz="half" idx="4294967295"/>
          </p:nvPr>
        </p:nvSpPr>
        <p:spPr>
          <a:xfrm>
            <a:off x="14295" y="6350000"/>
            <a:ext cx="2297112" cy="577850"/>
          </a:xfrm>
        </p:spPr>
        <p:txBody>
          <a:bodyPr/>
          <a:lstStyle/>
          <a:p>
            <a:fld id="{87BFF8D4-0A65-4C82-9102-1DFC549B7C7C}" type="datetime1">
              <a:rPr lang="zh-CN" altLang="en-US"/>
              <a:pPr/>
              <a:t>2024/11/11</a:t>
            </a:fld>
            <a:endParaRPr lang="en-US" altLang="zh-CN"/>
          </a:p>
        </p:txBody>
      </p:sp>
      <p:sp>
        <p:nvSpPr>
          <p:cNvPr id="842754" name="Rectangle 2"/>
          <p:cNvSpPr>
            <a:spLocks noGrp="1" noChangeArrowheads="1"/>
          </p:cNvSpPr>
          <p:nvPr>
            <p:ph type="title"/>
          </p:nvPr>
        </p:nvSpPr>
        <p:spPr>
          <a:xfrm>
            <a:off x="650878" y="255588"/>
            <a:ext cx="8820150" cy="658812"/>
          </a:xfrm>
        </p:spPr>
        <p:txBody>
          <a:bodyPr/>
          <a:lstStyle/>
          <a:p>
            <a:r>
              <a:rPr lang="zh-CN" altLang="en-US"/>
              <a:t>§1.3 </a:t>
            </a:r>
            <a:r>
              <a:rPr lang="zh-CN" altLang="en-US" sz="4800"/>
              <a:t>复化求积公式</a:t>
            </a:r>
          </a:p>
        </p:txBody>
      </p:sp>
      <p:sp>
        <p:nvSpPr>
          <p:cNvPr id="842755" name="Rectangle 3"/>
          <p:cNvSpPr>
            <a:spLocks noGrp="1" noChangeArrowheads="1"/>
          </p:cNvSpPr>
          <p:nvPr>
            <p:ph type="body" idx="1"/>
          </p:nvPr>
        </p:nvSpPr>
        <p:spPr>
          <a:xfrm>
            <a:off x="415929" y="1052534"/>
            <a:ext cx="8820150" cy="1058751"/>
          </a:xfrm>
        </p:spPr>
        <p:txBody>
          <a:bodyPr/>
          <a:lstStyle/>
          <a:p>
            <a:pPr>
              <a:buFont typeface="Wingdings" pitchFamily="2" charset="2"/>
              <a:buNone/>
            </a:pPr>
            <a:r>
              <a:rPr lang="zh-CN" altLang="en-US" sz="3200"/>
              <a:t>估计舍入误差，</a:t>
            </a:r>
            <a:r>
              <a:rPr lang="en-US" altLang="zh-CN" sz="3200" i="1"/>
              <a:t>f</a:t>
            </a:r>
            <a:r>
              <a:rPr lang="en-US" altLang="zh-CN" sz="3200" i="1" baseline="-25000"/>
              <a:t>i</a:t>
            </a:r>
            <a:r>
              <a:rPr lang="zh-CN" altLang="en-US" sz="3200"/>
              <a:t>的舍入误差</a:t>
            </a:r>
            <a:r>
              <a:rPr lang="en-US" altLang="zh-CN" sz="3200" i="1">
                <a:sym typeface="Symbol" pitchFamily="18" charset="2"/>
              </a:rPr>
              <a:t></a:t>
            </a:r>
            <a:r>
              <a:rPr lang="en-US" altLang="zh-CN" sz="3200" i="1" baseline="-25000"/>
              <a:t>i</a:t>
            </a:r>
            <a:r>
              <a:rPr lang="zh-CN" altLang="en-US" sz="3200">
                <a:sym typeface="Symbol" pitchFamily="18" charset="2"/>
              </a:rPr>
              <a:t>0.5*10</a:t>
            </a:r>
            <a:r>
              <a:rPr lang="zh-CN" altLang="en-US" sz="3200" baseline="30000">
                <a:sym typeface="Symbol" pitchFamily="18" charset="2"/>
              </a:rPr>
              <a:t>-5</a:t>
            </a:r>
            <a:r>
              <a:rPr lang="zh-CN" altLang="en-US" sz="3200">
                <a:sym typeface="Symbol" pitchFamily="18" charset="2"/>
              </a:rPr>
              <a:t>.</a:t>
            </a:r>
          </a:p>
          <a:p>
            <a:pPr>
              <a:buFont typeface="Wingdings" pitchFamily="2" charset="2"/>
              <a:buNone/>
            </a:pPr>
            <a:r>
              <a:rPr lang="zh-CN" altLang="en-US" sz="3200">
                <a:sym typeface="Symbol" pitchFamily="18" charset="2"/>
              </a:rPr>
              <a:t>中括号内的舍入误差</a:t>
            </a:r>
            <a:endParaRPr lang="zh-CN" altLang="en-US" sz="3200"/>
          </a:p>
        </p:txBody>
      </p:sp>
      <p:graphicFrame>
        <p:nvGraphicFramePr>
          <p:cNvPr id="842756" name="Object 4"/>
          <p:cNvGraphicFramePr>
            <a:graphicFrameLocks noChangeAspect="1"/>
          </p:cNvGraphicFramePr>
          <p:nvPr/>
        </p:nvGraphicFramePr>
        <p:xfrm>
          <a:off x="2133607" y="2060575"/>
          <a:ext cx="7772400" cy="598488"/>
        </p:xfrm>
        <a:graphic>
          <a:graphicData uri="http://schemas.openxmlformats.org/presentationml/2006/ole">
            <mc:AlternateContent xmlns:mc="http://schemas.openxmlformats.org/markup-compatibility/2006">
              <mc:Choice xmlns:v="urn:schemas-microsoft-com:vml" Requires="v">
                <p:oleObj spid="_x0000_s904206" name="Equation" r:id="rId4" imgW="3746160" imgH="228600" progId="Equation.3">
                  <p:embed/>
                </p:oleObj>
              </mc:Choice>
              <mc:Fallback>
                <p:oleObj name="Equation" r:id="rId4" imgW="374616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7" y="2060575"/>
                        <a:ext cx="7772400" cy="598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2757" name="Object 5"/>
          <p:cNvGraphicFramePr>
            <a:graphicFrameLocks noChangeAspect="1"/>
          </p:cNvGraphicFramePr>
          <p:nvPr/>
        </p:nvGraphicFramePr>
        <p:xfrm>
          <a:off x="2133607" y="2590800"/>
          <a:ext cx="7772400" cy="617538"/>
        </p:xfrm>
        <a:graphic>
          <a:graphicData uri="http://schemas.openxmlformats.org/presentationml/2006/ole">
            <mc:AlternateContent xmlns:mc="http://schemas.openxmlformats.org/markup-compatibility/2006">
              <mc:Choice xmlns:v="urn:schemas-microsoft-com:vml" Requires="v">
                <p:oleObj spid="_x0000_s904207" name="Equation" r:id="rId6" imgW="2946240" imgH="228600" progId="Equation.3">
                  <p:embed/>
                </p:oleObj>
              </mc:Choice>
              <mc:Fallback>
                <p:oleObj name="Equation" r:id="rId6" imgW="2946240" imgH="228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3607" y="2590800"/>
                        <a:ext cx="7772400" cy="617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2758" name="Rectangle 6"/>
          <p:cNvSpPr>
            <a:spLocks noChangeArrowheads="1"/>
          </p:cNvSpPr>
          <p:nvPr/>
        </p:nvSpPr>
        <p:spPr bwMode="auto">
          <a:xfrm>
            <a:off x="457200" y="3124200"/>
            <a:ext cx="3291286" cy="1077218"/>
          </a:xfrm>
          <a:prstGeom prst="rect">
            <a:avLst/>
          </a:prstGeom>
          <a:noFill/>
          <a:ln w="381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200" i="0">
                <a:latin typeface="Times New Roman" pitchFamily="18" charset="0"/>
              </a:rPr>
              <a:t>=0.03333*20.7945</a:t>
            </a:r>
          </a:p>
          <a:p>
            <a:pPr algn="l"/>
            <a:r>
              <a:rPr lang="en-US" altLang="zh-CN" sz="3200" i="0">
                <a:latin typeface="Times New Roman" pitchFamily="18" charset="0"/>
              </a:rPr>
              <a:t>=0.69315</a:t>
            </a:r>
            <a:endParaRPr lang="zh-CN" altLang="en-US" sz="3200" i="0">
              <a:latin typeface="Times New Roman" pitchFamily="18" charset="0"/>
            </a:endParaRPr>
          </a:p>
        </p:txBody>
      </p:sp>
      <p:graphicFrame>
        <p:nvGraphicFramePr>
          <p:cNvPr id="842759" name="Object 7"/>
          <p:cNvGraphicFramePr>
            <a:graphicFrameLocks noChangeAspect="1"/>
          </p:cNvGraphicFramePr>
          <p:nvPr/>
        </p:nvGraphicFramePr>
        <p:xfrm>
          <a:off x="776288" y="4292622"/>
          <a:ext cx="8686800" cy="639763"/>
        </p:xfrm>
        <a:graphic>
          <a:graphicData uri="http://schemas.openxmlformats.org/presentationml/2006/ole">
            <mc:AlternateContent xmlns:mc="http://schemas.openxmlformats.org/markup-compatibility/2006">
              <mc:Choice xmlns:v="urn:schemas-microsoft-com:vml" Requires="v">
                <p:oleObj spid="_x0000_s904208" name="Equation" r:id="rId8" imgW="3200400" imgH="228600" progId="Equation.3">
                  <p:embed/>
                </p:oleObj>
              </mc:Choice>
              <mc:Fallback>
                <p:oleObj name="Equation" r:id="rId8" imgW="3200400" imgH="228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6288" y="4292622"/>
                        <a:ext cx="8686800" cy="639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2760" name="Rectangle 8"/>
          <p:cNvSpPr>
            <a:spLocks noChangeArrowheads="1"/>
          </p:cNvSpPr>
          <p:nvPr/>
        </p:nvSpPr>
        <p:spPr bwMode="auto">
          <a:xfrm>
            <a:off x="1136662" y="4868884"/>
            <a:ext cx="197361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3600" i="0">
                <a:latin typeface="Times New Roman" pitchFamily="18" charset="0"/>
                <a:sym typeface="Symbol" pitchFamily="18" charset="2"/>
              </a:rPr>
              <a:t>=0.1*10</a:t>
            </a:r>
            <a:r>
              <a:rPr lang="zh-CN" altLang="en-US" sz="3600" i="0" baseline="30000">
                <a:latin typeface="Times New Roman" pitchFamily="18" charset="0"/>
                <a:sym typeface="Symbol" pitchFamily="18" charset="2"/>
              </a:rPr>
              <a:t>-3</a:t>
            </a:r>
          </a:p>
        </p:txBody>
      </p:sp>
      <p:sp>
        <p:nvSpPr>
          <p:cNvPr id="842761" name="Rectangle 9"/>
          <p:cNvSpPr>
            <a:spLocks noChangeArrowheads="1"/>
          </p:cNvSpPr>
          <p:nvPr/>
        </p:nvSpPr>
        <p:spPr bwMode="auto">
          <a:xfrm>
            <a:off x="1065214" y="5805509"/>
            <a:ext cx="70823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600">
                <a:latin typeface="Times New Roman" pitchFamily="18" charset="0"/>
                <a:sym typeface="Symbol" pitchFamily="18" charset="2"/>
              </a:rPr>
              <a:t></a:t>
            </a:r>
            <a:r>
              <a:rPr lang="zh-CN" altLang="en-US" sz="3600" i="0">
                <a:latin typeface="Times New Roman" pitchFamily="18" charset="0"/>
                <a:sym typeface="Symbol" pitchFamily="18" charset="2"/>
              </a:rPr>
              <a:t>1.3*10</a:t>
            </a:r>
            <a:r>
              <a:rPr lang="zh-CN" altLang="en-US" sz="3600" i="0" baseline="30000">
                <a:latin typeface="Times New Roman" pitchFamily="18" charset="0"/>
                <a:sym typeface="Symbol" pitchFamily="18" charset="2"/>
              </a:rPr>
              <a:t>-5</a:t>
            </a:r>
            <a:r>
              <a:rPr lang="zh-CN" altLang="en-US" sz="3600" i="0">
                <a:latin typeface="Times New Roman" pitchFamily="18" charset="0"/>
                <a:sym typeface="Symbol" pitchFamily="18" charset="2"/>
              </a:rPr>
              <a:t>+ 0.1*10</a:t>
            </a:r>
            <a:r>
              <a:rPr lang="zh-CN" altLang="en-US" sz="3600" i="0" baseline="30000">
                <a:latin typeface="Times New Roman" pitchFamily="18" charset="0"/>
                <a:sym typeface="Symbol" pitchFamily="18" charset="2"/>
              </a:rPr>
              <a:t>-3                    </a:t>
            </a:r>
            <a:r>
              <a:rPr lang="en-US" altLang="zh-CN" sz="3600" i="0">
                <a:latin typeface="Times New Roman" pitchFamily="18" charset="0"/>
                <a:sym typeface="Symbol" pitchFamily="18" charset="2"/>
              </a:rPr>
              <a:t>I0.693</a:t>
            </a:r>
          </a:p>
        </p:txBody>
      </p:sp>
    </p:spTree>
    <p:custDataLst>
      <p:tags r:id="rId2"/>
    </p:custDataLst>
    <p:extLst>
      <p:ext uri="{BB962C8B-B14F-4D97-AF65-F5344CB8AC3E}">
        <p14:creationId xmlns:p14="http://schemas.microsoft.com/office/powerpoint/2010/main" val="2521326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42756"/>
                                        </p:tgtEl>
                                        <p:attrNameLst>
                                          <p:attrName>style.visibility</p:attrName>
                                        </p:attrNameLst>
                                      </p:cBhvr>
                                      <p:to>
                                        <p:strVal val="visible"/>
                                      </p:to>
                                    </p:set>
                                    <p:animEffect transition="in" filter="dissolve">
                                      <p:cBhvr>
                                        <p:cTn id="7" dur="500"/>
                                        <p:tgtEl>
                                          <p:spTgt spid="8427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42757"/>
                                        </p:tgtEl>
                                        <p:attrNameLst>
                                          <p:attrName>style.visibility</p:attrName>
                                        </p:attrNameLst>
                                      </p:cBhvr>
                                      <p:to>
                                        <p:strVal val="visible"/>
                                      </p:to>
                                    </p:set>
                                    <p:animEffect transition="in" filter="dissolve">
                                      <p:cBhvr>
                                        <p:cTn id="12" dur="500"/>
                                        <p:tgtEl>
                                          <p:spTgt spid="8427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42758"/>
                                        </p:tgtEl>
                                        <p:attrNameLst>
                                          <p:attrName>style.visibility</p:attrName>
                                        </p:attrNameLst>
                                      </p:cBhvr>
                                      <p:to>
                                        <p:strVal val="visible"/>
                                      </p:to>
                                    </p:set>
                                    <p:animEffect transition="in" filter="dissolve">
                                      <p:cBhvr>
                                        <p:cTn id="17" dur="500"/>
                                        <p:tgtEl>
                                          <p:spTgt spid="8427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42759"/>
                                        </p:tgtEl>
                                        <p:attrNameLst>
                                          <p:attrName>style.visibility</p:attrName>
                                        </p:attrNameLst>
                                      </p:cBhvr>
                                      <p:to>
                                        <p:strVal val="visible"/>
                                      </p:to>
                                    </p:set>
                                    <p:animEffect transition="in" filter="dissolve">
                                      <p:cBhvr>
                                        <p:cTn id="22" dur="500"/>
                                        <p:tgtEl>
                                          <p:spTgt spid="84275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42760"/>
                                        </p:tgtEl>
                                        <p:attrNameLst>
                                          <p:attrName>style.visibility</p:attrName>
                                        </p:attrNameLst>
                                      </p:cBhvr>
                                      <p:to>
                                        <p:strVal val="visible"/>
                                      </p:to>
                                    </p:set>
                                    <p:animEffect transition="in" filter="dissolve">
                                      <p:cBhvr>
                                        <p:cTn id="27" dur="500"/>
                                        <p:tgtEl>
                                          <p:spTgt spid="84276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42761"/>
                                        </p:tgtEl>
                                        <p:attrNameLst>
                                          <p:attrName>style.visibility</p:attrName>
                                        </p:attrNameLst>
                                      </p:cBhvr>
                                      <p:to>
                                        <p:strVal val="visible"/>
                                      </p:to>
                                    </p:set>
                                    <p:animEffect transition="in" filter="dissolve">
                                      <p:cBhvr>
                                        <p:cTn id="32" dur="500"/>
                                        <p:tgtEl>
                                          <p:spTgt spid="8427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2758" grpId="0" animBg="1" autoUpdateAnimBg="0"/>
      <p:bldP spid="842760" grpId="0" autoUpdateAnimBg="0"/>
      <p:bldP spid="842761" grpId="0" autoUpdateAnimBg="0"/>
    </p:bldLst>
  </p:timing>
  <p:extLst mod="1"/>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灯片编号占位符 3"/>
          <p:cNvSpPr>
            <a:spLocks noGrp="1"/>
          </p:cNvSpPr>
          <p:nvPr>
            <p:ph type="sldNum" sz="quarter" idx="10"/>
          </p:nvPr>
        </p:nvSpPr>
        <p:spPr/>
        <p:txBody>
          <a:bodyPr/>
          <a:lstStyle/>
          <a:p>
            <a:fld id="{900A97D3-6A5E-44BC-B4EC-DCF8AD7E591F}" type="slidenum">
              <a:rPr lang="zh-CN" altLang="en-US"/>
              <a:pPr/>
              <a:t>41</a:t>
            </a:fld>
            <a:endParaRPr lang="en-US" altLang="zh-CN"/>
          </a:p>
        </p:txBody>
      </p:sp>
      <p:sp>
        <p:nvSpPr>
          <p:cNvPr id="42" name="日期占位符 4"/>
          <p:cNvSpPr>
            <a:spLocks noGrp="1"/>
          </p:cNvSpPr>
          <p:nvPr>
            <p:ph type="dt" sz="half" idx="4294967295"/>
          </p:nvPr>
        </p:nvSpPr>
        <p:spPr>
          <a:xfrm>
            <a:off x="14295" y="6350000"/>
            <a:ext cx="2297112" cy="577850"/>
          </a:xfrm>
        </p:spPr>
        <p:txBody>
          <a:bodyPr/>
          <a:lstStyle/>
          <a:p>
            <a:fld id="{034A967E-9C81-4C7C-B394-173252A623AD}" type="datetime1">
              <a:rPr lang="zh-CN" altLang="en-US"/>
              <a:pPr/>
              <a:t>2024/11/11</a:t>
            </a:fld>
            <a:endParaRPr lang="en-US" altLang="zh-CN"/>
          </a:p>
        </p:txBody>
      </p:sp>
      <p:sp>
        <p:nvSpPr>
          <p:cNvPr id="843778" name="Rectangle 2"/>
          <p:cNvSpPr>
            <a:spLocks noGrp="1" noChangeArrowheads="1"/>
          </p:cNvSpPr>
          <p:nvPr>
            <p:ph type="title"/>
          </p:nvPr>
        </p:nvSpPr>
        <p:spPr>
          <a:xfrm>
            <a:off x="650878" y="255588"/>
            <a:ext cx="8820150" cy="658812"/>
          </a:xfrm>
        </p:spPr>
        <p:txBody>
          <a:bodyPr/>
          <a:lstStyle/>
          <a:p>
            <a:r>
              <a:rPr lang="zh-CN" altLang="en-US" sz="4800"/>
              <a:t>§1.3 复化求积公式</a:t>
            </a:r>
          </a:p>
        </p:txBody>
      </p:sp>
      <p:sp>
        <p:nvSpPr>
          <p:cNvPr id="843779" name="Rectangle 3"/>
          <p:cNvSpPr>
            <a:spLocks noGrp="1" noChangeArrowheads="1"/>
          </p:cNvSpPr>
          <p:nvPr>
            <p:ph type="body" idx="1"/>
          </p:nvPr>
        </p:nvSpPr>
        <p:spPr>
          <a:xfrm>
            <a:off x="650878" y="1143000"/>
            <a:ext cx="8820150" cy="768350"/>
          </a:xfrm>
        </p:spPr>
        <p:txBody>
          <a:bodyPr/>
          <a:lstStyle/>
          <a:p>
            <a:r>
              <a:rPr lang="zh-CN" altLang="en-US" dirty="0"/>
              <a:t>使用复化求积公式，当需要加密分点时，已算出的函数值及积分值仍有效</a:t>
            </a:r>
          </a:p>
        </p:txBody>
      </p:sp>
      <p:grpSp>
        <p:nvGrpSpPr>
          <p:cNvPr id="843780" name="Group 4"/>
          <p:cNvGrpSpPr>
            <a:grpSpLocks/>
          </p:cNvGrpSpPr>
          <p:nvPr/>
        </p:nvGrpSpPr>
        <p:grpSpPr bwMode="auto">
          <a:xfrm>
            <a:off x="379413" y="2038373"/>
            <a:ext cx="2752724" cy="660401"/>
            <a:chOff x="239" y="1488"/>
            <a:chExt cx="1734" cy="416"/>
          </a:xfrm>
        </p:grpSpPr>
        <p:sp>
          <p:nvSpPr>
            <p:cNvPr id="843781" name="Line 5"/>
            <p:cNvSpPr>
              <a:spLocks noChangeShapeType="1"/>
            </p:cNvSpPr>
            <p:nvPr/>
          </p:nvSpPr>
          <p:spPr bwMode="auto">
            <a:xfrm>
              <a:off x="384" y="1584"/>
              <a:ext cx="1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782" name="Line 6"/>
            <p:cNvSpPr>
              <a:spLocks noChangeShapeType="1"/>
            </p:cNvSpPr>
            <p:nvPr/>
          </p:nvSpPr>
          <p:spPr bwMode="auto">
            <a:xfrm>
              <a:off x="384" y="1488"/>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783" name="Line 7"/>
            <p:cNvSpPr>
              <a:spLocks noChangeShapeType="1"/>
            </p:cNvSpPr>
            <p:nvPr/>
          </p:nvSpPr>
          <p:spPr bwMode="auto">
            <a:xfrm>
              <a:off x="1872" y="1488"/>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784" name="Rectangle 8"/>
            <p:cNvSpPr>
              <a:spLocks noChangeArrowheads="1"/>
            </p:cNvSpPr>
            <p:nvPr/>
          </p:nvSpPr>
          <p:spPr bwMode="auto">
            <a:xfrm>
              <a:off x="239" y="1536"/>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a</a:t>
              </a:r>
              <a:endParaRPr lang="zh-CN" altLang="en-US" sz="3200">
                <a:latin typeface="Times New Roman" pitchFamily="18" charset="0"/>
              </a:endParaRPr>
            </a:p>
          </p:txBody>
        </p:sp>
        <p:sp>
          <p:nvSpPr>
            <p:cNvPr id="843785" name="Rectangle 9"/>
            <p:cNvSpPr>
              <a:spLocks noChangeArrowheads="1"/>
            </p:cNvSpPr>
            <p:nvPr/>
          </p:nvSpPr>
          <p:spPr bwMode="auto">
            <a:xfrm>
              <a:off x="1727" y="1536"/>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b</a:t>
              </a:r>
              <a:endParaRPr lang="zh-CN" altLang="en-US" sz="3200">
                <a:latin typeface="Times New Roman" pitchFamily="18" charset="0"/>
              </a:endParaRPr>
            </a:p>
          </p:txBody>
        </p:sp>
      </p:grpSp>
      <p:graphicFrame>
        <p:nvGraphicFramePr>
          <p:cNvPr id="843786" name="Object 10"/>
          <p:cNvGraphicFramePr>
            <a:graphicFrameLocks noChangeAspect="1"/>
          </p:cNvGraphicFramePr>
          <p:nvPr/>
        </p:nvGraphicFramePr>
        <p:xfrm>
          <a:off x="3657600" y="1600200"/>
          <a:ext cx="4141788" cy="971550"/>
        </p:xfrm>
        <a:graphic>
          <a:graphicData uri="http://schemas.openxmlformats.org/presentationml/2006/ole">
            <mc:AlternateContent xmlns:mc="http://schemas.openxmlformats.org/markup-compatibility/2006">
              <mc:Choice xmlns:v="urn:schemas-microsoft-com:vml" Requires="v">
                <p:oleObj spid="_x0000_s905250" name="Equation" r:id="rId4" imgW="1536480" imgH="393480" progId="Equation.3">
                  <p:embed/>
                </p:oleObj>
              </mc:Choice>
              <mc:Fallback>
                <p:oleObj name="Equation" r:id="rId4" imgW="1536480" imgH="3934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7600" y="1600200"/>
                        <a:ext cx="4141788"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3787" name="Object 11"/>
          <p:cNvGraphicFramePr>
            <a:graphicFrameLocks noChangeAspect="1"/>
          </p:cNvGraphicFramePr>
          <p:nvPr/>
        </p:nvGraphicFramePr>
        <p:xfrm>
          <a:off x="3584575" y="2362200"/>
          <a:ext cx="6321426" cy="971550"/>
        </p:xfrm>
        <a:graphic>
          <a:graphicData uri="http://schemas.openxmlformats.org/presentationml/2006/ole">
            <mc:AlternateContent xmlns:mc="http://schemas.openxmlformats.org/markup-compatibility/2006">
              <mc:Choice xmlns:v="urn:schemas-microsoft-com:vml" Requires="v">
                <p:oleObj spid="_x0000_s905251" name="Equation" r:id="rId6" imgW="3403440" imgH="393480" progId="Equation.3">
                  <p:embed/>
                </p:oleObj>
              </mc:Choice>
              <mc:Fallback>
                <p:oleObj name="Equation" r:id="rId6" imgW="3403440" imgH="393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84575" y="2362200"/>
                        <a:ext cx="6321426"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43788" name="Group 12"/>
          <p:cNvGrpSpPr>
            <a:grpSpLocks/>
          </p:cNvGrpSpPr>
          <p:nvPr/>
        </p:nvGrpSpPr>
        <p:grpSpPr bwMode="auto">
          <a:xfrm>
            <a:off x="373063" y="2838450"/>
            <a:ext cx="2752724" cy="838200"/>
            <a:chOff x="235" y="2112"/>
            <a:chExt cx="1734" cy="528"/>
          </a:xfrm>
        </p:grpSpPr>
        <p:grpSp>
          <p:nvGrpSpPr>
            <p:cNvPr id="843789" name="Group 13"/>
            <p:cNvGrpSpPr>
              <a:grpSpLocks/>
            </p:cNvGrpSpPr>
            <p:nvPr/>
          </p:nvGrpSpPr>
          <p:grpSpPr bwMode="auto">
            <a:xfrm>
              <a:off x="235" y="2112"/>
              <a:ext cx="1734" cy="416"/>
              <a:chOff x="235" y="2112"/>
              <a:chExt cx="1734" cy="416"/>
            </a:xfrm>
          </p:grpSpPr>
          <p:grpSp>
            <p:nvGrpSpPr>
              <p:cNvPr id="843790" name="Group 14"/>
              <p:cNvGrpSpPr>
                <a:grpSpLocks/>
              </p:cNvGrpSpPr>
              <p:nvPr/>
            </p:nvGrpSpPr>
            <p:grpSpPr bwMode="auto">
              <a:xfrm>
                <a:off x="235" y="2112"/>
                <a:ext cx="1734" cy="416"/>
                <a:chOff x="239" y="1488"/>
                <a:chExt cx="1734" cy="416"/>
              </a:xfrm>
            </p:grpSpPr>
            <p:sp>
              <p:nvSpPr>
                <p:cNvPr id="843791" name="Line 15"/>
                <p:cNvSpPr>
                  <a:spLocks noChangeShapeType="1"/>
                </p:cNvSpPr>
                <p:nvPr/>
              </p:nvSpPr>
              <p:spPr bwMode="auto">
                <a:xfrm>
                  <a:off x="384" y="1584"/>
                  <a:ext cx="1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792" name="Line 16"/>
                <p:cNvSpPr>
                  <a:spLocks noChangeShapeType="1"/>
                </p:cNvSpPr>
                <p:nvPr/>
              </p:nvSpPr>
              <p:spPr bwMode="auto">
                <a:xfrm>
                  <a:off x="384" y="1488"/>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793" name="Line 17"/>
                <p:cNvSpPr>
                  <a:spLocks noChangeShapeType="1"/>
                </p:cNvSpPr>
                <p:nvPr/>
              </p:nvSpPr>
              <p:spPr bwMode="auto">
                <a:xfrm>
                  <a:off x="1872" y="1488"/>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794" name="Rectangle 18"/>
                <p:cNvSpPr>
                  <a:spLocks noChangeArrowheads="1"/>
                </p:cNvSpPr>
                <p:nvPr/>
              </p:nvSpPr>
              <p:spPr bwMode="auto">
                <a:xfrm>
                  <a:off x="239" y="1536"/>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a</a:t>
                  </a:r>
                  <a:endParaRPr lang="zh-CN" altLang="en-US" sz="3200">
                    <a:latin typeface="Times New Roman" pitchFamily="18" charset="0"/>
                  </a:endParaRPr>
                </a:p>
              </p:txBody>
            </p:sp>
            <p:sp>
              <p:nvSpPr>
                <p:cNvPr id="843795" name="Rectangle 19"/>
                <p:cNvSpPr>
                  <a:spLocks noChangeArrowheads="1"/>
                </p:cNvSpPr>
                <p:nvPr/>
              </p:nvSpPr>
              <p:spPr bwMode="auto">
                <a:xfrm>
                  <a:off x="1727" y="1536"/>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b</a:t>
                  </a:r>
                  <a:endParaRPr lang="zh-CN" altLang="en-US" sz="3200">
                    <a:latin typeface="Times New Roman" pitchFamily="18" charset="0"/>
                  </a:endParaRPr>
                </a:p>
              </p:txBody>
            </p:sp>
          </p:grpSp>
          <p:sp>
            <p:nvSpPr>
              <p:cNvPr id="843796" name="Line 20"/>
              <p:cNvSpPr>
                <a:spLocks noChangeShapeType="1"/>
              </p:cNvSpPr>
              <p:nvPr/>
            </p:nvSpPr>
            <p:spPr bwMode="auto">
              <a:xfrm>
                <a:off x="1152" y="2112"/>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843797" name="Object 21"/>
            <p:cNvGraphicFramePr>
              <a:graphicFrameLocks noChangeAspect="1"/>
            </p:cNvGraphicFramePr>
            <p:nvPr/>
          </p:nvGraphicFramePr>
          <p:xfrm>
            <a:off x="837" y="2208"/>
            <a:ext cx="658" cy="432"/>
          </p:xfrm>
          <a:graphic>
            <a:graphicData uri="http://schemas.openxmlformats.org/presentationml/2006/ole">
              <mc:AlternateContent xmlns:mc="http://schemas.openxmlformats.org/markup-compatibility/2006">
                <mc:Choice xmlns:v="urn:schemas-microsoft-com:vml" Requires="v">
                  <p:oleObj spid="_x0000_s905252" name="Equation" r:id="rId8" imgW="609480" imgH="393480" progId="Equation.3">
                    <p:embed/>
                  </p:oleObj>
                </mc:Choice>
                <mc:Fallback>
                  <p:oleObj name="Equation" r:id="rId8" imgW="609480" imgH="3934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7" y="2208"/>
                          <a:ext cx="658"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43798" name="Object 22"/>
          <p:cNvGraphicFramePr>
            <a:graphicFrameLocks noChangeAspect="1"/>
          </p:cNvGraphicFramePr>
          <p:nvPr/>
        </p:nvGraphicFramePr>
        <p:xfrm>
          <a:off x="3835412" y="3276600"/>
          <a:ext cx="5553075" cy="971550"/>
        </p:xfrm>
        <a:graphic>
          <a:graphicData uri="http://schemas.openxmlformats.org/presentationml/2006/ole">
            <mc:AlternateContent xmlns:mc="http://schemas.openxmlformats.org/markup-compatibility/2006">
              <mc:Choice xmlns:v="urn:schemas-microsoft-com:vml" Requires="v">
                <p:oleObj spid="_x0000_s905253" name="Equation" r:id="rId10" imgW="2755800" imgH="393480" progId="Equation.3">
                  <p:embed/>
                </p:oleObj>
              </mc:Choice>
              <mc:Fallback>
                <p:oleObj name="Equation" r:id="rId10" imgW="2755800" imgH="39348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35412" y="3276600"/>
                        <a:ext cx="5553075"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3799" name="Text Box 23"/>
          <p:cNvSpPr txBox="1">
            <a:spLocks noChangeArrowheads="1"/>
          </p:cNvSpPr>
          <p:nvPr/>
        </p:nvSpPr>
        <p:spPr bwMode="auto">
          <a:xfrm>
            <a:off x="4343400" y="3267080"/>
            <a:ext cx="2362200" cy="1076325"/>
          </a:xfrm>
          <a:prstGeom prst="rect">
            <a:avLst/>
          </a:prstGeom>
          <a:noFill/>
          <a:ln w="381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zh-CN" i="0">
              <a:solidFill>
                <a:srgbClr val="FF3300"/>
              </a:solidFill>
            </a:endParaRPr>
          </a:p>
          <a:p>
            <a:pPr>
              <a:spcBef>
                <a:spcPct val="50000"/>
              </a:spcBef>
            </a:pPr>
            <a:r>
              <a:rPr lang="en-US" altLang="zh-CN" sz="2800" i="0">
                <a:solidFill>
                  <a:srgbClr val="FF3300"/>
                </a:solidFill>
              </a:rPr>
              <a:t>T</a:t>
            </a:r>
            <a:r>
              <a:rPr lang="en-US" altLang="zh-CN" sz="2800" i="0" baseline="-25000">
                <a:solidFill>
                  <a:srgbClr val="FF3300"/>
                </a:solidFill>
              </a:rPr>
              <a:t>1</a:t>
            </a:r>
          </a:p>
        </p:txBody>
      </p:sp>
      <p:grpSp>
        <p:nvGrpSpPr>
          <p:cNvPr id="843800" name="Group 24"/>
          <p:cNvGrpSpPr>
            <a:grpSpLocks/>
          </p:cNvGrpSpPr>
          <p:nvPr/>
        </p:nvGrpSpPr>
        <p:grpSpPr bwMode="auto">
          <a:xfrm>
            <a:off x="373063" y="3733800"/>
            <a:ext cx="2752724" cy="1143000"/>
            <a:chOff x="287" y="3264"/>
            <a:chExt cx="1734" cy="720"/>
          </a:xfrm>
        </p:grpSpPr>
        <p:grpSp>
          <p:nvGrpSpPr>
            <p:cNvPr id="843801" name="Group 25"/>
            <p:cNvGrpSpPr>
              <a:grpSpLocks/>
            </p:cNvGrpSpPr>
            <p:nvPr/>
          </p:nvGrpSpPr>
          <p:grpSpPr bwMode="auto">
            <a:xfrm>
              <a:off x="287" y="3264"/>
              <a:ext cx="1734" cy="416"/>
              <a:chOff x="239" y="1488"/>
              <a:chExt cx="1734" cy="416"/>
            </a:xfrm>
          </p:grpSpPr>
          <p:sp>
            <p:nvSpPr>
              <p:cNvPr id="843802" name="Line 26"/>
              <p:cNvSpPr>
                <a:spLocks noChangeShapeType="1"/>
              </p:cNvSpPr>
              <p:nvPr/>
            </p:nvSpPr>
            <p:spPr bwMode="auto">
              <a:xfrm>
                <a:off x="384" y="1584"/>
                <a:ext cx="1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803" name="Line 27"/>
              <p:cNvSpPr>
                <a:spLocks noChangeShapeType="1"/>
              </p:cNvSpPr>
              <p:nvPr/>
            </p:nvSpPr>
            <p:spPr bwMode="auto">
              <a:xfrm>
                <a:off x="384" y="1488"/>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804" name="Line 28"/>
              <p:cNvSpPr>
                <a:spLocks noChangeShapeType="1"/>
              </p:cNvSpPr>
              <p:nvPr/>
            </p:nvSpPr>
            <p:spPr bwMode="auto">
              <a:xfrm>
                <a:off x="1872" y="1488"/>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805" name="Rectangle 29"/>
              <p:cNvSpPr>
                <a:spLocks noChangeArrowheads="1"/>
              </p:cNvSpPr>
              <p:nvPr/>
            </p:nvSpPr>
            <p:spPr bwMode="auto">
              <a:xfrm>
                <a:off x="239" y="1536"/>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a</a:t>
                </a:r>
                <a:endParaRPr lang="zh-CN" altLang="en-US" sz="3200">
                  <a:latin typeface="Times New Roman" pitchFamily="18" charset="0"/>
                </a:endParaRPr>
              </a:p>
            </p:txBody>
          </p:sp>
          <p:sp>
            <p:nvSpPr>
              <p:cNvPr id="843806" name="Rectangle 30"/>
              <p:cNvSpPr>
                <a:spLocks noChangeArrowheads="1"/>
              </p:cNvSpPr>
              <p:nvPr/>
            </p:nvSpPr>
            <p:spPr bwMode="auto">
              <a:xfrm>
                <a:off x="1727" y="1536"/>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b</a:t>
                </a:r>
                <a:endParaRPr lang="zh-CN" altLang="en-US" sz="3200">
                  <a:latin typeface="Times New Roman" pitchFamily="18" charset="0"/>
                </a:endParaRPr>
              </a:p>
            </p:txBody>
          </p:sp>
        </p:grpSp>
        <p:sp>
          <p:nvSpPr>
            <p:cNvPr id="843807" name="Line 31"/>
            <p:cNvSpPr>
              <a:spLocks noChangeShapeType="1"/>
            </p:cNvSpPr>
            <p:nvPr/>
          </p:nvSpPr>
          <p:spPr bwMode="auto">
            <a:xfrm>
              <a:off x="1204" y="3264"/>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43808" name="Object 32"/>
            <p:cNvGraphicFramePr>
              <a:graphicFrameLocks noChangeAspect="1"/>
            </p:cNvGraphicFramePr>
            <p:nvPr/>
          </p:nvGraphicFramePr>
          <p:xfrm>
            <a:off x="384" y="3552"/>
            <a:ext cx="672" cy="432"/>
          </p:xfrm>
          <a:graphic>
            <a:graphicData uri="http://schemas.openxmlformats.org/presentationml/2006/ole">
              <mc:AlternateContent xmlns:mc="http://schemas.openxmlformats.org/markup-compatibility/2006">
                <mc:Choice xmlns:v="urn:schemas-microsoft-com:vml" Requires="v">
                  <p:oleObj spid="_x0000_s905254" name="Equation" r:id="rId12" imgW="622080" imgH="393480" progId="Equation.3">
                    <p:embed/>
                  </p:oleObj>
                </mc:Choice>
                <mc:Fallback>
                  <p:oleObj name="Equation" r:id="rId12" imgW="622080" imgH="39348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4" y="3552"/>
                          <a:ext cx="672"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3809" name="Line 33"/>
            <p:cNvSpPr>
              <a:spLocks noChangeShapeType="1"/>
            </p:cNvSpPr>
            <p:nvPr/>
          </p:nvSpPr>
          <p:spPr bwMode="auto">
            <a:xfrm>
              <a:off x="816" y="3264"/>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810" name="Line 34"/>
            <p:cNvSpPr>
              <a:spLocks noChangeShapeType="1"/>
            </p:cNvSpPr>
            <p:nvPr/>
          </p:nvSpPr>
          <p:spPr bwMode="auto">
            <a:xfrm>
              <a:off x="1584" y="3264"/>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843811" name="Object 35"/>
          <p:cNvGraphicFramePr>
            <a:graphicFrameLocks noChangeAspect="1"/>
          </p:cNvGraphicFramePr>
          <p:nvPr/>
        </p:nvGraphicFramePr>
        <p:xfrm>
          <a:off x="1524000" y="4343422"/>
          <a:ext cx="8001000" cy="936625"/>
        </p:xfrm>
        <a:graphic>
          <a:graphicData uri="http://schemas.openxmlformats.org/presentationml/2006/ole">
            <mc:AlternateContent xmlns:mc="http://schemas.openxmlformats.org/markup-compatibility/2006">
              <mc:Choice xmlns:v="urn:schemas-microsoft-com:vml" Requires="v">
                <p:oleObj spid="_x0000_s905255" name="Equation" r:id="rId14" imgW="4711680" imgH="393480" progId="Equation.3">
                  <p:embed/>
                </p:oleObj>
              </mc:Choice>
              <mc:Fallback>
                <p:oleObj name="Equation" r:id="rId14" imgW="4711680" imgH="39348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24000" y="4343422"/>
                        <a:ext cx="800100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3812" name="Object 36"/>
          <p:cNvGraphicFramePr>
            <a:graphicFrameLocks noChangeAspect="1"/>
          </p:cNvGraphicFramePr>
          <p:nvPr/>
        </p:nvGraphicFramePr>
        <p:xfrm>
          <a:off x="76200" y="5313385"/>
          <a:ext cx="5540375" cy="935037"/>
        </p:xfrm>
        <a:graphic>
          <a:graphicData uri="http://schemas.openxmlformats.org/presentationml/2006/ole">
            <mc:AlternateContent xmlns:mc="http://schemas.openxmlformats.org/markup-compatibility/2006">
              <mc:Choice xmlns:v="urn:schemas-microsoft-com:vml" Requires="v">
                <p:oleObj spid="_x0000_s905256" name="Equation" r:id="rId16" imgW="2857320" imgH="393480" progId="Equation.3">
                  <p:embed/>
                </p:oleObj>
              </mc:Choice>
              <mc:Fallback>
                <p:oleObj name="Equation" r:id="rId16" imgW="2857320" imgH="39348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200" y="5313385"/>
                        <a:ext cx="5540375" cy="935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3813" name="Rectangle 37"/>
          <p:cNvSpPr>
            <a:spLocks noChangeArrowheads="1"/>
          </p:cNvSpPr>
          <p:nvPr/>
        </p:nvSpPr>
        <p:spPr bwMode="auto">
          <a:xfrm>
            <a:off x="2819407" y="4495800"/>
            <a:ext cx="1447800" cy="685800"/>
          </a:xfrm>
          <a:prstGeom prst="rect">
            <a:avLst/>
          </a:prstGeom>
          <a:noFill/>
          <a:ln w="38100">
            <a:solidFill>
              <a:srgbClr val="0000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814" name="Rectangle 38"/>
          <p:cNvSpPr>
            <a:spLocks noChangeArrowheads="1"/>
          </p:cNvSpPr>
          <p:nvPr/>
        </p:nvSpPr>
        <p:spPr bwMode="auto">
          <a:xfrm>
            <a:off x="6019801" y="4419600"/>
            <a:ext cx="1676400" cy="838200"/>
          </a:xfrm>
          <a:prstGeom prst="rect">
            <a:avLst/>
          </a:prstGeom>
          <a:noFill/>
          <a:ln w="38100">
            <a:solidFill>
              <a:srgbClr val="0000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43815" name="Object 39"/>
          <p:cNvGraphicFramePr>
            <a:graphicFrameLocks noChangeAspect="1"/>
          </p:cNvGraphicFramePr>
          <p:nvPr/>
        </p:nvGraphicFramePr>
        <p:xfrm>
          <a:off x="5610230" y="5313385"/>
          <a:ext cx="4219575" cy="935037"/>
        </p:xfrm>
        <a:graphic>
          <a:graphicData uri="http://schemas.openxmlformats.org/presentationml/2006/ole">
            <mc:AlternateContent xmlns:mc="http://schemas.openxmlformats.org/markup-compatibility/2006">
              <mc:Choice xmlns:v="urn:schemas-microsoft-com:vml" Requires="v">
                <p:oleObj spid="_x0000_s905257" name="Equation" r:id="rId18" imgW="2489040" imgH="393480" progId="Equation.3">
                  <p:embed/>
                </p:oleObj>
              </mc:Choice>
              <mc:Fallback>
                <p:oleObj name="Equation" r:id="rId18" imgW="2489040" imgH="39348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610230" y="5313385"/>
                        <a:ext cx="4219575" cy="935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3816" name="Text Box 40"/>
          <p:cNvSpPr txBox="1">
            <a:spLocks noChangeArrowheads="1"/>
          </p:cNvSpPr>
          <p:nvPr/>
        </p:nvSpPr>
        <p:spPr bwMode="auto">
          <a:xfrm>
            <a:off x="685800" y="5257822"/>
            <a:ext cx="4953000" cy="1076325"/>
          </a:xfrm>
          <a:prstGeom prst="rect">
            <a:avLst/>
          </a:prstGeom>
          <a:noFill/>
          <a:ln w="381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zh-CN" i="0">
              <a:solidFill>
                <a:srgbClr val="FF3300"/>
              </a:solidFill>
            </a:endParaRPr>
          </a:p>
          <a:p>
            <a:pPr>
              <a:spcBef>
                <a:spcPct val="50000"/>
              </a:spcBef>
            </a:pPr>
            <a:r>
              <a:rPr lang="en-US" altLang="zh-CN" sz="2800" i="0">
                <a:solidFill>
                  <a:srgbClr val="FF3300"/>
                </a:solidFill>
              </a:rPr>
              <a:t>T</a:t>
            </a:r>
            <a:r>
              <a:rPr lang="en-US" altLang="zh-CN" sz="2800" i="0" baseline="-25000">
                <a:solidFill>
                  <a:srgbClr val="FF3300"/>
                </a:solidFill>
              </a:rPr>
              <a:t>2</a:t>
            </a:r>
          </a:p>
        </p:txBody>
      </p:sp>
    </p:spTree>
    <p:custDataLst>
      <p:tags r:id="rId2"/>
    </p:custDataLst>
    <p:extLst>
      <p:ext uri="{BB962C8B-B14F-4D97-AF65-F5344CB8AC3E}">
        <p14:creationId xmlns:p14="http://schemas.microsoft.com/office/powerpoint/2010/main" val="40338735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43780"/>
                                        </p:tgtEl>
                                        <p:attrNameLst>
                                          <p:attrName>style.visibility</p:attrName>
                                        </p:attrNameLst>
                                      </p:cBhvr>
                                      <p:to>
                                        <p:strVal val="visible"/>
                                      </p:to>
                                    </p:set>
                                    <p:animEffect transition="in" filter="dissolve">
                                      <p:cBhvr>
                                        <p:cTn id="7" dur="500"/>
                                        <p:tgtEl>
                                          <p:spTgt spid="8437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43786"/>
                                        </p:tgtEl>
                                        <p:attrNameLst>
                                          <p:attrName>style.visibility</p:attrName>
                                        </p:attrNameLst>
                                      </p:cBhvr>
                                      <p:to>
                                        <p:strVal val="visible"/>
                                      </p:to>
                                    </p:set>
                                    <p:animEffect transition="in" filter="dissolve">
                                      <p:cBhvr>
                                        <p:cTn id="12" dur="500"/>
                                        <p:tgtEl>
                                          <p:spTgt spid="8437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43788"/>
                                        </p:tgtEl>
                                        <p:attrNameLst>
                                          <p:attrName>style.visibility</p:attrName>
                                        </p:attrNameLst>
                                      </p:cBhvr>
                                      <p:to>
                                        <p:strVal val="visible"/>
                                      </p:to>
                                    </p:set>
                                    <p:animEffect transition="in" filter="dissolve">
                                      <p:cBhvr>
                                        <p:cTn id="17" dur="500"/>
                                        <p:tgtEl>
                                          <p:spTgt spid="8437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43787"/>
                                        </p:tgtEl>
                                        <p:attrNameLst>
                                          <p:attrName>style.visibility</p:attrName>
                                        </p:attrNameLst>
                                      </p:cBhvr>
                                      <p:to>
                                        <p:strVal val="visible"/>
                                      </p:to>
                                    </p:set>
                                    <p:animEffect transition="in" filter="dissolve">
                                      <p:cBhvr>
                                        <p:cTn id="22" dur="500"/>
                                        <p:tgtEl>
                                          <p:spTgt spid="8437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843798"/>
                                        </p:tgtEl>
                                        <p:attrNameLst>
                                          <p:attrName>style.visibility</p:attrName>
                                        </p:attrNameLst>
                                      </p:cBhvr>
                                      <p:to>
                                        <p:strVal val="visible"/>
                                      </p:to>
                                    </p:set>
                                    <p:animEffect transition="in" filter="dissolve">
                                      <p:cBhvr>
                                        <p:cTn id="27" dur="500"/>
                                        <p:tgtEl>
                                          <p:spTgt spid="84379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43799"/>
                                        </p:tgtEl>
                                        <p:attrNameLst>
                                          <p:attrName>style.visibility</p:attrName>
                                        </p:attrNameLst>
                                      </p:cBhvr>
                                      <p:to>
                                        <p:strVal val="visible"/>
                                      </p:to>
                                    </p:set>
                                    <p:animEffect transition="in" filter="dissolve">
                                      <p:cBhvr>
                                        <p:cTn id="32" dur="500"/>
                                        <p:tgtEl>
                                          <p:spTgt spid="84379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843800"/>
                                        </p:tgtEl>
                                        <p:attrNameLst>
                                          <p:attrName>style.visibility</p:attrName>
                                        </p:attrNameLst>
                                      </p:cBhvr>
                                      <p:to>
                                        <p:strVal val="visible"/>
                                      </p:to>
                                    </p:set>
                                    <p:animEffect transition="in" filter="dissolve">
                                      <p:cBhvr>
                                        <p:cTn id="37" dur="500"/>
                                        <p:tgtEl>
                                          <p:spTgt spid="84380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843811"/>
                                        </p:tgtEl>
                                        <p:attrNameLst>
                                          <p:attrName>style.visibility</p:attrName>
                                        </p:attrNameLst>
                                      </p:cBhvr>
                                      <p:to>
                                        <p:strVal val="visible"/>
                                      </p:to>
                                    </p:set>
                                    <p:animEffect transition="in" filter="dissolve">
                                      <p:cBhvr>
                                        <p:cTn id="42" dur="500"/>
                                        <p:tgtEl>
                                          <p:spTgt spid="84381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843813"/>
                                        </p:tgtEl>
                                        <p:attrNameLst>
                                          <p:attrName>style.visibility</p:attrName>
                                        </p:attrNameLst>
                                      </p:cBhvr>
                                      <p:to>
                                        <p:strVal val="visible"/>
                                      </p:to>
                                    </p:set>
                                    <p:animEffect transition="in" filter="dissolve">
                                      <p:cBhvr>
                                        <p:cTn id="47" dur="500"/>
                                        <p:tgtEl>
                                          <p:spTgt spid="843813"/>
                                        </p:tgtEl>
                                      </p:cBhvr>
                                    </p:animEffect>
                                  </p:childTnLst>
                                </p:cTn>
                              </p:par>
                            </p:childTnLst>
                          </p:cTn>
                        </p:par>
                        <p:par>
                          <p:cTn id="48" fill="hold" nodeType="afterGroup">
                            <p:stCondLst>
                              <p:cond delay="500"/>
                            </p:stCondLst>
                            <p:childTnLst>
                              <p:par>
                                <p:cTn id="49" presetID="9" presetClass="entr" presetSubtype="0" fill="hold" grpId="0" nodeType="afterEffect">
                                  <p:stCondLst>
                                    <p:cond delay="0"/>
                                  </p:stCondLst>
                                  <p:childTnLst>
                                    <p:set>
                                      <p:cBhvr>
                                        <p:cTn id="50" dur="1" fill="hold">
                                          <p:stCondLst>
                                            <p:cond delay="0"/>
                                          </p:stCondLst>
                                        </p:cTn>
                                        <p:tgtEl>
                                          <p:spTgt spid="843814"/>
                                        </p:tgtEl>
                                        <p:attrNameLst>
                                          <p:attrName>style.visibility</p:attrName>
                                        </p:attrNameLst>
                                      </p:cBhvr>
                                      <p:to>
                                        <p:strVal val="visible"/>
                                      </p:to>
                                    </p:set>
                                    <p:animEffect transition="in" filter="dissolve">
                                      <p:cBhvr>
                                        <p:cTn id="51" dur="500"/>
                                        <p:tgtEl>
                                          <p:spTgt spid="84381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nodeType="clickEffect">
                                  <p:stCondLst>
                                    <p:cond delay="0"/>
                                  </p:stCondLst>
                                  <p:childTnLst>
                                    <p:set>
                                      <p:cBhvr>
                                        <p:cTn id="55" dur="1" fill="hold">
                                          <p:stCondLst>
                                            <p:cond delay="0"/>
                                          </p:stCondLst>
                                        </p:cTn>
                                        <p:tgtEl>
                                          <p:spTgt spid="843812"/>
                                        </p:tgtEl>
                                        <p:attrNameLst>
                                          <p:attrName>style.visibility</p:attrName>
                                        </p:attrNameLst>
                                      </p:cBhvr>
                                      <p:to>
                                        <p:strVal val="visible"/>
                                      </p:to>
                                    </p:set>
                                    <p:animEffect transition="in" filter="dissolve">
                                      <p:cBhvr>
                                        <p:cTn id="56" dur="500"/>
                                        <p:tgtEl>
                                          <p:spTgt spid="84381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9" presetClass="entr" presetSubtype="0" fill="hold" nodeType="clickEffect">
                                  <p:stCondLst>
                                    <p:cond delay="0"/>
                                  </p:stCondLst>
                                  <p:childTnLst>
                                    <p:set>
                                      <p:cBhvr>
                                        <p:cTn id="60" dur="1" fill="hold">
                                          <p:stCondLst>
                                            <p:cond delay="0"/>
                                          </p:stCondLst>
                                        </p:cTn>
                                        <p:tgtEl>
                                          <p:spTgt spid="843815"/>
                                        </p:tgtEl>
                                        <p:attrNameLst>
                                          <p:attrName>style.visibility</p:attrName>
                                        </p:attrNameLst>
                                      </p:cBhvr>
                                      <p:to>
                                        <p:strVal val="visible"/>
                                      </p:to>
                                    </p:set>
                                    <p:animEffect transition="in" filter="dissolve">
                                      <p:cBhvr>
                                        <p:cTn id="61" dur="500"/>
                                        <p:tgtEl>
                                          <p:spTgt spid="843815"/>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9" presetClass="entr" presetSubtype="0" fill="hold" grpId="0" nodeType="clickEffect">
                                  <p:stCondLst>
                                    <p:cond delay="0"/>
                                  </p:stCondLst>
                                  <p:childTnLst>
                                    <p:set>
                                      <p:cBhvr>
                                        <p:cTn id="65" dur="1" fill="hold">
                                          <p:stCondLst>
                                            <p:cond delay="0"/>
                                          </p:stCondLst>
                                        </p:cTn>
                                        <p:tgtEl>
                                          <p:spTgt spid="843816"/>
                                        </p:tgtEl>
                                        <p:attrNameLst>
                                          <p:attrName>style.visibility</p:attrName>
                                        </p:attrNameLst>
                                      </p:cBhvr>
                                      <p:to>
                                        <p:strVal val="visible"/>
                                      </p:to>
                                    </p:set>
                                    <p:animEffect transition="in" filter="dissolve">
                                      <p:cBhvr>
                                        <p:cTn id="66" dur="500"/>
                                        <p:tgtEl>
                                          <p:spTgt spid="8438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3799" grpId="0" animBg="1" autoUpdateAnimBg="0"/>
      <p:bldP spid="843813" grpId="0" animBg="1"/>
      <p:bldP spid="843814" grpId="0" animBg="1"/>
      <p:bldP spid="843816" grpId="0" animBg="1" autoUpdateAnimBg="0"/>
    </p:bldLst>
  </p:timing>
  <p:extLst mod="1"/>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4"/>
          <a:stretch>
            <a:fillRect/>
          </a:stretch>
        </p:blipFill>
        <p:spPr>
          <a:xfrm>
            <a:off x="2921389" y="5738541"/>
            <a:ext cx="6379914" cy="755968"/>
          </a:xfrm>
          <a:prstGeom prst="rect">
            <a:avLst/>
          </a:prstGeom>
        </p:spPr>
      </p:pic>
      <p:sp>
        <p:nvSpPr>
          <p:cNvPr id="14" name="灯片编号占位符 3"/>
          <p:cNvSpPr>
            <a:spLocks noGrp="1"/>
          </p:cNvSpPr>
          <p:nvPr>
            <p:ph type="sldNum" sz="quarter" idx="10"/>
          </p:nvPr>
        </p:nvSpPr>
        <p:spPr/>
        <p:txBody>
          <a:bodyPr/>
          <a:lstStyle/>
          <a:p>
            <a:fld id="{159ED37A-A31F-4BBF-8B89-A2BF5325A903}" type="slidenum">
              <a:rPr lang="zh-CN" altLang="en-US"/>
              <a:pPr/>
              <a:t>42</a:t>
            </a:fld>
            <a:endParaRPr lang="en-US" altLang="zh-CN"/>
          </a:p>
        </p:txBody>
      </p:sp>
      <p:sp>
        <p:nvSpPr>
          <p:cNvPr id="15" name="日期占位符 4"/>
          <p:cNvSpPr>
            <a:spLocks noGrp="1"/>
          </p:cNvSpPr>
          <p:nvPr>
            <p:ph type="dt" sz="half" idx="4294967295"/>
          </p:nvPr>
        </p:nvSpPr>
        <p:spPr>
          <a:xfrm>
            <a:off x="14295" y="6350000"/>
            <a:ext cx="2297112" cy="577850"/>
          </a:xfrm>
        </p:spPr>
        <p:txBody>
          <a:bodyPr/>
          <a:lstStyle/>
          <a:p>
            <a:fld id="{D39C9E6A-CFF8-4691-996A-88C21EF3ABF2}" type="datetime1">
              <a:rPr lang="zh-CN" altLang="en-US"/>
              <a:pPr/>
              <a:t>2024/11/11</a:t>
            </a:fld>
            <a:endParaRPr lang="en-US" altLang="zh-CN"/>
          </a:p>
        </p:txBody>
      </p:sp>
      <p:sp>
        <p:nvSpPr>
          <p:cNvPr id="844802" name="Rectangle 2"/>
          <p:cNvSpPr>
            <a:spLocks noGrp="1" noChangeArrowheads="1"/>
          </p:cNvSpPr>
          <p:nvPr>
            <p:ph type="title"/>
          </p:nvPr>
        </p:nvSpPr>
        <p:spPr>
          <a:xfrm>
            <a:off x="650878" y="305002"/>
            <a:ext cx="8820150" cy="609398"/>
          </a:xfrm>
        </p:spPr>
        <p:txBody>
          <a:bodyPr/>
          <a:lstStyle/>
          <a:p>
            <a:r>
              <a:rPr lang="zh-CN" altLang="en-US" kern="1200" dirty="0"/>
              <a:t>§1.3 复化求积公式</a:t>
            </a:r>
          </a:p>
        </p:txBody>
      </p:sp>
      <p:sp>
        <p:nvSpPr>
          <p:cNvPr id="844803" name="Rectangle 3"/>
          <p:cNvSpPr>
            <a:spLocks noGrp="1" noChangeArrowheads="1"/>
          </p:cNvSpPr>
          <p:nvPr>
            <p:ph type="body" idx="1"/>
          </p:nvPr>
        </p:nvSpPr>
        <p:spPr>
          <a:xfrm>
            <a:off x="650878" y="1143000"/>
            <a:ext cx="8820150" cy="768350"/>
          </a:xfrm>
        </p:spPr>
        <p:txBody>
          <a:bodyPr/>
          <a:lstStyle/>
          <a:p>
            <a:r>
              <a:rPr lang="zh-CN" altLang="en-US" dirty="0"/>
              <a:t>当区间[</a:t>
            </a:r>
            <a:r>
              <a:rPr lang="en-US" altLang="zh-CN" dirty="0" err="1"/>
              <a:t>a,b</a:t>
            </a:r>
            <a:r>
              <a:rPr lang="en-US" altLang="zh-CN" dirty="0"/>
              <a:t>]</a:t>
            </a:r>
            <a:r>
              <a:rPr lang="zh-CN" altLang="en-US" dirty="0"/>
              <a:t>分为2</a:t>
            </a:r>
            <a:r>
              <a:rPr lang="en-US" altLang="zh-CN" baseline="30000" dirty="0"/>
              <a:t>k</a:t>
            </a:r>
            <a:r>
              <a:rPr lang="zh-CN" altLang="en-US" dirty="0"/>
              <a:t>等分，步长</a:t>
            </a:r>
            <a:r>
              <a:rPr lang="en-US" altLang="zh-CN" dirty="0"/>
              <a:t>h=(b-a)/</a:t>
            </a:r>
            <a:r>
              <a:rPr lang="zh-CN" altLang="en-US" dirty="0"/>
              <a:t>2</a:t>
            </a:r>
            <a:r>
              <a:rPr lang="en-US" altLang="zh-CN" baseline="30000" dirty="0"/>
              <a:t>k</a:t>
            </a:r>
            <a:r>
              <a:rPr lang="en-US" altLang="zh-CN" dirty="0"/>
              <a:t>,</a:t>
            </a:r>
            <a:r>
              <a:rPr lang="zh-CN" altLang="en-US" dirty="0"/>
              <a:t>复化梯形递推公式为</a:t>
            </a:r>
          </a:p>
        </p:txBody>
      </p:sp>
      <p:sp>
        <p:nvSpPr>
          <p:cNvPr id="844805" name="Rectangle 5"/>
          <p:cNvSpPr>
            <a:spLocks noChangeArrowheads="1"/>
          </p:cNvSpPr>
          <p:nvPr/>
        </p:nvSpPr>
        <p:spPr bwMode="auto">
          <a:xfrm>
            <a:off x="628650" y="2584472"/>
            <a:ext cx="8820150" cy="145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dirty="0">
                <a:latin typeface="Times New Roman" pitchFamily="18" charset="0"/>
                <a:ea typeface="黑体" pitchFamily="2" charset="-122"/>
              </a:rPr>
              <a:t>确定分段数</a:t>
            </a:r>
            <a:r>
              <a:rPr lang="en-US" altLang="zh-CN" sz="2800" i="0" dirty="0">
                <a:latin typeface="Times New Roman" pitchFamily="18" charset="0"/>
                <a:ea typeface="黑体" pitchFamily="2" charset="-122"/>
              </a:rPr>
              <a:t>m</a:t>
            </a:r>
          </a:p>
          <a:p>
            <a:pPr marL="649288" lvl="1" indent="-261938" algn="l" defTabSz="814388">
              <a:lnSpc>
                <a:spcPct val="90000"/>
              </a:lnSpc>
              <a:spcBef>
                <a:spcPct val="35000"/>
              </a:spcBef>
              <a:buClr>
                <a:srgbClr val="27305F"/>
              </a:buClr>
              <a:buFontTx/>
              <a:buChar char="–"/>
            </a:pPr>
            <a:r>
              <a:rPr lang="zh-CN" altLang="en-US" sz="2800" i="0" dirty="0">
                <a:latin typeface="Times New Roman" pitchFamily="18" charset="0"/>
                <a:ea typeface="黑体" pitchFamily="2" charset="-122"/>
              </a:rPr>
              <a:t>根据余式作估算</a:t>
            </a:r>
          </a:p>
          <a:p>
            <a:pPr marL="649288" lvl="1" indent="-261938" algn="l" defTabSz="814388">
              <a:lnSpc>
                <a:spcPct val="90000"/>
              </a:lnSpc>
              <a:spcBef>
                <a:spcPct val="35000"/>
              </a:spcBef>
              <a:buClr>
                <a:srgbClr val="27305F"/>
              </a:buClr>
              <a:buFontTx/>
              <a:buChar char="–"/>
            </a:pPr>
            <a:r>
              <a:rPr lang="zh-CN" altLang="en-US" sz="2800" i="0" dirty="0">
                <a:latin typeface="Times New Roman" pitchFamily="18" charset="0"/>
                <a:ea typeface="黑体" pitchFamily="2" charset="-122"/>
              </a:rPr>
              <a:t>事后估计误差法</a:t>
            </a:r>
          </a:p>
        </p:txBody>
      </p:sp>
      <p:sp>
        <p:nvSpPr>
          <p:cNvPr id="844806" name="Rectangle 6"/>
          <p:cNvSpPr>
            <a:spLocks noChangeArrowheads="1"/>
          </p:cNvSpPr>
          <p:nvPr/>
        </p:nvSpPr>
        <p:spPr bwMode="auto">
          <a:xfrm>
            <a:off x="4419700" y="3429001"/>
            <a:ext cx="6030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i="0" dirty="0"/>
              <a:t>T</a:t>
            </a:r>
            <a:r>
              <a:rPr lang="en-US" altLang="zh-CN" sz="2800" i="0" baseline="-25000" dirty="0"/>
              <a:t>M</a:t>
            </a:r>
            <a:endParaRPr lang="zh-CN" altLang="en-US" sz="2800" i="0" baseline="-25000" dirty="0"/>
          </a:p>
        </p:txBody>
      </p:sp>
      <p:sp>
        <p:nvSpPr>
          <p:cNvPr id="844807" name="Rectangle 7"/>
          <p:cNvSpPr>
            <a:spLocks noChangeArrowheads="1"/>
          </p:cNvSpPr>
          <p:nvPr/>
        </p:nvSpPr>
        <p:spPr bwMode="auto">
          <a:xfrm>
            <a:off x="5258859" y="3429001"/>
            <a:ext cx="73609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i="0" dirty="0"/>
              <a:t>T</a:t>
            </a:r>
            <a:r>
              <a:rPr lang="en-US" altLang="zh-CN" sz="2800" i="0" baseline="-25000" dirty="0"/>
              <a:t>2M</a:t>
            </a:r>
            <a:endParaRPr lang="zh-CN" altLang="en-US" sz="2800" i="0" baseline="-25000" dirty="0"/>
          </a:p>
        </p:txBody>
      </p:sp>
      <p:graphicFrame>
        <p:nvGraphicFramePr>
          <p:cNvPr id="844808" name="Object 8"/>
          <p:cNvGraphicFramePr>
            <a:graphicFrameLocks noChangeAspect="1"/>
          </p:cNvGraphicFramePr>
          <p:nvPr/>
        </p:nvGraphicFramePr>
        <p:xfrm>
          <a:off x="6305550" y="3276600"/>
          <a:ext cx="2228850" cy="838200"/>
        </p:xfrm>
        <a:graphic>
          <a:graphicData uri="http://schemas.openxmlformats.org/presentationml/2006/ole">
            <mc:AlternateContent xmlns:mc="http://schemas.openxmlformats.org/markup-compatibility/2006">
              <mc:Choice xmlns:v="urn:schemas-microsoft-com:vml" Requires="v">
                <p:oleObj spid="_x0000_s906263" name="Equation" r:id="rId5" imgW="914400" imgH="330120" progId="Equation.3">
                  <p:embed/>
                </p:oleObj>
              </mc:Choice>
              <mc:Fallback>
                <p:oleObj name="Equation" r:id="rId5" imgW="914400" imgH="33012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5550" y="3276600"/>
                        <a:ext cx="222885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4811" name="AutoShape 11"/>
          <p:cNvSpPr>
            <a:spLocks/>
          </p:cNvSpPr>
          <p:nvPr/>
        </p:nvSpPr>
        <p:spPr bwMode="auto">
          <a:xfrm>
            <a:off x="4818211" y="4373339"/>
            <a:ext cx="304800" cy="1143000"/>
          </a:xfrm>
          <a:prstGeom prst="rightBrace">
            <a:avLst>
              <a:gd name="adj1" fmla="val 31250"/>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0" name="Object 4"/>
          <p:cNvGraphicFramePr>
            <a:graphicFrameLocks noChangeAspect="1"/>
          </p:cNvGraphicFramePr>
          <p:nvPr/>
        </p:nvGraphicFramePr>
        <p:xfrm>
          <a:off x="2225675" y="1463675"/>
          <a:ext cx="5988050" cy="1127125"/>
        </p:xfrm>
        <a:graphic>
          <a:graphicData uri="http://schemas.openxmlformats.org/presentationml/2006/ole">
            <mc:AlternateContent xmlns:mc="http://schemas.openxmlformats.org/markup-compatibility/2006">
              <mc:Choice xmlns:v="urn:schemas-microsoft-com:vml" Requires="v">
                <p:oleObj spid="_x0000_s906264" name="Equation" r:id="rId7" imgW="2450880" imgH="457200" progId="Equation.3">
                  <p:embed/>
                </p:oleObj>
              </mc:Choice>
              <mc:Fallback>
                <p:oleObj name="Equation" r:id="rId7" imgW="2450880" imgH="457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25675" y="1463675"/>
                        <a:ext cx="5988050" cy="1127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9"/>
          <p:cNvGraphicFramePr>
            <a:graphicFrameLocks noChangeAspect="1"/>
          </p:cNvGraphicFramePr>
          <p:nvPr>
            <p:extLst/>
          </p:nvPr>
        </p:nvGraphicFramePr>
        <p:xfrm>
          <a:off x="454608" y="4004000"/>
          <a:ext cx="3989387" cy="1023938"/>
        </p:xfrm>
        <a:graphic>
          <a:graphicData uri="http://schemas.openxmlformats.org/presentationml/2006/ole">
            <mc:AlternateContent xmlns:mc="http://schemas.openxmlformats.org/markup-compatibility/2006">
              <mc:Choice xmlns:v="urn:schemas-microsoft-com:vml" Requires="v">
                <p:oleObj spid="_x0000_s906265" name="Equation" r:id="rId9" imgW="1841400" imgH="419040" progId="Equation.3">
                  <p:embed/>
                </p:oleObj>
              </mc:Choice>
              <mc:Fallback>
                <p:oleObj name="Equation" r:id="rId9" imgW="1841400" imgH="4190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4608" y="4004000"/>
                        <a:ext cx="3989387" cy="1023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10"/>
          <p:cNvGraphicFramePr>
            <a:graphicFrameLocks noChangeAspect="1"/>
          </p:cNvGraphicFramePr>
          <p:nvPr>
            <p:extLst/>
          </p:nvPr>
        </p:nvGraphicFramePr>
        <p:xfrm>
          <a:off x="416496" y="4915247"/>
          <a:ext cx="4373562" cy="962025"/>
        </p:xfrm>
        <a:graphic>
          <a:graphicData uri="http://schemas.openxmlformats.org/presentationml/2006/ole">
            <mc:AlternateContent xmlns:mc="http://schemas.openxmlformats.org/markup-compatibility/2006">
              <mc:Choice xmlns:v="urn:schemas-microsoft-com:vml" Requires="v">
                <p:oleObj spid="_x0000_s906266" name="Equation" r:id="rId11" imgW="2019240" imgH="393480" progId="Equation.3">
                  <p:embed/>
                </p:oleObj>
              </mc:Choice>
              <mc:Fallback>
                <p:oleObj name="Equation" r:id="rId11" imgW="2019240" imgH="39348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6496" y="4915247"/>
                        <a:ext cx="4373562" cy="96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12"/>
          <p:cNvGraphicFramePr>
            <a:graphicFrameLocks noChangeAspect="1"/>
          </p:cNvGraphicFramePr>
          <p:nvPr>
            <p:extLst/>
          </p:nvPr>
        </p:nvGraphicFramePr>
        <p:xfrm>
          <a:off x="5258859" y="4417594"/>
          <a:ext cx="1704975" cy="1085850"/>
        </p:xfrm>
        <a:graphic>
          <a:graphicData uri="http://schemas.openxmlformats.org/presentationml/2006/ole">
            <mc:AlternateContent xmlns:mc="http://schemas.openxmlformats.org/markup-compatibility/2006">
              <mc:Choice xmlns:v="urn:schemas-microsoft-com:vml" Requires="v">
                <p:oleObj spid="_x0000_s906267" name="Equation" r:id="rId13" imgW="787320" imgH="444240" progId="Equation.3">
                  <p:embed/>
                </p:oleObj>
              </mc:Choice>
              <mc:Fallback>
                <p:oleObj name="Equation" r:id="rId13" imgW="787320" imgH="44424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58859" y="4417594"/>
                        <a:ext cx="1704975"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2"/>
    </p:custDataLst>
    <p:extLst>
      <p:ext uri="{BB962C8B-B14F-4D97-AF65-F5344CB8AC3E}">
        <p14:creationId xmlns:p14="http://schemas.microsoft.com/office/powerpoint/2010/main" val="13803950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844805">
                                            <p:txEl>
                                              <p:pRg st="0" end="0"/>
                                            </p:txEl>
                                          </p:spTgt>
                                        </p:tgtEl>
                                        <p:attrNameLst>
                                          <p:attrName>style.visibility</p:attrName>
                                        </p:attrNameLst>
                                      </p:cBhvr>
                                      <p:to>
                                        <p:strVal val="visible"/>
                                      </p:to>
                                    </p:set>
                                    <p:animEffect transition="in" filter="wipe(left)">
                                      <p:cBhvr>
                                        <p:cTn id="12" dur="75"/>
                                        <p:tgtEl>
                                          <p:spTgt spid="84480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844805">
                                            <p:txEl>
                                              <p:pRg st="1" end="1"/>
                                            </p:txEl>
                                          </p:spTgt>
                                        </p:tgtEl>
                                        <p:attrNameLst>
                                          <p:attrName>style.visibility</p:attrName>
                                        </p:attrNameLst>
                                      </p:cBhvr>
                                      <p:to>
                                        <p:strVal val="visible"/>
                                      </p:to>
                                    </p:set>
                                    <p:animEffect transition="in" filter="wipe(left)">
                                      <p:cBhvr>
                                        <p:cTn id="17" dur="75"/>
                                        <p:tgtEl>
                                          <p:spTgt spid="84480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844805">
                                            <p:txEl>
                                              <p:pRg st="2" end="2"/>
                                            </p:txEl>
                                          </p:spTgt>
                                        </p:tgtEl>
                                        <p:attrNameLst>
                                          <p:attrName>style.visibility</p:attrName>
                                        </p:attrNameLst>
                                      </p:cBhvr>
                                      <p:to>
                                        <p:strVal val="visible"/>
                                      </p:to>
                                    </p:set>
                                    <p:animEffect transition="in" filter="wipe(left)">
                                      <p:cBhvr>
                                        <p:cTn id="22" dur="75"/>
                                        <p:tgtEl>
                                          <p:spTgt spid="84480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44806"/>
                                        </p:tgtEl>
                                        <p:attrNameLst>
                                          <p:attrName>style.visibility</p:attrName>
                                        </p:attrNameLst>
                                      </p:cBhvr>
                                      <p:to>
                                        <p:strVal val="visible"/>
                                      </p:to>
                                    </p:set>
                                    <p:animEffect transition="in" filter="dissolve">
                                      <p:cBhvr>
                                        <p:cTn id="27" dur="500"/>
                                        <p:tgtEl>
                                          <p:spTgt spid="84480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44807"/>
                                        </p:tgtEl>
                                        <p:attrNameLst>
                                          <p:attrName>style.visibility</p:attrName>
                                        </p:attrNameLst>
                                      </p:cBhvr>
                                      <p:to>
                                        <p:strVal val="visible"/>
                                      </p:to>
                                    </p:set>
                                    <p:animEffect transition="in" filter="dissolve">
                                      <p:cBhvr>
                                        <p:cTn id="32" dur="500"/>
                                        <p:tgtEl>
                                          <p:spTgt spid="84480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844808"/>
                                        </p:tgtEl>
                                        <p:attrNameLst>
                                          <p:attrName>style.visibility</p:attrName>
                                        </p:attrNameLst>
                                      </p:cBhvr>
                                      <p:to>
                                        <p:strVal val="visible"/>
                                      </p:to>
                                    </p:set>
                                    <p:animEffect transition="in" filter="dissolve">
                                      <p:cBhvr>
                                        <p:cTn id="37" dur="500"/>
                                        <p:tgtEl>
                                          <p:spTgt spid="844808"/>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844811"/>
                                        </p:tgtEl>
                                        <p:attrNameLst>
                                          <p:attrName>style.visibility</p:attrName>
                                        </p:attrNameLst>
                                      </p:cBhvr>
                                      <p:to>
                                        <p:strVal val="visible"/>
                                      </p:to>
                                    </p:set>
                                    <p:animEffect transition="in" filter="dissolve">
                                      <p:cBhvr>
                                        <p:cTn id="42" dur="500"/>
                                        <p:tgtEl>
                                          <p:spTgt spid="84481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dissolve">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dissolve">
                                      <p:cBhvr>
                                        <p:cTn id="52" dur="500"/>
                                        <p:tgtEl>
                                          <p:spTgt spid="22"/>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dissolve">
                                      <p:cBhvr>
                                        <p:cTn id="57" dur="500"/>
                                        <p:tgtEl>
                                          <p:spTgt spid="23"/>
                                        </p:tgtEl>
                                      </p:cBhvr>
                                    </p:animEffect>
                                  </p:childTnLst>
                                </p:cTn>
                              </p:par>
                            </p:childTnLst>
                          </p:cTn>
                        </p:par>
                        <p:par>
                          <p:cTn id="58" fill="hold">
                            <p:stCondLst>
                              <p:cond delay="500"/>
                            </p:stCondLst>
                            <p:childTnLst>
                              <p:par>
                                <p:cTn id="59" presetID="1" presetClass="entr" presetSubtype="0" fill="hold" nodeType="afterEffect">
                                  <p:stCondLst>
                                    <p:cond delay="0"/>
                                  </p:stCondLst>
                                  <p:childTnLst>
                                    <p:set>
                                      <p:cBhvr>
                                        <p:cTn id="6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4805" grpId="0" build="p" bldLvl="2" autoUpdateAnimBg="0"/>
      <p:bldP spid="844806" grpId="0" autoUpdateAnimBg="0"/>
      <p:bldP spid="844807" grpId="0" autoUpdateAnimBg="0"/>
      <p:bldP spid="844811" grpId="0" animBg="1"/>
    </p:bldLst>
  </p:timing>
  <p:extLst mod="1"/>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1FD3AD5E-EB37-4B40-946C-0BE087B1A2D3}" type="slidenum">
              <a:rPr lang="zh-CN" altLang="en-US"/>
              <a:pPr/>
              <a:t>43</a:t>
            </a:fld>
            <a:endParaRPr lang="en-US" altLang="zh-CN"/>
          </a:p>
        </p:txBody>
      </p:sp>
      <p:sp>
        <p:nvSpPr>
          <p:cNvPr id="818178" name="Rectangle 2"/>
          <p:cNvSpPr>
            <a:spLocks noGrp="1" noChangeArrowheads="1"/>
          </p:cNvSpPr>
          <p:nvPr>
            <p:ph type="title"/>
          </p:nvPr>
        </p:nvSpPr>
        <p:spPr/>
        <p:txBody>
          <a:bodyPr/>
          <a:lstStyle/>
          <a:p>
            <a:r>
              <a:rPr lang="zh-CN" altLang="en-US" dirty="0"/>
              <a:t>第六章 数值积分</a:t>
            </a:r>
          </a:p>
        </p:txBody>
      </p:sp>
      <p:sp>
        <p:nvSpPr>
          <p:cNvPr id="6" name="Rectangle 3"/>
          <p:cNvSpPr txBox="1">
            <a:spLocks noChangeArrowheads="1"/>
          </p:cNvSpPr>
          <p:nvPr/>
        </p:nvSpPr>
        <p:spPr bwMode="auto">
          <a:xfrm>
            <a:off x="650878" y="1143022"/>
            <a:ext cx="8820150" cy="308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258763" indent="-258763" algn="l" defTabSz="814388" rtl="0" eaLnBrk="0" fontAlgn="base" hangingPunct="0">
              <a:lnSpc>
                <a:spcPct val="90000"/>
              </a:lnSpc>
              <a:spcBef>
                <a:spcPct val="35000"/>
              </a:spcBef>
              <a:spcAft>
                <a:spcPct val="0"/>
              </a:spcAft>
              <a:buClr>
                <a:srgbClr val="27305F"/>
              </a:buClr>
              <a:buSzPct val="60000"/>
              <a:buFont typeface="Wingdings" pitchFamily="2" charset="2"/>
              <a:buChar char="n"/>
              <a:defRPr sz="2800" b="1">
                <a:solidFill>
                  <a:schemeClr val="tx1"/>
                </a:solidFill>
                <a:latin typeface="+mn-lt"/>
                <a:ea typeface="+mn-ea"/>
                <a:cs typeface="+mn-cs"/>
              </a:defRPr>
            </a:lvl1pPr>
            <a:lvl2pPr marL="649288" indent="-2619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2pPr>
            <a:lvl3pPr marL="1027113" indent="-2492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3pPr>
            <a:lvl4pPr marL="1416050"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4pPr>
            <a:lvl5pPr marL="18049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5pPr>
            <a:lvl6pPr marL="22621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6pPr>
            <a:lvl7pPr marL="27193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7pPr>
            <a:lvl8pPr marL="31765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8pPr>
            <a:lvl9pPr marL="36337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9pPr>
          </a:lstStyle>
          <a:p>
            <a:r>
              <a:rPr lang="en-US" altLang="zh-CN" i="0" kern="0" dirty="0"/>
              <a:t>§1  </a:t>
            </a:r>
            <a:r>
              <a:rPr lang="zh-CN" altLang="en-US" i="0" kern="0" dirty="0"/>
              <a:t>数值积分</a:t>
            </a:r>
          </a:p>
          <a:p>
            <a:pPr lvl="1"/>
            <a:r>
              <a:rPr lang="en-US" altLang="zh-CN" i="0" kern="0" dirty="0"/>
              <a:t>1.2 </a:t>
            </a:r>
            <a:r>
              <a:rPr lang="zh-CN" altLang="en-US" i="0" kern="0" dirty="0"/>
              <a:t>牛顿</a:t>
            </a:r>
            <a:r>
              <a:rPr lang="en-US" altLang="zh-CN" i="0" kern="0" dirty="0"/>
              <a:t>—</a:t>
            </a:r>
            <a:r>
              <a:rPr lang="zh-CN" altLang="en-US" i="0" kern="0" dirty="0"/>
              <a:t>柯特斯求积公式</a:t>
            </a:r>
          </a:p>
          <a:p>
            <a:pPr lvl="1"/>
            <a:r>
              <a:rPr lang="en-US" altLang="zh-CN" i="0" kern="0" dirty="0"/>
              <a:t>1.3 </a:t>
            </a:r>
            <a:r>
              <a:rPr lang="zh-CN" altLang="en-US" i="0" kern="0" dirty="0"/>
              <a:t>复化求积公式</a:t>
            </a:r>
          </a:p>
          <a:p>
            <a:pPr lvl="1"/>
            <a:r>
              <a:rPr lang="en-US" altLang="zh-CN" i="0" kern="0" dirty="0">
                <a:solidFill>
                  <a:srgbClr val="0000FF"/>
                </a:solidFill>
              </a:rPr>
              <a:t>1.4 </a:t>
            </a:r>
            <a:r>
              <a:rPr lang="zh-CN" altLang="en-US" i="0" kern="0" dirty="0">
                <a:solidFill>
                  <a:srgbClr val="0000FF"/>
                </a:solidFill>
              </a:rPr>
              <a:t>龙贝格法</a:t>
            </a:r>
          </a:p>
          <a:p>
            <a:pPr lvl="1"/>
            <a:r>
              <a:rPr lang="en-US" altLang="zh-CN" i="0" kern="0" dirty="0"/>
              <a:t>1.7 </a:t>
            </a:r>
            <a:r>
              <a:rPr lang="zh-CN" altLang="en-US" i="0" kern="0" dirty="0"/>
              <a:t>高斯求积公式</a:t>
            </a:r>
          </a:p>
          <a:p>
            <a:pPr lvl="1"/>
            <a:r>
              <a:rPr lang="en-US" altLang="zh-CN" i="0" kern="0" dirty="0"/>
              <a:t>1.8 </a:t>
            </a:r>
            <a:r>
              <a:rPr lang="zh-CN" altLang="en-US" i="0" kern="0" dirty="0"/>
              <a:t>重积分的求积公式</a:t>
            </a:r>
          </a:p>
        </p:txBody>
      </p:sp>
    </p:spTree>
    <p:extLst>
      <p:ext uri="{BB962C8B-B14F-4D97-AF65-F5344CB8AC3E}">
        <p14:creationId xmlns:p14="http://schemas.microsoft.com/office/powerpoint/2010/main" val="35778752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a:extLst>
              <a:ext uri="{FF2B5EF4-FFF2-40B4-BE49-F238E27FC236}">
                <a16:creationId xmlns="" xmlns:a16="http://schemas.microsoft.com/office/drawing/2014/main" id="{BA92C5ED-5E22-4677-AAC0-5C0164EF7EF4}"/>
              </a:ext>
            </a:extLst>
          </p:cNvPr>
          <p:cNvPicPr>
            <a:picLocks noChangeAspect="1"/>
          </p:cNvPicPr>
          <p:nvPr/>
        </p:nvPicPr>
        <p:blipFill>
          <a:blip r:embed="rId4"/>
          <a:stretch>
            <a:fillRect/>
          </a:stretch>
        </p:blipFill>
        <p:spPr>
          <a:xfrm>
            <a:off x="3224807" y="5774493"/>
            <a:ext cx="6076495" cy="720015"/>
          </a:xfrm>
          <a:prstGeom prst="rect">
            <a:avLst/>
          </a:prstGeom>
        </p:spPr>
      </p:pic>
      <p:sp>
        <p:nvSpPr>
          <p:cNvPr id="14" name="灯片编号占位符 3"/>
          <p:cNvSpPr>
            <a:spLocks noGrp="1"/>
          </p:cNvSpPr>
          <p:nvPr>
            <p:ph type="sldNum" sz="quarter" idx="10"/>
          </p:nvPr>
        </p:nvSpPr>
        <p:spPr/>
        <p:txBody>
          <a:bodyPr/>
          <a:lstStyle/>
          <a:p>
            <a:fld id="{159ED37A-A31F-4BBF-8B89-A2BF5325A903}" type="slidenum">
              <a:rPr lang="zh-CN" altLang="en-US"/>
              <a:pPr/>
              <a:t>44</a:t>
            </a:fld>
            <a:endParaRPr lang="en-US" altLang="zh-CN"/>
          </a:p>
        </p:txBody>
      </p:sp>
      <p:sp>
        <p:nvSpPr>
          <p:cNvPr id="15" name="日期占位符 4"/>
          <p:cNvSpPr>
            <a:spLocks noGrp="1"/>
          </p:cNvSpPr>
          <p:nvPr>
            <p:ph type="dt" sz="half" idx="4294967295"/>
          </p:nvPr>
        </p:nvSpPr>
        <p:spPr>
          <a:xfrm>
            <a:off x="14295" y="6350000"/>
            <a:ext cx="2297112" cy="577850"/>
          </a:xfrm>
        </p:spPr>
        <p:txBody>
          <a:bodyPr/>
          <a:lstStyle/>
          <a:p>
            <a:fld id="{D39C9E6A-CFF8-4691-996A-88C21EF3ABF2}" type="datetime1">
              <a:rPr lang="zh-CN" altLang="en-US"/>
              <a:pPr/>
              <a:t>2024/11/11</a:t>
            </a:fld>
            <a:endParaRPr lang="en-US" altLang="zh-CN"/>
          </a:p>
        </p:txBody>
      </p:sp>
      <p:sp>
        <p:nvSpPr>
          <p:cNvPr id="844802" name="Rectangle 2"/>
          <p:cNvSpPr>
            <a:spLocks noGrp="1" noChangeArrowheads="1"/>
          </p:cNvSpPr>
          <p:nvPr>
            <p:ph type="title"/>
          </p:nvPr>
        </p:nvSpPr>
        <p:spPr>
          <a:xfrm>
            <a:off x="650878" y="305002"/>
            <a:ext cx="8820150" cy="609398"/>
          </a:xfrm>
        </p:spPr>
        <p:txBody>
          <a:bodyPr/>
          <a:lstStyle/>
          <a:p>
            <a:r>
              <a:rPr lang="zh-CN" altLang="en-US" kern="1200" dirty="0"/>
              <a:t>§1.3 复化求积公式</a:t>
            </a:r>
          </a:p>
        </p:txBody>
      </p:sp>
      <p:sp>
        <p:nvSpPr>
          <p:cNvPr id="844803" name="Rectangle 3"/>
          <p:cNvSpPr>
            <a:spLocks noGrp="1" noChangeArrowheads="1"/>
          </p:cNvSpPr>
          <p:nvPr>
            <p:ph type="body" idx="1"/>
          </p:nvPr>
        </p:nvSpPr>
        <p:spPr>
          <a:xfrm>
            <a:off x="650878" y="1143000"/>
            <a:ext cx="8820150" cy="768350"/>
          </a:xfrm>
        </p:spPr>
        <p:txBody>
          <a:bodyPr/>
          <a:lstStyle/>
          <a:p>
            <a:r>
              <a:rPr lang="zh-CN" altLang="en-US" dirty="0"/>
              <a:t>当区间[</a:t>
            </a:r>
            <a:r>
              <a:rPr lang="en-US" altLang="zh-CN" dirty="0" err="1"/>
              <a:t>a,b</a:t>
            </a:r>
            <a:r>
              <a:rPr lang="en-US" altLang="zh-CN" dirty="0"/>
              <a:t>]</a:t>
            </a:r>
            <a:r>
              <a:rPr lang="zh-CN" altLang="en-US" dirty="0"/>
              <a:t>分为2</a:t>
            </a:r>
            <a:r>
              <a:rPr lang="en-US" altLang="zh-CN" baseline="30000" dirty="0"/>
              <a:t>k</a:t>
            </a:r>
            <a:r>
              <a:rPr lang="zh-CN" altLang="en-US" dirty="0"/>
              <a:t>等分，步长</a:t>
            </a:r>
            <a:r>
              <a:rPr lang="en-US" altLang="zh-CN" dirty="0"/>
              <a:t>h=(b-a)/</a:t>
            </a:r>
            <a:r>
              <a:rPr lang="zh-CN" altLang="en-US" dirty="0"/>
              <a:t>2</a:t>
            </a:r>
            <a:r>
              <a:rPr lang="en-US" altLang="zh-CN" baseline="30000" dirty="0"/>
              <a:t>k</a:t>
            </a:r>
            <a:r>
              <a:rPr lang="en-US" altLang="zh-CN" dirty="0"/>
              <a:t>,</a:t>
            </a:r>
            <a:r>
              <a:rPr lang="zh-CN" altLang="en-US" dirty="0"/>
              <a:t>复化梯形递推公式为</a:t>
            </a:r>
          </a:p>
        </p:txBody>
      </p:sp>
      <p:graphicFrame>
        <p:nvGraphicFramePr>
          <p:cNvPr id="844804" name="Object 4"/>
          <p:cNvGraphicFramePr>
            <a:graphicFrameLocks noChangeAspect="1"/>
          </p:cNvGraphicFramePr>
          <p:nvPr/>
        </p:nvGraphicFramePr>
        <p:xfrm>
          <a:off x="2225675" y="1463675"/>
          <a:ext cx="5988050" cy="1127125"/>
        </p:xfrm>
        <a:graphic>
          <a:graphicData uri="http://schemas.openxmlformats.org/presentationml/2006/ole">
            <mc:AlternateContent xmlns:mc="http://schemas.openxmlformats.org/markup-compatibility/2006">
              <mc:Choice xmlns:v="urn:schemas-microsoft-com:vml" Requires="v">
                <p:oleObj spid="_x0000_s907287" name="Equation" r:id="rId5" imgW="2450880" imgH="457200" progId="Equation.3">
                  <p:embed/>
                </p:oleObj>
              </mc:Choice>
              <mc:Fallback>
                <p:oleObj name="Equation" r:id="rId5" imgW="245088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25675" y="1463675"/>
                        <a:ext cx="5988050" cy="1127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4805" name="Rectangle 5"/>
          <p:cNvSpPr>
            <a:spLocks noChangeArrowheads="1"/>
          </p:cNvSpPr>
          <p:nvPr/>
        </p:nvSpPr>
        <p:spPr bwMode="auto">
          <a:xfrm>
            <a:off x="628650" y="2584472"/>
            <a:ext cx="8820150" cy="145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dirty="0">
                <a:latin typeface="Times New Roman" pitchFamily="18" charset="0"/>
                <a:ea typeface="黑体" pitchFamily="2" charset="-122"/>
              </a:rPr>
              <a:t>确定分段数</a:t>
            </a:r>
            <a:r>
              <a:rPr lang="en-US" altLang="zh-CN" sz="2800" i="0" dirty="0">
                <a:latin typeface="Times New Roman" pitchFamily="18" charset="0"/>
                <a:ea typeface="黑体" pitchFamily="2" charset="-122"/>
              </a:rPr>
              <a:t>m</a:t>
            </a:r>
          </a:p>
          <a:p>
            <a:pPr marL="649288" lvl="1" indent="-261938" algn="l" defTabSz="814388">
              <a:lnSpc>
                <a:spcPct val="90000"/>
              </a:lnSpc>
              <a:spcBef>
                <a:spcPct val="35000"/>
              </a:spcBef>
              <a:buClr>
                <a:srgbClr val="27305F"/>
              </a:buClr>
              <a:buFontTx/>
              <a:buChar char="–"/>
            </a:pPr>
            <a:r>
              <a:rPr lang="zh-CN" altLang="en-US" sz="2800" i="0" dirty="0">
                <a:latin typeface="Times New Roman" pitchFamily="18" charset="0"/>
                <a:ea typeface="黑体" pitchFamily="2" charset="-122"/>
              </a:rPr>
              <a:t>根据余式作估算</a:t>
            </a:r>
          </a:p>
          <a:p>
            <a:pPr marL="649288" lvl="1" indent="-261938" algn="l" defTabSz="814388">
              <a:lnSpc>
                <a:spcPct val="90000"/>
              </a:lnSpc>
              <a:spcBef>
                <a:spcPct val="35000"/>
              </a:spcBef>
              <a:buClr>
                <a:srgbClr val="27305F"/>
              </a:buClr>
              <a:buFontTx/>
              <a:buChar char="–"/>
            </a:pPr>
            <a:r>
              <a:rPr lang="zh-CN" altLang="en-US" sz="2800" i="0" dirty="0">
                <a:latin typeface="Times New Roman" pitchFamily="18" charset="0"/>
                <a:ea typeface="黑体" pitchFamily="2" charset="-122"/>
              </a:rPr>
              <a:t>事后估计误差法</a:t>
            </a:r>
          </a:p>
        </p:txBody>
      </p:sp>
      <p:sp>
        <p:nvSpPr>
          <p:cNvPr id="844806" name="Rectangle 6"/>
          <p:cNvSpPr>
            <a:spLocks noChangeArrowheads="1"/>
          </p:cNvSpPr>
          <p:nvPr/>
        </p:nvSpPr>
        <p:spPr bwMode="auto">
          <a:xfrm>
            <a:off x="4419700" y="3429001"/>
            <a:ext cx="60304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i="0"/>
              <a:t>T</a:t>
            </a:r>
            <a:r>
              <a:rPr lang="en-US" altLang="zh-CN" sz="2800" i="0" baseline="-25000"/>
              <a:t>M</a:t>
            </a:r>
            <a:endParaRPr lang="zh-CN" altLang="en-US" sz="2800" i="0" baseline="-25000"/>
          </a:p>
        </p:txBody>
      </p:sp>
      <p:sp>
        <p:nvSpPr>
          <p:cNvPr id="844807" name="Rectangle 7"/>
          <p:cNvSpPr>
            <a:spLocks noChangeArrowheads="1"/>
          </p:cNvSpPr>
          <p:nvPr/>
        </p:nvSpPr>
        <p:spPr bwMode="auto">
          <a:xfrm>
            <a:off x="5258859" y="3429001"/>
            <a:ext cx="73609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i="0"/>
              <a:t>T</a:t>
            </a:r>
            <a:r>
              <a:rPr lang="en-US" altLang="zh-CN" sz="2800" i="0" baseline="-25000"/>
              <a:t>2M</a:t>
            </a:r>
            <a:endParaRPr lang="zh-CN" altLang="en-US" sz="2800" i="0" baseline="-25000"/>
          </a:p>
        </p:txBody>
      </p:sp>
      <p:graphicFrame>
        <p:nvGraphicFramePr>
          <p:cNvPr id="844808" name="Object 8"/>
          <p:cNvGraphicFramePr>
            <a:graphicFrameLocks noChangeAspect="1"/>
          </p:cNvGraphicFramePr>
          <p:nvPr/>
        </p:nvGraphicFramePr>
        <p:xfrm>
          <a:off x="6305550" y="3276600"/>
          <a:ext cx="2228850" cy="838200"/>
        </p:xfrm>
        <a:graphic>
          <a:graphicData uri="http://schemas.openxmlformats.org/presentationml/2006/ole">
            <mc:AlternateContent xmlns:mc="http://schemas.openxmlformats.org/markup-compatibility/2006">
              <mc:Choice xmlns:v="urn:schemas-microsoft-com:vml" Requires="v">
                <p:oleObj spid="_x0000_s907288" name="Equation" r:id="rId7" imgW="914400" imgH="330120" progId="Equation.3">
                  <p:embed/>
                </p:oleObj>
              </mc:Choice>
              <mc:Fallback>
                <p:oleObj name="Equation" r:id="rId7" imgW="914400" imgH="33012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05550" y="3276600"/>
                        <a:ext cx="222885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4809" name="Object 9"/>
          <p:cNvGraphicFramePr>
            <a:graphicFrameLocks noChangeAspect="1"/>
          </p:cNvGraphicFramePr>
          <p:nvPr/>
        </p:nvGraphicFramePr>
        <p:xfrm>
          <a:off x="998550" y="4038600"/>
          <a:ext cx="3989387" cy="1023938"/>
        </p:xfrm>
        <a:graphic>
          <a:graphicData uri="http://schemas.openxmlformats.org/presentationml/2006/ole">
            <mc:AlternateContent xmlns:mc="http://schemas.openxmlformats.org/markup-compatibility/2006">
              <mc:Choice xmlns:v="urn:schemas-microsoft-com:vml" Requires="v">
                <p:oleObj spid="_x0000_s907289" name="Equation" r:id="rId9" imgW="1841400" imgH="419040" progId="Equation.3">
                  <p:embed/>
                </p:oleObj>
              </mc:Choice>
              <mc:Fallback>
                <p:oleObj name="Equation" r:id="rId9" imgW="1841400" imgH="4190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8550" y="4038600"/>
                        <a:ext cx="3989387" cy="1023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4810" name="Object 10"/>
          <p:cNvGraphicFramePr>
            <a:graphicFrameLocks noChangeAspect="1"/>
          </p:cNvGraphicFramePr>
          <p:nvPr/>
        </p:nvGraphicFramePr>
        <p:xfrm>
          <a:off x="960438" y="4949847"/>
          <a:ext cx="4373562" cy="962025"/>
        </p:xfrm>
        <a:graphic>
          <a:graphicData uri="http://schemas.openxmlformats.org/presentationml/2006/ole">
            <mc:AlternateContent xmlns:mc="http://schemas.openxmlformats.org/markup-compatibility/2006">
              <mc:Choice xmlns:v="urn:schemas-microsoft-com:vml" Requires="v">
                <p:oleObj spid="_x0000_s907290" name="Equation" r:id="rId11" imgW="2019240" imgH="393480" progId="Equation.3">
                  <p:embed/>
                </p:oleObj>
              </mc:Choice>
              <mc:Fallback>
                <p:oleObj name="Equation" r:id="rId11" imgW="2019240" imgH="39348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60438" y="4949847"/>
                        <a:ext cx="4373562" cy="96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4811" name="AutoShape 11"/>
          <p:cNvSpPr>
            <a:spLocks/>
          </p:cNvSpPr>
          <p:nvPr/>
        </p:nvSpPr>
        <p:spPr bwMode="auto">
          <a:xfrm>
            <a:off x="5334000" y="4495800"/>
            <a:ext cx="304800" cy="1143000"/>
          </a:xfrm>
          <a:prstGeom prst="rightBrace">
            <a:avLst>
              <a:gd name="adj1" fmla="val 31250"/>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44812" name="Object 12"/>
          <p:cNvGraphicFramePr>
            <a:graphicFrameLocks noChangeAspect="1"/>
          </p:cNvGraphicFramePr>
          <p:nvPr/>
        </p:nvGraphicFramePr>
        <p:xfrm>
          <a:off x="5715012" y="4419600"/>
          <a:ext cx="1704975" cy="1085850"/>
        </p:xfrm>
        <a:graphic>
          <a:graphicData uri="http://schemas.openxmlformats.org/presentationml/2006/ole">
            <mc:AlternateContent xmlns:mc="http://schemas.openxmlformats.org/markup-compatibility/2006">
              <mc:Choice xmlns:v="urn:schemas-microsoft-com:vml" Requires="v">
                <p:oleObj spid="_x0000_s907291" name="Equation" r:id="rId13" imgW="787320" imgH="444240" progId="Equation.3">
                  <p:embed/>
                </p:oleObj>
              </mc:Choice>
              <mc:Fallback>
                <p:oleObj name="Equation" r:id="rId13" imgW="787320" imgH="44424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15012" y="4419600"/>
                        <a:ext cx="1704975"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2"/>
    </p:custDataLst>
    <p:extLst>
      <p:ext uri="{BB962C8B-B14F-4D97-AF65-F5344CB8AC3E}">
        <p14:creationId xmlns:p14="http://schemas.microsoft.com/office/powerpoint/2010/main" val="28606981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10"/>
          </p:nvPr>
        </p:nvSpPr>
        <p:spPr/>
        <p:txBody>
          <a:bodyPr/>
          <a:lstStyle/>
          <a:p>
            <a:fld id="{159ED37A-A31F-4BBF-8B89-A2BF5325A903}" type="slidenum">
              <a:rPr lang="zh-CN" altLang="en-US"/>
              <a:pPr/>
              <a:t>45</a:t>
            </a:fld>
            <a:endParaRPr lang="en-US" altLang="zh-CN"/>
          </a:p>
        </p:txBody>
      </p:sp>
      <p:sp>
        <p:nvSpPr>
          <p:cNvPr id="15" name="日期占位符 4"/>
          <p:cNvSpPr>
            <a:spLocks noGrp="1"/>
          </p:cNvSpPr>
          <p:nvPr>
            <p:ph type="dt" sz="half" idx="4294967295"/>
          </p:nvPr>
        </p:nvSpPr>
        <p:spPr>
          <a:xfrm>
            <a:off x="14295" y="6350000"/>
            <a:ext cx="2297112" cy="577850"/>
          </a:xfrm>
        </p:spPr>
        <p:txBody>
          <a:bodyPr/>
          <a:lstStyle/>
          <a:p>
            <a:fld id="{D39C9E6A-CFF8-4691-996A-88C21EF3ABF2}" type="datetime1">
              <a:rPr lang="zh-CN" altLang="en-US"/>
              <a:pPr/>
              <a:t>2024/11/11</a:t>
            </a:fld>
            <a:endParaRPr lang="en-US" altLang="zh-CN"/>
          </a:p>
        </p:txBody>
      </p:sp>
      <p:sp>
        <p:nvSpPr>
          <p:cNvPr id="844802" name="Rectangle 2"/>
          <p:cNvSpPr>
            <a:spLocks noGrp="1" noChangeArrowheads="1"/>
          </p:cNvSpPr>
          <p:nvPr>
            <p:ph type="title"/>
          </p:nvPr>
        </p:nvSpPr>
        <p:spPr>
          <a:xfrm>
            <a:off x="650878" y="305002"/>
            <a:ext cx="8820150" cy="609398"/>
          </a:xfrm>
        </p:spPr>
        <p:txBody>
          <a:bodyPr/>
          <a:lstStyle/>
          <a:p>
            <a:r>
              <a:rPr lang="zh-CN" altLang="en-US" kern="1200" dirty="0"/>
              <a:t>§1.3 复化求积公式</a:t>
            </a:r>
          </a:p>
        </p:txBody>
      </p:sp>
      <p:sp>
        <p:nvSpPr>
          <p:cNvPr id="844806" name="Rectangle 6"/>
          <p:cNvSpPr>
            <a:spLocks noChangeArrowheads="1"/>
          </p:cNvSpPr>
          <p:nvPr/>
        </p:nvSpPr>
        <p:spPr bwMode="auto">
          <a:xfrm>
            <a:off x="4419700" y="3429001"/>
            <a:ext cx="60304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i="0"/>
              <a:t>T</a:t>
            </a:r>
            <a:r>
              <a:rPr lang="en-US" altLang="zh-CN" sz="2800" i="0" baseline="-25000"/>
              <a:t>M</a:t>
            </a:r>
            <a:endParaRPr lang="zh-CN" altLang="en-US" sz="2800" i="0" baseline="-25000"/>
          </a:p>
        </p:txBody>
      </p:sp>
      <p:sp>
        <p:nvSpPr>
          <p:cNvPr id="844807" name="Rectangle 7"/>
          <p:cNvSpPr>
            <a:spLocks noChangeArrowheads="1"/>
          </p:cNvSpPr>
          <p:nvPr/>
        </p:nvSpPr>
        <p:spPr bwMode="auto">
          <a:xfrm>
            <a:off x="5258859" y="3429001"/>
            <a:ext cx="73609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i="0"/>
              <a:t>T</a:t>
            </a:r>
            <a:r>
              <a:rPr lang="en-US" altLang="zh-CN" sz="2800" i="0" baseline="-25000"/>
              <a:t>2M</a:t>
            </a:r>
            <a:endParaRPr lang="zh-CN" altLang="en-US" sz="2800" i="0" baseline="-25000"/>
          </a:p>
        </p:txBody>
      </p:sp>
      <p:graphicFrame>
        <p:nvGraphicFramePr>
          <p:cNvPr id="844808" name="Object 8"/>
          <p:cNvGraphicFramePr>
            <a:graphicFrameLocks noChangeAspect="1"/>
          </p:cNvGraphicFramePr>
          <p:nvPr/>
        </p:nvGraphicFramePr>
        <p:xfrm>
          <a:off x="6305550" y="3276600"/>
          <a:ext cx="2228850" cy="838200"/>
        </p:xfrm>
        <a:graphic>
          <a:graphicData uri="http://schemas.openxmlformats.org/presentationml/2006/ole">
            <mc:AlternateContent xmlns:mc="http://schemas.openxmlformats.org/markup-compatibility/2006">
              <mc:Choice xmlns:v="urn:schemas-microsoft-com:vml" Requires="v">
                <p:oleObj spid="_x0000_s926737" name="Equation" r:id="rId4" imgW="914400" imgH="330120" progId="Equation.3">
                  <p:embed/>
                </p:oleObj>
              </mc:Choice>
              <mc:Fallback>
                <p:oleObj name="Equation" r:id="rId4" imgW="914400" imgH="330120" progId="Equation.3">
                  <p:embed/>
                  <p:pic>
                    <p:nvPicPr>
                      <p:cNvPr id="844808"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5550" y="3276600"/>
                        <a:ext cx="222885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4809" name="Object 9"/>
          <p:cNvGraphicFramePr>
            <a:graphicFrameLocks noChangeAspect="1"/>
          </p:cNvGraphicFramePr>
          <p:nvPr/>
        </p:nvGraphicFramePr>
        <p:xfrm>
          <a:off x="998550" y="4038600"/>
          <a:ext cx="3989387" cy="1023938"/>
        </p:xfrm>
        <a:graphic>
          <a:graphicData uri="http://schemas.openxmlformats.org/presentationml/2006/ole">
            <mc:AlternateContent xmlns:mc="http://schemas.openxmlformats.org/markup-compatibility/2006">
              <mc:Choice xmlns:v="urn:schemas-microsoft-com:vml" Requires="v">
                <p:oleObj spid="_x0000_s926738" name="Equation" r:id="rId6" imgW="1841400" imgH="419040" progId="Equation.3">
                  <p:embed/>
                </p:oleObj>
              </mc:Choice>
              <mc:Fallback>
                <p:oleObj name="Equation" r:id="rId6" imgW="1841400" imgH="419040" progId="Equation.3">
                  <p:embed/>
                  <p:pic>
                    <p:nvPicPr>
                      <p:cNvPr id="844809"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8550" y="4038600"/>
                        <a:ext cx="3989387" cy="1023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4810" name="Object 10"/>
          <p:cNvGraphicFramePr>
            <a:graphicFrameLocks noChangeAspect="1"/>
          </p:cNvGraphicFramePr>
          <p:nvPr/>
        </p:nvGraphicFramePr>
        <p:xfrm>
          <a:off x="960438" y="4949847"/>
          <a:ext cx="4373562" cy="962025"/>
        </p:xfrm>
        <a:graphic>
          <a:graphicData uri="http://schemas.openxmlformats.org/presentationml/2006/ole">
            <mc:AlternateContent xmlns:mc="http://schemas.openxmlformats.org/markup-compatibility/2006">
              <mc:Choice xmlns:v="urn:schemas-microsoft-com:vml" Requires="v">
                <p:oleObj spid="_x0000_s926739" name="Equation" r:id="rId8" imgW="2019240" imgH="393480" progId="Equation.3">
                  <p:embed/>
                </p:oleObj>
              </mc:Choice>
              <mc:Fallback>
                <p:oleObj name="Equation" r:id="rId8" imgW="2019240" imgH="393480" progId="Equation.3">
                  <p:embed/>
                  <p:pic>
                    <p:nvPicPr>
                      <p:cNvPr id="84481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60438" y="4949847"/>
                        <a:ext cx="4373562" cy="96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4811" name="AutoShape 11"/>
          <p:cNvSpPr>
            <a:spLocks/>
          </p:cNvSpPr>
          <p:nvPr/>
        </p:nvSpPr>
        <p:spPr bwMode="auto">
          <a:xfrm>
            <a:off x="5334000" y="4495800"/>
            <a:ext cx="304800" cy="1143000"/>
          </a:xfrm>
          <a:prstGeom prst="rightBrace">
            <a:avLst>
              <a:gd name="adj1" fmla="val 31250"/>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44812" name="Object 12"/>
          <p:cNvGraphicFramePr>
            <a:graphicFrameLocks noChangeAspect="1"/>
          </p:cNvGraphicFramePr>
          <p:nvPr/>
        </p:nvGraphicFramePr>
        <p:xfrm>
          <a:off x="5715012" y="4419600"/>
          <a:ext cx="1704975" cy="1085850"/>
        </p:xfrm>
        <a:graphic>
          <a:graphicData uri="http://schemas.openxmlformats.org/presentationml/2006/ole">
            <mc:AlternateContent xmlns:mc="http://schemas.openxmlformats.org/markup-compatibility/2006">
              <mc:Choice xmlns:v="urn:schemas-microsoft-com:vml" Requires="v">
                <p:oleObj spid="_x0000_s926740" name="Equation" r:id="rId10" imgW="787320" imgH="444240" progId="Equation.3">
                  <p:embed/>
                </p:oleObj>
              </mc:Choice>
              <mc:Fallback>
                <p:oleObj name="Equation" r:id="rId10" imgW="787320" imgH="444240" progId="Equation.3">
                  <p:embed/>
                  <p:pic>
                    <p:nvPicPr>
                      <p:cNvPr id="844812"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15012" y="4419600"/>
                        <a:ext cx="1704975"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8" name="图片 17">
            <a:extLst>
              <a:ext uri="{FF2B5EF4-FFF2-40B4-BE49-F238E27FC236}">
                <a16:creationId xmlns="" xmlns:a16="http://schemas.microsoft.com/office/drawing/2014/main" id="{45538CDE-6BF8-4985-8FB4-A7922A42F89F}"/>
              </a:ext>
            </a:extLst>
          </p:cNvPr>
          <p:cNvPicPr>
            <a:picLocks noChangeAspect="1"/>
          </p:cNvPicPr>
          <p:nvPr/>
        </p:nvPicPr>
        <p:blipFill>
          <a:blip r:embed="rId12"/>
          <a:stretch>
            <a:fillRect/>
          </a:stretch>
        </p:blipFill>
        <p:spPr>
          <a:xfrm>
            <a:off x="3224807" y="5774493"/>
            <a:ext cx="6076495" cy="720015"/>
          </a:xfrm>
          <a:prstGeom prst="rect">
            <a:avLst/>
          </a:prstGeom>
        </p:spPr>
      </p:pic>
      <p:graphicFrame>
        <p:nvGraphicFramePr>
          <p:cNvPr id="844813" name="Object 13"/>
          <p:cNvGraphicFramePr>
            <a:graphicFrameLocks noChangeAspect="1"/>
          </p:cNvGraphicFramePr>
          <p:nvPr>
            <p:extLst>
              <p:ext uri="{D42A27DB-BD31-4B8C-83A1-F6EECF244321}">
                <p14:modId xmlns:p14="http://schemas.microsoft.com/office/powerpoint/2010/main" val="1371562561"/>
              </p:ext>
            </p:extLst>
          </p:nvPr>
        </p:nvGraphicFramePr>
        <p:xfrm>
          <a:off x="7059612" y="5024437"/>
          <a:ext cx="2763838" cy="962025"/>
        </p:xfrm>
        <a:graphic>
          <a:graphicData uri="http://schemas.openxmlformats.org/presentationml/2006/ole">
            <mc:AlternateContent xmlns:mc="http://schemas.openxmlformats.org/markup-compatibility/2006">
              <mc:Choice xmlns:v="urn:schemas-microsoft-com:vml" Requires="v">
                <p:oleObj spid="_x0000_s926741" name="Equation" r:id="rId13" imgW="1511280" imgH="393480" progId="Equation.3">
                  <p:embed/>
                </p:oleObj>
              </mc:Choice>
              <mc:Fallback>
                <p:oleObj name="Equation" r:id="rId13" imgW="1511280" imgH="393480" progId="Equation.3">
                  <p:embed/>
                  <p:pic>
                    <p:nvPicPr>
                      <p:cNvPr id="844813"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59612" y="5024437"/>
                        <a:ext cx="2763838" cy="96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2"/>
    </p:custDataLst>
    <p:extLst>
      <p:ext uri="{BB962C8B-B14F-4D97-AF65-F5344CB8AC3E}">
        <p14:creationId xmlns:p14="http://schemas.microsoft.com/office/powerpoint/2010/main" val="2277985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48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0"/>
          </p:nvPr>
        </p:nvSpPr>
        <p:spPr/>
        <p:txBody>
          <a:bodyPr/>
          <a:lstStyle/>
          <a:p>
            <a:fld id="{A69C7C69-1FEE-474C-A694-F3FFA42C303F}" type="slidenum">
              <a:rPr lang="zh-CN" altLang="en-US"/>
              <a:pPr/>
              <a:t>46</a:t>
            </a:fld>
            <a:endParaRPr lang="en-US" altLang="zh-CN"/>
          </a:p>
        </p:txBody>
      </p:sp>
      <p:sp>
        <p:nvSpPr>
          <p:cNvPr id="11" name="日期占位符 4"/>
          <p:cNvSpPr>
            <a:spLocks noGrp="1"/>
          </p:cNvSpPr>
          <p:nvPr>
            <p:ph type="dt" sz="half" idx="4294967295"/>
          </p:nvPr>
        </p:nvSpPr>
        <p:spPr>
          <a:xfrm>
            <a:off x="14295" y="6350000"/>
            <a:ext cx="2297112" cy="577850"/>
          </a:xfrm>
        </p:spPr>
        <p:txBody>
          <a:bodyPr/>
          <a:lstStyle/>
          <a:p>
            <a:fld id="{08B09AFF-5C33-4B38-B2AA-B584C28AB5E9}" type="datetime1">
              <a:rPr lang="zh-CN" altLang="en-US"/>
              <a:pPr/>
              <a:t>2024/11/11</a:t>
            </a:fld>
            <a:endParaRPr lang="en-US" altLang="zh-CN"/>
          </a:p>
        </p:txBody>
      </p:sp>
      <p:sp>
        <p:nvSpPr>
          <p:cNvPr id="845826" name="Rectangle 2"/>
          <p:cNvSpPr>
            <a:spLocks noGrp="1" noChangeArrowheads="1"/>
          </p:cNvSpPr>
          <p:nvPr>
            <p:ph type="title"/>
          </p:nvPr>
        </p:nvSpPr>
        <p:spPr>
          <a:xfrm>
            <a:off x="650878" y="166513"/>
            <a:ext cx="8820150" cy="747897"/>
          </a:xfrm>
        </p:spPr>
        <p:txBody>
          <a:bodyPr/>
          <a:lstStyle/>
          <a:p>
            <a:r>
              <a:rPr lang="zh-CN" altLang="en-US" sz="4800" dirty="0"/>
              <a:t>§1.4 </a:t>
            </a:r>
            <a:r>
              <a:rPr lang="zh-CN" altLang="en-US" sz="5400" dirty="0"/>
              <a:t>龙贝格法</a:t>
            </a:r>
            <a:endParaRPr lang="zh-CN" altLang="en-US" sz="4800" dirty="0"/>
          </a:p>
        </p:txBody>
      </p:sp>
      <p:sp>
        <p:nvSpPr>
          <p:cNvPr id="845827" name="Rectangle 3"/>
          <p:cNvSpPr>
            <a:spLocks noGrp="1" noChangeArrowheads="1"/>
          </p:cNvSpPr>
          <p:nvPr>
            <p:ph type="body" idx="1"/>
          </p:nvPr>
        </p:nvSpPr>
        <p:spPr>
          <a:xfrm>
            <a:off x="650878" y="1143000"/>
            <a:ext cx="8820150" cy="443198"/>
          </a:xfrm>
        </p:spPr>
        <p:txBody>
          <a:bodyPr/>
          <a:lstStyle/>
          <a:p>
            <a:r>
              <a:rPr lang="zh-CN" altLang="en-US" sz="3200" dirty="0"/>
              <a:t>复化辛卜生公式有</a:t>
            </a:r>
          </a:p>
        </p:txBody>
      </p:sp>
      <p:graphicFrame>
        <p:nvGraphicFramePr>
          <p:cNvPr id="845828" name="Object 4"/>
          <p:cNvGraphicFramePr>
            <a:graphicFrameLocks noChangeAspect="1"/>
          </p:cNvGraphicFramePr>
          <p:nvPr/>
        </p:nvGraphicFramePr>
        <p:xfrm>
          <a:off x="5313369" y="908072"/>
          <a:ext cx="3313112" cy="1063625"/>
        </p:xfrm>
        <a:graphic>
          <a:graphicData uri="http://schemas.openxmlformats.org/presentationml/2006/ole">
            <mc:AlternateContent xmlns:mc="http://schemas.openxmlformats.org/markup-compatibility/2006">
              <mc:Choice xmlns:v="urn:schemas-microsoft-com:vml" Requires="v">
                <p:oleObj spid="_x0000_s908310" name="Equation" r:id="rId4" imgW="1638000" imgH="393480" progId="Equation.3">
                  <p:embed/>
                </p:oleObj>
              </mc:Choice>
              <mc:Fallback>
                <p:oleObj name="Equation" r:id="rId4" imgW="1638000" imgH="3934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13369" y="908072"/>
                        <a:ext cx="3313112" cy="1063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5829" name="Rectangle 5"/>
          <p:cNvSpPr>
            <a:spLocks noChangeArrowheads="1"/>
          </p:cNvSpPr>
          <p:nvPr/>
        </p:nvSpPr>
        <p:spPr bwMode="auto">
          <a:xfrm>
            <a:off x="560388" y="2205038"/>
            <a:ext cx="8820150" cy="44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3200" i="0" dirty="0">
                <a:latin typeface="Times New Roman" pitchFamily="18" charset="0"/>
                <a:ea typeface="黑体" pitchFamily="2" charset="-122"/>
              </a:rPr>
              <a:t>复化柯特斯公式有</a:t>
            </a:r>
          </a:p>
        </p:txBody>
      </p:sp>
      <p:graphicFrame>
        <p:nvGraphicFramePr>
          <p:cNvPr id="845830" name="Object 6"/>
          <p:cNvGraphicFramePr>
            <a:graphicFrameLocks noChangeAspect="1"/>
          </p:cNvGraphicFramePr>
          <p:nvPr/>
        </p:nvGraphicFramePr>
        <p:xfrm>
          <a:off x="5168900" y="1989160"/>
          <a:ext cx="3600450" cy="1138237"/>
        </p:xfrm>
        <a:graphic>
          <a:graphicData uri="http://schemas.openxmlformats.org/presentationml/2006/ole">
            <mc:AlternateContent xmlns:mc="http://schemas.openxmlformats.org/markup-compatibility/2006">
              <mc:Choice xmlns:v="urn:schemas-microsoft-com:vml" Requires="v">
                <p:oleObj spid="_x0000_s908311" name="Equation" r:id="rId6" imgW="1663560" imgH="393480" progId="Equation.3">
                  <p:embed/>
                </p:oleObj>
              </mc:Choice>
              <mc:Fallback>
                <p:oleObj name="Equation" r:id="rId6" imgW="1663560" imgH="393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68900" y="1989160"/>
                        <a:ext cx="3600450" cy="1138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5831" name="Object 7"/>
          <p:cNvGraphicFramePr>
            <a:graphicFrameLocks noChangeAspect="1"/>
          </p:cNvGraphicFramePr>
          <p:nvPr>
            <p:extLst/>
          </p:nvPr>
        </p:nvGraphicFramePr>
        <p:xfrm>
          <a:off x="2072116" y="2996546"/>
          <a:ext cx="4824413" cy="1216025"/>
        </p:xfrm>
        <a:graphic>
          <a:graphicData uri="http://schemas.openxmlformats.org/presentationml/2006/ole">
            <mc:AlternateContent xmlns:mc="http://schemas.openxmlformats.org/markup-compatibility/2006">
              <mc:Choice xmlns:v="urn:schemas-microsoft-com:vml" Requires="v">
                <p:oleObj spid="_x0000_s908312" name="Equation" r:id="rId8" imgW="1523880" imgH="393480" progId="Equation.3">
                  <p:embed/>
                </p:oleObj>
              </mc:Choice>
              <mc:Fallback>
                <p:oleObj name="Equation" r:id="rId8" imgW="1523880" imgH="3934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72116" y="2996546"/>
                        <a:ext cx="4824413" cy="1216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5832" name="Object 8"/>
          <p:cNvGraphicFramePr>
            <a:graphicFrameLocks noChangeAspect="1"/>
          </p:cNvGraphicFramePr>
          <p:nvPr>
            <p:extLst/>
          </p:nvPr>
        </p:nvGraphicFramePr>
        <p:xfrm>
          <a:off x="2000677" y="4149090"/>
          <a:ext cx="5262563" cy="1254125"/>
        </p:xfrm>
        <a:graphic>
          <a:graphicData uri="http://schemas.openxmlformats.org/presentationml/2006/ole">
            <mc:AlternateContent xmlns:mc="http://schemas.openxmlformats.org/markup-compatibility/2006">
              <mc:Choice xmlns:v="urn:schemas-microsoft-com:vml" Requires="v">
                <p:oleObj spid="_x0000_s908313" name="Equation" r:id="rId10" imgW="1714320" imgH="419040" progId="Equation.3">
                  <p:embed/>
                </p:oleObj>
              </mc:Choice>
              <mc:Fallback>
                <p:oleObj name="Equation" r:id="rId10" imgW="1714320" imgH="4190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00677" y="4149090"/>
                        <a:ext cx="5262563" cy="1254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5833" name="Object 9"/>
          <p:cNvGraphicFramePr>
            <a:graphicFrameLocks noChangeAspect="1"/>
          </p:cNvGraphicFramePr>
          <p:nvPr>
            <p:extLst/>
          </p:nvPr>
        </p:nvGraphicFramePr>
        <p:xfrm>
          <a:off x="2072111" y="5373052"/>
          <a:ext cx="5278438" cy="1247775"/>
        </p:xfrm>
        <a:graphic>
          <a:graphicData uri="http://schemas.openxmlformats.org/presentationml/2006/ole">
            <mc:AlternateContent xmlns:mc="http://schemas.openxmlformats.org/markup-compatibility/2006">
              <mc:Choice xmlns:v="urn:schemas-microsoft-com:vml" Requires="v">
                <p:oleObj spid="_x0000_s908314" name="Equation" r:id="rId12" imgW="1726920" imgH="419040" progId="Equation.3">
                  <p:embed/>
                </p:oleObj>
              </mc:Choice>
              <mc:Fallback>
                <p:oleObj name="Equation" r:id="rId12" imgW="1726920" imgH="41904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72111" y="5373052"/>
                        <a:ext cx="5278438" cy="1247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Rectangle 5"/>
          <p:cNvSpPr>
            <a:spLocks noChangeArrowheads="1"/>
          </p:cNvSpPr>
          <p:nvPr/>
        </p:nvSpPr>
        <p:spPr bwMode="auto">
          <a:xfrm>
            <a:off x="560388" y="3212976"/>
            <a:ext cx="8820150" cy="44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3200" i="0" dirty="0">
                <a:latin typeface="Times New Roman" pitchFamily="18" charset="0"/>
                <a:ea typeface="黑体" pitchFamily="2" charset="-122"/>
              </a:rPr>
              <a:t>于是</a:t>
            </a:r>
          </a:p>
        </p:txBody>
      </p:sp>
    </p:spTree>
    <p:custDataLst>
      <p:tags r:id="rId2"/>
    </p:custDataLst>
    <p:extLst>
      <p:ext uri="{BB962C8B-B14F-4D97-AF65-F5344CB8AC3E}">
        <p14:creationId xmlns:p14="http://schemas.microsoft.com/office/powerpoint/2010/main" val="33561732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45828"/>
                                        </p:tgtEl>
                                        <p:attrNameLst>
                                          <p:attrName>style.visibility</p:attrName>
                                        </p:attrNameLst>
                                      </p:cBhvr>
                                      <p:to>
                                        <p:strVal val="visible"/>
                                      </p:to>
                                    </p:set>
                                    <p:animEffect transition="in" filter="dissolve">
                                      <p:cBhvr>
                                        <p:cTn id="7" dur="500"/>
                                        <p:tgtEl>
                                          <p:spTgt spid="8458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45829"/>
                                        </p:tgtEl>
                                        <p:attrNameLst>
                                          <p:attrName>style.visibility</p:attrName>
                                        </p:attrNameLst>
                                      </p:cBhvr>
                                      <p:to>
                                        <p:strVal val="visible"/>
                                      </p:to>
                                    </p:set>
                                    <p:animEffect transition="in" filter="dissolve">
                                      <p:cBhvr>
                                        <p:cTn id="12" dur="500"/>
                                        <p:tgtEl>
                                          <p:spTgt spid="8458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45830"/>
                                        </p:tgtEl>
                                        <p:attrNameLst>
                                          <p:attrName>style.visibility</p:attrName>
                                        </p:attrNameLst>
                                      </p:cBhvr>
                                      <p:to>
                                        <p:strVal val="visible"/>
                                      </p:to>
                                    </p:set>
                                    <p:animEffect transition="in" filter="dissolve">
                                      <p:cBhvr>
                                        <p:cTn id="17" dur="500"/>
                                        <p:tgtEl>
                                          <p:spTgt spid="8458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45831"/>
                                        </p:tgtEl>
                                        <p:attrNameLst>
                                          <p:attrName>style.visibility</p:attrName>
                                        </p:attrNameLst>
                                      </p:cBhvr>
                                      <p:to>
                                        <p:strVal val="visible"/>
                                      </p:to>
                                    </p:set>
                                    <p:animEffect transition="in" filter="dissolve">
                                      <p:cBhvr>
                                        <p:cTn id="22" dur="500"/>
                                        <p:tgtEl>
                                          <p:spTgt spid="845831"/>
                                        </p:tgtEl>
                                      </p:cBhvr>
                                    </p:animEffect>
                                  </p:childTnLst>
                                </p:cTn>
                              </p:par>
                            </p:childTnLst>
                          </p:cTn>
                        </p:par>
                        <p:par>
                          <p:cTn id="23" fill="hold" nodeType="afterGroup">
                            <p:stCondLst>
                              <p:cond delay="500"/>
                            </p:stCondLst>
                            <p:childTnLst>
                              <p:par>
                                <p:cTn id="24" presetID="9" presetClass="entr" presetSubtype="0" fill="hold" nodeType="afterEffect">
                                  <p:stCondLst>
                                    <p:cond delay="0"/>
                                  </p:stCondLst>
                                  <p:childTnLst>
                                    <p:set>
                                      <p:cBhvr>
                                        <p:cTn id="25" dur="1" fill="hold">
                                          <p:stCondLst>
                                            <p:cond delay="0"/>
                                          </p:stCondLst>
                                        </p:cTn>
                                        <p:tgtEl>
                                          <p:spTgt spid="845832"/>
                                        </p:tgtEl>
                                        <p:attrNameLst>
                                          <p:attrName>style.visibility</p:attrName>
                                        </p:attrNameLst>
                                      </p:cBhvr>
                                      <p:to>
                                        <p:strVal val="visible"/>
                                      </p:to>
                                    </p:set>
                                    <p:animEffect transition="in" filter="dissolve">
                                      <p:cBhvr>
                                        <p:cTn id="26" dur="500"/>
                                        <p:tgtEl>
                                          <p:spTgt spid="845832"/>
                                        </p:tgtEl>
                                      </p:cBhvr>
                                    </p:animEffect>
                                  </p:childTnLst>
                                </p:cTn>
                              </p:par>
                            </p:childTnLst>
                          </p:cTn>
                        </p:par>
                        <p:par>
                          <p:cTn id="27" fill="hold" nodeType="afterGroup">
                            <p:stCondLst>
                              <p:cond delay="1000"/>
                            </p:stCondLst>
                            <p:childTnLst>
                              <p:par>
                                <p:cTn id="28" presetID="9" presetClass="entr" presetSubtype="0" fill="hold" nodeType="afterEffect">
                                  <p:stCondLst>
                                    <p:cond delay="0"/>
                                  </p:stCondLst>
                                  <p:childTnLst>
                                    <p:set>
                                      <p:cBhvr>
                                        <p:cTn id="29" dur="1" fill="hold">
                                          <p:stCondLst>
                                            <p:cond delay="0"/>
                                          </p:stCondLst>
                                        </p:cTn>
                                        <p:tgtEl>
                                          <p:spTgt spid="845833"/>
                                        </p:tgtEl>
                                        <p:attrNameLst>
                                          <p:attrName>style.visibility</p:attrName>
                                        </p:attrNameLst>
                                      </p:cBhvr>
                                      <p:to>
                                        <p:strVal val="visible"/>
                                      </p:to>
                                    </p:set>
                                    <p:animEffect transition="in" filter="dissolve">
                                      <p:cBhvr>
                                        <p:cTn id="30" dur="500"/>
                                        <p:tgtEl>
                                          <p:spTgt spid="845833"/>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dissolve">
                                      <p:cBhvr>
                                        <p:cTn id="3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5829" grpId="0" autoUpdateAnimBg="0"/>
      <p:bldP spid="12"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0"/>
          </p:nvPr>
        </p:nvSpPr>
        <p:spPr/>
        <p:txBody>
          <a:bodyPr/>
          <a:lstStyle/>
          <a:p>
            <a:fld id="{A69C7C69-1FEE-474C-A694-F3FFA42C303F}" type="slidenum">
              <a:rPr lang="zh-CN" altLang="en-US"/>
              <a:pPr/>
              <a:t>47</a:t>
            </a:fld>
            <a:endParaRPr lang="en-US" altLang="zh-CN"/>
          </a:p>
        </p:txBody>
      </p:sp>
      <p:sp>
        <p:nvSpPr>
          <p:cNvPr id="11" name="日期占位符 4"/>
          <p:cNvSpPr>
            <a:spLocks noGrp="1"/>
          </p:cNvSpPr>
          <p:nvPr>
            <p:ph type="dt" sz="half" idx="4294967295"/>
          </p:nvPr>
        </p:nvSpPr>
        <p:spPr>
          <a:xfrm>
            <a:off x="14295" y="6350000"/>
            <a:ext cx="2297112" cy="577850"/>
          </a:xfrm>
        </p:spPr>
        <p:txBody>
          <a:bodyPr/>
          <a:lstStyle/>
          <a:p>
            <a:fld id="{08B09AFF-5C33-4B38-B2AA-B584C28AB5E9}" type="datetime1">
              <a:rPr lang="zh-CN" altLang="en-US"/>
              <a:pPr/>
              <a:t>2024/11/11</a:t>
            </a:fld>
            <a:endParaRPr lang="en-US" altLang="zh-CN"/>
          </a:p>
        </p:txBody>
      </p:sp>
      <p:sp>
        <p:nvSpPr>
          <p:cNvPr id="845826" name="Rectangle 2"/>
          <p:cNvSpPr>
            <a:spLocks noGrp="1" noChangeArrowheads="1"/>
          </p:cNvSpPr>
          <p:nvPr>
            <p:ph type="title"/>
          </p:nvPr>
        </p:nvSpPr>
        <p:spPr>
          <a:xfrm>
            <a:off x="650878" y="166513"/>
            <a:ext cx="8820150" cy="747897"/>
          </a:xfrm>
        </p:spPr>
        <p:txBody>
          <a:bodyPr/>
          <a:lstStyle/>
          <a:p>
            <a:r>
              <a:rPr lang="zh-CN" altLang="en-US" sz="4800" dirty="0"/>
              <a:t>§1.4 </a:t>
            </a:r>
            <a:r>
              <a:rPr lang="zh-CN" altLang="en-US" sz="5400" dirty="0"/>
              <a:t>龙贝格法</a:t>
            </a:r>
            <a:endParaRPr lang="zh-CN" altLang="en-US" sz="4800" dirty="0"/>
          </a:p>
        </p:txBody>
      </p:sp>
      <p:sp>
        <p:nvSpPr>
          <p:cNvPr id="24" name="Rectangle 9"/>
          <p:cNvSpPr>
            <a:spLocks noChangeArrowheads="1"/>
          </p:cNvSpPr>
          <p:nvPr/>
        </p:nvSpPr>
        <p:spPr bwMode="auto">
          <a:xfrm>
            <a:off x="420166" y="1143010"/>
            <a:ext cx="73289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3200" b="1" i="0" u="none" strike="noStrike" kern="0" cap="none" spc="0" normalizeH="0" baseline="0" noProof="0" dirty="0">
                <a:ln>
                  <a:noFill/>
                </a:ln>
                <a:solidFill>
                  <a:srgbClr val="FF0000"/>
                </a:solidFill>
                <a:effectLst/>
                <a:uLnTx/>
                <a:uFillTx/>
              </a:rPr>
              <a:t>例</a:t>
            </a:r>
            <a:r>
              <a:rPr kumimoji="1" lang="en-US" altLang="zh-CN" sz="3200" b="1" i="0" u="none" strike="noStrike" kern="0" cap="none" spc="0" normalizeH="0" baseline="0" noProof="0" dirty="0">
                <a:ln>
                  <a:noFill/>
                </a:ln>
                <a:solidFill>
                  <a:srgbClr val="FF0000"/>
                </a:solidFill>
                <a:effectLst/>
                <a:uLnTx/>
                <a:uFillTx/>
              </a:rPr>
              <a:t>:</a:t>
            </a:r>
          </a:p>
        </p:txBody>
      </p:sp>
      <p:sp>
        <p:nvSpPr>
          <p:cNvPr id="25" name="Rectangle 10"/>
          <p:cNvSpPr>
            <a:spLocks noChangeArrowheads="1"/>
          </p:cNvSpPr>
          <p:nvPr/>
        </p:nvSpPr>
        <p:spPr bwMode="auto">
          <a:xfrm>
            <a:off x="1265663" y="1219200"/>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ysClr val="windowText" lastClr="000000"/>
                </a:solidFill>
                <a:effectLst/>
                <a:uLnTx/>
                <a:uFillTx/>
              </a:rPr>
              <a:t>计算</a:t>
            </a:r>
          </a:p>
        </p:txBody>
      </p:sp>
      <p:graphicFrame>
        <p:nvGraphicFramePr>
          <p:cNvPr id="26" name="Object 13"/>
          <p:cNvGraphicFramePr>
            <a:graphicFrameLocks noChangeAspect="1"/>
          </p:cNvGraphicFramePr>
          <p:nvPr>
            <p:extLst/>
          </p:nvPr>
        </p:nvGraphicFramePr>
        <p:xfrm>
          <a:off x="2061588" y="846717"/>
          <a:ext cx="3450283" cy="1158489"/>
        </p:xfrm>
        <a:graphic>
          <a:graphicData uri="http://schemas.openxmlformats.org/presentationml/2006/ole">
            <mc:AlternateContent xmlns:mc="http://schemas.openxmlformats.org/markup-compatibility/2006">
              <mc:Choice xmlns:v="urn:schemas-microsoft-com:vml" Requires="v">
                <p:oleObj spid="_x0000_s909326" name="Equation" r:id="rId3" imgW="863225" imgH="355446" progId="Equation.DSMT4">
                  <p:embed/>
                </p:oleObj>
              </mc:Choice>
              <mc:Fallback>
                <p:oleObj name="Equation" r:id="rId3" imgW="863225" imgH="355446"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1588" y="846717"/>
                        <a:ext cx="3450283" cy="1158489"/>
                      </a:xfrm>
                      <a:prstGeom prst="rect">
                        <a:avLst/>
                      </a:prstGeom>
                      <a:noFill/>
                      <a:ln>
                        <a:noFill/>
                      </a:ln>
                      <a:effectLst/>
                    </p:spPr>
                  </p:pic>
                </p:oleObj>
              </mc:Fallback>
            </mc:AlternateContent>
          </a:graphicData>
        </a:graphic>
      </p:graphicFrame>
      <p:sp>
        <p:nvSpPr>
          <p:cNvPr id="27" name="Text Box 14"/>
          <p:cNvSpPr txBox="1">
            <a:spLocks noChangeArrowheads="1"/>
          </p:cNvSpPr>
          <p:nvPr/>
        </p:nvSpPr>
        <p:spPr bwMode="auto">
          <a:xfrm>
            <a:off x="457205" y="1905010"/>
            <a:ext cx="93203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0"/>
              </a:spcBef>
              <a:spcAft>
                <a:spcPct val="0"/>
              </a:spcAft>
              <a:defRPr sz="2400">
                <a:solidFill>
                  <a:schemeClr val="tx1"/>
                </a:solidFill>
                <a:latin typeface="Arial" charset="0"/>
                <a:ea typeface="楷体_GB2312" pitchFamily="49" charset="-122"/>
              </a:defRPr>
            </a:lvl9pPr>
          </a:lstStyle>
          <a:p>
            <a:pPr marL="0" marR="0" lvl="0" indent="0" algn="l" defTabSz="914400" eaLnBrk="1" fontAlgn="auto" latinLnBrk="0" hangingPunct="1">
              <a:lnSpc>
                <a:spcPct val="100000"/>
              </a:lnSpc>
              <a:spcBef>
                <a:spcPct val="50000"/>
              </a:spcBef>
              <a:spcAft>
                <a:spcPts val="0"/>
              </a:spcAft>
              <a:buClrTx/>
              <a:buSzTx/>
              <a:buFontTx/>
              <a:buNone/>
              <a:tabLst/>
              <a:defRPr/>
            </a:pPr>
            <a:r>
              <a:rPr kumimoji="1" lang="zh-CN" altLang="en-US" b="1" i="0" u="none" strike="noStrike" kern="0" cap="none" spc="0" normalizeH="0" baseline="0" noProof="0" dirty="0">
                <a:ln>
                  <a:noFill/>
                </a:ln>
                <a:solidFill>
                  <a:srgbClr val="0033CC"/>
                </a:solidFill>
                <a:effectLst/>
                <a:uLnTx/>
                <a:uFillTx/>
                <a:latin typeface="Times New Roman" pitchFamily="18" charset="0"/>
                <a:ea typeface="楷体_GB2312" pitchFamily="49" charset="-122"/>
              </a:rPr>
              <a:t>已知对于</a:t>
            </a:r>
            <a:r>
              <a:rPr kumimoji="1" lang="zh-CN" altLang="en-US" b="1" i="1" u="none" strike="noStrike" kern="0" cap="none" spc="0" normalizeH="0" baseline="0" noProof="0" dirty="0">
                <a:ln>
                  <a:noFill/>
                </a:ln>
                <a:solidFill>
                  <a:srgbClr val="3399FF"/>
                </a:solidFill>
                <a:effectLst/>
                <a:uLnTx/>
                <a:uFillTx/>
                <a:latin typeface="Times New Roman" pitchFamily="18" charset="0"/>
                <a:ea typeface="楷体_GB2312" pitchFamily="49" charset="-122"/>
                <a:sym typeface="Symbol" pitchFamily="18" charset="2"/>
              </a:rPr>
              <a:t> </a:t>
            </a:r>
            <a:r>
              <a:rPr kumimoji="1" lang="en-US" altLang="zh-CN" b="1" i="0" u="none" strike="noStrike" kern="0" cap="none" spc="0" normalizeH="0" baseline="0" noProof="0" dirty="0">
                <a:ln>
                  <a:noFill/>
                </a:ln>
                <a:solidFill>
                  <a:srgbClr val="3399FF"/>
                </a:solidFill>
                <a:effectLst/>
                <a:uLnTx/>
                <a:uFillTx/>
                <a:latin typeface="Times New Roman" pitchFamily="18" charset="0"/>
                <a:ea typeface="楷体_GB2312" pitchFamily="49" charset="-122"/>
                <a:sym typeface="Symbol" pitchFamily="18" charset="2"/>
              </a:rPr>
              <a:t>= 10</a:t>
            </a:r>
            <a:r>
              <a:rPr kumimoji="1" lang="en-US" altLang="zh-CN" b="1" i="0" u="none" strike="noStrike" kern="0" cap="none" spc="0" normalizeH="0" baseline="30000" noProof="0" dirty="0">
                <a:ln>
                  <a:noFill/>
                </a:ln>
                <a:solidFill>
                  <a:srgbClr val="3399FF"/>
                </a:solidFill>
                <a:effectLst/>
                <a:uLnTx/>
                <a:uFillTx/>
                <a:latin typeface="Times New Roman" pitchFamily="18" charset="0"/>
                <a:ea typeface="楷体_GB2312" pitchFamily="49" charset="-122"/>
                <a:sym typeface="Symbol" pitchFamily="18" charset="2"/>
              </a:rPr>
              <a:t>6</a:t>
            </a:r>
            <a:r>
              <a:rPr kumimoji="1" lang="en-US" altLang="zh-CN" b="1" i="0" u="none" strike="noStrike" kern="0" cap="none" spc="0" normalizeH="0" baseline="30000" noProof="0" dirty="0">
                <a:ln>
                  <a:noFill/>
                </a:ln>
                <a:solidFill>
                  <a:srgbClr val="0033CC"/>
                </a:solidFill>
                <a:effectLst/>
                <a:uLnTx/>
                <a:uFillTx/>
                <a:latin typeface="Times New Roman" pitchFamily="18" charset="0"/>
                <a:ea typeface="楷体_GB2312" pitchFamily="49" charset="-122"/>
                <a:sym typeface="Symbol" pitchFamily="18" charset="2"/>
              </a:rPr>
              <a:t> </a:t>
            </a:r>
            <a:r>
              <a:rPr kumimoji="1" lang="zh-CN" altLang="en-US" b="1" i="0" u="none" strike="noStrike" kern="0" cap="none" spc="0" normalizeH="0" baseline="0" noProof="0" dirty="0">
                <a:ln>
                  <a:noFill/>
                </a:ln>
                <a:solidFill>
                  <a:srgbClr val="0033CC"/>
                </a:solidFill>
                <a:effectLst/>
                <a:uLnTx/>
                <a:uFillTx/>
                <a:latin typeface="Times New Roman" pitchFamily="18" charset="0"/>
                <a:ea typeface="楷体_GB2312" pitchFamily="49" charset="-122"/>
              </a:rPr>
              <a:t>需将区间对分 </a:t>
            </a:r>
            <a:r>
              <a:rPr kumimoji="1" lang="en-US" altLang="zh-CN" b="1" i="0" u="none" strike="noStrike" kern="0" cap="none" spc="0" normalizeH="0" baseline="0" noProof="0" dirty="0">
                <a:ln>
                  <a:noFill/>
                </a:ln>
                <a:solidFill>
                  <a:srgbClr val="3399FF"/>
                </a:solidFill>
                <a:effectLst/>
                <a:uLnTx/>
                <a:uFillTx/>
                <a:latin typeface="Times New Roman" pitchFamily="18" charset="0"/>
                <a:ea typeface="楷体_GB2312" pitchFamily="49" charset="-122"/>
              </a:rPr>
              <a:t>9 </a:t>
            </a:r>
            <a:r>
              <a:rPr kumimoji="1" lang="zh-CN" altLang="en-US" b="1" i="0" u="none" strike="noStrike" kern="0" cap="none" spc="0" normalizeH="0" baseline="0" noProof="0" dirty="0">
                <a:ln>
                  <a:noFill/>
                </a:ln>
                <a:solidFill>
                  <a:srgbClr val="0033CC"/>
                </a:solidFill>
                <a:effectLst/>
                <a:uLnTx/>
                <a:uFillTx/>
                <a:latin typeface="Times New Roman" pitchFamily="18" charset="0"/>
                <a:ea typeface="楷体_GB2312" pitchFamily="49" charset="-122"/>
              </a:rPr>
              <a:t>次，得到 </a:t>
            </a:r>
            <a:r>
              <a:rPr kumimoji="1" lang="en-US" altLang="zh-CN" b="1" i="1" u="none" strike="noStrike" kern="0" cap="none" spc="0" normalizeH="0" baseline="0" noProof="0" dirty="0">
                <a:ln>
                  <a:noFill/>
                </a:ln>
                <a:solidFill>
                  <a:srgbClr val="3399FF"/>
                </a:solidFill>
                <a:effectLst/>
                <a:uLnTx/>
                <a:uFillTx/>
                <a:latin typeface="Times New Roman" pitchFamily="18" charset="0"/>
                <a:ea typeface="楷体_GB2312" pitchFamily="49" charset="-122"/>
              </a:rPr>
              <a:t>T</a:t>
            </a:r>
            <a:r>
              <a:rPr kumimoji="1" lang="en-US" altLang="zh-CN" b="1" i="0" u="none" strike="noStrike" kern="0" cap="none" spc="0" normalizeH="0" baseline="-25000" noProof="0" dirty="0">
                <a:ln>
                  <a:noFill/>
                </a:ln>
                <a:solidFill>
                  <a:srgbClr val="3399FF"/>
                </a:solidFill>
                <a:effectLst/>
                <a:uLnTx/>
                <a:uFillTx/>
                <a:latin typeface="Times New Roman" pitchFamily="18" charset="0"/>
                <a:ea typeface="楷体_GB2312" pitchFamily="49" charset="-122"/>
              </a:rPr>
              <a:t>512</a:t>
            </a:r>
            <a:r>
              <a:rPr kumimoji="1" lang="en-US" altLang="zh-CN" b="1" i="0" u="none" strike="noStrike" kern="0" cap="none" spc="0" normalizeH="0" baseline="0" noProof="0" dirty="0">
                <a:ln>
                  <a:noFill/>
                </a:ln>
                <a:solidFill>
                  <a:srgbClr val="0033CC"/>
                </a:solidFill>
                <a:effectLst/>
                <a:uLnTx/>
                <a:uFillTx/>
                <a:latin typeface="Times New Roman" pitchFamily="18" charset="0"/>
                <a:ea typeface="楷体_GB2312" pitchFamily="49" charset="-122"/>
              </a:rPr>
              <a:t> = </a:t>
            </a:r>
            <a:r>
              <a:rPr kumimoji="1" lang="en-US" altLang="zh-CN" b="1" i="0" u="none" strike="noStrike" kern="0" cap="none" spc="0" normalizeH="0" baseline="0" noProof="0" dirty="0">
                <a:ln>
                  <a:noFill/>
                </a:ln>
                <a:solidFill>
                  <a:srgbClr val="008000"/>
                </a:solidFill>
                <a:effectLst/>
                <a:uLnTx/>
                <a:uFillTx/>
                <a:latin typeface="Times New Roman" pitchFamily="18" charset="0"/>
                <a:ea typeface="楷体_GB2312" pitchFamily="49" charset="-122"/>
              </a:rPr>
              <a:t>3.141592</a:t>
            </a:r>
            <a:r>
              <a:rPr kumimoji="1" lang="en-US" altLang="zh-CN" b="1" i="0" u="none" strike="noStrike" kern="0" cap="none" spc="0" normalizeH="0" baseline="0" noProof="0" dirty="0">
                <a:ln>
                  <a:noFill/>
                </a:ln>
                <a:solidFill>
                  <a:srgbClr val="FF0000"/>
                </a:solidFill>
                <a:effectLst/>
                <a:uLnTx/>
                <a:uFillTx/>
                <a:latin typeface="Times New Roman" pitchFamily="18" charset="0"/>
                <a:ea typeface="楷体_GB2312" pitchFamily="49" charset="-122"/>
              </a:rPr>
              <a:t>02</a:t>
            </a:r>
            <a:endParaRPr kumimoji="1" lang="en-US" altLang="zh-CN" b="1" i="0" u="none" strike="noStrike" kern="0" cap="none" spc="0" normalizeH="0" baseline="0" noProof="0" dirty="0">
              <a:ln>
                <a:noFill/>
              </a:ln>
              <a:solidFill>
                <a:srgbClr val="0033CC"/>
              </a:solidFill>
              <a:effectLst/>
              <a:uLnTx/>
              <a:uFillTx/>
              <a:latin typeface="Times New Roman" pitchFamily="18" charset="0"/>
              <a:ea typeface="楷体_GB2312" pitchFamily="49" charset="-122"/>
            </a:endParaRPr>
          </a:p>
        </p:txBody>
      </p:sp>
      <p:grpSp>
        <p:nvGrpSpPr>
          <p:cNvPr id="28" name="Group 15"/>
          <p:cNvGrpSpPr>
            <a:grpSpLocks/>
          </p:cNvGrpSpPr>
          <p:nvPr/>
        </p:nvGrpSpPr>
        <p:grpSpPr bwMode="auto">
          <a:xfrm>
            <a:off x="457205" y="2590800"/>
            <a:ext cx="3127643" cy="1042463"/>
            <a:chOff x="336" y="1392"/>
            <a:chExt cx="1104" cy="452"/>
          </a:xfrm>
        </p:grpSpPr>
        <p:sp>
          <p:nvSpPr>
            <p:cNvPr id="29" name="Text Box 16"/>
            <p:cNvSpPr txBox="1">
              <a:spLocks noChangeArrowheads="1"/>
            </p:cNvSpPr>
            <p:nvPr/>
          </p:nvSpPr>
          <p:spPr bwMode="auto">
            <a:xfrm>
              <a:off x="336" y="1440"/>
              <a:ext cx="81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0"/>
                </a:spcBef>
                <a:spcAft>
                  <a:spcPct val="0"/>
                </a:spcAft>
                <a:defRPr sz="2400">
                  <a:solidFill>
                    <a:schemeClr val="tx1"/>
                  </a:solidFill>
                  <a:latin typeface="Arial" charset="0"/>
                  <a:ea typeface="楷体_GB2312" pitchFamily="49" charset="-122"/>
                </a:defRPr>
              </a:lvl9pPr>
            </a:lstStyle>
            <a:p>
              <a:pPr marL="0" marR="0" lvl="0" indent="0" algn="l" defTabSz="914400" eaLnBrk="1" fontAlgn="auto" latinLnBrk="0" hangingPunct="1">
                <a:lnSpc>
                  <a:spcPct val="100000"/>
                </a:lnSpc>
                <a:spcBef>
                  <a:spcPct val="50000"/>
                </a:spcBef>
                <a:spcAft>
                  <a:spcPts val="0"/>
                </a:spcAft>
                <a:buClrTx/>
                <a:buSzTx/>
                <a:buFontTx/>
                <a:buNone/>
                <a:tabLst/>
                <a:defRPr/>
              </a:pPr>
              <a:r>
                <a:rPr kumimoji="1" lang="zh-CN" altLang="en-US" sz="2800" b="1" i="0" u="none" strike="noStrike" kern="0" cap="none" spc="0" normalizeH="0" baseline="0" noProof="0">
                  <a:ln>
                    <a:noFill/>
                  </a:ln>
                  <a:solidFill>
                    <a:srgbClr val="0033CC"/>
                  </a:solidFill>
                  <a:effectLst/>
                  <a:uLnTx/>
                  <a:uFillTx/>
                  <a:latin typeface="Times New Roman" pitchFamily="18" charset="0"/>
                  <a:ea typeface="楷体_GB2312" pitchFamily="49" charset="-122"/>
                </a:rPr>
                <a:t>考察</a:t>
              </a:r>
            </a:p>
          </p:txBody>
        </p:sp>
        <p:graphicFrame>
          <p:nvGraphicFramePr>
            <p:cNvPr id="30" name="Object 17"/>
            <p:cNvGraphicFramePr>
              <a:graphicFrameLocks noChangeAspect="1"/>
            </p:cNvGraphicFramePr>
            <p:nvPr/>
          </p:nvGraphicFramePr>
          <p:xfrm>
            <a:off x="768" y="1392"/>
            <a:ext cx="672" cy="452"/>
          </p:xfrm>
          <a:graphic>
            <a:graphicData uri="http://schemas.openxmlformats.org/presentationml/2006/ole">
              <mc:AlternateContent xmlns:mc="http://schemas.openxmlformats.org/markup-compatibility/2006">
                <mc:Choice xmlns:v="urn:schemas-microsoft-com:vml" Requires="v">
                  <p:oleObj spid="_x0000_s909327" name="Equation" r:id="rId5" imgW="736600" imgH="431800" progId="Equation.3">
                    <p:embed/>
                  </p:oleObj>
                </mc:Choice>
                <mc:Fallback>
                  <p:oleObj name="Equation" r:id="rId5" imgW="736600" imgH="431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8" y="1392"/>
                          <a:ext cx="672" cy="4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1" name="Group 18"/>
          <p:cNvGrpSpPr>
            <a:grpSpLocks/>
          </p:cNvGrpSpPr>
          <p:nvPr/>
        </p:nvGrpSpPr>
        <p:grpSpPr bwMode="auto">
          <a:xfrm>
            <a:off x="457205" y="3741244"/>
            <a:ext cx="8925407" cy="1816102"/>
            <a:chOff x="864" y="2375"/>
            <a:chExt cx="4378" cy="1144"/>
          </a:xfrm>
        </p:grpSpPr>
        <p:sp>
          <p:nvSpPr>
            <p:cNvPr id="32" name="Text Box 19"/>
            <p:cNvSpPr txBox="1">
              <a:spLocks noChangeArrowheads="1"/>
            </p:cNvSpPr>
            <p:nvPr/>
          </p:nvSpPr>
          <p:spPr bwMode="auto">
            <a:xfrm>
              <a:off x="864" y="2375"/>
              <a:ext cx="4378" cy="1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0"/>
                </a:spcBef>
                <a:spcAft>
                  <a:spcPct val="0"/>
                </a:spcAft>
                <a:defRPr sz="2400">
                  <a:solidFill>
                    <a:schemeClr val="tx1"/>
                  </a:solidFill>
                  <a:latin typeface="Arial" charset="0"/>
                  <a:ea typeface="楷体_GB2312" pitchFamily="49" charset="-122"/>
                </a:defRPr>
              </a:lvl9pPr>
            </a:lstStyle>
            <a:p>
              <a:pPr marL="0" marR="0" lvl="0" indent="0" algn="l" defTabSz="914400" eaLnBrk="1" fontAlgn="auto" latinLnBrk="0" hangingPunct="1">
                <a:lnSpc>
                  <a:spcPct val="100000"/>
                </a:lnSpc>
                <a:spcBef>
                  <a:spcPct val="50000"/>
                </a:spcBef>
                <a:spcAft>
                  <a:spcPts val="0"/>
                </a:spcAft>
                <a:buClrTx/>
                <a:buSzTx/>
                <a:buFontTx/>
                <a:buNone/>
                <a:tabLst/>
                <a:defRPr/>
              </a:pPr>
              <a:r>
                <a:rPr kumimoji="1" lang="zh-CN" altLang="en-US" sz="2800" b="1" i="0" u="none" strike="noStrike" kern="0" cap="none" spc="0" normalizeH="0" baseline="0" noProof="0" dirty="0">
                  <a:ln>
                    <a:noFill/>
                  </a:ln>
                  <a:solidFill>
                    <a:srgbClr val="0033CC"/>
                  </a:solidFill>
                  <a:effectLst/>
                  <a:uLnTx/>
                  <a:uFillTx/>
                  <a:latin typeface="Times New Roman" pitchFamily="18" charset="0"/>
                  <a:ea typeface="楷体_GB2312" pitchFamily="49" charset="-122"/>
                </a:rPr>
                <a:t>由                                        </a:t>
              </a:r>
              <a:endParaRPr kumimoji="1" lang="en-US" altLang="zh-CN" sz="2800" b="1" i="0" u="none" strike="noStrike" kern="0" cap="none" spc="0" normalizeH="0" baseline="0" noProof="0" dirty="0">
                <a:ln>
                  <a:noFill/>
                </a:ln>
                <a:solidFill>
                  <a:srgbClr val="0033CC"/>
                </a:solidFill>
                <a:effectLst/>
                <a:uLnTx/>
                <a:uFillTx/>
                <a:latin typeface="Times New Roman" pitchFamily="18" charset="0"/>
                <a:ea typeface="楷体_GB2312" pitchFamily="49" charset="-122"/>
              </a:endParaRPr>
            </a:p>
            <a:p>
              <a:pPr marL="0" marR="0" lvl="0" indent="0" algn="l" defTabSz="914400" eaLnBrk="1" fontAlgn="auto" latinLnBrk="0" hangingPunct="1">
                <a:lnSpc>
                  <a:spcPct val="100000"/>
                </a:lnSpc>
                <a:spcBef>
                  <a:spcPct val="50000"/>
                </a:spcBef>
                <a:spcAft>
                  <a:spcPts val="0"/>
                </a:spcAft>
                <a:buClrTx/>
                <a:buSzTx/>
                <a:buFontTx/>
                <a:buNone/>
                <a:tabLst/>
                <a:defRPr/>
              </a:pPr>
              <a:endParaRPr kumimoji="1" lang="en-US" altLang="zh-CN" sz="2800" i="0" kern="0" dirty="0">
                <a:solidFill>
                  <a:srgbClr val="0033CC"/>
                </a:solidFill>
                <a:latin typeface="Times New Roman" pitchFamily="18" charset="0"/>
              </a:endParaRPr>
            </a:p>
            <a:p>
              <a:pPr marL="0" marR="0" lvl="0" indent="0" algn="l" defTabSz="914400" eaLnBrk="1" fontAlgn="auto" latinLnBrk="0" hangingPunct="1">
                <a:lnSpc>
                  <a:spcPct val="100000"/>
                </a:lnSpc>
                <a:spcBef>
                  <a:spcPct val="50000"/>
                </a:spcBef>
                <a:spcAft>
                  <a:spcPts val="0"/>
                </a:spcAft>
                <a:buClrTx/>
                <a:buSzTx/>
                <a:buFontTx/>
                <a:buNone/>
                <a:tabLst/>
                <a:defRPr/>
              </a:pPr>
              <a:r>
                <a:rPr kumimoji="1" lang="zh-CN" altLang="en-US" sz="2800" b="1" i="0" u="none" strike="noStrike" kern="0" cap="none" spc="0" normalizeH="0" baseline="0" noProof="0" dirty="0">
                  <a:ln>
                    <a:noFill/>
                  </a:ln>
                  <a:solidFill>
                    <a:srgbClr val="0033CC"/>
                  </a:solidFill>
                  <a:effectLst/>
                  <a:uLnTx/>
                  <a:uFillTx/>
                  <a:latin typeface="Times New Roman" pitchFamily="18" charset="0"/>
                  <a:ea typeface="楷体_GB2312" pitchFamily="49" charset="-122"/>
                </a:rPr>
                <a:t>来计算 </a:t>
              </a:r>
              <a:r>
                <a:rPr kumimoji="1" lang="en-US" altLang="zh-CN" sz="2800" b="1" i="1" u="none" strike="noStrike" kern="0" cap="none" spc="0" normalizeH="0" baseline="0" noProof="0" dirty="0">
                  <a:ln>
                    <a:noFill/>
                  </a:ln>
                  <a:solidFill>
                    <a:srgbClr val="0033CC"/>
                  </a:solidFill>
                  <a:effectLst/>
                  <a:uLnTx/>
                  <a:uFillTx/>
                  <a:latin typeface="Times New Roman" pitchFamily="18" charset="0"/>
                  <a:ea typeface="楷体_GB2312" pitchFamily="49" charset="-122"/>
                </a:rPr>
                <a:t>I</a:t>
              </a:r>
              <a:r>
                <a:rPr kumimoji="1" lang="en-US" altLang="zh-CN" sz="2800" b="1" i="0" u="none" strike="noStrike" kern="0" cap="none" spc="0" normalizeH="0" baseline="0" noProof="0" dirty="0">
                  <a:ln>
                    <a:noFill/>
                  </a:ln>
                  <a:solidFill>
                    <a:srgbClr val="0033CC"/>
                  </a:solidFill>
                  <a:effectLst/>
                  <a:uLnTx/>
                  <a:uFillTx/>
                  <a:latin typeface="Times New Roman" pitchFamily="18" charset="0"/>
                  <a:ea typeface="楷体_GB2312" pitchFamily="49" charset="-122"/>
                </a:rPr>
                <a:t> </a:t>
              </a:r>
              <a:r>
                <a:rPr kumimoji="1" lang="zh-CN" altLang="en-US" sz="2800" b="1" i="0" u="none" strike="noStrike" kern="0" cap="none" spc="0" normalizeH="0" baseline="0" noProof="0" dirty="0">
                  <a:ln>
                    <a:noFill/>
                  </a:ln>
                  <a:solidFill>
                    <a:srgbClr val="0033CC"/>
                  </a:solidFill>
                  <a:effectLst/>
                  <a:uLnTx/>
                  <a:uFillTx/>
                  <a:latin typeface="Times New Roman" pitchFamily="18" charset="0"/>
                  <a:ea typeface="楷体_GB2312" pitchFamily="49" charset="-122"/>
                </a:rPr>
                <a:t>效果是否好些？</a:t>
              </a:r>
            </a:p>
          </p:txBody>
        </p:sp>
        <p:graphicFrame>
          <p:nvGraphicFramePr>
            <p:cNvPr id="33" name="Object 20"/>
            <p:cNvGraphicFramePr>
              <a:graphicFrameLocks noChangeAspect="1"/>
            </p:cNvGraphicFramePr>
            <p:nvPr>
              <p:extLst/>
            </p:nvPr>
          </p:nvGraphicFramePr>
          <p:xfrm>
            <a:off x="1416" y="2383"/>
            <a:ext cx="2587" cy="690"/>
          </p:xfrm>
          <a:graphic>
            <a:graphicData uri="http://schemas.openxmlformats.org/presentationml/2006/ole">
              <mc:AlternateContent xmlns:mc="http://schemas.openxmlformats.org/markup-compatibility/2006">
                <mc:Choice xmlns:v="urn:schemas-microsoft-com:vml" Requires="v">
                  <p:oleObj spid="_x0000_s909328" name="Equation" r:id="rId7" imgW="1625600" imgH="393700" progId="Equation.DSMT4">
                    <p:embed/>
                  </p:oleObj>
                </mc:Choice>
                <mc:Fallback>
                  <p:oleObj name="Equation" r:id="rId7" imgW="1625600" imgH="3937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16" y="2383"/>
                          <a:ext cx="2587" cy="690"/>
                        </a:xfrm>
                        <a:prstGeom prst="rect">
                          <a:avLst/>
                        </a:prstGeom>
                        <a:noFill/>
                        <a:ln>
                          <a:noFill/>
                        </a:ln>
                        <a:effectLst/>
                        <a:extLst/>
                      </p:spPr>
                    </p:pic>
                  </p:oleObj>
                </mc:Fallback>
              </mc:AlternateContent>
            </a:graphicData>
          </a:graphic>
        </p:graphicFrame>
      </p:grpSp>
    </p:spTree>
    <p:extLst>
      <p:ext uri="{BB962C8B-B14F-4D97-AF65-F5344CB8AC3E}">
        <p14:creationId xmlns:p14="http://schemas.microsoft.com/office/powerpoint/2010/main" val="13516578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3"/>
          <p:cNvSpPr>
            <a:spLocks noGrp="1"/>
          </p:cNvSpPr>
          <p:nvPr>
            <p:ph type="sldNum" sz="quarter" idx="10"/>
          </p:nvPr>
        </p:nvSpPr>
        <p:spPr/>
        <p:txBody>
          <a:bodyPr/>
          <a:lstStyle/>
          <a:p>
            <a:fld id="{711E8526-35C5-42DE-BE50-D64FD2629236}" type="slidenum">
              <a:rPr lang="zh-CN" altLang="en-US"/>
              <a:pPr/>
              <a:t>48</a:t>
            </a:fld>
            <a:endParaRPr lang="en-US" altLang="zh-CN"/>
          </a:p>
        </p:txBody>
      </p:sp>
      <p:sp>
        <p:nvSpPr>
          <p:cNvPr id="17" name="日期占位符 4"/>
          <p:cNvSpPr>
            <a:spLocks noGrp="1"/>
          </p:cNvSpPr>
          <p:nvPr>
            <p:ph type="dt" sz="half" idx="4294967295"/>
          </p:nvPr>
        </p:nvSpPr>
        <p:spPr>
          <a:xfrm>
            <a:off x="14295" y="6350000"/>
            <a:ext cx="2297112" cy="577850"/>
          </a:xfrm>
        </p:spPr>
        <p:txBody>
          <a:bodyPr/>
          <a:lstStyle/>
          <a:p>
            <a:fld id="{23642033-B0EB-49D3-A52E-2E422ADA38DB}" type="datetime1">
              <a:rPr lang="zh-CN" altLang="en-US"/>
              <a:pPr/>
              <a:t>2024/11/11</a:t>
            </a:fld>
            <a:endParaRPr lang="en-US" altLang="zh-CN"/>
          </a:p>
        </p:txBody>
      </p:sp>
      <p:sp>
        <p:nvSpPr>
          <p:cNvPr id="846850" name="Rectangle 2"/>
          <p:cNvSpPr>
            <a:spLocks noGrp="1" noChangeArrowheads="1"/>
          </p:cNvSpPr>
          <p:nvPr>
            <p:ph type="title"/>
          </p:nvPr>
        </p:nvSpPr>
        <p:spPr>
          <a:xfrm>
            <a:off x="650878" y="255588"/>
            <a:ext cx="8820150" cy="658812"/>
          </a:xfrm>
        </p:spPr>
        <p:txBody>
          <a:bodyPr/>
          <a:lstStyle/>
          <a:p>
            <a:r>
              <a:rPr lang="zh-CN" altLang="en-US" dirty="0"/>
              <a:t>§1.4 </a:t>
            </a:r>
            <a:r>
              <a:rPr lang="zh-CN" altLang="en-US" sz="4800" dirty="0"/>
              <a:t>龙贝格法</a:t>
            </a:r>
          </a:p>
        </p:txBody>
      </p:sp>
      <p:graphicFrame>
        <p:nvGraphicFramePr>
          <p:cNvPr id="846851" name="Object 3"/>
          <p:cNvGraphicFramePr>
            <a:graphicFrameLocks noChangeAspect="1"/>
          </p:cNvGraphicFramePr>
          <p:nvPr/>
        </p:nvGraphicFramePr>
        <p:xfrm>
          <a:off x="762001" y="914422"/>
          <a:ext cx="3276600" cy="962025"/>
        </p:xfrm>
        <a:graphic>
          <a:graphicData uri="http://schemas.openxmlformats.org/presentationml/2006/ole">
            <mc:AlternateContent xmlns:mc="http://schemas.openxmlformats.org/markup-compatibility/2006">
              <mc:Choice xmlns:v="urn:schemas-microsoft-com:vml" Requires="v">
                <p:oleObj spid="_x0000_s910378" name="Equation" r:id="rId4" imgW="1511280" imgH="393480" progId="Equation.3">
                  <p:embed/>
                </p:oleObj>
              </mc:Choice>
              <mc:Fallback>
                <p:oleObj name="Equation" r:id="rId4" imgW="1511280" imgH="3934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1" y="914422"/>
                        <a:ext cx="3276600" cy="96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6852" name="Object 4"/>
          <p:cNvGraphicFramePr>
            <a:graphicFrameLocks noChangeAspect="1"/>
          </p:cNvGraphicFramePr>
          <p:nvPr/>
        </p:nvGraphicFramePr>
        <p:xfrm>
          <a:off x="685800" y="1600204"/>
          <a:ext cx="2801938" cy="962025"/>
        </p:xfrm>
        <a:graphic>
          <a:graphicData uri="http://schemas.openxmlformats.org/presentationml/2006/ole">
            <mc:AlternateContent xmlns:mc="http://schemas.openxmlformats.org/markup-compatibility/2006">
              <mc:Choice xmlns:v="urn:schemas-microsoft-com:vml" Requires="v">
                <p:oleObj spid="_x0000_s910379" name="Equation" r:id="rId6" imgW="1117440" imgH="393480" progId="Equation.3">
                  <p:embed/>
                </p:oleObj>
              </mc:Choice>
              <mc:Fallback>
                <p:oleObj name="Equation" r:id="rId6" imgW="1117440" imgH="393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1600204"/>
                        <a:ext cx="2801938" cy="96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6853" name="Object 5"/>
          <p:cNvGraphicFramePr>
            <a:graphicFrameLocks noChangeAspect="1"/>
          </p:cNvGraphicFramePr>
          <p:nvPr/>
        </p:nvGraphicFramePr>
        <p:xfrm>
          <a:off x="3429000" y="1600204"/>
          <a:ext cx="2070101" cy="962025"/>
        </p:xfrm>
        <a:graphic>
          <a:graphicData uri="http://schemas.openxmlformats.org/presentationml/2006/ole">
            <mc:AlternateContent xmlns:mc="http://schemas.openxmlformats.org/markup-compatibility/2006">
              <mc:Choice xmlns:v="urn:schemas-microsoft-com:vml" Requires="v">
                <p:oleObj spid="_x0000_s910380" name="Equation" r:id="rId8" imgW="825480" imgH="393480" progId="Equation.3">
                  <p:embed/>
                </p:oleObj>
              </mc:Choice>
              <mc:Fallback>
                <p:oleObj name="Equation" r:id="rId8" imgW="825480" imgH="3934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9000" y="1600204"/>
                        <a:ext cx="2070101" cy="96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6854" name="Object 6"/>
          <p:cNvGraphicFramePr>
            <a:graphicFrameLocks noChangeAspect="1"/>
          </p:cNvGraphicFramePr>
          <p:nvPr/>
        </p:nvGraphicFramePr>
        <p:xfrm>
          <a:off x="992188" y="2457450"/>
          <a:ext cx="4875212" cy="971550"/>
        </p:xfrm>
        <a:graphic>
          <a:graphicData uri="http://schemas.openxmlformats.org/presentationml/2006/ole">
            <mc:AlternateContent xmlns:mc="http://schemas.openxmlformats.org/markup-compatibility/2006">
              <mc:Choice xmlns:v="urn:schemas-microsoft-com:vml" Requires="v">
                <p:oleObj spid="_x0000_s910381" name="Equation" r:id="rId10" imgW="2463480" imgH="393480" progId="Equation.3">
                  <p:embed/>
                </p:oleObj>
              </mc:Choice>
              <mc:Fallback>
                <p:oleObj name="Equation" r:id="rId10" imgW="2463480" imgH="39348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2188" y="2457450"/>
                        <a:ext cx="4875212"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6855" name="Object 7"/>
          <p:cNvGraphicFramePr>
            <a:graphicFrameLocks noChangeAspect="1"/>
          </p:cNvGraphicFramePr>
          <p:nvPr/>
        </p:nvGraphicFramePr>
        <p:xfrm>
          <a:off x="381000" y="2457472"/>
          <a:ext cx="700088" cy="962025"/>
        </p:xfrm>
        <a:graphic>
          <a:graphicData uri="http://schemas.openxmlformats.org/presentationml/2006/ole">
            <mc:AlternateContent xmlns:mc="http://schemas.openxmlformats.org/markup-compatibility/2006">
              <mc:Choice xmlns:v="urn:schemas-microsoft-com:vml" Requires="v">
                <p:oleObj spid="_x0000_s910382" name="Equation" r:id="rId12" imgW="279360" imgH="393480" progId="Equation.3">
                  <p:embed/>
                </p:oleObj>
              </mc:Choice>
              <mc:Fallback>
                <p:oleObj name="Equation" r:id="rId12" imgW="279360" imgH="39348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1000" y="2457472"/>
                        <a:ext cx="700088" cy="96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6856" name="Object 8"/>
          <p:cNvGraphicFramePr>
            <a:graphicFrameLocks noChangeAspect="1"/>
          </p:cNvGraphicFramePr>
          <p:nvPr/>
        </p:nvGraphicFramePr>
        <p:xfrm>
          <a:off x="5867404" y="2409847"/>
          <a:ext cx="668338" cy="962025"/>
        </p:xfrm>
        <a:graphic>
          <a:graphicData uri="http://schemas.openxmlformats.org/presentationml/2006/ole">
            <mc:AlternateContent xmlns:mc="http://schemas.openxmlformats.org/markup-compatibility/2006">
              <mc:Choice xmlns:v="urn:schemas-microsoft-com:vml" Requires="v">
                <p:oleObj spid="_x0000_s910383" name="Equation" r:id="rId14" imgW="266400" imgH="393480" progId="Equation.3">
                  <p:embed/>
                </p:oleObj>
              </mc:Choice>
              <mc:Fallback>
                <p:oleObj name="Equation" r:id="rId14" imgW="266400" imgH="39348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867404" y="2409847"/>
                        <a:ext cx="668338" cy="96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6857" name="Object 9"/>
          <p:cNvGraphicFramePr>
            <a:graphicFrameLocks noChangeAspect="1"/>
          </p:cNvGraphicFramePr>
          <p:nvPr/>
        </p:nvGraphicFramePr>
        <p:xfrm>
          <a:off x="6553205" y="2400300"/>
          <a:ext cx="2514600" cy="971550"/>
        </p:xfrm>
        <a:graphic>
          <a:graphicData uri="http://schemas.openxmlformats.org/presentationml/2006/ole">
            <mc:AlternateContent xmlns:mc="http://schemas.openxmlformats.org/markup-compatibility/2006">
              <mc:Choice xmlns:v="urn:schemas-microsoft-com:vml" Requires="v">
                <p:oleObj spid="_x0000_s910384" name="Equation" r:id="rId16" imgW="1295280" imgH="393480" progId="Equation.3">
                  <p:embed/>
                </p:oleObj>
              </mc:Choice>
              <mc:Fallback>
                <p:oleObj name="Equation" r:id="rId16" imgW="1295280" imgH="39348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553205" y="2400300"/>
                        <a:ext cx="2514600"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6858" name="Object 10"/>
          <p:cNvGraphicFramePr>
            <a:graphicFrameLocks noChangeAspect="1"/>
          </p:cNvGraphicFramePr>
          <p:nvPr/>
        </p:nvGraphicFramePr>
        <p:xfrm>
          <a:off x="457200" y="3429000"/>
          <a:ext cx="8991600" cy="971550"/>
        </p:xfrm>
        <a:graphic>
          <a:graphicData uri="http://schemas.openxmlformats.org/presentationml/2006/ole">
            <mc:AlternateContent xmlns:mc="http://schemas.openxmlformats.org/markup-compatibility/2006">
              <mc:Choice xmlns:v="urn:schemas-microsoft-com:vml" Requires="v">
                <p:oleObj spid="_x0000_s910385" name="Equation" r:id="rId18" imgW="3898800" imgH="393480" progId="Equation.3">
                  <p:embed/>
                </p:oleObj>
              </mc:Choice>
              <mc:Fallback>
                <p:oleObj name="Equation" r:id="rId18" imgW="3898800" imgH="39348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7200" y="3429000"/>
                        <a:ext cx="8991600"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6859" name="Object 11"/>
          <p:cNvGraphicFramePr>
            <a:graphicFrameLocks noChangeAspect="1"/>
          </p:cNvGraphicFramePr>
          <p:nvPr/>
        </p:nvGraphicFramePr>
        <p:xfrm>
          <a:off x="457205" y="4286250"/>
          <a:ext cx="6121400" cy="971550"/>
        </p:xfrm>
        <a:graphic>
          <a:graphicData uri="http://schemas.openxmlformats.org/presentationml/2006/ole">
            <mc:AlternateContent xmlns:mc="http://schemas.openxmlformats.org/markup-compatibility/2006">
              <mc:Choice xmlns:v="urn:schemas-microsoft-com:vml" Requires="v">
                <p:oleObj spid="_x0000_s910386" name="Equation" r:id="rId20" imgW="2654280" imgH="393480" progId="Equation.3">
                  <p:embed/>
                </p:oleObj>
              </mc:Choice>
              <mc:Fallback>
                <p:oleObj name="Equation" r:id="rId20" imgW="2654280" imgH="39348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57205" y="4286250"/>
                        <a:ext cx="6121400"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6860" name="Object 12"/>
          <p:cNvGraphicFramePr>
            <a:graphicFrameLocks noChangeAspect="1"/>
          </p:cNvGraphicFramePr>
          <p:nvPr/>
        </p:nvGraphicFramePr>
        <p:xfrm>
          <a:off x="609599" y="5257800"/>
          <a:ext cx="8839201" cy="1022350"/>
        </p:xfrm>
        <a:graphic>
          <a:graphicData uri="http://schemas.openxmlformats.org/presentationml/2006/ole">
            <mc:AlternateContent xmlns:mc="http://schemas.openxmlformats.org/markup-compatibility/2006">
              <mc:Choice xmlns:v="urn:schemas-microsoft-com:vml" Requires="v">
                <p:oleObj spid="_x0000_s910387" name="Equation" r:id="rId22" imgW="3530520" imgH="419040" progId="Equation.3">
                  <p:embed/>
                </p:oleObj>
              </mc:Choice>
              <mc:Fallback>
                <p:oleObj name="Equation" r:id="rId22" imgW="3530520" imgH="419040"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09599" y="5257800"/>
                        <a:ext cx="8839201" cy="1022350"/>
                      </a:xfrm>
                      <a:prstGeom prst="rect">
                        <a:avLst/>
                      </a:prstGeom>
                      <a:noFill/>
                      <a:ln w="38100">
                        <a:solidFill>
                          <a:srgbClr val="FF3300"/>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46861" name="Group 13"/>
          <p:cNvGrpSpPr>
            <a:grpSpLocks/>
          </p:cNvGrpSpPr>
          <p:nvPr/>
        </p:nvGrpSpPr>
        <p:grpSpPr bwMode="auto">
          <a:xfrm>
            <a:off x="609599" y="685800"/>
            <a:ext cx="3886201" cy="1905000"/>
            <a:chOff x="384" y="432"/>
            <a:chExt cx="2448" cy="1200"/>
          </a:xfrm>
        </p:grpSpPr>
        <p:sp>
          <p:nvSpPr>
            <p:cNvPr id="846862" name="AutoShape 14"/>
            <p:cNvSpPr>
              <a:spLocks noChangeArrowheads="1"/>
            </p:cNvSpPr>
            <p:nvPr/>
          </p:nvSpPr>
          <p:spPr bwMode="auto">
            <a:xfrm>
              <a:off x="2112" y="432"/>
              <a:ext cx="720" cy="480"/>
            </a:xfrm>
            <a:prstGeom prst="wedgeRoundRectCallout">
              <a:avLst>
                <a:gd name="adj1" fmla="val -46667"/>
                <a:gd name="adj2" fmla="val 103958"/>
                <a:gd name="adj3" fmla="val 16667"/>
              </a:avLst>
            </a:prstGeom>
            <a:solidFill>
              <a:srgbClr val="FFFF99"/>
            </a:solidFill>
            <a:ln w="381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3200"/>
                <a:t>=S</a:t>
              </a:r>
              <a:r>
                <a:rPr lang="en-US" altLang="zh-CN" sz="3200" baseline="-25000"/>
                <a:t>1</a:t>
              </a:r>
            </a:p>
          </p:txBody>
        </p:sp>
        <p:sp>
          <p:nvSpPr>
            <p:cNvPr id="846863" name="Rectangle 15"/>
            <p:cNvSpPr>
              <a:spLocks noChangeArrowheads="1"/>
            </p:cNvSpPr>
            <p:nvPr/>
          </p:nvSpPr>
          <p:spPr bwMode="auto">
            <a:xfrm>
              <a:off x="384" y="1008"/>
              <a:ext cx="1776" cy="624"/>
            </a:xfrm>
            <a:prstGeom prst="rect">
              <a:avLst/>
            </a:prstGeom>
            <a:noFill/>
            <a:ln w="381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ustDataLst>
      <p:tags r:id="rId2"/>
    </p:custDataLst>
    <p:extLst>
      <p:ext uri="{BB962C8B-B14F-4D97-AF65-F5344CB8AC3E}">
        <p14:creationId xmlns:p14="http://schemas.microsoft.com/office/powerpoint/2010/main" val="26109783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46851"/>
                                        </p:tgtEl>
                                        <p:attrNameLst>
                                          <p:attrName>style.visibility</p:attrName>
                                        </p:attrNameLst>
                                      </p:cBhvr>
                                      <p:to>
                                        <p:strVal val="visible"/>
                                      </p:to>
                                    </p:set>
                                    <p:animEffect transition="in" filter="dissolve">
                                      <p:cBhvr>
                                        <p:cTn id="7" dur="500"/>
                                        <p:tgtEl>
                                          <p:spTgt spid="8468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46852"/>
                                        </p:tgtEl>
                                        <p:attrNameLst>
                                          <p:attrName>style.visibility</p:attrName>
                                        </p:attrNameLst>
                                      </p:cBhvr>
                                      <p:to>
                                        <p:strVal val="visible"/>
                                      </p:to>
                                    </p:set>
                                    <p:animEffect transition="in" filter="dissolve">
                                      <p:cBhvr>
                                        <p:cTn id="12" dur="500"/>
                                        <p:tgtEl>
                                          <p:spTgt spid="8468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46853"/>
                                        </p:tgtEl>
                                        <p:attrNameLst>
                                          <p:attrName>style.visibility</p:attrName>
                                        </p:attrNameLst>
                                      </p:cBhvr>
                                      <p:to>
                                        <p:strVal val="visible"/>
                                      </p:to>
                                    </p:set>
                                    <p:animEffect transition="in" filter="dissolve">
                                      <p:cBhvr>
                                        <p:cTn id="17" dur="500"/>
                                        <p:tgtEl>
                                          <p:spTgt spid="8468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46855"/>
                                        </p:tgtEl>
                                        <p:attrNameLst>
                                          <p:attrName>style.visibility</p:attrName>
                                        </p:attrNameLst>
                                      </p:cBhvr>
                                      <p:to>
                                        <p:strVal val="visible"/>
                                      </p:to>
                                    </p:set>
                                    <p:animEffect transition="in" filter="dissolve">
                                      <p:cBhvr>
                                        <p:cTn id="22" dur="500"/>
                                        <p:tgtEl>
                                          <p:spTgt spid="84685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846854"/>
                                        </p:tgtEl>
                                        <p:attrNameLst>
                                          <p:attrName>style.visibility</p:attrName>
                                        </p:attrNameLst>
                                      </p:cBhvr>
                                      <p:to>
                                        <p:strVal val="visible"/>
                                      </p:to>
                                    </p:set>
                                    <p:animEffect transition="in" filter="dissolve">
                                      <p:cBhvr>
                                        <p:cTn id="27" dur="500"/>
                                        <p:tgtEl>
                                          <p:spTgt spid="84685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846856"/>
                                        </p:tgtEl>
                                        <p:attrNameLst>
                                          <p:attrName>style.visibility</p:attrName>
                                        </p:attrNameLst>
                                      </p:cBhvr>
                                      <p:to>
                                        <p:strVal val="visible"/>
                                      </p:to>
                                    </p:set>
                                    <p:animEffect transition="in" filter="dissolve">
                                      <p:cBhvr>
                                        <p:cTn id="32" dur="500"/>
                                        <p:tgtEl>
                                          <p:spTgt spid="84685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846857"/>
                                        </p:tgtEl>
                                        <p:attrNameLst>
                                          <p:attrName>style.visibility</p:attrName>
                                        </p:attrNameLst>
                                      </p:cBhvr>
                                      <p:to>
                                        <p:strVal val="visible"/>
                                      </p:to>
                                    </p:set>
                                    <p:animEffect transition="in" filter="dissolve">
                                      <p:cBhvr>
                                        <p:cTn id="37" dur="500"/>
                                        <p:tgtEl>
                                          <p:spTgt spid="84685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846858"/>
                                        </p:tgtEl>
                                        <p:attrNameLst>
                                          <p:attrName>style.visibility</p:attrName>
                                        </p:attrNameLst>
                                      </p:cBhvr>
                                      <p:to>
                                        <p:strVal val="visible"/>
                                      </p:to>
                                    </p:set>
                                    <p:animEffect transition="in" filter="dissolve">
                                      <p:cBhvr>
                                        <p:cTn id="42" dur="500"/>
                                        <p:tgtEl>
                                          <p:spTgt spid="84685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846859"/>
                                        </p:tgtEl>
                                        <p:attrNameLst>
                                          <p:attrName>style.visibility</p:attrName>
                                        </p:attrNameLst>
                                      </p:cBhvr>
                                      <p:to>
                                        <p:strVal val="visible"/>
                                      </p:to>
                                    </p:set>
                                    <p:animEffect transition="in" filter="dissolve">
                                      <p:cBhvr>
                                        <p:cTn id="47" dur="500"/>
                                        <p:tgtEl>
                                          <p:spTgt spid="84685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846860"/>
                                        </p:tgtEl>
                                        <p:attrNameLst>
                                          <p:attrName>style.visibility</p:attrName>
                                        </p:attrNameLst>
                                      </p:cBhvr>
                                      <p:to>
                                        <p:strVal val="visible"/>
                                      </p:to>
                                    </p:set>
                                    <p:animEffect transition="in" filter="dissolve">
                                      <p:cBhvr>
                                        <p:cTn id="52" dur="500"/>
                                        <p:tgtEl>
                                          <p:spTgt spid="84686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846861"/>
                                        </p:tgtEl>
                                        <p:attrNameLst>
                                          <p:attrName>style.visibility</p:attrName>
                                        </p:attrNameLst>
                                      </p:cBhvr>
                                      <p:to>
                                        <p:strVal val="visible"/>
                                      </p:to>
                                    </p:set>
                                    <p:animEffect transition="in" filter="dissolve">
                                      <p:cBhvr>
                                        <p:cTn id="57" dur="500"/>
                                        <p:tgtEl>
                                          <p:spTgt spid="8468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3"/>
          <p:cNvSpPr>
            <a:spLocks noGrp="1"/>
          </p:cNvSpPr>
          <p:nvPr>
            <p:ph type="sldNum" sz="quarter" idx="10"/>
          </p:nvPr>
        </p:nvSpPr>
        <p:spPr/>
        <p:txBody>
          <a:bodyPr/>
          <a:lstStyle/>
          <a:p>
            <a:fld id="{73B74C2A-CC4D-4572-B994-D9DE2DC5C796}" type="slidenum">
              <a:rPr lang="zh-CN" altLang="en-US"/>
              <a:pPr/>
              <a:t>49</a:t>
            </a:fld>
            <a:endParaRPr lang="en-US" altLang="zh-CN"/>
          </a:p>
        </p:txBody>
      </p:sp>
      <p:sp>
        <p:nvSpPr>
          <p:cNvPr id="20" name="日期占位符 4"/>
          <p:cNvSpPr>
            <a:spLocks noGrp="1"/>
          </p:cNvSpPr>
          <p:nvPr>
            <p:ph type="dt" sz="half" idx="4294967295"/>
          </p:nvPr>
        </p:nvSpPr>
        <p:spPr>
          <a:xfrm>
            <a:off x="14295" y="6350000"/>
            <a:ext cx="2297112" cy="577850"/>
          </a:xfrm>
        </p:spPr>
        <p:txBody>
          <a:bodyPr/>
          <a:lstStyle/>
          <a:p>
            <a:fld id="{E8421AE6-0800-40F4-BFDF-441DCCE8657E}" type="datetime1">
              <a:rPr lang="zh-CN" altLang="en-US"/>
              <a:pPr/>
              <a:t>2024/11/11</a:t>
            </a:fld>
            <a:endParaRPr lang="en-US" altLang="zh-CN"/>
          </a:p>
        </p:txBody>
      </p:sp>
      <p:sp>
        <p:nvSpPr>
          <p:cNvPr id="847874" name="Rectangle 2"/>
          <p:cNvSpPr>
            <a:spLocks noGrp="1" noChangeArrowheads="1"/>
          </p:cNvSpPr>
          <p:nvPr>
            <p:ph type="title"/>
          </p:nvPr>
        </p:nvSpPr>
        <p:spPr>
          <a:xfrm>
            <a:off x="650878" y="255588"/>
            <a:ext cx="8820150" cy="658812"/>
          </a:xfrm>
        </p:spPr>
        <p:txBody>
          <a:bodyPr/>
          <a:lstStyle/>
          <a:p>
            <a:r>
              <a:rPr lang="zh-CN" altLang="en-US"/>
              <a:t>§1.4 </a:t>
            </a:r>
            <a:r>
              <a:rPr lang="zh-CN" altLang="en-US" sz="4800"/>
              <a:t>龙贝格法</a:t>
            </a:r>
          </a:p>
        </p:txBody>
      </p:sp>
      <p:graphicFrame>
        <p:nvGraphicFramePr>
          <p:cNvPr id="847875" name="Object 3"/>
          <p:cNvGraphicFramePr>
            <a:graphicFrameLocks noChangeAspect="1"/>
          </p:cNvGraphicFramePr>
          <p:nvPr/>
        </p:nvGraphicFramePr>
        <p:xfrm>
          <a:off x="609606" y="990622"/>
          <a:ext cx="3365500" cy="900113"/>
        </p:xfrm>
        <a:graphic>
          <a:graphicData uri="http://schemas.openxmlformats.org/presentationml/2006/ole">
            <mc:AlternateContent xmlns:mc="http://schemas.openxmlformats.org/markup-compatibility/2006">
              <mc:Choice xmlns:v="urn:schemas-microsoft-com:vml" Requires="v">
                <p:oleObj spid="_x0000_s911390" name="Equation" r:id="rId4" imgW="1434960" imgH="393480" progId="Equation.3">
                  <p:embed/>
                </p:oleObj>
              </mc:Choice>
              <mc:Fallback>
                <p:oleObj name="Equation" r:id="rId4" imgW="1434960" imgH="3934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6" y="990622"/>
                        <a:ext cx="3365500"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7876" name="Object 4"/>
          <p:cNvGraphicFramePr>
            <a:graphicFrameLocks noChangeAspect="1"/>
          </p:cNvGraphicFramePr>
          <p:nvPr/>
        </p:nvGraphicFramePr>
        <p:xfrm>
          <a:off x="609600" y="1676422"/>
          <a:ext cx="3395663" cy="900113"/>
        </p:xfrm>
        <a:graphic>
          <a:graphicData uri="http://schemas.openxmlformats.org/presentationml/2006/ole">
            <mc:AlternateContent xmlns:mc="http://schemas.openxmlformats.org/markup-compatibility/2006">
              <mc:Choice xmlns:v="urn:schemas-microsoft-com:vml" Requires="v">
                <p:oleObj spid="_x0000_s911391" name="Equation" r:id="rId6" imgW="1447560" imgH="393480" progId="Equation.3">
                  <p:embed/>
                </p:oleObj>
              </mc:Choice>
              <mc:Fallback>
                <p:oleObj name="Equation" r:id="rId6" imgW="1447560" imgH="393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 y="1676422"/>
                        <a:ext cx="3395663"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7877" name="Object 5"/>
          <p:cNvGraphicFramePr>
            <a:graphicFrameLocks noChangeAspect="1"/>
          </p:cNvGraphicFramePr>
          <p:nvPr/>
        </p:nvGraphicFramePr>
        <p:xfrm>
          <a:off x="4803787" y="1676422"/>
          <a:ext cx="3960813" cy="900113"/>
        </p:xfrm>
        <a:graphic>
          <a:graphicData uri="http://schemas.openxmlformats.org/presentationml/2006/ole">
            <mc:AlternateContent xmlns:mc="http://schemas.openxmlformats.org/markup-compatibility/2006">
              <mc:Choice xmlns:v="urn:schemas-microsoft-com:vml" Requires="v">
                <p:oleObj spid="_x0000_s911392" name="Equation" r:id="rId8" imgW="1688760" imgH="393480" progId="Equation.3">
                  <p:embed/>
                </p:oleObj>
              </mc:Choice>
              <mc:Fallback>
                <p:oleObj name="Equation" r:id="rId8" imgW="1688760" imgH="3934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3787" y="1676422"/>
                        <a:ext cx="3960813"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7878" name="Rectangle 6"/>
          <p:cNvSpPr>
            <a:spLocks noChangeArrowheads="1"/>
          </p:cNvSpPr>
          <p:nvPr/>
        </p:nvSpPr>
        <p:spPr bwMode="auto">
          <a:xfrm>
            <a:off x="685812" y="3276601"/>
            <a:ext cx="660789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i="0">
                <a:latin typeface="Times New Roman" pitchFamily="18" charset="0"/>
              </a:rPr>
              <a:t>复化梯形递推公式构成的序列</a:t>
            </a:r>
            <a:r>
              <a:rPr lang="en-US" altLang="zh-CN" sz="2800" i="0">
                <a:latin typeface="Times New Roman" pitchFamily="18" charset="0"/>
              </a:rPr>
              <a:t>T</a:t>
            </a:r>
            <a:r>
              <a:rPr lang="en-US" altLang="zh-CN" sz="3200" baseline="-25000"/>
              <a:t>1 </a:t>
            </a:r>
            <a:r>
              <a:rPr lang="en-US" altLang="zh-CN" sz="2800" i="0">
                <a:latin typeface="Times New Roman" pitchFamily="18" charset="0"/>
              </a:rPr>
              <a:t>T</a:t>
            </a:r>
            <a:r>
              <a:rPr lang="en-US" altLang="zh-CN" sz="3200" baseline="-25000"/>
              <a:t>2 </a:t>
            </a:r>
            <a:r>
              <a:rPr lang="en-US" altLang="zh-CN" sz="2800" i="0">
                <a:latin typeface="Times New Roman" pitchFamily="18" charset="0"/>
              </a:rPr>
              <a:t>T</a:t>
            </a:r>
            <a:r>
              <a:rPr lang="en-US" altLang="zh-CN" sz="3200" baseline="-25000"/>
              <a:t>4</a:t>
            </a:r>
            <a:r>
              <a:rPr lang="en-US" altLang="zh-CN" sz="3200" i="0"/>
              <a:t>…</a:t>
            </a:r>
            <a:endParaRPr lang="zh-CN" altLang="en-US" sz="3200" i="0"/>
          </a:p>
        </p:txBody>
      </p:sp>
      <p:sp>
        <p:nvSpPr>
          <p:cNvPr id="847879" name="AutoShape 7"/>
          <p:cNvSpPr>
            <a:spLocks noChangeArrowheads="1"/>
          </p:cNvSpPr>
          <p:nvPr/>
        </p:nvSpPr>
        <p:spPr bwMode="auto">
          <a:xfrm>
            <a:off x="609604" y="4067175"/>
            <a:ext cx="838200" cy="533400"/>
          </a:xfrm>
          <a:prstGeom prst="rightArrow">
            <a:avLst>
              <a:gd name="adj1" fmla="val 50000"/>
              <a:gd name="adj2" fmla="val 39286"/>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880" name="Rectangle 8"/>
          <p:cNvSpPr>
            <a:spLocks noChangeArrowheads="1"/>
          </p:cNvSpPr>
          <p:nvPr/>
        </p:nvSpPr>
        <p:spPr bwMode="auto">
          <a:xfrm>
            <a:off x="1524000" y="3990996"/>
            <a:ext cx="360707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i="0">
                <a:latin typeface="Times New Roman" pitchFamily="18" charset="0"/>
              </a:rPr>
              <a:t>辛卜生序列</a:t>
            </a:r>
            <a:r>
              <a:rPr lang="en-US" altLang="zh-CN" sz="2800" i="0">
                <a:latin typeface="Times New Roman" pitchFamily="18" charset="0"/>
              </a:rPr>
              <a:t>S</a:t>
            </a:r>
            <a:r>
              <a:rPr lang="en-US" altLang="zh-CN" sz="3200" baseline="-25000"/>
              <a:t>1 </a:t>
            </a:r>
            <a:r>
              <a:rPr lang="en-US" altLang="zh-CN" sz="2800" i="0">
                <a:latin typeface="Times New Roman" pitchFamily="18" charset="0"/>
              </a:rPr>
              <a:t>S</a:t>
            </a:r>
            <a:r>
              <a:rPr lang="en-US" altLang="zh-CN" sz="3200" baseline="-25000"/>
              <a:t>2 </a:t>
            </a:r>
            <a:r>
              <a:rPr lang="en-US" altLang="zh-CN" sz="2800" i="0">
                <a:latin typeface="Times New Roman" pitchFamily="18" charset="0"/>
              </a:rPr>
              <a:t>S</a:t>
            </a:r>
            <a:r>
              <a:rPr lang="en-US" altLang="zh-CN" sz="3200" baseline="-25000"/>
              <a:t>4</a:t>
            </a:r>
            <a:r>
              <a:rPr lang="en-US" altLang="zh-CN" sz="3200" i="0"/>
              <a:t>…</a:t>
            </a:r>
            <a:endParaRPr lang="zh-CN" altLang="en-US" sz="3200" i="0"/>
          </a:p>
        </p:txBody>
      </p:sp>
      <p:graphicFrame>
        <p:nvGraphicFramePr>
          <p:cNvPr id="847881" name="Object 9"/>
          <p:cNvGraphicFramePr>
            <a:graphicFrameLocks noChangeAspect="1"/>
          </p:cNvGraphicFramePr>
          <p:nvPr/>
        </p:nvGraphicFramePr>
        <p:xfrm>
          <a:off x="1370025" y="2438422"/>
          <a:ext cx="2613025" cy="900113"/>
        </p:xfrm>
        <a:graphic>
          <a:graphicData uri="http://schemas.openxmlformats.org/presentationml/2006/ole">
            <mc:AlternateContent xmlns:mc="http://schemas.openxmlformats.org/markup-compatibility/2006">
              <mc:Choice xmlns:v="urn:schemas-microsoft-com:vml" Requires="v">
                <p:oleObj spid="_x0000_s911393" name="Equation" r:id="rId10" imgW="1307880" imgH="419040" progId="Equation.3">
                  <p:embed/>
                </p:oleObj>
              </mc:Choice>
              <mc:Fallback>
                <p:oleObj name="Equation" r:id="rId10" imgW="1307880" imgH="4190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70025" y="2438422"/>
                        <a:ext cx="2613025"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7882" name="Rectangle 10"/>
          <p:cNvSpPr>
            <a:spLocks noChangeArrowheads="1"/>
          </p:cNvSpPr>
          <p:nvPr/>
        </p:nvSpPr>
        <p:spPr bwMode="auto">
          <a:xfrm>
            <a:off x="575843" y="2605088"/>
            <a:ext cx="87716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i="0">
                <a:latin typeface="Times New Roman" pitchFamily="18" charset="0"/>
              </a:rPr>
              <a:t>C</a:t>
            </a:r>
            <a:r>
              <a:rPr lang="en-US" altLang="zh-CN" sz="3200" baseline="-25000"/>
              <a:t>1 </a:t>
            </a:r>
            <a:r>
              <a:rPr lang="en-US" altLang="zh-CN" sz="2800" i="0">
                <a:latin typeface="Times New Roman" pitchFamily="18" charset="0"/>
              </a:rPr>
              <a:t>=</a:t>
            </a:r>
            <a:endParaRPr lang="zh-CN" altLang="en-US" sz="2800" i="0">
              <a:latin typeface="Times New Roman" pitchFamily="18" charset="0"/>
            </a:endParaRPr>
          </a:p>
        </p:txBody>
      </p:sp>
      <p:graphicFrame>
        <p:nvGraphicFramePr>
          <p:cNvPr id="847883" name="Object 11"/>
          <p:cNvGraphicFramePr>
            <a:graphicFrameLocks noChangeAspect="1"/>
          </p:cNvGraphicFramePr>
          <p:nvPr/>
        </p:nvGraphicFramePr>
        <p:xfrm>
          <a:off x="4724407" y="2438422"/>
          <a:ext cx="4170363" cy="900113"/>
        </p:xfrm>
        <a:graphic>
          <a:graphicData uri="http://schemas.openxmlformats.org/presentationml/2006/ole">
            <mc:AlternateContent xmlns:mc="http://schemas.openxmlformats.org/markup-compatibility/2006">
              <mc:Choice xmlns:v="urn:schemas-microsoft-com:vml" Requires="v">
                <p:oleObj spid="_x0000_s911394" name="Equation" r:id="rId12" imgW="1892160" imgH="419040" progId="Equation.3">
                  <p:embed/>
                </p:oleObj>
              </mc:Choice>
              <mc:Fallback>
                <p:oleObj name="Equation" r:id="rId12" imgW="1892160" imgH="41904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24407" y="2438422"/>
                        <a:ext cx="4170363"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7884" name="AutoShape 12"/>
          <p:cNvSpPr>
            <a:spLocks noChangeArrowheads="1"/>
          </p:cNvSpPr>
          <p:nvPr/>
        </p:nvSpPr>
        <p:spPr bwMode="auto">
          <a:xfrm>
            <a:off x="5029201" y="4067175"/>
            <a:ext cx="838200" cy="533400"/>
          </a:xfrm>
          <a:prstGeom prst="rightArrow">
            <a:avLst>
              <a:gd name="adj1" fmla="val 50000"/>
              <a:gd name="adj2" fmla="val 39286"/>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885" name="Rectangle 13"/>
          <p:cNvSpPr>
            <a:spLocks noChangeArrowheads="1"/>
          </p:cNvSpPr>
          <p:nvPr/>
        </p:nvSpPr>
        <p:spPr bwMode="auto">
          <a:xfrm>
            <a:off x="5943611" y="3990996"/>
            <a:ext cx="378501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i="0">
                <a:latin typeface="Times New Roman" pitchFamily="18" charset="0"/>
              </a:rPr>
              <a:t>柯特斯序列</a:t>
            </a:r>
            <a:r>
              <a:rPr lang="en-US" altLang="zh-CN" sz="2800" i="0">
                <a:latin typeface="Times New Roman" pitchFamily="18" charset="0"/>
              </a:rPr>
              <a:t>C</a:t>
            </a:r>
            <a:r>
              <a:rPr lang="en-US" altLang="zh-CN" sz="3200" baseline="-25000"/>
              <a:t>1 </a:t>
            </a:r>
            <a:r>
              <a:rPr lang="en-US" altLang="zh-CN" sz="2800" i="0">
                <a:latin typeface="Times New Roman" pitchFamily="18" charset="0"/>
              </a:rPr>
              <a:t>C</a:t>
            </a:r>
            <a:r>
              <a:rPr lang="en-US" altLang="zh-CN" sz="3200" baseline="-25000"/>
              <a:t>2 </a:t>
            </a:r>
            <a:r>
              <a:rPr lang="en-US" altLang="zh-CN" sz="2800" i="0">
                <a:latin typeface="Times New Roman" pitchFamily="18" charset="0"/>
              </a:rPr>
              <a:t>C</a:t>
            </a:r>
            <a:r>
              <a:rPr lang="en-US" altLang="zh-CN" sz="3200" baseline="-25000"/>
              <a:t>4</a:t>
            </a:r>
            <a:r>
              <a:rPr lang="en-US" altLang="zh-CN" sz="3200" i="0"/>
              <a:t>…</a:t>
            </a:r>
            <a:endParaRPr lang="zh-CN" altLang="en-US" sz="3200" i="0"/>
          </a:p>
        </p:txBody>
      </p:sp>
      <p:graphicFrame>
        <p:nvGraphicFramePr>
          <p:cNvPr id="847886" name="Object 14"/>
          <p:cNvGraphicFramePr>
            <a:graphicFrameLocks noChangeAspect="1"/>
          </p:cNvGraphicFramePr>
          <p:nvPr/>
        </p:nvGraphicFramePr>
        <p:xfrm>
          <a:off x="609600" y="5257800"/>
          <a:ext cx="4038600" cy="990600"/>
        </p:xfrm>
        <a:graphic>
          <a:graphicData uri="http://schemas.openxmlformats.org/presentationml/2006/ole">
            <mc:AlternateContent xmlns:mc="http://schemas.openxmlformats.org/markup-compatibility/2006">
              <mc:Choice xmlns:v="urn:schemas-microsoft-com:vml" Requires="v">
                <p:oleObj spid="_x0000_s911395" name="Equation" r:id="rId14" imgW="1904760" imgH="419040" progId="Equation.3">
                  <p:embed/>
                </p:oleObj>
              </mc:Choice>
              <mc:Fallback>
                <p:oleObj name="Equation" r:id="rId14" imgW="1904760" imgH="41904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9600" y="5257800"/>
                        <a:ext cx="4038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7887" name="AutoShape 15"/>
          <p:cNvSpPr>
            <a:spLocks noChangeArrowheads="1"/>
          </p:cNvSpPr>
          <p:nvPr/>
        </p:nvSpPr>
        <p:spPr bwMode="auto">
          <a:xfrm>
            <a:off x="609604" y="4676775"/>
            <a:ext cx="838200" cy="533400"/>
          </a:xfrm>
          <a:prstGeom prst="rightArrow">
            <a:avLst>
              <a:gd name="adj1" fmla="val 50000"/>
              <a:gd name="adj2" fmla="val 39286"/>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888" name="Rectangle 16"/>
          <p:cNvSpPr>
            <a:spLocks noChangeArrowheads="1"/>
          </p:cNvSpPr>
          <p:nvPr/>
        </p:nvSpPr>
        <p:spPr bwMode="auto">
          <a:xfrm>
            <a:off x="1524005" y="4600596"/>
            <a:ext cx="378501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i="0" u="sng">
                <a:solidFill>
                  <a:srgbClr val="FF3300"/>
                </a:solidFill>
                <a:latin typeface="Times New Roman" pitchFamily="18" charset="0"/>
              </a:rPr>
              <a:t>龙贝格序列</a:t>
            </a:r>
            <a:r>
              <a:rPr lang="en-US" altLang="zh-CN" sz="2800" i="0">
                <a:latin typeface="Times New Roman" pitchFamily="18" charset="0"/>
              </a:rPr>
              <a:t>R</a:t>
            </a:r>
            <a:r>
              <a:rPr lang="en-US" altLang="zh-CN" sz="3200" baseline="-25000"/>
              <a:t>1 </a:t>
            </a:r>
            <a:r>
              <a:rPr lang="en-US" altLang="zh-CN" sz="2800" i="0">
                <a:latin typeface="Times New Roman" pitchFamily="18" charset="0"/>
              </a:rPr>
              <a:t>R</a:t>
            </a:r>
            <a:r>
              <a:rPr lang="en-US" altLang="zh-CN" sz="3200" baseline="-25000"/>
              <a:t>2 </a:t>
            </a:r>
            <a:r>
              <a:rPr lang="en-US" altLang="zh-CN" sz="2800" i="0">
                <a:latin typeface="Times New Roman" pitchFamily="18" charset="0"/>
              </a:rPr>
              <a:t>R</a:t>
            </a:r>
            <a:r>
              <a:rPr lang="en-US" altLang="zh-CN" sz="3200" baseline="-25000"/>
              <a:t>4</a:t>
            </a:r>
            <a:r>
              <a:rPr lang="en-US" altLang="zh-CN" sz="3200" i="0"/>
              <a:t>…</a:t>
            </a:r>
            <a:endParaRPr lang="zh-CN" altLang="en-US" sz="3200" i="0"/>
          </a:p>
        </p:txBody>
      </p:sp>
      <p:graphicFrame>
        <p:nvGraphicFramePr>
          <p:cNvPr id="847889" name="Object 17"/>
          <p:cNvGraphicFramePr>
            <a:graphicFrameLocks noChangeAspect="1"/>
          </p:cNvGraphicFramePr>
          <p:nvPr/>
        </p:nvGraphicFramePr>
        <p:xfrm>
          <a:off x="5029200" y="5257800"/>
          <a:ext cx="4419600" cy="990600"/>
        </p:xfrm>
        <a:graphic>
          <a:graphicData uri="http://schemas.openxmlformats.org/presentationml/2006/ole">
            <mc:AlternateContent xmlns:mc="http://schemas.openxmlformats.org/markup-compatibility/2006">
              <mc:Choice xmlns:v="urn:schemas-microsoft-com:vml" Requires="v">
                <p:oleObj spid="_x0000_s911396" name="Equation" r:id="rId16" imgW="1803240" imgH="419040" progId="Equation.3">
                  <p:embed/>
                </p:oleObj>
              </mc:Choice>
              <mc:Fallback>
                <p:oleObj name="Equation" r:id="rId16" imgW="1803240" imgH="41904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29200" y="5257800"/>
                        <a:ext cx="44196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7890" name="Rectangle 18"/>
          <p:cNvSpPr>
            <a:spLocks noChangeArrowheads="1"/>
          </p:cNvSpPr>
          <p:nvPr/>
        </p:nvSpPr>
        <p:spPr bwMode="auto">
          <a:xfrm>
            <a:off x="5374079" y="4724401"/>
            <a:ext cx="23487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i="0" u="sng">
                <a:solidFill>
                  <a:srgbClr val="FF3300"/>
                </a:solidFill>
                <a:latin typeface="Times New Roman" pitchFamily="18" charset="0"/>
              </a:rPr>
              <a:t>龙贝格求积法</a:t>
            </a:r>
          </a:p>
        </p:txBody>
      </p:sp>
    </p:spTree>
    <p:custDataLst>
      <p:tags r:id="rId2"/>
    </p:custDataLst>
    <p:extLst>
      <p:ext uri="{BB962C8B-B14F-4D97-AF65-F5344CB8AC3E}">
        <p14:creationId xmlns:p14="http://schemas.microsoft.com/office/powerpoint/2010/main" val="21526583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47875"/>
                                        </p:tgtEl>
                                        <p:attrNameLst>
                                          <p:attrName>style.visibility</p:attrName>
                                        </p:attrNameLst>
                                      </p:cBhvr>
                                      <p:to>
                                        <p:strVal val="visible"/>
                                      </p:to>
                                    </p:set>
                                    <p:animEffect transition="in" filter="dissolve">
                                      <p:cBhvr>
                                        <p:cTn id="7" dur="500"/>
                                        <p:tgtEl>
                                          <p:spTgt spid="8478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47876"/>
                                        </p:tgtEl>
                                        <p:attrNameLst>
                                          <p:attrName>style.visibility</p:attrName>
                                        </p:attrNameLst>
                                      </p:cBhvr>
                                      <p:to>
                                        <p:strVal val="visible"/>
                                      </p:to>
                                    </p:set>
                                    <p:animEffect transition="in" filter="dissolve">
                                      <p:cBhvr>
                                        <p:cTn id="12" dur="500"/>
                                        <p:tgtEl>
                                          <p:spTgt spid="8478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47877"/>
                                        </p:tgtEl>
                                        <p:attrNameLst>
                                          <p:attrName>style.visibility</p:attrName>
                                        </p:attrNameLst>
                                      </p:cBhvr>
                                      <p:to>
                                        <p:strVal val="visible"/>
                                      </p:to>
                                    </p:set>
                                    <p:animEffect transition="in" filter="dissolve">
                                      <p:cBhvr>
                                        <p:cTn id="17" dur="500"/>
                                        <p:tgtEl>
                                          <p:spTgt spid="8478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47878"/>
                                        </p:tgtEl>
                                        <p:attrNameLst>
                                          <p:attrName>style.visibility</p:attrName>
                                        </p:attrNameLst>
                                      </p:cBhvr>
                                      <p:to>
                                        <p:strVal val="visible"/>
                                      </p:to>
                                    </p:set>
                                    <p:animEffect transition="in" filter="dissolve">
                                      <p:cBhvr>
                                        <p:cTn id="22" dur="500"/>
                                        <p:tgtEl>
                                          <p:spTgt spid="84787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47879"/>
                                        </p:tgtEl>
                                        <p:attrNameLst>
                                          <p:attrName>style.visibility</p:attrName>
                                        </p:attrNameLst>
                                      </p:cBhvr>
                                      <p:to>
                                        <p:strVal val="visible"/>
                                      </p:to>
                                    </p:set>
                                    <p:animEffect transition="in" filter="dissolve">
                                      <p:cBhvr>
                                        <p:cTn id="27" dur="500"/>
                                        <p:tgtEl>
                                          <p:spTgt spid="84787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47880"/>
                                        </p:tgtEl>
                                        <p:attrNameLst>
                                          <p:attrName>style.visibility</p:attrName>
                                        </p:attrNameLst>
                                      </p:cBhvr>
                                      <p:to>
                                        <p:strVal val="visible"/>
                                      </p:to>
                                    </p:set>
                                    <p:animEffect transition="in" filter="dissolve">
                                      <p:cBhvr>
                                        <p:cTn id="32" dur="500"/>
                                        <p:tgtEl>
                                          <p:spTgt spid="84788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847882"/>
                                        </p:tgtEl>
                                        <p:attrNameLst>
                                          <p:attrName>style.visibility</p:attrName>
                                        </p:attrNameLst>
                                      </p:cBhvr>
                                      <p:to>
                                        <p:strVal val="visible"/>
                                      </p:to>
                                    </p:set>
                                    <p:animEffect transition="in" filter="dissolve">
                                      <p:cBhvr>
                                        <p:cTn id="37" dur="500"/>
                                        <p:tgtEl>
                                          <p:spTgt spid="847882"/>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847881"/>
                                        </p:tgtEl>
                                        <p:attrNameLst>
                                          <p:attrName>style.visibility</p:attrName>
                                        </p:attrNameLst>
                                      </p:cBhvr>
                                      <p:to>
                                        <p:strVal val="visible"/>
                                      </p:to>
                                    </p:set>
                                    <p:animEffect transition="in" filter="dissolve">
                                      <p:cBhvr>
                                        <p:cTn id="42" dur="500"/>
                                        <p:tgtEl>
                                          <p:spTgt spid="84788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847883"/>
                                        </p:tgtEl>
                                        <p:attrNameLst>
                                          <p:attrName>style.visibility</p:attrName>
                                        </p:attrNameLst>
                                      </p:cBhvr>
                                      <p:to>
                                        <p:strVal val="visible"/>
                                      </p:to>
                                    </p:set>
                                    <p:animEffect transition="in" filter="dissolve">
                                      <p:cBhvr>
                                        <p:cTn id="47" dur="500"/>
                                        <p:tgtEl>
                                          <p:spTgt spid="84788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847884"/>
                                        </p:tgtEl>
                                        <p:attrNameLst>
                                          <p:attrName>style.visibility</p:attrName>
                                        </p:attrNameLst>
                                      </p:cBhvr>
                                      <p:to>
                                        <p:strVal val="visible"/>
                                      </p:to>
                                    </p:set>
                                    <p:animEffect transition="in" filter="dissolve">
                                      <p:cBhvr>
                                        <p:cTn id="52" dur="500"/>
                                        <p:tgtEl>
                                          <p:spTgt spid="84788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847885"/>
                                        </p:tgtEl>
                                        <p:attrNameLst>
                                          <p:attrName>style.visibility</p:attrName>
                                        </p:attrNameLst>
                                      </p:cBhvr>
                                      <p:to>
                                        <p:strVal val="visible"/>
                                      </p:to>
                                    </p:set>
                                    <p:animEffect transition="in" filter="dissolve">
                                      <p:cBhvr>
                                        <p:cTn id="57" dur="500"/>
                                        <p:tgtEl>
                                          <p:spTgt spid="84788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nodeType="clickEffect">
                                  <p:stCondLst>
                                    <p:cond delay="0"/>
                                  </p:stCondLst>
                                  <p:childTnLst>
                                    <p:set>
                                      <p:cBhvr>
                                        <p:cTn id="61" dur="1" fill="hold">
                                          <p:stCondLst>
                                            <p:cond delay="0"/>
                                          </p:stCondLst>
                                        </p:cTn>
                                        <p:tgtEl>
                                          <p:spTgt spid="847886"/>
                                        </p:tgtEl>
                                        <p:attrNameLst>
                                          <p:attrName>style.visibility</p:attrName>
                                        </p:attrNameLst>
                                      </p:cBhvr>
                                      <p:to>
                                        <p:strVal val="visible"/>
                                      </p:to>
                                    </p:set>
                                    <p:animEffect transition="in" filter="dissolve">
                                      <p:cBhvr>
                                        <p:cTn id="62" dur="500"/>
                                        <p:tgtEl>
                                          <p:spTgt spid="84788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847887"/>
                                        </p:tgtEl>
                                        <p:attrNameLst>
                                          <p:attrName>style.visibility</p:attrName>
                                        </p:attrNameLst>
                                      </p:cBhvr>
                                      <p:to>
                                        <p:strVal val="visible"/>
                                      </p:to>
                                    </p:set>
                                    <p:animEffect transition="in" filter="dissolve">
                                      <p:cBhvr>
                                        <p:cTn id="67" dur="500"/>
                                        <p:tgtEl>
                                          <p:spTgt spid="84788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847888"/>
                                        </p:tgtEl>
                                        <p:attrNameLst>
                                          <p:attrName>style.visibility</p:attrName>
                                        </p:attrNameLst>
                                      </p:cBhvr>
                                      <p:to>
                                        <p:strVal val="visible"/>
                                      </p:to>
                                    </p:set>
                                    <p:animEffect transition="in" filter="dissolve">
                                      <p:cBhvr>
                                        <p:cTn id="72" dur="500"/>
                                        <p:tgtEl>
                                          <p:spTgt spid="847888"/>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nodeType="clickEffect">
                                  <p:stCondLst>
                                    <p:cond delay="0"/>
                                  </p:stCondLst>
                                  <p:childTnLst>
                                    <p:set>
                                      <p:cBhvr>
                                        <p:cTn id="76" dur="1" fill="hold">
                                          <p:stCondLst>
                                            <p:cond delay="0"/>
                                          </p:stCondLst>
                                        </p:cTn>
                                        <p:tgtEl>
                                          <p:spTgt spid="847889"/>
                                        </p:tgtEl>
                                        <p:attrNameLst>
                                          <p:attrName>style.visibility</p:attrName>
                                        </p:attrNameLst>
                                      </p:cBhvr>
                                      <p:to>
                                        <p:strVal val="visible"/>
                                      </p:to>
                                    </p:set>
                                    <p:animEffect transition="in" filter="dissolve">
                                      <p:cBhvr>
                                        <p:cTn id="77" dur="500"/>
                                        <p:tgtEl>
                                          <p:spTgt spid="84788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847890"/>
                                        </p:tgtEl>
                                        <p:attrNameLst>
                                          <p:attrName>style.visibility</p:attrName>
                                        </p:attrNameLst>
                                      </p:cBhvr>
                                      <p:to>
                                        <p:strVal val="visible"/>
                                      </p:to>
                                    </p:set>
                                    <p:animEffect transition="in" filter="dissolve">
                                      <p:cBhvr>
                                        <p:cTn id="82" dur="500"/>
                                        <p:tgtEl>
                                          <p:spTgt spid="8478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7878" grpId="0" autoUpdateAnimBg="0"/>
      <p:bldP spid="847879" grpId="0" animBg="1"/>
      <p:bldP spid="847880" grpId="0" autoUpdateAnimBg="0"/>
      <p:bldP spid="847882" grpId="0" autoUpdateAnimBg="0"/>
      <p:bldP spid="847884" grpId="0" animBg="1"/>
      <p:bldP spid="847885" grpId="0" autoUpdateAnimBg="0"/>
      <p:bldP spid="847887" grpId="0" animBg="1"/>
      <p:bldP spid="847888" grpId="0" autoUpdateAnimBg="0"/>
      <p:bldP spid="847890" grpId="0" autoUpdateAnimBg="0"/>
    </p:bldLst>
  </p:timing>
  <p:extLst mod="1"/>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灯片编号占位符 3"/>
          <p:cNvSpPr>
            <a:spLocks noGrp="1"/>
          </p:cNvSpPr>
          <p:nvPr>
            <p:ph type="sldNum" sz="quarter" idx="10"/>
          </p:nvPr>
        </p:nvSpPr>
        <p:spPr/>
        <p:txBody>
          <a:bodyPr/>
          <a:lstStyle/>
          <a:p>
            <a:fld id="{3893E689-78AD-4502-97C5-DBC8DAA677C5}" type="slidenum">
              <a:rPr lang="zh-CN" altLang="en-US"/>
              <a:pPr/>
              <a:t>50</a:t>
            </a:fld>
            <a:endParaRPr lang="en-US" altLang="zh-CN"/>
          </a:p>
        </p:txBody>
      </p:sp>
      <p:sp>
        <p:nvSpPr>
          <p:cNvPr id="63" name="日期占位符 4"/>
          <p:cNvSpPr>
            <a:spLocks noGrp="1"/>
          </p:cNvSpPr>
          <p:nvPr>
            <p:ph type="dt" sz="half" idx="4294967295"/>
          </p:nvPr>
        </p:nvSpPr>
        <p:spPr>
          <a:xfrm>
            <a:off x="14295" y="6350000"/>
            <a:ext cx="2297112" cy="577850"/>
          </a:xfrm>
        </p:spPr>
        <p:txBody>
          <a:bodyPr/>
          <a:lstStyle/>
          <a:p>
            <a:fld id="{B9C47205-5241-475B-BEE3-F940E69C4E42}" type="datetime1">
              <a:rPr lang="zh-CN" altLang="en-US"/>
              <a:pPr/>
              <a:t>2024/11/11</a:t>
            </a:fld>
            <a:endParaRPr lang="en-US" altLang="zh-CN"/>
          </a:p>
        </p:txBody>
      </p:sp>
      <p:sp>
        <p:nvSpPr>
          <p:cNvPr id="848898" name="Rectangle 2"/>
          <p:cNvSpPr>
            <a:spLocks noGrp="1" noChangeArrowheads="1"/>
          </p:cNvSpPr>
          <p:nvPr>
            <p:ph type="title"/>
          </p:nvPr>
        </p:nvSpPr>
        <p:spPr>
          <a:xfrm>
            <a:off x="650878" y="255588"/>
            <a:ext cx="8820150" cy="658812"/>
          </a:xfrm>
        </p:spPr>
        <p:txBody>
          <a:bodyPr/>
          <a:lstStyle/>
          <a:p>
            <a:r>
              <a:rPr lang="zh-CN" altLang="en-US"/>
              <a:t>§ 1.4 </a:t>
            </a:r>
            <a:r>
              <a:rPr lang="zh-CN" altLang="en-US" sz="4800"/>
              <a:t>龙贝格法</a:t>
            </a:r>
          </a:p>
        </p:txBody>
      </p:sp>
      <p:graphicFrame>
        <p:nvGraphicFramePr>
          <p:cNvPr id="848899" name="Group 3"/>
          <p:cNvGraphicFramePr>
            <a:graphicFrameLocks noGrp="1"/>
          </p:cNvGraphicFramePr>
          <p:nvPr/>
        </p:nvGraphicFramePr>
        <p:xfrm>
          <a:off x="1549400" y="1150942"/>
          <a:ext cx="6604000" cy="5081590"/>
        </p:xfrm>
        <a:graphic>
          <a:graphicData uri="http://schemas.openxmlformats.org/drawingml/2006/table">
            <a:tbl>
              <a:tblPr/>
              <a:tblGrid>
                <a:gridCol w="1651000">
                  <a:extLst>
                    <a:ext uri="{9D8B030D-6E8A-4147-A177-3AD203B41FA5}">
                      <a16:colId xmlns="" xmlns:a16="http://schemas.microsoft.com/office/drawing/2014/main" val="20000"/>
                    </a:ext>
                  </a:extLst>
                </a:gridCol>
                <a:gridCol w="1651000">
                  <a:extLst>
                    <a:ext uri="{9D8B030D-6E8A-4147-A177-3AD203B41FA5}">
                      <a16:colId xmlns="" xmlns:a16="http://schemas.microsoft.com/office/drawing/2014/main" val="20001"/>
                    </a:ext>
                  </a:extLst>
                </a:gridCol>
                <a:gridCol w="1651000">
                  <a:extLst>
                    <a:ext uri="{9D8B030D-6E8A-4147-A177-3AD203B41FA5}">
                      <a16:colId xmlns="" xmlns:a16="http://schemas.microsoft.com/office/drawing/2014/main" val="20002"/>
                    </a:ext>
                  </a:extLst>
                </a:gridCol>
                <a:gridCol w="1651000">
                  <a:extLst>
                    <a:ext uri="{9D8B030D-6E8A-4147-A177-3AD203B41FA5}">
                      <a16:colId xmlns="" xmlns:a16="http://schemas.microsoft.com/office/drawing/2014/main" val="20003"/>
                    </a:ext>
                  </a:extLst>
                </a:gridCol>
              </a:tblGrid>
              <a:tr h="728663">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711200">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T</a:t>
                      </a:r>
                      <a:r>
                        <a:rPr kumimoji="0" lang="en-US" altLang="zh-CN" sz="3200" b="1" i="1" u="none" strike="noStrike" cap="none" normalizeH="0" baseline="-25000">
                          <a:ln>
                            <a:noFill/>
                          </a:ln>
                          <a:solidFill>
                            <a:schemeClr val="tx1"/>
                          </a:solidFill>
                          <a:effectLst/>
                          <a:latin typeface="Arial" charset="0"/>
                          <a:ea typeface="黑体" pitchFamily="2" charset="-122"/>
                        </a:rPr>
                        <a:t>1</a:t>
                      </a:r>
                      <a:endParaRPr kumimoji="0" lang="zh-CN" altLang="en-US" sz="3200" b="1" i="1" u="none" strike="noStrike" cap="none" normalizeH="0" baseline="-25000">
                        <a:ln>
                          <a:noFill/>
                        </a:ln>
                        <a:solidFill>
                          <a:schemeClr val="tx1"/>
                        </a:solidFill>
                        <a:effectLst/>
                        <a:latin typeface="Arial"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728663">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T</a:t>
                      </a:r>
                      <a:r>
                        <a:rPr kumimoji="0" lang="en-US" altLang="zh-CN" sz="3200" b="1" i="1" u="none" strike="noStrike" cap="none" normalizeH="0" baseline="-25000">
                          <a:ln>
                            <a:noFill/>
                          </a:ln>
                          <a:solidFill>
                            <a:schemeClr val="tx1"/>
                          </a:solidFill>
                          <a:effectLst/>
                          <a:latin typeface="Arial" charset="0"/>
                          <a:ea typeface="黑体" pitchFamily="2" charset="-122"/>
                        </a:rPr>
                        <a:t>2</a:t>
                      </a:r>
                      <a:endParaRPr kumimoji="0" lang="zh-CN" altLang="en-US" sz="3200" b="1" i="1" u="none" strike="noStrike" cap="none" normalizeH="0" baseline="-25000">
                        <a:ln>
                          <a:noFill/>
                        </a:ln>
                        <a:solidFill>
                          <a:schemeClr val="tx1"/>
                        </a:solidFill>
                        <a:effectLst/>
                        <a:latin typeface="Arial"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S</a:t>
                      </a:r>
                      <a:r>
                        <a:rPr kumimoji="0" lang="en-US" altLang="zh-CN" sz="3200" b="1" i="1" u="none" strike="noStrike" cap="none" normalizeH="0" baseline="-25000">
                          <a:ln>
                            <a:noFill/>
                          </a:ln>
                          <a:solidFill>
                            <a:schemeClr val="tx1"/>
                          </a:solidFill>
                          <a:effectLst/>
                          <a:latin typeface="Arial" charset="0"/>
                          <a:ea typeface="黑体" pitchFamily="2" charset="-122"/>
                        </a:rPr>
                        <a:t>1</a:t>
                      </a:r>
                      <a:endParaRPr kumimoji="0" lang="zh-CN" altLang="en-US" sz="3200" b="1" i="1" u="none" strike="noStrike" cap="none" normalizeH="0" baseline="-25000">
                        <a:ln>
                          <a:noFill/>
                        </a:ln>
                        <a:solidFill>
                          <a:schemeClr val="tx1"/>
                        </a:solidFill>
                        <a:effectLst/>
                        <a:latin typeface="Arial"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728663">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T</a:t>
                      </a:r>
                      <a:r>
                        <a:rPr kumimoji="0" lang="en-US" altLang="zh-CN" sz="3200" b="1" i="1" u="none" strike="noStrike" cap="none" normalizeH="0" baseline="-25000">
                          <a:ln>
                            <a:noFill/>
                          </a:ln>
                          <a:solidFill>
                            <a:schemeClr val="tx1"/>
                          </a:solidFill>
                          <a:effectLst/>
                          <a:latin typeface="Arial" charset="0"/>
                          <a:ea typeface="黑体" pitchFamily="2" charset="-122"/>
                        </a:rPr>
                        <a:t>4</a:t>
                      </a:r>
                      <a:endParaRPr kumimoji="0" lang="zh-CN" altLang="en-US" sz="3200" b="1" i="1" u="none" strike="noStrike" cap="none" normalizeH="0" baseline="-25000">
                        <a:ln>
                          <a:noFill/>
                        </a:ln>
                        <a:solidFill>
                          <a:schemeClr val="tx1"/>
                        </a:solidFill>
                        <a:effectLst/>
                        <a:latin typeface="Arial"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S</a:t>
                      </a:r>
                      <a:r>
                        <a:rPr kumimoji="0" lang="en-US" altLang="zh-CN" sz="3200" b="1" i="1" u="none" strike="noStrike" cap="none" normalizeH="0" baseline="-25000">
                          <a:ln>
                            <a:noFill/>
                          </a:ln>
                          <a:solidFill>
                            <a:schemeClr val="tx1"/>
                          </a:solidFill>
                          <a:effectLst/>
                          <a:latin typeface="Arial" charset="0"/>
                          <a:ea typeface="黑体" pitchFamily="2" charset="-122"/>
                        </a:rPr>
                        <a:t>2</a:t>
                      </a:r>
                      <a:endParaRPr kumimoji="0" lang="zh-CN" altLang="en-US" sz="3200" b="1" i="1" u="none" strike="noStrike" cap="none" normalizeH="0" baseline="-25000">
                        <a:ln>
                          <a:noFill/>
                        </a:ln>
                        <a:solidFill>
                          <a:schemeClr val="tx1"/>
                        </a:solidFill>
                        <a:effectLst/>
                        <a:latin typeface="Arial"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C</a:t>
                      </a:r>
                      <a:r>
                        <a:rPr kumimoji="0" lang="en-US" altLang="zh-CN" sz="3200" b="1" i="1" u="none" strike="noStrike" cap="none" normalizeH="0" baseline="-25000">
                          <a:ln>
                            <a:noFill/>
                          </a:ln>
                          <a:solidFill>
                            <a:schemeClr val="tx1"/>
                          </a:solidFill>
                          <a:effectLst/>
                          <a:latin typeface="Arial" charset="0"/>
                          <a:ea typeface="黑体" pitchFamily="2" charset="-122"/>
                        </a:rPr>
                        <a:t>1</a:t>
                      </a:r>
                      <a:endParaRPr kumimoji="0" lang="zh-CN" altLang="en-US" sz="3200" b="1" i="1" u="none" strike="noStrike" cap="none" normalizeH="0" baseline="-25000">
                        <a:ln>
                          <a:noFill/>
                        </a:ln>
                        <a:solidFill>
                          <a:schemeClr val="tx1"/>
                        </a:solidFill>
                        <a:effectLst/>
                        <a:latin typeface="Arial"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728663">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T</a:t>
                      </a:r>
                      <a:r>
                        <a:rPr kumimoji="0" lang="en-US" altLang="zh-CN" sz="3200" b="1" i="1" u="none" strike="noStrike" cap="none" normalizeH="0" baseline="-25000">
                          <a:ln>
                            <a:noFill/>
                          </a:ln>
                          <a:solidFill>
                            <a:schemeClr val="tx1"/>
                          </a:solidFill>
                          <a:effectLst/>
                          <a:latin typeface="Arial" charset="0"/>
                          <a:ea typeface="黑体" pitchFamily="2" charset="-122"/>
                        </a:rPr>
                        <a:t>8</a:t>
                      </a:r>
                      <a:endParaRPr kumimoji="0" lang="zh-CN" altLang="en-US" sz="3200" b="1" i="1" u="none" strike="noStrike" cap="none" normalizeH="0" baseline="-25000">
                        <a:ln>
                          <a:noFill/>
                        </a:ln>
                        <a:solidFill>
                          <a:schemeClr val="tx1"/>
                        </a:solidFill>
                        <a:effectLst/>
                        <a:latin typeface="Arial"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S</a:t>
                      </a:r>
                      <a:r>
                        <a:rPr kumimoji="0" lang="en-US" altLang="zh-CN" sz="3200" b="1" i="1" u="none" strike="noStrike" cap="none" normalizeH="0" baseline="-25000">
                          <a:ln>
                            <a:noFill/>
                          </a:ln>
                          <a:solidFill>
                            <a:schemeClr val="tx1"/>
                          </a:solidFill>
                          <a:effectLst/>
                          <a:latin typeface="Arial" charset="0"/>
                          <a:ea typeface="黑体" pitchFamily="2" charset="-122"/>
                        </a:rPr>
                        <a:t>4</a:t>
                      </a:r>
                      <a:endParaRPr kumimoji="0" lang="zh-CN" altLang="en-US" sz="3200" b="1" i="1" u="none" strike="noStrike" cap="none" normalizeH="0" baseline="-25000">
                        <a:ln>
                          <a:noFill/>
                        </a:ln>
                        <a:solidFill>
                          <a:schemeClr val="tx1"/>
                        </a:solidFill>
                        <a:effectLst/>
                        <a:latin typeface="Arial"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C</a:t>
                      </a:r>
                      <a:r>
                        <a:rPr kumimoji="0" lang="en-US" altLang="zh-CN" sz="3200" b="1" i="1" u="none" strike="noStrike" cap="none" normalizeH="0" baseline="-25000">
                          <a:ln>
                            <a:noFill/>
                          </a:ln>
                          <a:solidFill>
                            <a:schemeClr val="tx1"/>
                          </a:solidFill>
                          <a:effectLst/>
                          <a:latin typeface="Arial" charset="0"/>
                          <a:ea typeface="黑体" pitchFamily="2" charset="-122"/>
                        </a:rPr>
                        <a:t>2</a:t>
                      </a:r>
                      <a:endParaRPr kumimoji="0" lang="zh-CN" altLang="en-US" sz="3200" b="1" i="1" u="none" strike="noStrike" cap="none" normalizeH="0" baseline="-25000">
                        <a:ln>
                          <a:noFill/>
                        </a:ln>
                        <a:solidFill>
                          <a:schemeClr val="tx1"/>
                        </a:solidFill>
                        <a:effectLst/>
                        <a:latin typeface="Arial"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R</a:t>
                      </a:r>
                      <a:r>
                        <a:rPr kumimoji="0" lang="en-US" altLang="zh-CN" sz="3200" b="1" i="1" u="none" strike="noStrike" cap="none" normalizeH="0" baseline="-25000">
                          <a:ln>
                            <a:noFill/>
                          </a:ln>
                          <a:solidFill>
                            <a:schemeClr val="tx1"/>
                          </a:solidFill>
                          <a:effectLst/>
                          <a:latin typeface="Arial" charset="0"/>
                          <a:ea typeface="黑体" pitchFamily="2" charset="-122"/>
                        </a:rPr>
                        <a:t>1</a:t>
                      </a:r>
                      <a:endParaRPr kumimoji="0" lang="zh-CN" altLang="en-US" sz="3200" b="1" i="1" u="none" strike="noStrike" cap="none" normalizeH="0" baseline="-25000">
                        <a:ln>
                          <a:noFill/>
                        </a:ln>
                        <a:solidFill>
                          <a:schemeClr val="tx1"/>
                        </a:solidFill>
                        <a:effectLst/>
                        <a:latin typeface="Arial"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727075">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T</a:t>
                      </a:r>
                      <a:r>
                        <a:rPr kumimoji="0" lang="en-US" altLang="zh-CN" sz="3200" b="1" i="1" u="none" strike="noStrike" cap="none" normalizeH="0" baseline="-25000">
                          <a:ln>
                            <a:noFill/>
                          </a:ln>
                          <a:solidFill>
                            <a:schemeClr val="tx1"/>
                          </a:solidFill>
                          <a:effectLst/>
                          <a:latin typeface="Arial" charset="0"/>
                          <a:ea typeface="黑体" pitchFamily="2" charset="-122"/>
                        </a:rPr>
                        <a:t>16</a:t>
                      </a:r>
                      <a:endParaRPr kumimoji="0" lang="zh-CN" altLang="en-US" sz="3200" b="1" i="1" u="none" strike="noStrike" cap="none" normalizeH="0" baseline="-25000">
                        <a:ln>
                          <a:noFill/>
                        </a:ln>
                        <a:solidFill>
                          <a:schemeClr val="tx1"/>
                        </a:solidFill>
                        <a:effectLst/>
                        <a:latin typeface="Arial"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S</a:t>
                      </a:r>
                      <a:r>
                        <a:rPr kumimoji="0" lang="en-US" altLang="zh-CN" sz="3200" b="1" i="1" u="none" strike="noStrike" cap="none" normalizeH="0" baseline="-25000">
                          <a:ln>
                            <a:noFill/>
                          </a:ln>
                          <a:solidFill>
                            <a:schemeClr val="tx1"/>
                          </a:solidFill>
                          <a:effectLst/>
                          <a:latin typeface="Arial" charset="0"/>
                          <a:ea typeface="黑体" pitchFamily="2" charset="-122"/>
                        </a:rPr>
                        <a:t>8</a:t>
                      </a:r>
                      <a:endParaRPr kumimoji="0" lang="zh-CN" altLang="en-US" sz="3200" b="1" i="1" u="none" strike="noStrike" cap="none" normalizeH="0" baseline="-25000">
                        <a:ln>
                          <a:noFill/>
                        </a:ln>
                        <a:solidFill>
                          <a:schemeClr val="tx1"/>
                        </a:solidFill>
                        <a:effectLst/>
                        <a:latin typeface="Arial"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C</a:t>
                      </a:r>
                      <a:r>
                        <a:rPr kumimoji="0" lang="en-US" altLang="zh-CN" sz="3200" b="1" i="1" u="none" strike="noStrike" cap="none" normalizeH="0" baseline="-25000">
                          <a:ln>
                            <a:noFill/>
                          </a:ln>
                          <a:solidFill>
                            <a:schemeClr val="tx1"/>
                          </a:solidFill>
                          <a:effectLst/>
                          <a:latin typeface="Arial" charset="0"/>
                          <a:ea typeface="黑体" pitchFamily="2" charset="-122"/>
                        </a:rPr>
                        <a:t>4</a:t>
                      </a:r>
                      <a:endParaRPr kumimoji="0" lang="zh-CN" altLang="en-US" sz="3200" b="1" i="1" u="none" strike="noStrike" cap="none" normalizeH="0" baseline="-25000">
                        <a:ln>
                          <a:noFill/>
                        </a:ln>
                        <a:solidFill>
                          <a:schemeClr val="tx1"/>
                        </a:solidFill>
                        <a:effectLst/>
                        <a:latin typeface="Arial"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2" charset="-122"/>
                        </a:rPr>
                        <a:t>R</a:t>
                      </a:r>
                      <a:r>
                        <a:rPr kumimoji="0" lang="en-US" altLang="zh-CN" sz="3200" b="1" i="1" u="none" strike="noStrike" cap="none" normalizeH="0" baseline="-25000">
                          <a:ln>
                            <a:noFill/>
                          </a:ln>
                          <a:solidFill>
                            <a:schemeClr val="tx1"/>
                          </a:solidFill>
                          <a:effectLst/>
                          <a:latin typeface="Arial" charset="0"/>
                          <a:ea typeface="黑体" pitchFamily="2" charset="-122"/>
                        </a:rPr>
                        <a:t>2</a:t>
                      </a:r>
                      <a:endParaRPr kumimoji="0" lang="zh-CN" altLang="en-US" sz="3200" b="1" i="1" u="none" strike="noStrike" cap="none" normalizeH="0" baseline="-25000">
                        <a:ln>
                          <a:noFill/>
                        </a:ln>
                        <a:solidFill>
                          <a:schemeClr val="tx1"/>
                        </a:solidFill>
                        <a:effectLst/>
                        <a:latin typeface="Arial"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728663">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bl>
          </a:graphicData>
        </a:graphic>
      </p:graphicFrame>
      <p:graphicFrame>
        <p:nvGraphicFramePr>
          <p:cNvPr id="848941" name="Object 45"/>
          <p:cNvGraphicFramePr>
            <a:graphicFrameLocks noChangeAspect="1"/>
          </p:cNvGraphicFramePr>
          <p:nvPr/>
        </p:nvGraphicFramePr>
        <p:xfrm>
          <a:off x="6858006" y="1258888"/>
          <a:ext cx="538163" cy="569912"/>
        </p:xfrm>
        <a:graphic>
          <a:graphicData uri="http://schemas.openxmlformats.org/presentationml/2006/ole">
            <mc:AlternateContent xmlns:mc="http://schemas.openxmlformats.org/markup-compatibility/2006">
              <mc:Choice xmlns:v="urn:schemas-microsoft-com:vml" Requires="v">
                <p:oleObj spid="_x0000_s912402" name="Equation" r:id="rId5" imgW="253800" imgH="241200" progId="Equation.3">
                  <p:embed/>
                </p:oleObj>
              </mc:Choice>
              <mc:Fallback>
                <p:oleObj name="Equation" r:id="rId5" imgW="253800" imgH="241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6" y="1258888"/>
                        <a:ext cx="538163" cy="569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8942" name="Object 46"/>
          <p:cNvGraphicFramePr>
            <a:graphicFrameLocks noChangeAspect="1"/>
          </p:cNvGraphicFramePr>
          <p:nvPr/>
        </p:nvGraphicFramePr>
        <p:xfrm>
          <a:off x="5257800" y="1295422"/>
          <a:ext cx="538163" cy="569913"/>
        </p:xfrm>
        <a:graphic>
          <a:graphicData uri="http://schemas.openxmlformats.org/presentationml/2006/ole">
            <mc:AlternateContent xmlns:mc="http://schemas.openxmlformats.org/markup-compatibility/2006">
              <mc:Choice xmlns:v="urn:schemas-microsoft-com:vml" Requires="v">
                <p:oleObj spid="_x0000_s912403" name="Equation" r:id="rId7" imgW="253800" imgH="241200" progId="Equation.3">
                  <p:embed/>
                </p:oleObj>
              </mc:Choice>
              <mc:Fallback>
                <p:oleObj name="Equation" r:id="rId7" imgW="253800" imgH="241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57800" y="1295422"/>
                        <a:ext cx="53816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8943" name="Object 47"/>
          <p:cNvGraphicFramePr>
            <a:graphicFrameLocks noChangeAspect="1"/>
          </p:cNvGraphicFramePr>
          <p:nvPr/>
        </p:nvGraphicFramePr>
        <p:xfrm>
          <a:off x="3505202" y="1295422"/>
          <a:ext cx="538163" cy="569913"/>
        </p:xfrm>
        <a:graphic>
          <a:graphicData uri="http://schemas.openxmlformats.org/presentationml/2006/ole">
            <mc:AlternateContent xmlns:mc="http://schemas.openxmlformats.org/markup-compatibility/2006">
              <mc:Choice xmlns:v="urn:schemas-microsoft-com:vml" Requires="v">
                <p:oleObj spid="_x0000_s912404" name="Equation" r:id="rId9" imgW="253800" imgH="241200" progId="Equation.3">
                  <p:embed/>
                </p:oleObj>
              </mc:Choice>
              <mc:Fallback>
                <p:oleObj name="Equation" r:id="rId9" imgW="253800" imgH="241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5202" y="1295422"/>
                        <a:ext cx="53816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8944" name="Object 48"/>
          <p:cNvGraphicFramePr>
            <a:graphicFrameLocks noChangeAspect="1"/>
          </p:cNvGraphicFramePr>
          <p:nvPr/>
        </p:nvGraphicFramePr>
        <p:xfrm>
          <a:off x="1855788" y="1295422"/>
          <a:ext cx="484187" cy="569913"/>
        </p:xfrm>
        <a:graphic>
          <a:graphicData uri="http://schemas.openxmlformats.org/presentationml/2006/ole">
            <mc:AlternateContent xmlns:mc="http://schemas.openxmlformats.org/markup-compatibility/2006">
              <mc:Choice xmlns:v="urn:schemas-microsoft-com:vml" Requires="v">
                <p:oleObj spid="_x0000_s912405" name="Equation" r:id="rId11" imgW="228600" imgH="241200" progId="Equation.3">
                  <p:embed/>
                </p:oleObj>
              </mc:Choice>
              <mc:Fallback>
                <p:oleObj name="Equation" r:id="rId11" imgW="228600" imgH="2412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55788" y="1295422"/>
                        <a:ext cx="484187"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8945" name="Line 49"/>
          <p:cNvSpPr>
            <a:spLocks noChangeShapeType="1"/>
          </p:cNvSpPr>
          <p:nvPr/>
        </p:nvSpPr>
        <p:spPr bwMode="auto">
          <a:xfrm>
            <a:off x="2362200" y="2286000"/>
            <a:ext cx="0" cy="3810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946" name="Line 50"/>
          <p:cNvSpPr>
            <a:spLocks noChangeShapeType="1"/>
          </p:cNvSpPr>
          <p:nvPr/>
        </p:nvSpPr>
        <p:spPr bwMode="auto">
          <a:xfrm>
            <a:off x="2590803" y="2895600"/>
            <a:ext cx="11430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947" name="Line 51"/>
          <p:cNvSpPr>
            <a:spLocks noChangeShapeType="1"/>
          </p:cNvSpPr>
          <p:nvPr/>
        </p:nvSpPr>
        <p:spPr bwMode="auto">
          <a:xfrm flipH="1">
            <a:off x="2514600" y="3048000"/>
            <a:ext cx="1219200" cy="5334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948" name="Line 52"/>
          <p:cNvSpPr>
            <a:spLocks noChangeShapeType="1"/>
          </p:cNvSpPr>
          <p:nvPr/>
        </p:nvSpPr>
        <p:spPr bwMode="auto">
          <a:xfrm>
            <a:off x="2590803" y="3657600"/>
            <a:ext cx="11430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949" name="Line 53"/>
          <p:cNvSpPr>
            <a:spLocks noChangeShapeType="1"/>
          </p:cNvSpPr>
          <p:nvPr/>
        </p:nvSpPr>
        <p:spPr bwMode="auto">
          <a:xfrm>
            <a:off x="4191002" y="3581400"/>
            <a:ext cx="12192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950" name="Line 54"/>
          <p:cNvSpPr>
            <a:spLocks noChangeShapeType="1"/>
          </p:cNvSpPr>
          <p:nvPr/>
        </p:nvSpPr>
        <p:spPr bwMode="auto">
          <a:xfrm flipH="1">
            <a:off x="2590800" y="3657600"/>
            <a:ext cx="3048000" cy="6096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951" name="Line 55"/>
          <p:cNvSpPr>
            <a:spLocks noChangeShapeType="1"/>
          </p:cNvSpPr>
          <p:nvPr/>
        </p:nvSpPr>
        <p:spPr bwMode="auto">
          <a:xfrm>
            <a:off x="2667000" y="4343400"/>
            <a:ext cx="10668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952" name="Line 56"/>
          <p:cNvSpPr>
            <a:spLocks noChangeShapeType="1"/>
          </p:cNvSpPr>
          <p:nvPr/>
        </p:nvSpPr>
        <p:spPr bwMode="auto">
          <a:xfrm>
            <a:off x="4419600" y="4343400"/>
            <a:ext cx="10668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953" name="Line 57"/>
          <p:cNvSpPr>
            <a:spLocks noChangeShapeType="1"/>
          </p:cNvSpPr>
          <p:nvPr/>
        </p:nvSpPr>
        <p:spPr bwMode="auto">
          <a:xfrm>
            <a:off x="6019800" y="4343400"/>
            <a:ext cx="10668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954" name="Line 58"/>
          <p:cNvSpPr>
            <a:spLocks noChangeShapeType="1"/>
          </p:cNvSpPr>
          <p:nvPr/>
        </p:nvSpPr>
        <p:spPr bwMode="auto">
          <a:xfrm flipH="1">
            <a:off x="2667000" y="4419600"/>
            <a:ext cx="4343400" cy="5334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955" name="Line 59"/>
          <p:cNvSpPr>
            <a:spLocks noChangeShapeType="1"/>
          </p:cNvSpPr>
          <p:nvPr/>
        </p:nvSpPr>
        <p:spPr bwMode="auto">
          <a:xfrm>
            <a:off x="2667000" y="5105400"/>
            <a:ext cx="10668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956" name="Line 60"/>
          <p:cNvSpPr>
            <a:spLocks noChangeShapeType="1"/>
          </p:cNvSpPr>
          <p:nvPr/>
        </p:nvSpPr>
        <p:spPr bwMode="auto">
          <a:xfrm>
            <a:off x="4419600" y="5105400"/>
            <a:ext cx="10668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957" name="Line 61"/>
          <p:cNvSpPr>
            <a:spLocks noChangeShapeType="1"/>
          </p:cNvSpPr>
          <p:nvPr/>
        </p:nvSpPr>
        <p:spPr bwMode="auto">
          <a:xfrm>
            <a:off x="6019800" y="5105400"/>
            <a:ext cx="10668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AutoShape 23"/>
          <p:cNvSpPr>
            <a:spLocks noChangeArrowheads="1"/>
          </p:cNvSpPr>
          <p:nvPr/>
        </p:nvSpPr>
        <p:spPr bwMode="auto">
          <a:xfrm>
            <a:off x="3276600" y="2286000"/>
            <a:ext cx="1066800" cy="381000"/>
          </a:xfrm>
          <a:prstGeom prst="diamond">
            <a:avLst/>
          </a:prstGeom>
          <a:noFill/>
          <a:ln w="158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1800" b="1">
                <a:solidFill>
                  <a:srgbClr val="0000FF"/>
                </a:solidFill>
                <a:latin typeface="Times New Roman" pitchFamily="18" charset="0"/>
              </a:rPr>
              <a:t>&lt; </a:t>
            </a:r>
            <a:r>
              <a:rPr kumimoji="1" lang="en-US" altLang="zh-CN" sz="1800" b="1" i="1">
                <a:solidFill>
                  <a:srgbClr val="0000FF"/>
                </a:solidFill>
                <a:latin typeface="Times New Roman" pitchFamily="18" charset="0"/>
                <a:sym typeface="Symbol" pitchFamily="18" charset="2"/>
              </a:rPr>
              <a:t> </a:t>
            </a:r>
            <a:r>
              <a:rPr kumimoji="1" lang="en-US" altLang="zh-CN" sz="1800" b="1">
                <a:solidFill>
                  <a:srgbClr val="0000FF"/>
                </a:solidFill>
                <a:latin typeface="Times New Roman" pitchFamily="18" charset="0"/>
                <a:sym typeface="Symbol" pitchFamily="18" charset="2"/>
              </a:rPr>
              <a:t>?</a:t>
            </a:r>
            <a:endParaRPr kumimoji="1" lang="en-US" altLang="zh-CN" sz="1800" b="1">
              <a:solidFill>
                <a:srgbClr val="0000FF"/>
              </a:solidFill>
              <a:latin typeface="Times New Roman" pitchFamily="18" charset="0"/>
            </a:endParaRPr>
          </a:p>
        </p:txBody>
      </p:sp>
      <p:sp>
        <p:nvSpPr>
          <p:cNvPr id="24" name="AutoShape 24"/>
          <p:cNvSpPr>
            <a:spLocks noChangeArrowheads="1"/>
          </p:cNvSpPr>
          <p:nvPr/>
        </p:nvSpPr>
        <p:spPr bwMode="auto">
          <a:xfrm>
            <a:off x="5486400" y="2667000"/>
            <a:ext cx="1066800" cy="381000"/>
          </a:xfrm>
          <a:prstGeom prst="diamond">
            <a:avLst/>
          </a:prstGeom>
          <a:noFill/>
          <a:ln w="158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1800" b="1">
                <a:solidFill>
                  <a:srgbClr val="0000FF"/>
                </a:solidFill>
                <a:latin typeface="Times New Roman" pitchFamily="18" charset="0"/>
              </a:rPr>
              <a:t>&lt; </a:t>
            </a:r>
            <a:r>
              <a:rPr kumimoji="1" lang="en-US" altLang="zh-CN" sz="1800" b="1" i="1">
                <a:solidFill>
                  <a:srgbClr val="0000FF"/>
                </a:solidFill>
                <a:latin typeface="Times New Roman" pitchFamily="18" charset="0"/>
                <a:sym typeface="Symbol" pitchFamily="18" charset="2"/>
              </a:rPr>
              <a:t> </a:t>
            </a:r>
            <a:r>
              <a:rPr kumimoji="1" lang="en-US" altLang="zh-CN" sz="1800" b="1">
                <a:solidFill>
                  <a:srgbClr val="0000FF"/>
                </a:solidFill>
                <a:latin typeface="Times New Roman" pitchFamily="18" charset="0"/>
                <a:sym typeface="Symbol" pitchFamily="18" charset="2"/>
              </a:rPr>
              <a:t>?</a:t>
            </a:r>
            <a:endParaRPr kumimoji="1" lang="en-US" altLang="zh-CN" sz="1800" b="1">
              <a:solidFill>
                <a:srgbClr val="0000FF"/>
              </a:solidFill>
              <a:latin typeface="Times New Roman" pitchFamily="18" charset="0"/>
            </a:endParaRPr>
          </a:p>
        </p:txBody>
      </p:sp>
      <p:sp>
        <p:nvSpPr>
          <p:cNvPr id="25" name="AutoShape 25"/>
          <p:cNvSpPr>
            <a:spLocks noChangeArrowheads="1"/>
          </p:cNvSpPr>
          <p:nvPr/>
        </p:nvSpPr>
        <p:spPr bwMode="auto">
          <a:xfrm>
            <a:off x="7543800" y="3581400"/>
            <a:ext cx="1066800" cy="381000"/>
          </a:xfrm>
          <a:prstGeom prst="diamond">
            <a:avLst/>
          </a:prstGeom>
          <a:noFill/>
          <a:ln w="158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1800" b="1">
                <a:solidFill>
                  <a:srgbClr val="0000FF"/>
                </a:solidFill>
                <a:latin typeface="Times New Roman" pitchFamily="18" charset="0"/>
              </a:rPr>
              <a:t>&lt; </a:t>
            </a:r>
            <a:r>
              <a:rPr kumimoji="1" lang="en-US" altLang="zh-CN" sz="1800" b="1" i="1">
                <a:solidFill>
                  <a:srgbClr val="0000FF"/>
                </a:solidFill>
                <a:latin typeface="Times New Roman" pitchFamily="18" charset="0"/>
                <a:sym typeface="Symbol" pitchFamily="18" charset="2"/>
              </a:rPr>
              <a:t> </a:t>
            </a:r>
            <a:r>
              <a:rPr kumimoji="1" lang="en-US" altLang="zh-CN" sz="1800" b="1">
                <a:solidFill>
                  <a:srgbClr val="0000FF"/>
                </a:solidFill>
                <a:latin typeface="Times New Roman" pitchFamily="18" charset="0"/>
                <a:sym typeface="Symbol" pitchFamily="18" charset="2"/>
              </a:rPr>
              <a:t>?</a:t>
            </a:r>
            <a:endParaRPr kumimoji="1" lang="en-US" altLang="zh-CN" sz="1800" b="1">
              <a:solidFill>
                <a:srgbClr val="0000FF"/>
              </a:solidFill>
              <a:latin typeface="Times New Roman" pitchFamily="18" charset="0"/>
            </a:endParaRPr>
          </a:p>
        </p:txBody>
      </p:sp>
    </p:spTree>
    <p:custDataLst>
      <p:tags r:id="rId2"/>
    </p:custDataLst>
    <p:extLst>
      <p:ext uri="{BB962C8B-B14F-4D97-AF65-F5344CB8AC3E}">
        <p14:creationId xmlns:p14="http://schemas.microsoft.com/office/powerpoint/2010/main" val="23350160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848945"/>
                                        </p:tgtEl>
                                        <p:attrNameLst>
                                          <p:attrName>style.visibility</p:attrName>
                                        </p:attrNameLst>
                                      </p:cBhvr>
                                      <p:to>
                                        <p:strVal val="visible"/>
                                      </p:to>
                                    </p:set>
                                    <p:anim calcmode="lin" valueType="num">
                                      <p:cBhvr>
                                        <p:cTn id="7" dur="500" fill="hold"/>
                                        <p:tgtEl>
                                          <p:spTgt spid="848945"/>
                                        </p:tgtEl>
                                        <p:attrNameLst>
                                          <p:attrName>ppt_w</p:attrName>
                                        </p:attrNameLst>
                                      </p:cBhvr>
                                      <p:tavLst>
                                        <p:tav tm="0">
                                          <p:val>
                                            <p:fltVal val="0"/>
                                          </p:val>
                                        </p:tav>
                                        <p:tav tm="100000">
                                          <p:val>
                                            <p:strVal val="#ppt_w"/>
                                          </p:val>
                                        </p:tav>
                                      </p:tavLst>
                                    </p:anim>
                                    <p:anim calcmode="lin" valueType="num">
                                      <p:cBhvr>
                                        <p:cTn id="8" dur="500" fill="hold"/>
                                        <p:tgtEl>
                                          <p:spTgt spid="848945"/>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848946"/>
                                        </p:tgtEl>
                                        <p:attrNameLst>
                                          <p:attrName>style.visibility</p:attrName>
                                        </p:attrNameLst>
                                      </p:cBhvr>
                                      <p:to>
                                        <p:strVal val="visible"/>
                                      </p:to>
                                    </p:set>
                                    <p:anim calcmode="lin" valueType="num">
                                      <p:cBhvr>
                                        <p:cTn id="13" dur="500" fill="hold"/>
                                        <p:tgtEl>
                                          <p:spTgt spid="848946"/>
                                        </p:tgtEl>
                                        <p:attrNameLst>
                                          <p:attrName>ppt_w</p:attrName>
                                        </p:attrNameLst>
                                      </p:cBhvr>
                                      <p:tavLst>
                                        <p:tav tm="0">
                                          <p:val>
                                            <p:fltVal val="0"/>
                                          </p:val>
                                        </p:tav>
                                        <p:tav tm="100000">
                                          <p:val>
                                            <p:strVal val="#ppt_w"/>
                                          </p:val>
                                        </p:tav>
                                      </p:tavLst>
                                    </p:anim>
                                    <p:anim calcmode="lin" valueType="num">
                                      <p:cBhvr>
                                        <p:cTn id="14" dur="500" fill="hold"/>
                                        <p:tgtEl>
                                          <p:spTgt spid="848946"/>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848947"/>
                                        </p:tgtEl>
                                        <p:attrNameLst>
                                          <p:attrName>style.visibility</p:attrName>
                                        </p:attrNameLst>
                                      </p:cBhvr>
                                      <p:to>
                                        <p:strVal val="visible"/>
                                      </p:to>
                                    </p:set>
                                    <p:anim calcmode="lin" valueType="num">
                                      <p:cBhvr>
                                        <p:cTn id="19" dur="500" fill="hold"/>
                                        <p:tgtEl>
                                          <p:spTgt spid="848947"/>
                                        </p:tgtEl>
                                        <p:attrNameLst>
                                          <p:attrName>ppt_w</p:attrName>
                                        </p:attrNameLst>
                                      </p:cBhvr>
                                      <p:tavLst>
                                        <p:tav tm="0">
                                          <p:val>
                                            <p:fltVal val="0"/>
                                          </p:val>
                                        </p:tav>
                                        <p:tav tm="100000">
                                          <p:val>
                                            <p:strVal val="#ppt_w"/>
                                          </p:val>
                                        </p:tav>
                                      </p:tavLst>
                                    </p:anim>
                                    <p:anim calcmode="lin" valueType="num">
                                      <p:cBhvr>
                                        <p:cTn id="20" dur="500" fill="hold"/>
                                        <p:tgtEl>
                                          <p:spTgt spid="848947"/>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848948"/>
                                        </p:tgtEl>
                                        <p:attrNameLst>
                                          <p:attrName>style.visibility</p:attrName>
                                        </p:attrNameLst>
                                      </p:cBhvr>
                                      <p:to>
                                        <p:strVal val="visible"/>
                                      </p:to>
                                    </p:set>
                                    <p:anim calcmode="lin" valueType="num">
                                      <p:cBhvr>
                                        <p:cTn id="25" dur="500" fill="hold"/>
                                        <p:tgtEl>
                                          <p:spTgt spid="848948"/>
                                        </p:tgtEl>
                                        <p:attrNameLst>
                                          <p:attrName>ppt_w</p:attrName>
                                        </p:attrNameLst>
                                      </p:cBhvr>
                                      <p:tavLst>
                                        <p:tav tm="0">
                                          <p:val>
                                            <p:fltVal val="0"/>
                                          </p:val>
                                        </p:tav>
                                        <p:tav tm="100000">
                                          <p:val>
                                            <p:strVal val="#ppt_w"/>
                                          </p:val>
                                        </p:tav>
                                      </p:tavLst>
                                    </p:anim>
                                    <p:anim calcmode="lin" valueType="num">
                                      <p:cBhvr>
                                        <p:cTn id="26" dur="500" fill="hold"/>
                                        <p:tgtEl>
                                          <p:spTgt spid="848948"/>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848949"/>
                                        </p:tgtEl>
                                        <p:attrNameLst>
                                          <p:attrName>style.visibility</p:attrName>
                                        </p:attrNameLst>
                                      </p:cBhvr>
                                      <p:to>
                                        <p:strVal val="visible"/>
                                      </p:to>
                                    </p:set>
                                    <p:anim calcmode="lin" valueType="num">
                                      <p:cBhvr>
                                        <p:cTn id="31" dur="500" fill="hold"/>
                                        <p:tgtEl>
                                          <p:spTgt spid="848949"/>
                                        </p:tgtEl>
                                        <p:attrNameLst>
                                          <p:attrName>ppt_w</p:attrName>
                                        </p:attrNameLst>
                                      </p:cBhvr>
                                      <p:tavLst>
                                        <p:tav tm="0">
                                          <p:val>
                                            <p:fltVal val="0"/>
                                          </p:val>
                                        </p:tav>
                                        <p:tav tm="100000">
                                          <p:val>
                                            <p:strVal val="#ppt_w"/>
                                          </p:val>
                                        </p:tav>
                                      </p:tavLst>
                                    </p:anim>
                                    <p:anim calcmode="lin" valueType="num">
                                      <p:cBhvr>
                                        <p:cTn id="32" dur="500" fill="hold"/>
                                        <p:tgtEl>
                                          <p:spTgt spid="848949"/>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10" fill="hold" grpId="0" nodeType="clickEffect">
                                  <p:stCondLst>
                                    <p:cond delay="0"/>
                                  </p:stCondLst>
                                  <p:childTnLst>
                                    <p:set>
                                      <p:cBhvr>
                                        <p:cTn id="36" dur="1" fill="hold">
                                          <p:stCondLst>
                                            <p:cond delay="0"/>
                                          </p:stCondLst>
                                        </p:cTn>
                                        <p:tgtEl>
                                          <p:spTgt spid="848950"/>
                                        </p:tgtEl>
                                        <p:attrNameLst>
                                          <p:attrName>style.visibility</p:attrName>
                                        </p:attrNameLst>
                                      </p:cBhvr>
                                      <p:to>
                                        <p:strVal val="visible"/>
                                      </p:to>
                                    </p:set>
                                    <p:anim calcmode="lin" valueType="num">
                                      <p:cBhvr>
                                        <p:cTn id="37" dur="500" fill="hold"/>
                                        <p:tgtEl>
                                          <p:spTgt spid="848950"/>
                                        </p:tgtEl>
                                        <p:attrNameLst>
                                          <p:attrName>ppt_w</p:attrName>
                                        </p:attrNameLst>
                                      </p:cBhvr>
                                      <p:tavLst>
                                        <p:tav tm="0">
                                          <p:val>
                                            <p:fltVal val="0"/>
                                          </p:val>
                                        </p:tav>
                                        <p:tav tm="100000">
                                          <p:val>
                                            <p:strVal val="#ppt_w"/>
                                          </p:val>
                                        </p:tav>
                                      </p:tavLst>
                                    </p:anim>
                                    <p:anim calcmode="lin" valueType="num">
                                      <p:cBhvr>
                                        <p:cTn id="38" dur="500" fill="hold"/>
                                        <p:tgtEl>
                                          <p:spTgt spid="848950"/>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10" fill="hold" grpId="0" nodeType="clickEffect">
                                  <p:stCondLst>
                                    <p:cond delay="0"/>
                                  </p:stCondLst>
                                  <p:childTnLst>
                                    <p:set>
                                      <p:cBhvr>
                                        <p:cTn id="42" dur="1" fill="hold">
                                          <p:stCondLst>
                                            <p:cond delay="0"/>
                                          </p:stCondLst>
                                        </p:cTn>
                                        <p:tgtEl>
                                          <p:spTgt spid="848951"/>
                                        </p:tgtEl>
                                        <p:attrNameLst>
                                          <p:attrName>style.visibility</p:attrName>
                                        </p:attrNameLst>
                                      </p:cBhvr>
                                      <p:to>
                                        <p:strVal val="visible"/>
                                      </p:to>
                                    </p:set>
                                    <p:anim calcmode="lin" valueType="num">
                                      <p:cBhvr>
                                        <p:cTn id="43" dur="500" fill="hold"/>
                                        <p:tgtEl>
                                          <p:spTgt spid="848951"/>
                                        </p:tgtEl>
                                        <p:attrNameLst>
                                          <p:attrName>ppt_w</p:attrName>
                                        </p:attrNameLst>
                                      </p:cBhvr>
                                      <p:tavLst>
                                        <p:tav tm="0">
                                          <p:val>
                                            <p:fltVal val="0"/>
                                          </p:val>
                                        </p:tav>
                                        <p:tav tm="100000">
                                          <p:val>
                                            <p:strVal val="#ppt_w"/>
                                          </p:val>
                                        </p:tav>
                                      </p:tavLst>
                                    </p:anim>
                                    <p:anim calcmode="lin" valueType="num">
                                      <p:cBhvr>
                                        <p:cTn id="44" dur="500" fill="hold"/>
                                        <p:tgtEl>
                                          <p:spTgt spid="848951"/>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10" fill="hold" grpId="0" nodeType="clickEffect">
                                  <p:stCondLst>
                                    <p:cond delay="0"/>
                                  </p:stCondLst>
                                  <p:childTnLst>
                                    <p:set>
                                      <p:cBhvr>
                                        <p:cTn id="48" dur="1" fill="hold">
                                          <p:stCondLst>
                                            <p:cond delay="0"/>
                                          </p:stCondLst>
                                        </p:cTn>
                                        <p:tgtEl>
                                          <p:spTgt spid="848952"/>
                                        </p:tgtEl>
                                        <p:attrNameLst>
                                          <p:attrName>style.visibility</p:attrName>
                                        </p:attrNameLst>
                                      </p:cBhvr>
                                      <p:to>
                                        <p:strVal val="visible"/>
                                      </p:to>
                                    </p:set>
                                    <p:anim calcmode="lin" valueType="num">
                                      <p:cBhvr>
                                        <p:cTn id="49" dur="500" fill="hold"/>
                                        <p:tgtEl>
                                          <p:spTgt spid="848952"/>
                                        </p:tgtEl>
                                        <p:attrNameLst>
                                          <p:attrName>ppt_w</p:attrName>
                                        </p:attrNameLst>
                                      </p:cBhvr>
                                      <p:tavLst>
                                        <p:tav tm="0">
                                          <p:val>
                                            <p:fltVal val="0"/>
                                          </p:val>
                                        </p:tav>
                                        <p:tav tm="100000">
                                          <p:val>
                                            <p:strVal val="#ppt_w"/>
                                          </p:val>
                                        </p:tav>
                                      </p:tavLst>
                                    </p:anim>
                                    <p:anim calcmode="lin" valueType="num">
                                      <p:cBhvr>
                                        <p:cTn id="50" dur="500" fill="hold"/>
                                        <p:tgtEl>
                                          <p:spTgt spid="848952"/>
                                        </p:tgtEl>
                                        <p:attrNameLst>
                                          <p:attrName>ppt_h</p:attrName>
                                        </p:attrNameLst>
                                      </p:cBhvr>
                                      <p:tavLst>
                                        <p:tav tm="0">
                                          <p:val>
                                            <p:strVal val="#ppt_h"/>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7" presetClass="entr" presetSubtype="10" fill="hold" grpId="0" nodeType="clickEffect">
                                  <p:stCondLst>
                                    <p:cond delay="0"/>
                                  </p:stCondLst>
                                  <p:childTnLst>
                                    <p:set>
                                      <p:cBhvr>
                                        <p:cTn id="54" dur="1" fill="hold">
                                          <p:stCondLst>
                                            <p:cond delay="0"/>
                                          </p:stCondLst>
                                        </p:cTn>
                                        <p:tgtEl>
                                          <p:spTgt spid="848953"/>
                                        </p:tgtEl>
                                        <p:attrNameLst>
                                          <p:attrName>style.visibility</p:attrName>
                                        </p:attrNameLst>
                                      </p:cBhvr>
                                      <p:to>
                                        <p:strVal val="visible"/>
                                      </p:to>
                                    </p:set>
                                    <p:anim calcmode="lin" valueType="num">
                                      <p:cBhvr>
                                        <p:cTn id="55" dur="500" fill="hold"/>
                                        <p:tgtEl>
                                          <p:spTgt spid="848953"/>
                                        </p:tgtEl>
                                        <p:attrNameLst>
                                          <p:attrName>ppt_w</p:attrName>
                                        </p:attrNameLst>
                                      </p:cBhvr>
                                      <p:tavLst>
                                        <p:tav tm="0">
                                          <p:val>
                                            <p:fltVal val="0"/>
                                          </p:val>
                                        </p:tav>
                                        <p:tav tm="100000">
                                          <p:val>
                                            <p:strVal val="#ppt_w"/>
                                          </p:val>
                                        </p:tav>
                                      </p:tavLst>
                                    </p:anim>
                                    <p:anim calcmode="lin" valueType="num">
                                      <p:cBhvr>
                                        <p:cTn id="56" dur="500" fill="hold"/>
                                        <p:tgtEl>
                                          <p:spTgt spid="848953"/>
                                        </p:tgtEl>
                                        <p:attrNameLst>
                                          <p:attrName>ppt_h</p:attrName>
                                        </p:attrNameLst>
                                      </p:cBhvr>
                                      <p:tavLst>
                                        <p:tav tm="0">
                                          <p:val>
                                            <p:strVal val="#ppt_h"/>
                                          </p:val>
                                        </p:tav>
                                        <p:tav tm="100000">
                                          <p:val>
                                            <p:strVal val="#ppt_h"/>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17" presetClass="entr" presetSubtype="10" fill="hold" grpId="0" nodeType="clickEffect">
                                  <p:stCondLst>
                                    <p:cond delay="0"/>
                                  </p:stCondLst>
                                  <p:childTnLst>
                                    <p:set>
                                      <p:cBhvr>
                                        <p:cTn id="60" dur="1" fill="hold">
                                          <p:stCondLst>
                                            <p:cond delay="0"/>
                                          </p:stCondLst>
                                        </p:cTn>
                                        <p:tgtEl>
                                          <p:spTgt spid="848954"/>
                                        </p:tgtEl>
                                        <p:attrNameLst>
                                          <p:attrName>style.visibility</p:attrName>
                                        </p:attrNameLst>
                                      </p:cBhvr>
                                      <p:to>
                                        <p:strVal val="visible"/>
                                      </p:to>
                                    </p:set>
                                    <p:anim calcmode="lin" valueType="num">
                                      <p:cBhvr>
                                        <p:cTn id="61" dur="500" fill="hold"/>
                                        <p:tgtEl>
                                          <p:spTgt spid="848954"/>
                                        </p:tgtEl>
                                        <p:attrNameLst>
                                          <p:attrName>ppt_w</p:attrName>
                                        </p:attrNameLst>
                                      </p:cBhvr>
                                      <p:tavLst>
                                        <p:tav tm="0">
                                          <p:val>
                                            <p:fltVal val="0"/>
                                          </p:val>
                                        </p:tav>
                                        <p:tav tm="100000">
                                          <p:val>
                                            <p:strVal val="#ppt_w"/>
                                          </p:val>
                                        </p:tav>
                                      </p:tavLst>
                                    </p:anim>
                                    <p:anim calcmode="lin" valueType="num">
                                      <p:cBhvr>
                                        <p:cTn id="62" dur="500" fill="hold"/>
                                        <p:tgtEl>
                                          <p:spTgt spid="848954"/>
                                        </p:tgtEl>
                                        <p:attrNameLst>
                                          <p:attrName>ppt_h</p:attrName>
                                        </p:attrNameLst>
                                      </p:cBhvr>
                                      <p:tavLst>
                                        <p:tav tm="0">
                                          <p:val>
                                            <p:strVal val="#ppt_h"/>
                                          </p:val>
                                        </p:tav>
                                        <p:tav tm="100000">
                                          <p:val>
                                            <p:strVal val="#ppt_h"/>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17" presetClass="entr" presetSubtype="10" fill="hold" grpId="0" nodeType="clickEffect">
                                  <p:stCondLst>
                                    <p:cond delay="0"/>
                                  </p:stCondLst>
                                  <p:childTnLst>
                                    <p:set>
                                      <p:cBhvr>
                                        <p:cTn id="66" dur="1" fill="hold">
                                          <p:stCondLst>
                                            <p:cond delay="0"/>
                                          </p:stCondLst>
                                        </p:cTn>
                                        <p:tgtEl>
                                          <p:spTgt spid="848955"/>
                                        </p:tgtEl>
                                        <p:attrNameLst>
                                          <p:attrName>style.visibility</p:attrName>
                                        </p:attrNameLst>
                                      </p:cBhvr>
                                      <p:to>
                                        <p:strVal val="visible"/>
                                      </p:to>
                                    </p:set>
                                    <p:anim calcmode="lin" valueType="num">
                                      <p:cBhvr>
                                        <p:cTn id="67" dur="500" fill="hold"/>
                                        <p:tgtEl>
                                          <p:spTgt spid="848955"/>
                                        </p:tgtEl>
                                        <p:attrNameLst>
                                          <p:attrName>ppt_w</p:attrName>
                                        </p:attrNameLst>
                                      </p:cBhvr>
                                      <p:tavLst>
                                        <p:tav tm="0">
                                          <p:val>
                                            <p:fltVal val="0"/>
                                          </p:val>
                                        </p:tav>
                                        <p:tav tm="100000">
                                          <p:val>
                                            <p:strVal val="#ppt_w"/>
                                          </p:val>
                                        </p:tav>
                                      </p:tavLst>
                                    </p:anim>
                                    <p:anim calcmode="lin" valueType="num">
                                      <p:cBhvr>
                                        <p:cTn id="68" dur="500" fill="hold"/>
                                        <p:tgtEl>
                                          <p:spTgt spid="848955"/>
                                        </p:tgtEl>
                                        <p:attrNameLst>
                                          <p:attrName>ppt_h</p:attrName>
                                        </p:attrNameLst>
                                      </p:cBhvr>
                                      <p:tavLst>
                                        <p:tav tm="0">
                                          <p:val>
                                            <p:strVal val="#ppt_h"/>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17" presetClass="entr" presetSubtype="10" fill="hold" grpId="0" nodeType="clickEffect">
                                  <p:stCondLst>
                                    <p:cond delay="0"/>
                                  </p:stCondLst>
                                  <p:childTnLst>
                                    <p:set>
                                      <p:cBhvr>
                                        <p:cTn id="72" dur="1" fill="hold">
                                          <p:stCondLst>
                                            <p:cond delay="0"/>
                                          </p:stCondLst>
                                        </p:cTn>
                                        <p:tgtEl>
                                          <p:spTgt spid="848956"/>
                                        </p:tgtEl>
                                        <p:attrNameLst>
                                          <p:attrName>style.visibility</p:attrName>
                                        </p:attrNameLst>
                                      </p:cBhvr>
                                      <p:to>
                                        <p:strVal val="visible"/>
                                      </p:to>
                                    </p:set>
                                    <p:anim calcmode="lin" valueType="num">
                                      <p:cBhvr>
                                        <p:cTn id="73" dur="500" fill="hold"/>
                                        <p:tgtEl>
                                          <p:spTgt spid="848956"/>
                                        </p:tgtEl>
                                        <p:attrNameLst>
                                          <p:attrName>ppt_w</p:attrName>
                                        </p:attrNameLst>
                                      </p:cBhvr>
                                      <p:tavLst>
                                        <p:tav tm="0">
                                          <p:val>
                                            <p:fltVal val="0"/>
                                          </p:val>
                                        </p:tav>
                                        <p:tav tm="100000">
                                          <p:val>
                                            <p:strVal val="#ppt_w"/>
                                          </p:val>
                                        </p:tav>
                                      </p:tavLst>
                                    </p:anim>
                                    <p:anim calcmode="lin" valueType="num">
                                      <p:cBhvr>
                                        <p:cTn id="74" dur="500" fill="hold"/>
                                        <p:tgtEl>
                                          <p:spTgt spid="848956"/>
                                        </p:tgtEl>
                                        <p:attrNameLst>
                                          <p:attrName>ppt_h</p:attrName>
                                        </p:attrNameLst>
                                      </p:cBhvr>
                                      <p:tavLst>
                                        <p:tav tm="0">
                                          <p:val>
                                            <p:strVal val="#ppt_h"/>
                                          </p:val>
                                        </p:tav>
                                        <p:tav tm="100000">
                                          <p:val>
                                            <p:strVal val="#ppt_h"/>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17" presetClass="entr" presetSubtype="10" fill="hold" grpId="0" nodeType="clickEffect">
                                  <p:stCondLst>
                                    <p:cond delay="0"/>
                                  </p:stCondLst>
                                  <p:childTnLst>
                                    <p:set>
                                      <p:cBhvr>
                                        <p:cTn id="78" dur="1" fill="hold">
                                          <p:stCondLst>
                                            <p:cond delay="0"/>
                                          </p:stCondLst>
                                        </p:cTn>
                                        <p:tgtEl>
                                          <p:spTgt spid="848957"/>
                                        </p:tgtEl>
                                        <p:attrNameLst>
                                          <p:attrName>style.visibility</p:attrName>
                                        </p:attrNameLst>
                                      </p:cBhvr>
                                      <p:to>
                                        <p:strVal val="visible"/>
                                      </p:to>
                                    </p:set>
                                    <p:anim calcmode="lin" valueType="num">
                                      <p:cBhvr>
                                        <p:cTn id="79" dur="500" fill="hold"/>
                                        <p:tgtEl>
                                          <p:spTgt spid="848957"/>
                                        </p:tgtEl>
                                        <p:attrNameLst>
                                          <p:attrName>ppt_w</p:attrName>
                                        </p:attrNameLst>
                                      </p:cBhvr>
                                      <p:tavLst>
                                        <p:tav tm="0">
                                          <p:val>
                                            <p:fltVal val="0"/>
                                          </p:val>
                                        </p:tav>
                                        <p:tav tm="100000">
                                          <p:val>
                                            <p:strVal val="#ppt_w"/>
                                          </p:val>
                                        </p:tav>
                                      </p:tavLst>
                                    </p:anim>
                                    <p:anim calcmode="lin" valueType="num">
                                      <p:cBhvr>
                                        <p:cTn id="80" dur="500" fill="hold"/>
                                        <p:tgtEl>
                                          <p:spTgt spid="848957"/>
                                        </p:tgtEl>
                                        <p:attrNameLst>
                                          <p:attrName>ppt_h</p:attrName>
                                        </p:attrNameLst>
                                      </p:cBhvr>
                                      <p:tavLst>
                                        <p:tav tm="0">
                                          <p:val>
                                            <p:strVal val="#ppt_h"/>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4" presetClass="entr" presetSubtype="16" fill="hold" grpId="0" nodeType="click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box(in)">
                                      <p:cBhvr>
                                        <p:cTn id="85" dur="500"/>
                                        <p:tgtEl>
                                          <p:spTgt spid="23"/>
                                        </p:tgtEl>
                                      </p:cBhvr>
                                    </p:animEffect>
                                  </p:childTnLst>
                                  <p:subTnLst>
                                    <p:audio>
                                      <p:cMediaNode>
                                        <p:cTn display="0" masterRel="sameClick">
                                          <p:stCondLst>
                                            <p:cond evt="begin" delay="0">
                                              <p:tn val="83"/>
                                            </p:cond>
                                          </p:stCondLst>
                                          <p:endCondLst>
                                            <p:cond evt="onStopAudio" delay="0">
                                              <p:tgtEl>
                                                <p:sldTgt/>
                                              </p:tgtEl>
                                            </p:cond>
                                          </p:endCondLst>
                                        </p:cTn>
                                        <p:tgtEl>
                                          <p:sndTgt r:embed="rId4" name="laser.wav"/>
                                        </p:tgtEl>
                                      </p:cMediaNode>
                                    </p:audio>
                                  </p:subTnLst>
                                </p:cTn>
                              </p:par>
                            </p:childTnLst>
                          </p:cTn>
                        </p:par>
                      </p:childTnLst>
                    </p:cTn>
                  </p:par>
                  <p:par>
                    <p:cTn id="86" fill="hold">
                      <p:stCondLst>
                        <p:cond delay="indefinite"/>
                      </p:stCondLst>
                      <p:childTnLst>
                        <p:par>
                          <p:cTn id="87" fill="hold">
                            <p:stCondLst>
                              <p:cond delay="0"/>
                            </p:stCondLst>
                            <p:childTnLst>
                              <p:par>
                                <p:cTn id="88" presetID="4" presetClass="entr" presetSubtype="16" fill="hold" grpId="0" nodeType="click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box(in)">
                                      <p:cBhvr>
                                        <p:cTn id="90" dur="500"/>
                                        <p:tgtEl>
                                          <p:spTgt spid="24"/>
                                        </p:tgtEl>
                                      </p:cBhvr>
                                    </p:animEffect>
                                  </p:childTnLst>
                                  <p:subTnLst>
                                    <p:audio>
                                      <p:cMediaNode>
                                        <p:cTn display="0" masterRel="sameClick">
                                          <p:stCondLst>
                                            <p:cond evt="begin" delay="0">
                                              <p:tn val="88"/>
                                            </p:cond>
                                          </p:stCondLst>
                                          <p:endCondLst>
                                            <p:cond evt="onStopAudio" delay="0">
                                              <p:tgtEl>
                                                <p:sldTgt/>
                                              </p:tgtEl>
                                            </p:cond>
                                          </p:endCondLst>
                                        </p:cTn>
                                        <p:tgtEl>
                                          <p:sndTgt r:embed="rId4" name="laser.wav"/>
                                        </p:tgtEl>
                                      </p:cMediaNode>
                                    </p:audio>
                                  </p:subTnLst>
                                </p:cTn>
                              </p:par>
                            </p:childTnLst>
                          </p:cTn>
                        </p:par>
                      </p:childTnLst>
                    </p:cTn>
                  </p:par>
                  <p:par>
                    <p:cTn id="91" fill="hold">
                      <p:stCondLst>
                        <p:cond delay="indefinite"/>
                      </p:stCondLst>
                      <p:childTnLst>
                        <p:par>
                          <p:cTn id="92" fill="hold">
                            <p:stCondLst>
                              <p:cond delay="0"/>
                            </p:stCondLst>
                            <p:childTnLst>
                              <p:par>
                                <p:cTn id="93" presetID="4" presetClass="entr" presetSubtype="16" fill="hold" grpId="0" nodeType="clickEffect">
                                  <p:stCondLst>
                                    <p:cond delay="0"/>
                                  </p:stCondLst>
                                  <p:childTnLst>
                                    <p:set>
                                      <p:cBhvr>
                                        <p:cTn id="94" dur="1" fill="hold">
                                          <p:stCondLst>
                                            <p:cond delay="0"/>
                                          </p:stCondLst>
                                        </p:cTn>
                                        <p:tgtEl>
                                          <p:spTgt spid="25"/>
                                        </p:tgtEl>
                                        <p:attrNameLst>
                                          <p:attrName>style.visibility</p:attrName>
                                        </p:attrNameLst>
                                      </p:cBhvr>
                                      <p:to>
                                        <p:strVal val="visible"/>
                                      </p:to>
                                    </p:set>
                                    <p:animEffect transition="in" filter="box(in)">
                                      <p:cBhvr>
                                        <p:cTn id="95" dur="500"/>
                                        <p:tgtEl>
                                          <p:spTgt spid="25"/>
                                        </p:tgtEl>
                                      </p:cBhvr>
                                    </p:animEffect>
                                  </p:childTnLst>
                                  <p:subTnLst>
                                    <p:audio>
                                      <p:cMediaNode>
                                        <p:cTn display="0" masterRel="sameClick">
                                          <p:stCondLst>
                                            <p:cond evt="begin" delay="0">
                                              <p:tn val="93"/>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8945" grpId="0" animBg="1"/>
      <p:bldP spid="848946" grpId="0" animBg="1"/>
      <p:bldP spid="848947" grpId="0" animBg="1"/>
      <p:bldP spid="848948" grpId="0" animBg="1"/>
      <p:bldP spid="848949" grpId="0" animBg="1"/>
      <p:bldP spid="848950" grpId="0" animBg="1"/>
      <p:bldP spid="848951" grpId="0" animBg="1"/>
      <p:bldP spid="848952" grpId="0" animBg="1"/>
      <p:bldP spid="848953" grpId="0" animBg="1"/>
      <p:bldP spid="848954" grpId="0" animBg="1"/>
      <p:bldP spid="848955" grpId="0" animBg="1"/>
      <p:bldP spid="848956" grpId="0" animBg="1"/>
      <p:bldP spid="848957" grpId="0" animBg="1"/>
      <p:bldP spid="23" grpId="0" animBg="1" autoUpdateAnimBg="0"/>
      <p:bldP spid="24" grpId="0" animBg="1" autoUpdateAnimBg="0"/>
      <p:bldP spid="25" grpId="0" animBg="1" autoUpdateAnimBg="0"/>
    </p:bldLst>
  </p:timing>
  <p:extLst mod="1"/>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3"/>
          <p:cNvSpPr>
            <a:spLocks noGrp="1"/>
          </p:cNvSpPr>
          <p:nvPr>
            <p:ph type="sldNum" sz="quarter" idx="10"/>
          </p:nvPr>
        </p:nvSpPr>
        <p:spPr/>
        <p:txBody>
          <a:bodyPr/>
          <a:lstStyle/>
          <a:p>
            <a:fld id="{1A1311AB-8306-455B-A1B1-199DE2237E16}" type="slidenum">
              <a:rPr lang="zh-CN" altLang="en-US"/>
              <a:pPr/>
              <a:t>51</a:t>
            </a:fld>
            <a:endParaRPr lang="en-US" altLang="zh-CN"/>
          </a:p>
        </p:txBody>
      </p:sp>
      <p:sp>
        <p:nvSpPr>
          <p:cNvPr id="25" name="日期占位符 4"/>
          <p:cNvSpPr>
            <a:spLocks noGrp="1"/>
          </p:cNvSpPr>
          <p:nvPr>
            <p:ph type="dt" sz="half" idx="4294967295"/>
          </p:nvPr>
        </p:nvSpPr>
        <p:spPr>
          <a:xfrm>
            <a:off x="14295" y="6350000"/>
            <a:ext cx="2297112" cy="577850"/>
          </a:xfrm>
        </p:spPr>
        <p:txBody>
          <a:bodyPr/>
          <a:lstStyle/>
          <a:p>
            <a:fld id="{21D4D1A4-E9BF-41A2-BCBE-F61A833DDE6F}" type="datetime1">
              <a:rPr lang="zh-CN" altLang="en-US"/>
              <a:pPr/>
              <a:t>2024/11/11</a:t>
            </a:fld>
            <a:endParaRPr lang="en-US" altLang="zh-CN"/>
          </a:p>
        </p:txBody>
      </p:sp>
      <p:sp>
        <p:nvSpPr>
          <p:cNvPr id="849922" name="Rectangle 2"/>
          <p:cNvSpPr>
            <a:spLocks noGrp="1" noChangeArrowheads="1"/>
          </p:cNvSpPr>
          <p:nvPr>
            <p:ph type="title"/>
          </p:nvPr>
        </p:nvSpPr>
        <p:spPr>
          <a:xfrm>
            <a:off x="650878" y="255588"/>
            <a:ext cx="8820150" cy="658812"/>
          </a:xfrm>
        </p:spPr>
        <p:txBody>
          <a:bodyPr/>
          <a:lstStyle/>
          <a:p>
            <a:r>
              <a:rPr lang="zh-CN" altLang="en-US" dirty="0"/>
              <a:t>§ 1.4 </a:t>
            </a:r>
            <a:r>
              <a:rPr lang="zh-CN" altLang="en-US" sz="4800" dirty="0"/>
              <a:t>龙贝格法</a:t>
            </a:r>
          </a:p>
        </p:txBody>
      </p:sp>
      <p:sp>
        <p:nvSpPr>
          <p:cNvPr id="849923" name="Rectangle 3"/>
          <p:cNvSpPr>
            <a:spLocks noGrp="1" noChangeArrowheads="1"/>
          </p:cNvSpPr>
          <p:nvPr>
            <p:ph type="body" idx="1"/>
          </p:nvPr>
        </p:nvSpPr>
        <p:spPr>
          <a:xfrm>
            <a:off x="128464" y="1066812"/>
            <a:ext cx="8820150" cy="387798"/>
          </a:xfrm>
        </p:spPr>
        <p:txBody>
          <a:bodyPr/>
          <a:lstStyle/>
          <a:p>
            <a:r>
              <a:rPr lang="zh-CN" altLang="en-US" dirty="0"/>
              <a:t>例6.4龙贝格法求         </a:t>
            </a:r>
          </a:p>
        </p:txBody>
      </p:sp>
      <p:graphicFrame>
        <p:nvGraphicFramePr>
          <p:cNvPr id="849924" name="Object 4"/>
          <p:cNvGraphicFramePr>
            <a:graphicFrameLocks noChangeAspect="1"/>
          </p:cNvGraphicFramePr>
          <p:nvPr>
            <p:extLst/>
          </p:nvPr>
        </p:nvGraphicFramePr>
        <p:xfrm>
          <a:off x="2915791" y="836722"/>
          <a:ext cx="2181225" cy="881063"/>
        </p:xfrm>
        <a:graphic>
          <a:graphicData uri="http://schemas.openxmlformats.org/presentationml/2006/ole">
            <mc:AlternateContent xmlns:mc="http://schemas.openxmlformats.org/markup-compatibility/2006">
              <mc:Choice xmlns:v="urn:schemas-microsoft-com:vml" Requires="v">
                <p:oleObj spid="_x0000_s913458" name="Equation" r:id="rId4" imgW="1015920" imgH="393480" progId="Equation.3">
                  <p:embed/>
                </p:oleObj>
              </mc:Choice>
              <mc:Fallback>
                <p:oleObj name="Equation" r:id="rId4" imgW="1015920" imgH="3934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5791" y="836722"/>
                        <a:ext cx="2181225" cy="881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9925" name="Rectangle 5"/>
          <p:cNvSpPr>
            <a:spLocks noChangeArrowheads="1"/>
          </p:cNvSpPr>
          <p:nvPr/>
        </p:nvSpPr>
        <p:spPr bwMode="auto">
          <a:xfrm>
            <a:off x="4892686" y="968376"/>
            <a:ext cx="52357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i="0" dirty="0">
                <a:latin typeface="黑体" pitchFamily="2" charset="-122"/>
                <a:ea typeface="黑体" pitchFamily="2" charset="-122"/>
              </a:rPr>
              <a:t>的近似值</a:t>
            </a:r>
            <a:r>
              <a:rPr lang="en-US" altLang="zh-CN" sz="2800" i="0" dirty="0">
                <a:latin typeface="黑体" pitchFamily="2" charset="-122"/>
                <a:ea typeface="黑体" pitchFamily="2" charset="-122"/>
              </a:rPr>
              <a:t>,</a:t>
            </a:r>
            <a:r>
              <a:rPr lang="zh-CN" altLang="en-US" sz="2800" i="0" dirty="0">
                <a:latin typeface="黑体" pitchFamily="2" charset="-122"/>
                <a:ea typeface="黑体" pitchFamily="2" charset="-122"/>
              </a:rPr>
              <a:t>要求稳定到小数后5位</a:t>
            </a:r>
          </a:p>
        </p:txBody>
      </p:sp>
      <p:sp>
        <p:nvSpPr>
          <p:cNvPr id="849926" name="Rectangle 6"/>
          <p:cNvSpPr>
            <a:spLocks noChangeArrowheads="1"/>
          </p:cNvSpPr>
          <p:nvPr/>
        </p:nvSpPr>
        <p:spPr bwMode="auto">
          <a:xfrm>
            <a:off x="609599" y="1752612"/>
            <a:ext cx="91440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i="0">
                <a:latin typeface="Times New Roman" pitchFamily="18" charset="0"/>
                <a:ea typeface="黑体" pitchFamily="2" charset="-122"/>
              </a:rPr>
              <a:t>解：</a:t>
            </a:r>
          </a:p>
        </p:txBody>
      </p:sp>
      <p:graphicFrame>
        <p:nvGraphicFramePr>
          <p:cNvPr id="849927" name="Object 7"/>
          <p:cNvGraphicFramePr>
            <a:graphicFrameLocks noChangeAspect="1"/>
          </p:cNvGraphicFramePr>
          <p:nvPr/>
        </p:nvGraphicFramePr>
        <p:xfrm>
          <a:off x="1295401" y="1530350"/>
          <a:ext cx="1905001" cy="831850"/>
        </p:xfrm>
        <a:graphic>
          <a:graphicData uri="http://schemas.openxmlformats.org/presentationml/2006/ole">
            <mc:AlternateContent xmlns:mc="http://schemas.openxmlformats.org/markup-compatibility/2006">
              <mc:Choice xmlns:v="urn:schemas-microsoft-com:vml" Requires="v">
                <p:oleObj spid="_x0000_s913459" name="Equation" r:id="rId6" imgW="939600" imgH="393480" progId="Equation.3">
                  <p:embed/>
                </p:oleObj>
              </mc:Choice>
              <mc:Fallback>
                <p:oleObj name="Equation" r:id="rId6" imgW="939600" imgH="393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5401" y="1530350"/>
                        <a:ext cx="1905001" cy="831850"/>
                      </a:xfrm>
                      <a:prstGeom prst="rect">
                        <a:avLst/>
                      </a:prstGeom>
                      <a:noFill/>
                      <a:ln w="38100">
                        <a:solidFill>
                          <a:srgbClr val="FF0000"/>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9928" name="Object 8"/>
          <p:cNvGraphicFramePr>
            <a:graphicFrameLocks noChangeAspect="1"/>
          </p:cNvGraphicFramePr>
          <p:nvPr/>
        </p:nvGraphicFramePr>
        <p:xfrm>
          <a:off x="782642" y="2209800"/>
          <a:ext cx="2951163" cy="820738"/>
        </p:xfrm>
        <a:graphic>
          <a:graphicData uri="http://schemas.openxmlformats.org/presentationml/2006/ole">
            <mc:AlternateContent xmlns:mc="http://schemas.openxmlformats.org/markup-compatibility/2006">
              <mc:Choice xmlns:v="urn:schemas-microsoft-com:vml" Requires="v">
                <p:oleObj spid="_x0000_s913460" name="Equation" r:id="rId8" imgW="1295280" imgH="393480" progId="Equation.3">
                  <p:embed/>
                </p:oleObj>
              </mc:Choice>
              <mc:Fallback>
                <p:oleObj name="Equation" r:id="rId8" imgW="1295280" imgH="3934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2642" y="2209800"/>
                        <a:ext cx="2951163" cy="820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9929" name="Object 9"/>
          <p:cNvGraphicFramePr>
            <a:graphicFrameLocks noChangeAspect="1"/>
          </p:cNvGraphicFramePr>
          <p:nvPr/>
        </p:nvGraphicFramePr>
        <p:xfrm>
          <a:off x="3705225" y="2209800"/>
          <a:ext cx="3152775" cy="820738"/>
        </p:xfrm>
        <a:graphic>
          <a:graphicData uri="http://schemas.openxmlformats.org/presentationml/2006/ole">
            <mc:AlternateContent xmlns:mc="http://schemas.openxmlformats.org/markup-compatibility/2006">
              <mc:Choice xmlns:v="urn:schemas-microsoft-com:vml" Requires="v">
                <p:oleObj spid="_x0000_s913461" name="Equation" r:id="rId10" imgW="1384200" imgH="393480" progId="Equation.3">
                  <p:embed/>
                </p:oleObj>
              </mc:Choice>
              <mc:Fallback>
                <p:oleObj name="Equation" r:id="rId10" imgW="1384200" imgH="39348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05225" y="2209800"/>
                        <a:ext cx="3152775" cy="820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9930" name="Object 10"/>
          <p:cNvGraphicFramePr>
            <a:graphicFrameLocks noChangeAspect="1"/>
          </p:cNvGraphicFramePr>
          <p:nvPr/>
        </p:nvGraphicFramePr>
        <p:xfrm>
          <a:off x="762012" y="2895600"/>
          <a:ext cx="2690813" cy="820738"/>
        </p:xfrm>
        <a:graphic>
          <a:graphicData uri="http://schemas.openxmlformats.org/presentationml/2006/ole">
            <mc:AlternateContent xmlns:mc="http://schemas.openxmlformats.org/markup-compatibility/2006">
              <mc:Choice xmlns:v="urn:schemas-microsoft-com:vml" Requires="v">
                <p:oleObj spid="_x0000_s913462" name="Equation" r:id="rId12" imgW="1180800" imgH="393480" progId="Equation.3">
                  <p:embed/>
                </p:oleObj>
              </mc:Choice>
              <mc:Fallback>
                <p:oleObj name="Equation" r:id="rId12" imgW="1180800" imgH="39348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2012" y="2895600"/>
                        <a:ext cx="2690813" cy="820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9931" name="Object 11"/>
          <p:cNvGraphicFramePr>
            <a:graphicFrameLocks noChangeAspect="1"/>
          </p:cNvGraphicFramePr>
          <p:nvPr/>
        </p:nvGraphicFramePr>
        <p:xfrm>
          <a:off x="3419475" y="2895600"/>
          <a:ext cx="4657725" cy="1143000"/>
        </p:xfrm>
        <a:graphic>
          <a:graphicData uri="http://schemas.openxmlformats.org/presentationml/2006/ole">
            <mc:AlternateContent xmlns:mc="http://schemas.openxmlformats.org/markup-compatibility/2006">
              <mc:Choice xmlns:v="urn:schemas-microsoft-com:vml" Requires="v">
                <p:oleObj spid="_x0000_s913463" name="Equation" r:id="rId14" imgW="2044440" imgH="596880" progId="Equation.3">
                  <p:embed/>
                </p:oleObj>
              </mc:Choice>
              <mc:Fallback>
                <p:oleObj name="Equation" r:id="rId14" imgW="2044440" imgH="59688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19475" y="2895600"/>
                        <a:ext cx="465772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9932" name="Object 12"/>
          <p:cNvGraphicFramePr>
            <a:graphicFrameLocks noChangeAspect="1"/>
          </p:cNvGraphicFramePr>
          <p:nvPr/>
        </p:nvGraphicFramePr>
        <p:xfrm>
          <a:off x="685807" y="3581405"/>
          <a:ext cx="2413000" cy="900113"/>
        </p:xfrm>
        <a:graphic>
          <a:graphicData uri="http://schemas.openxmlformats.org/presentationml/2006/ole">
            <mc:AlternateContent xmlns:mc="http://schemas.openxmlformats.org/markup-compatibility/2006">
              <mc:Choice xmlns:v="urn:schemas-microsoft-com:vml" Requires="v">
                <p:oleObj spid="_x0000_s913464" name="Equation" r:id="rId16" imgW="1028520" imgH="393480" progId="Equation.3">
                  <p:embed/>
                </p:oleObj>
              </mc:Choice>
              <mc:Fallback>
                <p:oleObj name="Equation" r:id="rId16" imgW="1028520" imgH="39348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85807" y="3581405"/>
                        <a:ext cx="2413000"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9933" name="Object 13"/>
          <p:cNvGraphicFramePr>
            <a:graphicFrameLocks noChangeAspect="1"/>
          </p:cNvGraphicFramePr>
          <p:nvPr/>
        </p:nvGraphicFramePr>
        <p:xfrm>
          <a:off x="2971812" y="3671888"/>
          <a:ext cx="3960813" cy="900112"/>
        </p:xfrm>
        <a:graphic>
          <a:graphicData uri="http://schemas.openxmlformats.org/presentationml/2006/ole">
            <mc:AlternateContent xmlns:mc="http://schemas.openxmlformats.org/markup-compatibility/2006">
              <mc:Choice xmlns:v="urn:schemas-microsoft-com:vml" Requires="v">
                <p:oleObj spid="_x0000_s913465" name="Equation" r:id="rId18" imgW="1688760" imgH="393480" progId="Equation.3">
                  <p:embed/>
                </p:oleObj>
              </mc:Choice>
              <mc:Fallback>
                <p:oleObj name="Equation" r:id="rId18" imgW="1688760" imgH="39348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71812" y="3671888"/>
                        <a:ext cx="3960813" cy="90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9934" name="Object 14"/>
          <p:cNvGraphicFramePr>
            <a:graphicFrameLocks noChangeAspect="1"/>
          </p:cNvGraphicFramePr>
          <p:nvPr/>
        </p:nvGraphicFramePr>
        <p:xfrm>
          <a:off x="762000" y="4329135"/>
          <a:ext cx="3581400" cy="820737"/>
        </p:xfrm>
        <a:graphic>
          <a:graphicData uri="http://schemas.openxmlformats.org/presentationml/2006/ole">
            <mc:AlternateContent xmlns:mc="http://schemas.openxmlformats.org/markup-compatibility/2006">
              <mc:Choice xmlns:v="urn:schemas-microsoft-com:vml" Requires="v">
                <p:oleObj spid="_x0000_s913466" name="Equation" r:id="rId20" imgW="1777680" imgH="393480" progId="Equation.3">
                  <p:embed/>
                </p:oleObj>
              </mc:Choice>
              <mc:Fallback>
                <p:oleObj name="Equation" r:id="rId20" imgW="1777680" imgH="39348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62000" y="4329135"/>
                        <a:ext cx="3581400" cy="820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9935" name="Rectangle 15"/>
          <p:cNvSpPr>
            <a:spLocks noChangeArrowheads="1"/>
          </p:cNvSpPr>
          <p:nvPr/>
        </p:nvSpPr>
        <p:spPr bwMode="auto">
          <a:xfrm>
            <a:off x="4267200" y="4481513"/>
            <a:ext cx="153702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i="0">
                <a:latin typeface="Times New Roman" pitchFamily="18" charset="0"/>
              </a:rPr>
              <a:t>=3.13118</a:t>
            </a:r>
          </a:p>
        </p:txBody>
      </p:sp>
      <p:graphicFrame>
        <p:nvGraphicFramePr>
          <p:cNvPr id="849936" name="Object 16"/>
          <p:cNvGraphicFramePr>
            <a:graphicFrameLocks noChangeAspect="1"/>
          </p:cNvGraphicFramePr>
          <p:nvPr/>
        </p:nvGraphicFramePr>
        <p:xfrm>
          <a:off x="4357690" y="1349375"/>
          <a:ext cx="5381625" cy="936625"/>
        </p:xfrm>
        <a:graphic>
          <a:graphicData uri="http://schemas.openxmlformats.org/presentationml/2006/ole">
            <mc:AlternateContent xmlns:mc="http://schemas.openxmlformats.org/markup-compatibility/2006">
              <mc:Choice xmlns:v="urn:schemas-microsoft-com:vml" Requires="v">
                <p:oleObj spid="_x0000_s913467" name="Equation" r:id="rId22" imgW="2450880" imgH="457200" progId="Equation.3">
                  <p:embed/>
                </p:oleObj>
              </mc:Choice>
              <mc:Fallback>
                <p:oleObj name="Equation" r:id="rId22" imgW="2450880" imgH="457200"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357690" y="1349375"/>
                        <a:ext cx="5381625" cy="936625"/>
                      </a:xfrm>
                      <a:prstGeom prst="rect">
                        <a:avLst/>
                      </a:prstGeom>
                      <a:noFill/>
                      <a:ln w="38100">
                        <a:solidFill>
                          <a:srgbClr val="FF0000"/>
                        </a:solidFill>
                        <a:prstDash val="dash"/>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9937" name="Object 17"/>
          <p:cNvGraphicFramePr>
            <a:graphicFrameLocks noChangeAspect="1"/>
          </p:cNvGraphicFramePr>
          <p:nvPr/>
        </p:nvGraphicFramePr>
        <p:xfrm>
          <a:off x="6019800" y="4267222"/>
          <a:ext cx="1981200" cy="900113"/>
        </p:xfrm>
        <a:graphic>
          <a:graphicData uri="http://schemas.openxmlformats.org/presentationml/2006/ole">
            <mc:AlternateContent xmlns:mc="http://schemas.openxmlformats.org/markup-compatibility/2006">
              <mc:Choice xmlns:v="urn:schemas-microsoft-com:vml" Requires="v">
                <p:oleObj spid="_x0000_s913468" name="Equation" r:id="rId24" imgW="1041120" imgH="393480" progId="Equation.3">
                  <p:embed/>
                </p:oleObj>
              </mc:Choice>
              <mc:Fallback>
                <p:oleObj name="Equation" r:id="rId24" imgW="1041120" imgH="393480"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019800" y="4267222"/>
                        <a:ext cx="1981200"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9938" name="Rectangle 18"/>
          <p:cNvSpPr>
            <a:spLocks noChangeArrowheads="1"/>
          </p:cNvSpPr>
          <p:nvPr/>
        </p:nvSpPr>
        <p:spPr bwMode="auto">
          <a:xfrm>
            <a:off x="8001003" y="4433888"/>
            <a:ext cx="15568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i="0">
                <a:latin typeface="Times New Roman" pitchFamily="18" charset="0"/>
              </a:rPr>
              <a:t>=3.14157</a:t>
            </a:r>
          </a:p>
        </p:txBody>
      </p:sp>
      <p:graphicFrame>
        <p:nvGraphicFramePr>
          <p:cNvPr id="849939" name="Object 19"/>
          <p:cNvGraphicFramePr>
            <a:graphicFrameLocks noChangeAspect="1"/>
          </p:cNvGraphicFramePr>
          <p:nvPr/>
        </p:nvGraphicFramePr>
        <p:xfrm>
          <a:off x="766775" y="4876822"/>
          <a:ext cx="3609975" cy="900113"/>
        </p:xfrm>
        <a:graphic>
          <a:graphicData uri="http://schemas.openxmlformats.org/presentationml/2006/ole">
            <mc:AlternateContent xmlns:mc="http://schemas.openxmlformats.org/markup-compatibility/2006">
              <mc:Choice xmlns:v="urn:schemas-microsoft-com:vml" Requires="v">
                <p:oleObj spid="_x0000_s913469" name="Equation" r:id="rId26" imgW="1638000" imgH="419040" progId="Equation.3">
                  <p:embed/>
                </p:oleObj>
              </mc:Choice>
              <mc:Fallback>
                <p:oleObj name="Equation" r:id="rId26" imgW="1638000" imgH="419040"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66775" y="4876822"/>
                        <a:ext cx="3609975"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9940" name="Rectangle 20"/>
          <p:cNvSpPr>
            <a:spLocks noChangeArrowheads="1"/>
          </p:cNvSpPr>
          <p:nvPr/>
        </p:nvSpPr>
        <p:spPr bwMode="auto">
          <a:xfrm>
            <a:off x="4348163" y="5105401"/>
            <a:ext cx="15568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i="0">
                <a:latin typeface="Times New Roman" pitchFamily="18" charset="0"/>
              </a:rPr>
              <a:t>=3.14212</a:t>
            </a:r>
          </a:p>
        </p:txBody>
      </p:sp>
      <p:sp>
        <p:nvSpPr>
          <p:cNvPr id="849941" name="Rectangle 21"/>
          <p:cNvSpPr>
            <a:spLocks noChangeArrowheads="1"/>
          </p:cNvSpPr>
          <p:nvPr/>
        </p:nvSpPr>
        <p:spPr bwMode="auto">
          <a:xfrm>
            <a:off x="6100777" y="5105401"/>
            <a:ext cx="191590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i="0">
                <a:latin typeface="Times New Roman" pitchFamily="18" charset="0"/>
              </a:rPr>
              <a:t>T</a:t>
            </a:r>
            <a:r>
              <a:rPr lang="en-US" altLang="zh-CN" sz="2800" i="0" baseline="-25000">
                <a:latin typeface="Times New Roman" pitchFamily="18" charset="0"/>
              </a:rPr>
              <a:t>8</a:t>
            </a:r>
            <a:r>
              <a:rPr lang="en-US" altLang="zh-CN" sz="2800" i="0">
                <a:latin typeface="Times New Roman" pitchFamily="18" charset="0"/>
              </a:rPr>
              <a:t>=3.13899</a:t>
            </a:r>
          </a:p>
        </p:txBody>
      </p:sp>
      <p:sp>
        <p:nvSpPr>
          <p:cNvPr id="849942" name="Rectangle 22"/>
          <p:cNvSpPr>
            <a:spLocks noChangeArrowheads="1"/>
          </p:cNvSpPr>
          <p:nvPr/>
        </p:nvSpPr>
        <p:spPr bwMode="auto">
          <a:xfrm>
            <a:off x="746137" y="5805488"/>
            <a:ext cx="18774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i="0">
                <a:latin typeface="Times New Roman" pitchFamily="18" charset="0"/>
              </a:rPr>
              <a:t>S</a:t>
            </a:r>
            <a:r>
              <a:rPr lang="en-US" altLang="zh-CN" sz="2800" i="0" baseline="-25000">
                <a:latin typeface="Times New Roman" pitchFamily="18" charset="0"/>
              </a:rPr>
              <a:t>4</a:t>
            </a:r>
            <a:r>
              <a:rPr lang="en-US" altLang="zh-CN" sz="2800" i="0">
                <a:latin typeface="Times New Roman" pitchFamily="18" charset="0"/>
              </a:rPr>
              <a:t>=3.14159</a:t>
            </a:r>
          </a:p>
        </p:txBody>
      </p:sp>
      <p:sp>
        <p:nvSpPr>
          <p:cNvPr id="849943" name="Rectangle 23"/>
          <p:cNvSpPr>
            <a:spLocks noChangeArrowheads="1"/>
          </p:cNvSpPr>
          <p:nvPr/>
        </p:nvSpPr>
        <p:spPr bwMode="auto">
          <a:xfrm>
            <a:off x="2955937" y="5805488"/>
            <a:ext cx="193674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i="0">
                <a:latin typeface="Times New Roman" pitchFamily="18" charset="0"/>
              </a:rPr>
              <a:t>C</a:t>
            </a:r>
            <a:r>
              <a:rPr lang="en-US" altLang="zh-CN" sz="2800" i="0" baseline="-25000">
                <a:latin typeface="Times New Roman" pitchFamily="18" charset="0"/>
              </a:rPr>
              <a:t>4</a:t>
            </a:r>
            <a:r>
              <a:rPr lang="en-US" altLang="zh-CN" sz="2800" i="0">
                <a:latin typeface="Times New Roman" pitchFamily="18" charset="0"/>
              </a:rPr>
              <a:t>=3.14159</a:t>
            </a:r>
          </a:p>
        </p:txBody>
      </p:sp>
    </p:spTree>
    <p:custDataLst>
      <p:tags r:id="rId2"/>
    </p:custDataLst>
    <p:extLst>
      <p:ext uri="{BB962C8B-B14F-4D97-AF65-F5344CB8AC3E}">
        <p14:creationId xmlns:p14="http://schemas.microsoft.com/office/powerpoint/2010/main" val="1573271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49924"/>
                                        </p:tgtEl>
                                        <p:attrNameLst>
                                          <p:attrName>style.visibility</p:attrName>
                                        </p:attrNameLst>
                                      </p:cBhvr>
                                      <p:to>
                                        <p:strVal val="visible"/>
                                      </p:to>
                                    </p:set>
                                    <p:animEffect transition="in" filter="dissolve">
                                      <p:cBhvr>
                                        <p:cTn id="7" dur="500"/>
                                        <p:tgtEl>
                                          <p:spTgt spid="849924"/>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49925"/>
                                        </p:tgtEl>
                                        <p:attrNameLst>
                                          <p:attrName>style.visibility</p:attrName>
                                        </p:attrNameLst>
                                      </p:cBhvr>
                                      <p:to>
                                        <p:strVal val="visible"/>
                                      </p:to>
                                    </p:set>
                                    <p:animEffect transition="in" filter="dissolve">
                                      <p:cBhvr>
                                        <p:cTn id="11" dur="500"/>
                                        <p:tgtEl>
                                          <p:spTgt spid="84992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849926"/>
                                        </p:tgtEl>
                                        <p:attrNameLst>
                                          <p:attrName>style.visibility</p:attrName>
                                        </p:attrNameLst>
                                      </p:cBhvr>
                                      <p:to>
                                        <p:strVal val="visible"/>
                                      </p:to>
                                    </p:set>
                                    <p:animEffect transition="in" filter="dissolve">
                                      <p:cBhvr>
                                        <p:cTn id="16" dur="500"/>
                                        <p:tgtEl>
                                          <p:spTgt spid="84992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849927"/>
                                        </p:tgtEl>
                                        <p:attrNameLst>
                                          <p:attrName>style.visibility</p:attrName>
                                        </p:attrNameLst>
                                      </p:cBhvr>
                                      <p:to>
                                        <p:strVal val="visible"/>
                                      </p:to>
                                    </p:set>
                                    <p:animEffect transition="in" filter="dissolve">
                                      <p:cBhvr>
                                        <p:cTn id="21" dur="500"/>
                                        <p:tgtEl>
                                          <p:spTgt spid="84992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849936"/>
                                        </p:tgtEl>
                                        <p:attrNameLst>
                                          <p:attrName>style.visibility</p:attrName>
                                        </p:attrNameLst>
                                      </p:cBhvr>
                                      <p:to>
                                        <p:strVal val="visible"/>
                                      </p:to>
                                    </p:set>
                                    <p:animEffect transition="in" filter="dissolve">
                                      <p:cBhvr>
                                        <p:cTn id="26" dur="500"/>
                                        <p:tgtEl>
                                          <p:spTgt spid="84993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849928"/>
                                        </p:tgtEl>
                                        <p:attrNameLst>
                                          <p:attrName>style.visibility</p:attrName>
                                        </p:attrNameLst>
                                      </p:cBhvr>
                                      <p:to>
                                        <p:strVal val="visible"/>
                                      </p:to>
                                    </p:set>
                                    <p:animEffect transition="in" filter="dissolve">
                                      <p:cBhvr>
                                        <p:cTn id="31" dur="500"/>
                                        <p:tgtEl>
                                          <p:spTgt spid="84992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nodeType="clickEffect">
                                  <p:stCondLst>
                                    <p:cond delay="0"/>
                                  </p:stCondLst>
                                  <p:childTnLst>
                                    <p:set>
                                      <p:cBhvr>
                                        <p:cTn id="35" dur="1" fill="hold">
                                          <p:stCondLst>
                                            <p:cond delay="0"/>
                                          </p:stCondLst>
                                        </p:cTn>
                                        <p:tgtEl>
                                          <p:spTgt spid="849929"/>
                                        </p:tgtEl>
                                        <p:attrNameLst>
                                          <p:attrName>style.visibility</p:attrName>
                                        </p:attrNameLst>
                                      </p:cBhvr>
                                      <p:to>
                                        <p:strVal val="visible"/>
                                      </p:to>
                                    </p:set>
                                    <p:animEffect transition="in" filter="dissolve">
                                      <p:cBhvr>
                                        <p:cTn id="36" dur="500"/>
                                        <p:tgtEl>
                                          <p:spTgt spid="84992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nodeType="clickEffect">
                                  <p:stCondLst>
                                    <p:cond delay="0"/>
                                  </p:stCondLst>
                                  <p:childTnLst>
                                    <p:set>
                                      <p:cBhvr>
                                        <p:cTn id="40" dur="1" fill="hold">
                                          <p:stCondLst>
                                            <p:cond delay="0"/>
                                          </p:stCondLst>
                                        </p:cTn>
                                        <p:tgtEl>
                                          <p:spTgt spid="849930"/>
                                        </p:tgtEl>
                                        <p:attrNameLst>
                                          <p:attrName>style.visibility</p:attrName>
                                        </p:attrNameLst>
                                      </p:cBhvr>
                                      <p:to>
                                        <p:strVal val="visible"/>
                                      </p:to>
                                    </p:set>
                                    <p:animEffect transition="in" filter="dissolve">
                                      <p:cBhvr>
                                        <p:cTn id="41" dur="500"/>
                                        <p:tgtEl>
                                          <p:spTgt spid="84993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nodeType="clickEffect">
                                  <p:stCondLst>
                                    <p:cond delay="0"/>
                                  </p:stCondLst>
                                  <p:childTnLst>
                                    <p:set>
                                      <p:cBhvr>
                                        <p:cTn id="45" dur="1" fill="hold">
                                          <p:stCondLst>
                                            <p:cond delay="0"/>
                                          </p:stCondLst>
                                        </p:cTn>
                                        <p:tgtEl>
                                          <p:spTgt spid="849931"/>
                                        </p:tgtEl>
                                        <p:attrNameLst>
                                          <p:attrName>style.visibility</p:attrName>
                                        </p:attrNameLst>
                                      </p:cBhvr>
                                      <p:to>
                                        <p:strVal val="visible"/>
                                      </p:to>
                                    </p:set>
                                    <p:animEffect transition="in" filter="dissolve">
                                      <p:cBhvr>
                                        <p:cTn id="46" dur="500"/>
                                        <p:tgtEl>
                                          <p:spTgt spid="84993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nodeType="clickEffect">
                                  <p:stCondLst>
                                    <p:cond delay="0"/>
                                  </p:stCondLst>
                                  <p:childTnLst>
                                    <p:set>
                                      <p:cBhvr>
                                        <p:cTn id="50" dur="1" fill="hold">
                                          <p:stCondLst>
                                            <p:cond delay="0"/>
                                          </p:stCondLst>
                                        </p:cTn>
                                        <p:tgtEl>
                                          <p:spTgt spid="849932"/>
                                        </p:tgtEl>
                                        <p:attrNameLst>
                                          <p:attrName>style.visibility</p:attrName>
                                        </p:attrNameLst>
                                      </p:cBhvr>
                                      <p:to>
                                        <p:strVal val="visible"/>
                                      </p:to>
                                    </p:set>
                                    <p:animEffect transition="in" filter="dissolve">
                                      <p:cBhvr>
                                        <p:cTn id="51" dur="500"/>
                                        <p:tgtEl>
                                          <p:spTgt spid="84993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nodeType="clickEffect">
                                  <p:stCondLst>
                                    <p:cond delay="0"/>
                                  </p:stCondLst>
                                  <p:childTnLst>
                                    <p:set>
                                      <p:cBhvr>
                                        <p:cTn id="55" dur="1" fill="hold">
                                          <p:stCondLst>
                                            <p:cond delay="0"/>
                                          </p:stCondLst>
                                        </p:cTn>
                                        <p:tgtEl>
                                          <p:spTgt spid="849933"/>
                                        </p:tgtEl>
                                        <p:attrNameLst>
                                          <p:attrName>style.visibility</p:attrName>
                                        </p:attrNameLst>
                                      </p:cBhvr>
                                      <p:to>
                                        <p:strVal val="visible"/>
                                      </p:to>
                                    </p:set>
                                    <p:animEffect transition="in" filter="dissolve">
                                      <p:cBhvr>
                                        <p:cTn id="56" dur="500"/>
                                        <p:tgtEl>
                                          <p:spTgt spid="849933"/>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9" presetClass="entr" presetSubtype="0" fill="hold" nodeType="clickEffect">
                                  <p:stCondLst>
                                    <p:cond delay="0"/>
                                  </p:stCondLst>
                                  <p:childTnLst>
                                    <p:set>
                                      <p:cBhvr>
                                        <p:cTn id="60" dur="1" fill="hold">
                                          <p:stCondLst>
                                            <p:cond delay="0"/>
                                          </p:stCondLst>
                                        </p:cTn>
                                        <p:tgtEl>
                                          <p:spTgt spid="849934"/>
                                        </p:tgtEl>
                                        <p:attrNameLst>
                                          <p:attrName>style.visibility</p:attrName>
                                        </p:attrNameLst>
                                      </p:cBhvr>
                                      <p:to>
                                        <p:strVal val="visible"/>
                                      </p:to>
                                    </p:set>
                                    <p:animEffect transition="in" filter="dissolve">
                                      <p:cBhvr>
                                        <p:cTn id="61" dur="500"/>
                                        <p:tgtEl>
                                          <p:spTgt spid="84993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9" presetClass="entr" presetSubtype="0" fill="hold" grpId="0" nodeType="clickEffect">
                                  <p:stCondLst>
                                    <p:cond delay="0"/>
                                  </p:stCondLst>
                                  <p:childTnLst>
                                    <p:set>
                                      <p:cBhvr>
                                        <p:cTn id="65" dur="1" fill="hold">
                                          <p:stCondLst>
                                            <p:cond delay="0"/>
                                          </p:stCondLst>
                                        </p:cTn>
                                        <p:tgtEl>
                                          <p:spTgt spid="849935"/>
                                        </p:tgtEl>
                                        <p:attrNameLst>
                                          <p:attrName>style.visibility</p:attrName>
                                        </p:attrNameLst>
                                      </p:cBhvr>
                                      <p:to>
                                        <p:strVal val="visible"/>
                                      </p:to>
                                    </p:set>
                                    <p:animEffect transition="in" filter="dissolve">
                                      <p:cBhvr>
                                        <p:cTn id="66" dur="500"/>
                                        <p:tgtEl>
                                          <p:spTgt spid="849935"/>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9" presetClass="entr" presetSubtype="0" fill="hold" nodeType="clickEffect">
                                  <p:stCondLst>
                                    <p:cond delay="0"/>
                                  </p:stCondLst>
                                  <p:childTnLst>
                                    <p:set>
                                      <p:cBhvr>
                                        <p:cTn id="70" dur="1" fill="hold">
                                          <p:stCondLst>
                                            <p:cond delay="0"/>
                                          </p:stCondLst>
                                        </p:cTn>
                                        <p:tgtEl>
                                          <p:spTgt spid="849937"/>
                                        </p:tgtEl>
                                        <p:attrNameLst>
                                          <p:attrName>style.visibility</p:attrName>
                                        </p:attrNameLst>
                                      </p:cBhvr>
                                      <p:to>
                                        <p:strVal val="visible"/>
                                      </p:to>
                                    </p:set>
                                    <p:animEffect transition="in" filter="dissolve">
                                      <p:cBhvr>
                                        <p:cTn id="71" dur="500"/>
                                        <p:tgtEl>
                                          <p:spTgt spid="849937"/>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9" presetClass="entr" presetSubtype="0" fill="hold" grpId="0" nodeType="clickEffect">
                                  <p:stCondLst>
                                    <p:cond delay="0"/>
                                  </p:stCondLst>
                                  <p:childTnLst>
                                    <p:set>
                                      <p:cBhvr>
                                        <p:cTn id="75" dur="1" fill="hold">
                                          <p:stCondLst>
                                            <p:cond delay="0"/>
                                          </p:stCondLst>
                                        </p:cTn>
                                        <p:tgtEl>
                                          <p:spTgt spid="849938"/>
                                        </p:tgtEl>
                                        <p:attrNameLst>
                                          <p:attrName>style.visibility</p:attrName>
                                        </p:attrNameLst>
                                      </p:cBhvr>
                                      <p:to>
                                        <p:strVal val="visible"/>
                                      </p:to>
                                    </p:set>
                                    <p:animEffect transition="in" filter="dissolve">
                                      <p:cBhvr>
                                        <p:cTn id="76" dur="500"/>
                                        <p:tgtEl>
                                          <p:spTgt spid="84993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9" presetClass="entr" presetSubtype="0" fill="hold" nodeType="clickEffect">
                                  <p:stCondLst>
                                    <p:cond delay="0"/>
                                  </p:stCondLst>
                                  <p:childTnLst>
                                    <p:set>
                                      <p:cBhvr>
                                        <p:cTn id="80" dur="1" fill="hold">
                                          <p:stCondLst>
                                            <p:cond delay="0"/>
                                          </p:stCondLst>
                                        </p:cTn>
                                        <p:tgtEl>
                                          <p:spTgt spid="849939"/>
                                        </p:tgtEl>
                                        <p:attrNameLst>
                                          <p:attrName>style.visibility</p:attrName>
                                        </p:attrNameLst>
                                      </p:cBhvr>
                                      <p:to>
                                        <p:strVal val="visible"/>
                                      </p:to>
                                    </p:set>
                                    <p:animEffect transition="in" filter="dissolve">
                                      <p:cBhvr>
                                        <p:cTn id="81" dur="500"/>
                                        <p:tgtEl>
                                          <p:spTgt spid="849939"/>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9" presetClass="entr" presetSubtype="0" fill="hold" grpId="0" nodeType="clickEffect">
                                  <p:stCondLst>
                                    <p:cond delay="0"/>
                                  </p:stCondLst>
                                  <p:childTnLst>
                                    <p:set>
                                      <p:cBhvr>
                                        <p:cTn id="85" dur="1" fill="hold">
                                          <p:stCondLst>
                                            <p:cond delay="0"/>
                                          </p:stCondLst>
                                        </p:cTn>
                                        <p:tgtEl>
                                          <p:spTgt spid="849940"/>
                                        </p:tgtEl>
                                        <p:attrNameLst>
                                          <p:attrName>style.visibility</p:attrName>
                                        </p:attrNameLst>
                                      </p:cBhvr>
                                      <p:to>
                                        <p:strVal val="visible"/>
                                      </p:to>
                                    </p:set>
                                    <p:animEffect transition="in" filter="dissolve">
                                      <p:cBhvr>
                                        <p:cTn id="86" dur="500"/>
                                        <p:tgtEl>
                                          <p:spTgt spid="849940"/>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9" presetClass="entr" presetSubtype="0" fill="hold" grpId="0" nodeType="clickEffect">
                                  <p:stCondLst>
                                    <p:cond delay="0"/>
                                  </p:stCondLst>
                                  <p:childTnLst>
                                    <p:set>
                                      <p:cBhvr>
                                        <p:cTn id="90" dur="1" fill="hold">
                                          <p:stCondLst>
                                            <p:cond delay="0"/>
                                          </p:stCondLst>
                                        </p:cTn>
                                        <p:tgtEl>
                                          <p:spTgt spid="849941"/>
                                        </p:tgtEl>
                                        <p:attrNameLst>
                                          <p:attrName>style.visibility</p:attrName>
                                        </p:attrNameLst>
                                      </p:cBhvr>
                                      <p:to>
                                        <p:strVal val="visible"/>
                                      </p:to>
                                    </p:set>
                                    <p:animEffect transition="in" filter="dissolve">
                                      <p:cBhvr>
                                        <p:cTn id="91" dur="500"/>
                                        <p:tgtEl>
                                          <p:spTgt spid="849941"/>
                                        </p:tgtEl>
                                      </p:cBhvr>
                                    </p:animEffect>
                                  </p:childTnLst>
                                </p:cTn>
                              </p:par>
                            </p:childTnLst>
                          </p:cTn>
                        </p:par>
                        <p:par>
                          <p:cTn id="92" fill="hold" nodeType="afterGroup">
                            <p:stCondLst>
                              <p:cond delay="500"/>
                            </p:stCondLst>
                            <p:childTnLst>
                              <p:par>
                                <p:cTn id="93" presetID="9" presetClass="entr" presetSubtype="0" fill="hold" grpId="0" nodeType="afterEffect">
                                  <p:stCondLst>
                                    <p:cond delay="0"/>
                                  </p:stCondLst>
                                  <p:childTnLst>
                                    <p:set>
                                      <p:cBhvr>
                                        <p:cTn id="94" dur="1" fill="hold">
                                          <p:stCondLst>
                                            <p:cond delay="0"/>
                                          </p:stCondLst>
                                        </p:cTn>
                                        <p:tgtEl>
                                          <p:spTgt spid="849942"/>
                                        </p:tgtEl>
                                        <p:attrNameLst>
                                          <p:attrName>style.visibility</p:attrName>
                                        </p:attrNameLst>
                                      </p:cBhvr>
                                      <p:to>
                                        <p:strVal val="visible"/>
                                      </p:to>
                                    </p:set>
                                    <p:animEffect transition="in" filter="dissolve">
                                      <p:cBhvr>
                                        <p:cTn id="95" dur="500"/>
                                        <p:tgtEl>
                                          <p:spTgt spid="849942"/>
                                        </p:tgtEl>
                                      </p:cBhvr>
                                    </p:animEffect>
                                  </p:childTnLst>
                                </p:cTn>
                              </p:par>
                            </p:childTnLst>
                          </p:cTn>
                        </p:par>
                        <p:par>
                          <p:cTn id="96" fill="hold" nodeType="afterGroup">
                            <p:stCondLst>
                              <p:cond delay="1000"/>
                            </p:stCondLst>
                            <p:childTnLst>
                              <p:par>
                                <p:cTn id="97" presetID="9" presetClass="entr" presetSubtype="0" fill="hold" grpId="0" nodeType="afterEffect">
                                  <p:stCondLst>
                                    <p:cond delay="0"/>
                                  </p:stCondLst>
                                  <p:childTnLst>
                                    <p:set>
                                      <p:cBhvr>
                                        <p:cTn id="98" dur="1" fill="hold">
                                          <p:stCondLst>
                                            <p:cond delay="0"/>
                                          </p:stCondLst>
                                        </p:cTn>
                                        <p:tgtEl>
                                          <p:spTgt spid="849943"/>
                                        </p:tgtEl>
                                        <p:attrNameLst>
                                          <p:attrName>style.visibility</p:attrName>
                                        </p:attrNameLst>
                                      </p:cBhvr>
                                      <p:to>
                                        <p:strVal val="visible"/>
                                      </p:to>
                                    </p:set>
                                    <p:animEffect transition="in" filter="dissolve">
                                      <p:cBhvr>
                                        <p:cTn id="99" dur="500"/>
                                        <p:tgtEl>
                                          <p:spTgt spid="849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25" grpId="0" autoUpdateAnimBg="0"/>
      <p:bldP spid="849926" grpId="0" autoUpdateAnimBg="0"/>
      <p:bldP spid="849935" grpId="0" autoUpdateAnimBg="0"/>
      <p:bldP spid="849938" grpId="0" autoUpdateAnimBg="0"/>
      <p:bldP spid="849940" grpId="0" autoUpdateAnimBg="0"/>
      <p:bldP spid="849941" grpId="0" autoUpdateAnimBg="0"/>
      <p:bldP spid="849942" grpId="0" autoUpdateAnimBg="0"/>
      <p:bldP spid="849943" grpId="0" autoUpdateAnimBg="0"/>
    </p:bldLst>
  </p:timing>
  <p:extLst mod="1"/>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1FD3AD5E-EB37-4B40-946C-0BE087B1A2D3}" type="slidenum">
              <a:rPr lang="zh-CN" altLang="en-US"/>
              <a:pPr/>
              <a:t>52</a:t>
            </a:fld>
            <a:endParaRPr lang="en-US" altLang="zh-CN"/>
          </a:p>
        </p:txBody>
      </p:sp>
      <p:sp>
        <p:nvSpPr>
          <p:cNvPr id="818178" name="Rectangle 2"/>
          <p:cNvSpPr>
            <a:spLocks noGrp="1" noChangeArrowheads="1"/>
          </p:cNvSpPr>
          <p:nvPr>
            <p:ph type="title"/>
          </p:nvPr>
        </p:nvSpPr>
        <p:spPr/>
        <p:txBody>
          <a:bodyPr/>
          <a:lstStyle/>
          <a:p>
            <a:r>
              <a:rPr lang="zh-CN" altLang="en-US" dirty="0"/>
              <a:t>第六章 数值积分</a:t>
            </a:r>
          </a:p>
        </p:txBody>
      </p:sp>
      <p:sp>
        <p:nvSpPr>
          <p:cNvPr id="6" name="Rectangle 3"/>
          <p:cNvSpPr txBox="1">
            <a:spLocks noChangeArrowheads="1"/>
          </p:cNvSpPr>
          <p:nvPr/>
        </p:nvSpPr>
        <p:spPr bwMode="auto">
          <a:xfrm>
            <a:off x="650878" y="1143022"/>
            <a:ext cx="8820150" cy="308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258763" indent="-258763" algn="l" defTabSz="814388" rtl="0" eaLnBrk="0" fontAlgn="base" hangingPunct="0">
              <a:lnSpc>
                <a:spcPct val="90000"/>
              </a:lnSpc>
              <a:spcBef>
                <a:spcPct val="35000"/>
              </a:spcBef>
              <a:spcAft>
                <a:spcPct val="0"/>
              </a:spcAft>
              <a:buClr>
                <a:srgbClr val="27305F"/>
              </a:buClr>
              <a:buSzPct val="60000"/>
              <a:buFont typeface="Wingdings" pitchFamily="2" charset="2"/>
              <a:buChar char="n"/>
              <a:defRPr sz="2800" b="1">
                <a:solidFill>
                  <a:schemeClr val="tx1"/>
                </a:solidFill>
                <a:latin typeface="+mn-lt"/>
                <a:ea typeface="+mn-ea"/>
                <a:cs typeface="+mn-cs"/>
              </a:defRPr>
            </a:lvl1pPr>
            <a:lvl2pPr marL="649288" indent="-2619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2pPr>
            <a:lvl3pPr marL="1027113" indent="-2492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3pPr>
            <a:lvl4pPr marL="1416050"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4pPr>
            <a:lvl5pPr marL="18049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5pPr>
            <a:lvl6pPr marL="22621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6pPr>
            <a:lvl7pPr marL="27193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7pPr>
            <a:lvl8pPr marL="31765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8pPr>
            <a:lvl9pPr marL="36337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9pPr>
          </a:lstStyle>
          <a:p>
            <a:r>
              <a:rPr lang="en-US" altLang="zh-CN" i="0" kern="0" dirty="0"/>
              <a:t>§1  </a:t>
            </a:r>
            <a:r>
              <a:rPr lang="zh-CN" altLang="en-US" i="0" kern="0" dirty="0"/>
              <a:t>数值积分</a:t>
            </a:r>
          </a:p>
          <a:p>
            <a:pPr lvl="1"/>
            <a:r>
              <a:rPr lang="en-US" altLang="zh-CN" i="0" kern="0" dirty="0"/>
              <a:t>1.2 </a:t>
            </a:r>
            <a:r>
              <a:rPr lang="zh-CN" altLang="en-US" i="0" kern="0" dirty="0"/>
              <a:t>牛顿</a:t>
            </a:r>
            <a:r>
              <a:rPr lang="en-US" altLang="zh-CN" i="0" kern="0" dirty="0"/>
              <a:t>—</a:t>
            </a:r>
            <a:r>
              <a:rPr lang="zh-CN" altLang="en-US" i="0" kern="0" dirty="0"/>
              <a:t>柯特斯求积公式</a:t>
            </a:r>
          </a:p>
          <a:p>
            <a:pPr lvl="1"/>
            <a:r>
              <a:rPr lang="en-US" altLang="zh-CN" i="0" kern="0" dirty="0"/>
              <a:t>1.3 </a:t>
            </a:r>
            <a:r>
              <a:rPr lang="zh-CN" altLang="en-US" i="0" kern="0" dirty="0"/>
              <a:t>复化求积公式</a:t>
            </a:r>
          </a:p>
          <a:p>
            <a:pPr lvl="1"/>
            <a:r>
              <a:rPr lang="en-US" altLang="zh-CN" i="0" kern="0" dirty="0"/>
              <a:t>1.4 </a:t>
            </a:r>
            <a:r>
              <a:rPr lang="zh-CN" altLang="en-US" i="0" kern="0" dirty="0"/>
              <a:t>龙贝格法</a:t>
            </a:r>
          </a:p>
          <a:p>
            <a:pPr lvl="1"/>
            <a:r>
              <a:rPr lang="en-US" altLang="zh-CN" i="0" kern="0" dirty="0">
                <a:solidFill>
                  <a:srgbClr val="0000FF"/>
                </a:solidFill>
              </a:rPr>
              <a:t>1.7 </a:t>
            </a:r>
            <a:r>
              <a:rPr lang="zh-CN" altLang="en-US" i="0" kern="0" dirty="0">
                <a:solidFill>
                  <a:srgbClr val="0000FF"/>
                </a:solidFill>
              </a:rPr>
              <a:t>高斯求积公式</a:t>
            </a:r>
          </a:p>
          <a:p>
            <a:pPr lvl="1"/>
            <a:r>
              <a:rPr lang="en-US" altLang="zh-CN" i="0" kern="0" dirty="0"/>
              <a:t>1.8 </a:t>
            </a:r>
            <a:r>
              <a:rPr lang="zh-CN" altLang="en-US" i="0" kern="0" dirty="0"/>
              <a:t>重积分的求积公式</a:t>
            </a:r>
          </a:p>
        </p:txBody>
      </p:sp>
    </p:spTree>
    <p:extLst>
      <p:ext uri="{BB962C8B-B14F-4D97-AF65-F5344CB8AC3E}">
        <p14:creationId xmlns:p14="http://schemas.microsoft.com/office/powerpoint/2010/main" val="34982945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3" name="Picture 5" descr="MCj0437793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228613"/>
            <a:ext cx="2393950" cy="190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9586" name="Group 18"/>
          <p:cNvGrpSpPr>
            <a:grpSpLocks/>
          </p:cNvGrpSpPr>
          <p:nvPr/>
        </p:nvGrpSpPr>
        <p:grpSpPr bwMode="auto">
          <a:xfrm>
            <a:off x="1712918" y="1184275"/>
            <a:ext cx="7056630" cy="2209800"/>
            <a:chOff x="996" y="746"/>
            <a:chExt cx="3877" cy="1392"/>
          </a:xfrm>
        </p:grpSpPr>
        <p:sp>
          <p:nvSpPr>
            <p:cNvPr id="109575" name="AutoShape 7"/>
            <p:cNvSpPr>
              <a:spLocks noChangeArrowheads="1"/>
            </p:cNvSpPr>
            <p:nvPr/>
          </p:nvSpPr>
          <p:spPr bwMode="auto">
            <a:xfrm>
              <a:off x="996" y="746"/>
              <a:ext cx="3877" cy="1392"/>
            </a:xfrm>
            <a:prstGeom prst="cloudCallout">
              <a:avLst>
                <a:gd name="adj1" fmla="val -48667"/>
                <a:gd name="adj2" fmla="val -55889"/>
              </a:avLst>
            </a:prstGeom>
            <a:gradFill rotWithShape="1">
              <a:gsLst>
                <a:gs pos="0">
                  <a:schemeClr val="accent1"/>
                </a:gs>
                <a:gs pos="100000">
                  <a:schemeClr val="bg1"/>
                </a:gs>
              </a:gsLst>
              <a:lin ang="5400000" scaled="1"/>
            </a:gradFill>
            <a:ln w="9525">
              <a:solidFill>
                <a:srgbClr val="3399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eaLnBrk="1" hangingPunct="1"/>
              <a:r>
                <a:rPr lang="en-US" altLang="zh-CN" sz="2400" i="0" dirty="0">
                  <a:solidFill>
                    <a:srgbClr val="0033CC"/>
                  </a:solidFill>
                  <a:ea typeface="楷体_GB2312" pitchFamily="49" charset="-122"/>
                </a:rPr>
                <a:t>Newton-Cotes</a:t>
              </a:r>
              <a:r>
                <a:rPr lang="zh-CN" altLang="en-US" sz="2400" i="0" dirty="0">
                  <a:solidFill>
                    <a:srgbClr val="0033CC"/>
                  </a:solidFill>
                  <a:ea typeface="楷体_GB2312" pitchFamily="49" charset="-122"/>
                </a:rPr>
                <a:t>公式采用等距节点作为求积节点。代数精度</a:t>
              </a:r>
              <a:r>
                <a:rPr lang="zh-CN" altLang="en-US" sz="2400" i="0" dirty="0">
                  <a:solidFill>
                    <a:srgbClr val="FF0000"/>
                  </a:solidFill>
                  <a:ea typeface="楷体_GB2312" pitchFamily="49" charset="-122"/>
                </a:rPr>
                <a:t>至多</a:t>
              </a:r>
              <a:r>
                <a:rPr lang="zh-CN" altLang="en-US" sz="2400" i="0" dirty="0">
                  <a:solidFill>
                    <a:srgbClr val="0033CC"/>
                  </a:solidFill>
                  <a:ea typeface="楷体_GB2312" pitchFamily="49" charset="-122"/>
                </a:rPr>
                <a:t>可达到          （   为偶数）</a:t>
              </a:r>
            </a:p>
          </p:txBody>
        </p:sp>
        <p:graphicFrame>
          <p:nvGraphicFramePr>
            <p:cNvPr id="109576" name="Object 8"/>
            <p:cNvGraphicFramePr>
              <a:graphicFrameLocks noChangeAspect="1"/>
            </p:cNvGraphicFramePr>
            <p:nvPr>
              <p:extLst/>
            </p:nvPr>
          </p:nvGraphicFramePr>
          <p:xfrm>
            <a:off x="2126" y="1427"/>
            <a:ext cx="408" cy="215"/>
          </p:xfrm>
          <a:graphic>
            <a:graphicData uri="http://schemas.openxmlformats.org/presentationml/2006/ole">
              <mc:AlternateContent xmlns:mc="http://schemas.openxmlformats.org/markup-compatibility/2006">
                <mc:Choice xmlns:v="urn:schemas-microsoft-com:vml" Requires="v">
                  <p:oleObj spid="_x0000_s914446" name="Equation" r:id="rId5" imgW="304560" imgH="177480" progId="Equation.DSMT4">
                    <p:embed/>
                  </p:oleObj>
                </mc:Choice>
                <mc:Fallback>
                  <p:oleObj name="Equation" r:id="rId5" imgW="304560" imgH="1774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6" y="1427"/>
                          <a:ext cx="408" cy="215"/>
                        </a:xfrm>
                        <a:prstGeom prst="rect">
                          <a:avLst/>
                        </a:prstGeom>
                        <a:noFill/>
                        <a:ln>
                          <a:noFill/>
                        </a:ln>
                        <a:effectLst/>
                        <a:extLst/>
                      </p:spPr>
                    </p:pic>
                  </p:oleObj>
                </mc:Fallback>
              </mc:AlternateContent>
            </a:graphicData>
          </a:graphic>
        </p:graphicFrame>
        <p:graphicFrame>
          <p:nvGraphicFramePr>
            <p:cNvPr id="109577" name="Object 9"/>
            <p:cNvGraphicFramePr>
              <a:graphicFrameLocks noChangeAspect="1"/>
            </p:cNvGraphicFramePr>
            <p:nvPr>
              <p:extLst/>
            </p:nvPr>
          </p:nvGraphicFramePr>
          <p:xfrm>
            <a:off x="2733" y="1481"/>
            <a:ext cx="165" cy="182"/>
          </p:xfrm>
          <a:graphic>
            <a:graphicData uri="http://schemas.openxmlformats.org/presentationml/2006/ole">
              <mc:AlternateContent xmlns:mc="http://schemas.openxmlformats.org/markup-compatibility/2006">
                <mc:Choice xmlns:v="urn:schemas-microsoft-com:vml" Requires="v">
                  <p:oleObj spid="_x0000_s914447" name="Equation" r:id="rId7" imgW="126720" imgH="139680" progId="Equation.DSMT4">
                    <p:embed/>
                  </p:oleObj>
                </mc:Choice>
                <mc:Fallback>
                  <p:oleObj name="Equation" r:id="rId7" imgW="126720" imgH="13968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33" y="1481"/>
                          <a:ext cx="165" cy="182"/>
                        </a:xfrm>
                        <a:prstGeom prst="rect">
                          <a:avLst/>
                        </a:prstGeom>
                        <a:noFill/>
                        <a:ln>
                          <a:noFill/>
                        </a:ln>
                        <a:effectLst/>
                        <a:extLst/>
                      </p:spPr>
                    </p:pic>
                  </p:oleObj>
                </mc:Fallback>
              </mc:AlternateContent>
            </a:graphicData>
          </a:graphic>
        </p:graphicFrame>
      </p:grpSp>
      <p:pic>
        <p:nvPicPr>
          <p:cNvPr id="109572" name="Picture 4" descr="MCj04343890000[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7099307" y="3505200"/>
            <a:ext cx="2509177"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9584" name="Group 16"/>
          <p:cNvGrpSpPr>
            <a:grpSpLocks/>
          </p:cNvGrpSpPr>
          <p:nvPr/>
        </p:nvGrpSpPr>
        <p:grpSpPr bwMode="auto">
          <a:xfrm>
            <a:off x="877518" y="2708920"/>
            <a:ext cx="6769100" cy="2743200"/>
            <a:chOff x="768" y="1248"/>
            <a:chExt cx="3936" cy="1728"/>
          </a:xfrm>
        </p:grpSpPr>
        <p:sp>
          <p:nvSpPr>
            <p:cNvPr id="109581" name="AutoShape 13"/>
            <p:cNvSpPr>
              <a:spLocks noChangeArrowheads="1"/>
            </p:cNvSpPr>
            <p:nvPr/>
          </p:nvSpPr>
          <p:spPr bwMode="auto">
            <a:xfrm>
              <a:off x="768" y="1248"/>
              <a:ext cx="3936" cy="1728"/>
            </a:xfrm>
            <a:prstGeom prst="cloudCallout">
              <a:avLst>
                <a:gd name="adj1" fmla="val 54778"/>
                <a:gd name="adj2" fmla="val 59259"/>
              </a:avLst>
            </a:prstGeom>
            <a:gradFill rotWithShape="1">
              <a:gsLst>
                <a:gs pos="0">
                  <a:schemeClr val="accent1"/>
                </a:gs>
                <a:gs pos="100000">
                  <a:schemeClr val="bg1"/>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eaLnBrk="1" hangingPunct="1"/>
              <a:r>
                <a:rPr kumimoji="1" lang="zh-CN" altLang="en-US" sz="2400" i="0" dirty="0">
                  <a:solidFill>
                    <a:srgbClr val="0033CC"/>
                  </a:solidFill>
                  <a:ea typeface="楷体_GB2312" pitchFamily="49" charset="-122"/>
                </a:rPr>
                <a:t>那么，实际的代数精度是否可以进一步提高呢？</a:t>
              </a:r>
              <a:endParaRPr kumimoji="1" lang="en-US" altLang="zh-CN" sz="2400" i="0" dirty="0">
                <a:solidFill>
                  <a:srgbClr val="0033CC"/>
                </a:solidFill>
                <a:ea typeface="楷体_GB2312" pitchFamily="49" charset="-122"/>
              </a:endParaRPr>
            </a:p>
            <a:p>
              <a:pPr algn="l" eaLnBrk="1" hangingPunct="1"/>
              <a:r>
                <a:rPr kumimoji="1" lang="zh-CN" altLang="en-US" sz="2400" i="0" dirty="0">
                  <a:solidFill>
                    <a:srgbClr val="0033CC"/>
                  </a:solidFill>
                  <a:ea typeface="楷体_GB2312" pitchFamily="49" charset="-122"/>
                </a:rPr>
                <a:t>在节点个数一定的情况下，是否可以在        上自由选择节点的位置，使求积公式的精度提得更高 ？</a:t>
              </a:r>
            </a:p>
          </p:txBody>
        </p:sp>
        <p:graphicFrame>
          <p:nvGraphicFramePr>
            <p:cNvPr id="109582" name="Object 14"/>
            <p:cNvGraphicFramePr>
              <a:graphicFrameLocks noChangeAspect="1"/>
            </p:cNvGraphicFramePr>
            <p:nvPr>
              <p:extLst/>
            </p:nvPr>
          </p:nvGraphicFramePr>
          <p:xfrm>
            <a:off x="2091" y="2246"/>
            <a:ext cx="432" cy="309"/>
          </p:xfrm>
          <a:graphic>
            <a:graphicData uri="http://schemas.openxmlformats.org/presentationml/2006/ole">
              <mc:AlternateContent xmlns:mc="http://schemas.openxmlformats.org/markup-compatibility/2006">
                <mc:Choice xmlns:v="urn:schemas-microsoft-com:vml" Requires="v">
                  <p:oleObj spid="_x0000_s914448" name="Equation" r:id="rId10" imgW="355320" imgH="253800" progId="Equation.DSMT4">
                    <p:embed/>
                  </p:oleObj>
                </mc:Choice>
                <mc:Fallback>
                  <p:oleObj name="Equation" r:id="rId10" imgW="355320" imgH="2538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91" y="2246"/>
                          <a:ext cx="432" cy="3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ustDataLst>
      <p:tags r:id="rId2"/>
    </p:custDataLst>
    <p:extLst>
      <p:ext uri="{BB962C8B-B14F-4D97-AF65-F5344CB8AC3E}">
        <p14:creationId xmlns:p14="http://schemas.microsoft.com/office/powerpoint/2010/main" val="41030634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09573"/>
                                        </p:tgtEl>
                                        <p:attrNameLst>
                                          <p:attrName>style.visibility</p:attrName>
                                        </p:attrNameLst>
                                      </p:cBhvr>
                                      <p:to>
                                        <p:strVal val="visible"/>
                                      </p:to>
                                    </p:set>
                                    <p:anim calcmode="lin" valueType="num">
                                      <p:cBhvr additive="base">
                                        <p:cTn id="7" dur="500" fill="hold"/>
                                        <p:tgtEl>
                                          <p:spTgt spid="109573"/>
                                        </p:tgtEl>
                                        <p:attrNameLst>
                                          <p:attrName>ppt_x</p:attrName>
                                        </p:attrNameLst>
                                      </p:cBhvr>
                                      <p:tavLst>
                                        <p:tav tm="0">
                                          <p:val>
                                            <p:strVal val="0-#ppt_w/2"/>
                                          </p:val>
                                        </p:tav>
                                        <p:tav tm="100000">
                                          <p:val>
                                            <p:strVal val="#ppt_x"/>
                                          </p:val>
                                        </p:tav>
                                      </p:tavLst>
                                    </p:anim>
                                    <p:anim calcmode="lin" valueType="num">
                                      <p:cBhvr additive="base">
                                        <p:cTn id="8" dur="500" fill="hold"/>
                                        <p:tgtEl>
                                          <p:spTgt spid="109573"/>
                                        </p:tgtEl>
                                        <p:attrNameLst>
                                          <p:attrName>ppt_y</p:attrName>
                                        </p:attrNameLst>
                                      </p:cBhvr>
                                      <p:tavLst>
                                        <p:tav tm="0">
                                          <p:val>
                                            <p:strVal val="#ppt_y"/>
                                          </p:val>
                                        </p:tav>
                                        <p:tav tm="100000">
                                          <p:val>
                                            <p:strVal val="#ppt_y"/>
                                          </p:val>
                                        </p:tav>
                                      </p:tavLst>
                                    </p:anim>
                                  </p:childTnLst>
                                </p:cTn>
                              </p:par>
                            </p:childTnLst>
                          </p:cTn>
                        </p:par>
                        <p:par>
                          <p:cTn id="9" fill="hold" nodeType="withGroup">
                            <p:stCondLst>
                              <p:cond delay="500"/>
                            </p:stCondLst>
                            <p:childTnLst>
                              <p:par>
                                <p:cTn id="10" presetID="2" presetClass="entr" presetSubtype="9" fill="hold" nodeType="afterEffect">
                                  <p:stCondLst>
                                    <p:cond delay="0"/>
                                  </p:stCondLst>
                                  <p:childTnLst>
                                    <p:set>
                                      <p:cBhvr>
                                        <p:cTn id="11" dur="1" fill="hold">
                                          <p:stCondLst>
                                            <p:cond delay="0"/>
                                          </p:stCondLst>
                                        </p:cTn>
                                        <p:tgtEl>
                                          <p:spTgt spid="109586"/>
                                        </p:tgtEl>
                                        <p:attrNameLst>
                                          <p:attrName>style.visibility</p:attrName>
                                        </p:attrNameLst>
                                      </p:cBhvr>
                                      <p:to>
                                        <p:strVal val="visible"/>
                                      </p:to>
                                    </p:set>
                                    <p:anim calcmode="lin" valueType="num">
                                      <p:cBhvr additive="base">
                                        <p:cTn id="12" dur="500" fill="hold"/>
                                        <p:tgtEl>
                                          <p:spTgt spid="109586"/>
                                        </p:tgtEl>
                                        <p:attrNameLst>
                                          <p:attrName>ppt_x</p:attrName>
                                        </p:attrNameLst>
                                      </p:cBhvr>
                                      <p:tavLst>
                                        <p:tav tm="0">
                                          <p:val>
                                            <p:strVal val="0-#ppt_w/2"/>
                                          </p:val>
                                        </p:tav>
                                        <p:tav tm="100000">
                                          <p:val>
                                            <p:strVal val="#ppt_x"/>
                                          </p:val>
                                        </p:tav>
                                      </p:tavLst>
                                    </p:anim>
                                    <p:anim calcmode="lin" valueType="num">
                                      <p:cBhvr additive="base">
                                        <p:cTn id="13" dur="500" fill="hold"/>
                                        <p:tgtEl>
                                          <p:spTgt spid="109586"/>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109572"/>
                                        </p:tgtEl>
                                        <p:attrNameLst>
                                          <p:attrName>style.visibility</p:attrName>
                                        </p:attrNameLst>
                                      </p:cBhvr>
                                      <p:to>
                                        <p:strVal val="visible"/>
                                      </p:to>
                                    </p:set>
                                    <p:anim calcmode="lin" valueType="num">
                                      <p:cBhvr additive="base">
                                        <p:cTn id="18" dur="500" fill="hold"/>
                                        <p:tgtEl>
                                          <p:spTgt spid="109572"/>
                                        </p:tgtEl>
                                        <p:attrNameLst>
                                          <p:attrName>ppt_x</p:attrName>
                                        </p:attrNameLst>
                                      </p:cBhvr>
                                      <p:tavLst>
                                        <p:tav tm="0">
                                          <p:val>
                                            <p:strVal val="#ppt_x"/>
                                          </p:val>
                                        </p:tav>
                                        <p:tav tm="100000">
                                          <p:val>
                                            <p:strVal val="#ppt_x"/>
                                          </p:val>
                                        </p:tav>
                                      </p:tavLst>
                                    </p:anim>
                                    <p:anim calcmode="lin" valueType="num">
                                      <p:cBhvr additive="base">
                                        <p:cTn id="19" dur="500" fill="hold"/>
                                        <p:tgtEl>
                                          <p:spTgt spid="109572"/>
                                        </p:tgtEl>
                                        <p:attrNameLst>
                                          <p:attrName>ppt_y</p:attrName>
                                        </p:attrNameLst>
                                      </p:cBhvr>
                                      <p:tavLst>
                                        <p:tav tm="0">
                                          <p:val>
                                            <p:strVal val="1+#ppt_h/2"/>
                                          </p:val>
                                        </p:tav>
                                        <p:tav tm="100000">
                                          <p:val>
                                            <p:strVal val="#ppt_y"/>
                                          </p:val>
                                        </p:tav>
                                      </p:tavLst>
                                    </p:anim>
                                  </p:childTnLst>
                                </p:cTn>
                              </p:par>
                            </p:childTnLst>
                          </p:cTn>
                        </p:par>
                        <p:par>
                          <p:cTn id="20" fill="hold" nodeType="withGroup">
                            <p:stCondLst>
                              <p:cond delay="500"/>
                            </p:stCondLst>
                            <p:childTnLst>
                              <p:par>
                                <p:cTn id="21" presetID="2" presetClass="entr" presetSubtype="6" fill="hold" nodeType="afterEffect">
                                  <p:stCondLst>
                                    <p:cond delay="0"/>
                                  </p:stCondLst>
                                  <p:childTnLst>
                                    <p:set>
                                      <p:cBhvr>
                                        <p:cTn id="22" dur="1" fill="hold">
                                          <p:stCondLst>
                                            <p:cond delay="0"/>
                                          </p:stCondLst>
                                        </p:cTn>
                                        <p:tgtEl>
                                          <p:spTgt spid="109584"/>
                                        </p:tgtEl>
                                        <p:attrNameLst>
                                          <p:attrName>style.visibility</p:attrName>
                                        </p:attrNameLst>
                                      </p:cBhvr>
                                      <p:to>
                                        <p:strVal val="visible"/>
                                      </p:to>
                                    </p:set>
                                    <p:anim calcmode="lin" valueType="num">
                                      <p:cBhvr additive="base">
                                        <p:cTn id="23" dur="500" fill="hold"/>
                                        <p:tgtEl>
                                          <p:spTgt spid="109584"/>
                                        </p:tgtEl>
                                        <p:attrNameLst>
                                          <p:attrName>ppt_x</p:attrName>
                                        </p:attrNameLst>
                                      </p:cBhvr>
                                      <p:tavLst>
                                        <p:tav tm="0">
                                          <p:val>
                                            <p:strVal val="1+#ppt_w/2"/>
                                          </p:val>
                                        </p:tav>
                                        <p:tav tm="100000">
                                          <p:val>
                                            <p:strVal val="#ppt_x"/>
                                          </p:val>
                                        </p:tav>
                                      </p:tavLst>
                                    </p:anim>
                                    <p:anim calcmode="lin" valueType="num">
                                      <p:cBhvr additive="base">
                                        <p:cTn id="24" dur="500" fill="hold"/>
                                        <p:tgtEl>
                                          <p:spTgt spid="1095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p:cNvSpPr>
            <a:spLocks noChangeArrowheads="1"/>
          </p:cNvSpPr>
          <p:nvPr/>
        </p:nvSpPr>
        <p:spPr bwMode="auto">
          <a:xfrm>
            <a:off x="697656" y="609601"/>
            <a:ext cx="1003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zh-CN" altLang="en-US" sz="2800" i="0">
                <a:solidFill>
                  <a:srgbClr val="FF33CC"/>
                </a:solidFill>
                <a:ea typeface="楷体_GB2312" pitchFamily="49" charset="-122"/>
              </a:rPr>
              <a:t>例</a:t>
            </a:r>
            <a:r>
              <a:rPr kumimoji="1" lang="zh-CN" altLang="en-US" sz="2800" b="0" i="0">
                <a:solidFill>
                  <a:srgbClr val="FF33CC"/>
                </a:solidFill>
                <a:ea typeface="楷体_GB2312" pitchFamily="49" charset="-122"/>
              </a:rPr>
              <a:t> ：</a:t>
            </a:r>
          </a:p>
        </p:txBody>
      </p:sp>
      <p:sp>
        <p:nvSpPr>
          <p:cNvPr id="97285" name="Rectangle 5"/>
          <p:cNvSpPr>
            <a:spLocks noChangeArrowheads="1"/>
          </p:cNvSpPr>
          <p:nvPr/>
        </p:nvSpPr>
        <p:spPr bwMode="auto">
          <a:xfrm>
            <a:off x="1444578" y="1219204"/>
            <a:ext cx="11128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zh-CN" altLang="en-US" sz="2400" i="0">
                <a:solidFill>
                  <a:srgbClr val="000066"/>
                </a:solidFill>
                <a:ea typeface="楷体_GB2312" pitchFamily="49" charset="-122"/>
              </a:rPr>
              <a:t>求形如</a:t>
            </a:r>
          </a:p>
        </p:txBody>
      </p:sp>
      <p:graphicFrame>
        <p:nvGraphicFramePr>
          <p:cNvPr id="97286" name="Object 6"/>
          <p:cNvGraphicFramePr>
            <a:graphicFrameLocks noChangeAspect="1"/>
          </p:cNvGraphicFramePr>
          <p:nvPr/>
        </p:nvGraphicFramePr>
        <p:xfrm>
          <a:off x="2806703" y="1066800"/>
          <a:ext cx="4612481" cy="750888"/>
        </p:xfrm>
        <a:graphic>
          <a:graphicData uri="http://schemas.openxmlformats.org/presentationml/2006/ole">
            <mc:AlternateContent xmlns:mc="http://schemas.openxmlformats.org/markup-compatibility/2006">
              <mc:Choice xmlns:v="urn:schemas-microsoft-com:vml" Requires="v">
                <p:oleObj spid="_x0000_s915466" name="Equation" r:id="rId4" imgW="1882132" imgH="319918" progId="Equation.DSMT4">
                  <p:embed/>
                </p:oleObj>
              </mc:Choice>
              <mc:Fallback>
                <p:oleObj name="Equation" r:id="rId4" imgW="1882132" imgH="319918"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6703" y="1066800"/>
                        <a:ext cx="4612481"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7287" name="Text Box 7"/>
          <p:cNvSpPr txBox="1">
            <a:spLocks noChangeArrowheads="1"/>
          </p:cNvSpPr>
          <p:nvPr/>
        </p:nvSpPr>
        <p:spPr bwMode="auto">
          <a:xfrm>
            <a:off x="643202" y="2001842"/>
            <a:ext cx="281519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0"/>
              </a:spcBef>
              <a:spcAft>
                <a:spcPct val="0"/>
              </a:spcAft>
              <a:defRPr sz="2400">
                <a:solidFill>
                  <a:schemeClr val="tx1"/>
                </a:solidFill>
                <a:latin typeface="Arial" charset="0"/>
                <a:ea typeface="楷体_GB2312" pitchFamily="49" charset="-122"/>
              </a:defRPr>
            </a:lvl9pPr>
          </a:lstStyle>
          <a:p>
            <a:pPr algn="l" eaLnBrk="1" hangingPunct="1"/>
            <a:r>
              <a:rPr kumimoji="1" lang="zh-CN" altLang="en-US" i="0">
                <a:solidFill>
                  <a:srgbClr val="000066"/>
                </a:solidFill>
                <a:latin typeface="楷体_GB2312" pitchFamily="49" charset="-122"/>
              </a:rPr>
              <a:t>的两点求积公式。</a:t>
            </a:r>
            <a:r>
              <a:rPr kumimoji="1" lang="zh-CN" altLang="en-US" i="0">
                <a:solidFill>
                  <a:srgbClr val="0033CC"/>
                </a:solidFill>
                <a:latin typeface="楷体_GB2312" pitchFamily="49" charset="-122"/>
              </a:rPr>
              <a:t> </a:t>
            </a:r>
          </a:p>
        </p:txBody>
      </p:sp>
      <p:sp>
        <p:nvSpPr>
          <p:cNvPr id="97288" name="Text Box 8"/>
          <p:cNvSpPr txBox="1">
            <a:spLocks noChangeArrowheads="1"/>
          </p:cNvSpPr>
          <p:nvPr/>
        </p:nvSpPr>
        <p:spPr bwMode="auto">
          <a:xfrm>
            <a:off x="495301" y="2667001"/>
            <a:ext cx="8100294"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0"/>
              </a:spcBef>
              <a:spcAft>
                <a:spcPct val="0"/>
              </a:spcAft>
              <a:defRPr sz="2400">
                <a:solidFill>
                  <a:schemeClr val="tx1"/>
                </a:solidFill>
                <a:latin typeface="Arial" charset="0"/>
                <a:ea typeface="楷体_GB2312" pitchFamily="49" charset="-122"/>
              </a:defRPr>
            </a:lvl9pPr>
          </a:lstStyle>
          <a:p>
            <a:pPr algn="l" eaLnBrk="1" hangingPunct="1">
              <a:lnSpc>
                <a:spcPct val="140000"/>
              </a:lnSpc>
            </a:pPr>
            <a:r>
              <a:rPr kumimoji="1" lang="en-US" altLang="zh-CN" i="0" dirty="0">
                <a:solidFill>
                  <a:srgbClr val="0033CC"/>
                </a:solidFill>
                <a:latin typeface="Times New Roman" pitchFamily="18" charset="0"/>
              </a:rPr>
              <a:t>                   </a:t>
            </a:r>
            <a:r>
              <a:rPr kumimoji="1" lang="zh-CN" altLang="en-US" i="0" dirty="0">
                <a:solidFill>
                  <a:srgbClr val="0033CC"/>
                </a:solidFill>
                <a:latin typeface="楷体_GB2312" pitchFamily="49" charset="-122"/>
              </a:rPr>
              <a:t>用梯形公式（即以</a:t>
            </a:r>
            <a:r>
              <a:rPr kumimoji="1" lang="en-US" altLang="zh-CN" dirty="0">
                <a:solidFill>
                  <a:srgbClr val="0033CC"/>
                </a:solidFill>
                <a:latin typeface="Times New Roman" pitchFamily="18" charset="0"/>
              </a:rPr>
              <a:t>x</a:t>
            </a:r>
            <a:r>
              <a:rPr kumimoji="1" lang="en-US" altLang="zh-CN" i="0" baseline="-30000" dirty="0">
                <a:solidFill>
                  <a:srgbClr val="0033CC"/>
                </a:solidFill>
                <a:latin typeface="Times New Roman" pitchFamily="18" charset="0"/>
              </a:rPr>
              <a:t>0</a:t>
            </a:r>
            <a:r>
              <a:rPr kumimoji="1" lang="en-US" altLang="zh-CN" i="0" dirty="0">
                <a:solidFill>
                  <a:srgbClr val="0033CC"/>
                </a:solidFill>
                <a:latin typeface="Times New Roman" pitchFamily="18" charset="0"/>
              </a:rPr>
              <a:t> = -1</a:t>
            </a:r>
            <a:r>
              <a:rPr kumimoji="1" lang="zh-CN" altLang="en-US" i="0" dirty="0">
                <a:solidFill>
                  <a:srgbClr val="0033CC"/>
                </a:solidFill>
                <a:latin typeface="Times New Roman" pitchFamily="18" charset="0"/>
              </a:rPr>
              <a:t>，</a:t>
            </a:r>
            <a:r>
              <a:rPr kumimoji="1" lang="en-US" altLang="zh-CN" dirty="0">
                <a:solidFill>
                  <a:srgbClr val="0033CC"/>
                </a:solidFill>
                <a:latin typeface="Times New Roman" pitchFamily="18" charset="0"/>
              </a:rPr>
              <a:t>x</a:t>
            </a:r>
            <a:r>
              <a:rPr kumimoji="1" lang="en-US" altLang="zh-CN" i="0" baseline="-30000" dirty="0">
                <a:solidFill>
                  <a:srgbClr val="0033CC"/>
                </a:solidFill>
                <a:latin typeface="Times New Roman" pitchFamily="18" charset="0"/>
              </a:rPr>
              <a:t>1</a:t>
            </a:r>
            <a:r>
              <a:rPr kumimoji="1" lang="en-US" altLang="zh-CN" i="0" dirty="0">
                <a:solidFill>
                  <a:srgbClr val="0033CC"/>
                </a:solidFill>
                <a:latin typeface="Times New Roman" pitchFamily="18" charset="0"/>
              </a:rPr>
              <a:t> = 1</a:t>
            </a:r>
            <a:r>
              <a:rPr kumimoji="1" lang="zh-CN" altLang="en-US" i="0" dirty="0">
                <a:solidFill>
                  <a:srgbClr val="0033CC"/>
                </a:solidFill>
                <a:latin typeface="楷体_GB2312" pitchFamily="49" charset="-122"/>
              </a:rPr>
              <a:t>为节点的插值型</a:t>
            </a:r>
          </a:p>
          <a:p>
            <a:pPr algn="l" eaLnBrk="1" hangingPunct="1">
              <a:lnSpc>
                <a:spcPct val="140000"/>
              </a:lnSpc>
            </a:pPr>
            <a:r>
              <a:rPr kumimoji="1" lang="zh-CN" altLang="en-US" i="0" dirty="0">
                <a:solidFill>
                  <a:srgbClr val="0033CC"/>
                </a:solidFill>
                <a:latin typeface="楷体_GB2312" pitchFamily="49" charset="-122"/>
              </a:rPr>
              <a:t>     求积公式）立即可得 。</a:t>
            </a:r>
          </a:p>
        </p:txBody>
      </p:sp>
      <p:graphicFrame>
        <p:nvGraphicFramePr>
          <p:cNvPr id="97289" name="Object 9"/>
          <p:cNvGraphicFramePr>
            <a:graphicFrameLocks noChangeAspect="1"/>
          </p:cNvGraphicFramePr>
          <p:nvPr/>
        </p:nvGraphicFramePr>
        <p:xfrm>
          <a:off x="2476500" y="4267205"/>
          <a:ext cx="3590925" cy="696913"/>
        </p:xfrm>
        <a:graphic>
          <a:graphicData uri="http://schemas.openxmlformats.org/presentationml/2006/ole">
            <mc:AlternateContent xmlns:mc="http://schemas.openxmlformats.org/markup-compatibility/2006">
              <mc:Choice xmlns:v="urn:schemas-microsoft-com:vml" Requires="v">
                <p:oleObj spid="_x0000_s915467" name="Equation" r:id="rId6" imgW="1577324" imgH="319918" progId="Equation.DSMT4">
                  <p:embed/>
                </p:oleObj>
              </mc:Choice>
              <mc:Fallback>
                <p:oleObj name="Equation" r:id="rId6" imgW="1577324" imgH="319918"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76500" y="4267205"/>
                        <a:ext cx="3590925"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7291" name="AutoShape 11"/>
          <p:cNvSpPr>
            <a:spLocks noChangeArrowheads="1"/>
          </p:cNvSpPr>
          <p:nvPr/>
        </p:nvSpPr>
        <p:spPr bwMode="auto">
          <a:xfrm>
            <a:off x="5365750" y="4953000"/>
            <a:ext cx="3714750" cy="1066800"/>
          </a:xfrm>
          <a:prstGeom prst="wedgeEllipseCallout">
            <a:avLst>
              <a:gd name="adj1" fmla="val -33287"/>
              <a:gd name="adj2" fmla="val -82889"/>
            </a:avLst>
          </a:prstGeom>
          <a:gradFill rotWithShape="1">
            <a:gsLst>
              <a:gs pos="0">
                <a:schemeClr val="accent1"/>
              </a:gs>
              <a:gs pos="100000">
                <a:schemeClr val="bg1"/>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kumimoji="1" lang="zh-CN" altLang="en-US" sz="2400" i="0">
                <a:solidFill>
                  <a:srgbClr val="FF0000"/>
                </a:solidFill>
                <a:ea typeface="楷体_GB2312" pitchFamily="49" charset="-122"/>
              </a:rPr>
              <a:t>只具有一次代数精确度！</a:t>
            </a:r>
          </a:p>
        </p:txBody>
      </p:sp>
      <p:pic>
        <p:nvPicPr>
          <p:cNvPr id="64521" name="Picture 12" descr="MCj04164160000[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677152" y="228602"/>
            <a:ext cx="1878013" cy="144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extLst>
      <p:ext uri="{BB962C8B-B14F-4D97-AF65-F5344CB8AC3E}">
        <p14:creationId xmlns:p14="http://schemas.microsoft.com/office/powerpoint/2010/main" val="29818180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7288"/>
                                        </p:tgtEl>
                                        <p:attrNameLst>
                                          <p:attrName>style.visibility</p:attrName>
                                        </p:attrNameLst>
                                      </p:cBhvr>
                                      <p:to>
                                        <p:strVal val="visible"/>
                                      </p:to>
                                    </p:set>
                                    <p:animEffect transition="in" filter="dissolve">
                                      <p:cBhvr>
                                        <p:cTn id="7" dur="500"/>
                                        <p:tgtEl>
                                          <p:spTgt spid="972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7289"/>
                                        </p:tgtEl>
                                        <p:attrNameLst>
                                          <p:attrName>style.visibility</p:attrName>
                                        </p:attrNameLst>
                                      </p:cBhvr>
                                      <p:to>
                                        <p:strVal val="visible"/>
                                      </p:to>
                                    </p:set>
                                    <p:animEffect transition="in" filter="wipe(left)">
                                      <p:cBhvr>
                                        <p:cTn id="12" dur="500"/>
                                        <p:tgtEl>
                                          <p:spTgt spid="972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97291"/>
                                        </p:tgtEl>
                                        <p:attrNameLst>
                                          <p:attrName>style.visibility</p:attrName>
                                        </p:attrNameLst>
                                      </p:cBhvr>
                                      <p:to>
                                        <p:strVal val="visible"/>
                                      </p:to>
                                    </p:set>
                                    <p:anim calcmode="lin" valueType="num">
                                      <p:cBhvr additive="base">
                                        <p:cTn id="17" dur="500" fill="hold"/>
                                        <p:tgtEl>
                                          <p:spTgt spid="97291"/>
                                        </p:tgtEl>
                                        <p:attrNameLst>
                                          <p:attrName>ppt_x</p:attrName>
                                        </p:attrNameLst>
                                      </p:cBhvr>
                                      <p:tavLst>
                                        <p:tav tm="0">
                                          <p:val>
                                            <p:strVal val="1+#ppt_w/2"/>
                                          </p:val>
                                        </p:tav>
                                        <p:tav tm="100000">
                                          <p:val>
                                            <p:strVal val="#ppt_x"/>
                                          </p:val>
                                        </p:tav>
                                      </p:tavLst>
                                    </p:anim>
                                    <p:anim calcmode="lin" valueType="num">
                                      <p:cBhvr additive="base">
                                        <p:cTn id="18" dur="500" fill="hold"/>
                                        <p:tgtEl>
                                          <p:spTgt spid="972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8" grpId="0" autoUpdateAnimBg="0"/>
      <p:bldP spid="97291" grpId="0" animBg="1"/>
    </p:bldLst>
  </p:timing>
  <p:extLst mod="1"/>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0"/>
          </p:nvPr>
        </p:nvSpPr>
        <p:spPr/>
        <p:txBody>
          <a:bodyPr/>
          <a:lstStyle/>
          <a:p>
            <a:fld id="{139AFE12-EF65-461F-BAA7-F23C4F615E6C}" type="slidenum">
              <a:rPr lang="zh-CN" altLang="en-US"/>
              <a:pPr/>
              <a:t>55</a:t>
            </a:fld>
            <a:endParaRPr lang="en-US" altLang="zh-CN"/>
          </a:p>
        </p:txBody>
      </p:sp>
      <p:sp>
        <p:nvSpPr>
          <p:cNvPr id="14" name="日期占位符 4"/>
          <p:cNvSpPr>
            <a:spLocks noGrp="1"/>
          </p:cNvSpPr>
          <p:nvPr>
            <p:ph type="dt" sz="half" idx="4294967295"/>
          </p:nvPr>
        </p:nvSpPr>
        <p:spPr>
          <a:xfrm>
            <a:off x="14295" y="6350000"/>
            <a:ext cx="2297112" cy="577850"/>
          </a:xfrm>
        </p:spPr>
        <p:txBody>
          <a:bodyPr/>
          <a:lstStyle/>
          <a:p>
            <a:fld id="{D65E7DF3-EDBB-4EAF-BEFE-210F079E4DA4}" type="datetime1">
              <a:rPr lang="zh-CN" altLang="en-US"/>
              <a:pPr/>
              <a:t>2024/11/11</a:t>
            </a:fld>
            <a:endParaRPr lang="en-US" altLang="zh-CN"/>
          </a:p>
        </p:txBody>
      </p:sp>
      <p:sp>
        <p:nvSpPr>
          <p:cNvPr id="850946" name="Rectangle 2"/>
          <p:cNvSpPr>
            <a:spLocks noGrp="1" noChangeArrowheads="1"/>
          </p:cNvSpPr>
          <p:nvPr>
            <p:ph type="title"/>
          </p:nvPr>
        </p:nvSpPr>
        <p:spPr>
          <a:xfrm>
            <a:off x="650878" y="255588"/>
            <a:ext cx="8820150" cy="658812"/>
          </a:xfrm>
        </p:spPr>
        <p:txBody>
          <a:bodyPr/>
          <a:lstStyle/>
          <a:p>
            <a:r>
              <a:rPr lang="zh-CN" altLang="en-US" sz="4800"/>
              <a:t>§1.7 高斯求积公式</a:t>
            </a:r>
          </a:p>
        </p:txBody>
      </p:sp>
      <p:sp>
        <p:nvSpPr>
          <p:cNvPr id="850947" name="Rectangle 3"/>
          <p:cNvSpPr>
            <a:spLocks noGrp="1" noChangeArrowheads="1"/>
          </p:cNvSpPr>
          <p:nvPr>
            <p:ph type="body" idx="1"/>
          </p:nvPr>
        </p:nvSpPr>
        <p:spPr>
          <a:xfrm>
            <a:off x="650878" y="1143004"/>
            <a:ext cx="8820150" cy="1163395"/>
          </a:xfrm>
        </p:spPr>
        <p:txBody>
          <a:bodyPr/>
          <a:lstStyle/>
          <a:p>
            <a:r>
              <a:rPr lang="zh-CN" altLang="en-US" dirty="0"/>
              <a:t>如果一个求积公式对任意</a:t>
            </a:r>
            <a:r>
              <a:rPr lang="en-US" altLang="zh-CN" dirty="0"/>
              <a:t>n</a:t>
            </a:r>
            <a:r>
              <a:rPr lang="zh-CN" altLang="en-US" dirty="0"/>
              <a:t>次多项式精确成立，而对大于</a:t>
            </a:r>
            <a:r>
              <a:rPr lang="en-US" altLang="zh-CN" i="1" dirty="0"/>
              <a:t>n</a:t>
            </a:r>
            <a:r>
              <a:rPr lang="zh-CN" altLang="en-US" dirty="0"/>
              <a:t>的多项式不精确成立，称该求积公式具有</a:t>
            </a:r>
            <a:r>
              <a:rPr lang="en-US" altLang="zh-CN" i="1" u="sng" dirty="0">
                <a:solidFill>
                  <a:srgbClr val="FF3300"/>
                </a:solidFill>
              </a:rPr>
              <a:t>n</a:t>
            </a:r>
            <a:r>
              <a:rPr lang="zh-CN" altLang="en-US" u="sng" dirty="0">
                <a:solidFill>
                  <a:srgbClr val="FF3300"/>
                </a:solidFill>
              </a:rPr>
              <a:t>次代数精确度</a:t>
            </a:r>
            <a:r>
              <a:rPr lang="zh-CN" altLang="en-US" dirty="0" smtClean="0"/>
              <a:t>。</a:t>
            </a:r>
            <a:endParaRPr lang="zh-CN" altLang="en-US" dirty="0"/>
          </a:p>
        </p:txBody>
      </p:sp>
      <p:sp>
        <p:nvSpPr>
          <p:cNvPr id="15" name="Rectangle 16"/>
          <p:cNvSpPr>
            <a:spLocks noChangeArrowheads="1"/>
          </p:cNvSpPr>
          <p:nvPr/>
        </p:nvSpPr>
        <p:spPr bwMode="auto">
          <a:xfrm>
            <a:off x="330520" y="2709982"/>
            <a:ext cx="6008056" cy="430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
                <a:srgbClr val="008000"/>
              </a:buClr>
              <a:buSzPct val="90000"/>
              <a:buFont typeface="Wingdings" panose="05000000000000000000" pitchFamily="2" charset="2"/>
              <a:buChar char="ª"/>
            </a:pPr>
            <a:r>
              <a:rPr lang="zh-CN" altLang="en-US" sz="2800" i="0" dirty="0">
                <a:solidFill>
                  <a:srgbClr val="040000"/>
                </a:solidFill>
                <a:latin typeface="Times New Roman" panose="02020603050405020304" pitchFamily="18" charset="0"/>
                <a:ea typeface="楷体_GB2312" pitchFamily="49" charset="-122"/>
              </a:rPr>
              <a:t>梯形求积公式</a:t>
            </a:r>
            <a:r>
              <a:rPr lang="en-US" altLang="zh-CN" sz="2800" i="0" dirty="0">
                <a:solidFill>
                  <a:srgbClr val="040000"/>
                </a:solidFill>
                <a:latin typeface="Times New Roman" panose="02020603050405020304" pitchFamily="18" charset="0"/>
                <a:ea typeface="楷体_GB2312" pitchFamily="49" charset="-122"/>
              </a:rPr>
              <a:t>(n=1)</a:t>
            </a:r>
            <a:r>
              <a:rPr lang="zh-CN" altLang="en-US" sz="2800" i="0" dirty="0">
                <a:solidFill>
                  <a:srgbClr val="040000"/>
                </a:solidFill>
                <a:latin typeface="Times New Roman" panose="02020603050405020304" pitchFamily="18" charset="0"/>
                <a:ea typeface="楷体_GB2312" pitchFamily="49" charset="-122"/>
              </a:rPr>
              <a:t>的代数</a:t>
            </a:r>
            <a:r>
              <a:rPr lang="zh-CN" altLang="en-US" sz="2800" i="0" dirty="0" smtClean="0">
                <a:solidFill>
                  <a:srgbClr val="040000"/>
                </a:solidFill>
                <a:latin typeface="Times New Roman" panose="02020603050405020304" pitchFamily="18" charset="0"/>
                <a:ea typeface="楷体_GB2312" pitchFamily="49" charset="-122"/>
              </a:rPr>
              <a:t>精确度</a:t>
            </a:r>
            <a:r>
              <a:rPr lang="en-US" altLang="zh-CN" sz="2800" i="0" dirty="0" smtClean="0">
                <a:solidFill>
                  <a:srgbClr val="040000"/>
                </a:solidFill>
                <a:latin typeface="Times New Roman" panose="02020603050405020304" pitchFamily="18" charset="0"/>
                <a:ea typeface="楷体_GB2312" pitchFamily="49" charset="-122"/>
              </a:rPr>
              <a:t>=</a:t>
            </a:r>
            <a:r>
              <a:rPr lang="zh-CN" altLang="en-US" sz="2800" i="0" dirty="0" smtClean="0">
                <a:solidFill>
                  <a:srgbClr val="040000"/>
                </a:solidFill>
                <a:latin typeface="Times New Roman" panose="02020603050405020304" pitchFamily="18" charset="0"/>
                <a:ea typeface="楷体_GB2312" pitchFamily="49" charset="-122"/>
              </a:rPr>
              <a:t>？</a:t>
            </a:r>
            <a:endParaRPr lang="zh-CN" altLang="en-US" sz="2800" i="0" dirty="0">
              <a:solidFill>
                <a:srgbClr val="040000"/>
              </a:solidFill>
              <a:latin typeface="Times New Roman" panose="02020603050405020304" pitchFamily="18" charset="0"/>
              <a:ea typeface="楷体_GB2312" pitchFamily="49" charset="-122"/>
            </a:endParaRPr>
          </a:p>
        </p:txBody>
      </p:sp>
      <p:graphicFrame>
        <p:nvGraphicFramePr>
          <p:cNvPr id="16" name="Object 19"/>
          <p:cNvGraphicFramePr>
            <a:graphicFrameLocks noChangeAspect="1"/>
          </p:cNvGraphicFramePr>
          <p:nvPr>
            <p:extLst>
              <p:ext uri="{D42A27DB-BD31-4B8C-83A1-F6EECF244321}">
                <p14:modId xmlns:p14="http://schemas.microsoft.com/office/powerpoint/2010/main" val="3434421373"/>
              </p:ext>
            </p:extLst>
          </p:nvPr>
        </p:nvGraphicFramePr>
        <p:xfrm>
          <a:off x="518156" y="3793405"/>
          <a:ext cx="4858418" cy="1583620"/>
        </p:xfrm>
        <a:graphic>
          <a:graphicData uri="http://schemas.openxmlformats.org/presentationml/2006/ole">
            <mc:AlternateContent xmlns:mc="http://schemas.openxmlformats.org/markup-compatibility/2006">
              <mc:Choice xmlns:v="urn:schemas-microsoft-com:vml" Requires="v">
                <p:oleObj spid="_x0000_s927750" name="Equation" r:id="rId4" imgW="2921000" imgH="812800" progId="Equation.DSMT4">
                  <p:embed/>
                </p:oleObj>
              </mc:Choice>
              <mc:Fallback>
                <p:oleObj name="Equation" r:id="rId4" imgW="2921000" imgH="8128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56" y="3793405"/>
                        <a:ext cx="4858418" cy="1583620"/>
                      </a:xfrm>
                      <a:prstGeom prst="rect">
                        <a:avLst/>
                      </a:prstGeom>
                      <a:noFill/>
                      <a:ln>
                        <a:noFill/>
                      </a:ln>
                      <a:effectLst/>
                    </p:spPr>
                  </p:pic>
                </p:oleObj>
              </mc:Fallback>
            </mc:AlternateContent>
          </a:graphicData>
        </a:graphic>
      </p:graphicFrame>
      <p:sp>
        <p:nvSpPr>
          <p:cNvPr id="17" name="Rectangle 20"/>
          <p:cNvSpPr>
            <a:spLocks noChangeArrowheads="1"/>
          </p:cNvSpPr>
          <p:nvPr/>
        </p:nvSpPr>
        <p:spPr bwMode="auto">
          <a:xfrm>
            <a:off x="488504" y="3340607"/>
            <a:ext cx="3035300" cy="427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dirty="0">
                <a:latin typeface="Times New Roman" panose="02020603050405020304" pitchFamily="18" charset="0"/>
                <a:ea typeface="楷体_GB2312" pitchFamily="49" charset="-122"/>
              </a:rPr>
              <a:t>若</a:t>
            </a:r>
            <a:r>
              <a:rPr lang="en-US" altLang="zh-CN" sz="2800" i="1" dirty="0">
                <a:latin typeface="Times New Roman" panose="02020603050405020304" pitchFamily="18" charset="0"/>
                <a:ea typeface="楷体_GB2312" pitchFamily="49" charset="-122"/>
              </a:rPr>
              <a:t>f</a:t>
            </a:r>
            <a:r>
              <a:rPr lang="en-US" altLang="zh-CN" sz="2800" dirty="0">
                <a:latin typeface="Times New Roman" panose="02020603050405020304" pitchFamily="18" charset="0"/>
                <a:ea typeface="楷体_GB2312" pitchFamily="49" charset="-122"/>
              </a:rPr>
              <a:t>(</a:t>
            </a:r>
            <a:r>
              <a:rPr lang="en-US" altLang="zh-CN" sz="2800" i="1" dirty="0">
                <a:latin typeface="Times New Roman" panose="02020603050405020304" pitchFamily="18" charset="0"/>
                <a:ea typeface="楷体_GB2312" pitchFamily="49" charset="-122"/>
              </a:rPr>
              <a:t>x</a:t>
            </a:r>
            <a:r>
              <a:rPr lang="en-US" altLang="zh-CN" sz="2800" dirty="0">
                <a:latin typeface="Times New Roman" panose="02020603050405020304" pitchFamily="18" charset="0"/>
                <a:ea typeface="楷体_GB2312" pitchFamily="49" charset="-122"/>
              </a:rPr>
              <a:t>)</a:t>
            </a:r>
            <a:r>
              <a:rPr lang="zh-CN" altLang="en-US" sz="2800" dirty="0">
                <a:latin typeface="Times New Roman" panose="02020603050405020304" pitchFamily="18" charset="0"/>
                <a:ea typeface="楷体_GB2312" pitchFamily="49" charset="-122"/>
              </a:rPr>
              <a:t>为一次多项式</a:t>
            </a:r>
          </a:p>
        </p:txBody>
      </p:sp>
      <p:sp>
        <p:nvSpPr>
          <p:cNvPr id="18" name="Rectangle 21"/>
          <p:cNvSpPr>
            <a:spLocks noChangeArrowheads="1"/>
          </p:cNvSpPr>
          <p:nvPr/>
        </p:nvSpPr>
        <p:spPr bwMode="auto">
          <a:xfrm>
            <a:off x="5673080" y="3362558"/>
            <a:ext cx="3525837" cy="427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dirty="0">
                <a:latin typeface="Times New Roman" panose="02020603050405020304" pitchFamily="18" charset="0"/>
                <a:ea typeface="楷体_GB2312" pitchFamily="49" charset="-122"/>
              </a:rPr>
              <a:t>若</a:t>
            </a:r>
            <a:r>
              <a:rPr lang="en-US" altLang="zh-CN" sz="2800" i="1" dirty="0">
                <a:latin typeface="Times New Roman" panose="02020603050405020304" pitchFamily="18" charset="0"/>
                <a:ea typeface="楷体_GB2312" pitchFamily="49" charset="-122"/>
              </a:rPr>
              <a:t>f</a:t>
            </a:r>
            <a:r>
              <a:rPr lang="en-US" altLang="zh-CN" sz="2800" dirty="0">
                <a:latin typeface="Times New Roman" panose="02020603050405020304" pitchFamily="18" charset="0"/>
                <a:ea typeface="楷体_GB2312" pitchFamily="49" charset="-122"/>
              </a:rPr>
              <a:t>(</a:t>
            </a:r>
            <a:r>
              <a:rPr lang="en-US" altLang="zh-CN" sz="2800" i="1" dirty="0">
                <a:latin typeface="Times New Roman" panose="02020603050405020304" pitchFamily="18" charset="0"/>
                <a:ea typeface="楷体_GB2312" pitchFamily="49" charset="-122"/>
              </a:rPr>
              <a:t>x</a:t>
            </a:r>
            <a:r>
              <a:rPr lang="en-US" altLang="zh-CN" sz="2800" dirty="0">
                <a:latin typeface="Times New Roman" panose="02020603050405020304" pitchFamily="18" charset="0"/>
                <a:ea typeface="楷体_GB2312" pitchFamily="49" charset="-122"/>
              </a:rPr>
              <a:t>)=</a:t>
            </a:r>
            <a:r>
              <a:rPr lang="en-US" altLang="zh-CN" sz="2800" i="1" dirty="0">
                <a:latin typeface="Times New Roman" panose="02020603050405020304" pitchFamily="18" charset="0"/>
                <a:ea typeface="楷体_GB2312" pitchFamily="49" charset="-122"/>
              </a:rPr>
              <a:t>x</a:t>
            </a:r>
            <a:r>
              <a:rPr lang="en-US" altLang="zh-CN" sz="2800" baseline="30000" dirty="0">
                <a:latin typeface="Times New Roman" panose="02020603050405020304" pitchFamily="18" charset="0"/>
                <a:ea typeface="楷体_GB2312" pitchFamily="49" charset="-122"/>
              </a:rPr>
              <a:t>2</a:t>
            </a:r>
            <a:r>
              <a:rPr lang="zh-CN" altLang="en-US" sz="2800" dirty="0">
                <a:latin typeface="Times New Roman" panose="02020603050405020304" pitchFamily="18" charset="0"/>
                <a:ea typeface="楷体_GB2312" pitchFamily="49" charset="-122"/>
              </a:rPr>
              <a:t>为二次多项式</a:t>
            </a:r>
          </a:p>
        </p:txBody>
      </p:sp>
      <p:graphicFrame>
        <p:nvGraphicFramePr>
          <p:cNvPr id="19" name="Object 22"/>
          <p:cNvGraphicFramePr>
            <a:graphicFrameLocks noChangeAspect="1"/>
          </p:cNvGraphicFramePr>
          <p:nvPr>
            <p:extLst>
              <p:ext uri="{D42A27DB-BD31-4B8C-83A1-F6EECF244321}">
                <p14:modId xmlns:p14="http://schemas.microsoft.com/office/powerpoint/2010/main" val="3230068266"/>
              </p:ext>
            </p:extLst>
          </p:nvPr>
        </p:nvGraphicFramePr>
        <p:xfrm>
          <a:off x="5817096" y="3789596"/>
          <a:ext cx="3797948" cy="1648410"/>
        </p:xfrm>
        <a:graphic>
          <a:graphicData uri="http://schemas.openxmlformats.org/presentationml/2006/ole">
            <mc:AlternateContent xmlns:mc="http://schemas.openxmlformats.org/markup-compatibility/2006">
              <mc:Choice xmlns:v="urn:schemas-microsoft-com:vml" Requires="v">
                <p:oleObj spid="_x0000_s927751" name="Equation" r:id="rId6" imgW="1943100" imgH="812800" progId="Equation.DSMT4">
                  <p:embed/>
                </p:oleObj>
              </mc:Choice>
              <mc:Fallback>
                <p:oleObj name="Equation" r:id="rId6" imgW="1943100" imgH="8128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17096" y="3789596"/>
                        <a:ext cx="3797948" cy="1648410"/>
                      </a:xfrm>
                      <a:prstGeom prst="rect">
                        <a:avLst/>
                      </a:prstGeom>
                      <a:noFill/>
                      <a:ln>
                        <a:noFill/>
                      </a:ln>
                      <a:effectLst/>
                    </p:spPr>
                  </p:pic>
                </p:oleObj>
              </mc:Fallback>
            </mc:AlternateContent>
          </a:graphicData>
        </a:graphic>
      </p:graphicFrame>
    </p:spTree>
    <p:custDataLst>
      <p:tags r:id="rId2"/>
    </p:custDataLst>
    <p:extLst>
      <p:ext uri="{BB962C8B-B14F-4D97-AF65-F5344CB8AC3E}">
        <p14:creationId xmlns:p14="http://schemas.microsoft.com/office/powerpoint/2010/main" val="3434809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fill="hold"/>
                                        <p:tgtEl>
                                          <p:spTgt spid="19"/>
                                        </p:tgtEl>
                                        <p:attrNameLst>
                                          <p:attrName>ppt_x</p:attrName>
                                        </p:attrNameLst>
                                      </p:cBhvr>
                                      <p:tavLst>
                                        <p:tav tm="0">
                                          <p:val>
                                            <p:strVal val="#ppt_x"/>
                                          </p:val>
                                        </p:tav>
                                        <p:tav tm="100000">
                                          <p:val>
                                            <p:strVal val="#ppt_x"/>
                                          </p:val>
                                        </p:tav>
                                      </p:tavLst>
                                    </p:anim>
                                    <p:anim calcmode="lin" valueType="num">
                                      <p:cBhvr additive="base">
                                        <p:cTn id="2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extLst mod="1"/>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灯片编号占位符 3"/>
          <p:cNvSpPr>
            <a:spLocks noGrp="1"/>
          </p:cNvSpPr>
          <p:nvPr>
            <p:ph type="sldNum" sz="quarter" idx="10"/>
          </p:nvPr>
        </p:nvSpPr>
        <p:spPr/>
        <p:txBody>
          <a:bodyPr/>
          <a:lstStyle/>
          <a:p>
            <a:fld id="{1F5F0EBA-0C75-4BFC-809B-EB51E31A110C}" type="slidenum">
              <a:rPr lang="zh-CN" altLang="en-US" smtClean="0"/>
              <a:pPr/>
              <a:t>56</a:t>
            </a:fld>
            <a:endParaRPr lang="en-US" altLang="zh-CN"/>
          </a:p>
        </p:txBody>
      </p:sp>
      <p:sp>
        <p:nvSpPr>
          <p:cNvPr id="5" name="日期占位符 4"/>
          <p:cNvSpPr>
            <a:spLocks noGrp="1"/>
          </p:cNvSpPr>
          <p:nvPr>
            <p:ph type="dt" sz="half" idx="11"/>
          </p:nvPr>
        </p:nvSpPr>
        <p:spPr/>
        <p:txBody>
          <a:bodyPr/>
          <a:lstStyle/>
          <a:p>
            <a:fld id="{3C8D7209-8540-466F-BFB0-B486ABF0E336}" type="datetime1">
              <a:rPr lang="zh-CN" altLang="en-US" smtClean="0"/>
              <a:pPr/>
              <a:t>2024/11/11</a:t>
            </a:fld>
            <a:endParaRPr lang="en-US" altLang="zh-CN"/>
          </a:p>
        </p:txBody>
      </p:sp>
      <p:sp>
        <p:nvSpPr>
          <p:cNvPr id="6" name="Text Box 10"/>
          <p:cNvSpPr txBox="1">
            <a:spLocks noChangeArrowheads="1"/>
          </p:cNvSpPr>
          <p:nvPr/>
        </p:nvSpPr>
        <p:spPr bwMode="auto">
          <a:xfrm>
            <a:off x="250825" y="1625600"/>
            <a:ext cx="8424863" cy="427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50000"/>
              </a:spcBef>
              <a:buClrTx/>
              <a:buSzTx/>
              <a:buFontTx/>
              <a:buNone/>
            </a:pPr>
            <a:r>
              <a:rPr lang="zh-CN" altLang="en-US" sz="2800" i="0" dirty="0" smtClean="0">
                <a:latin typeface="Times New Roman" panose="02020603050405020304" pitchFamily="18" charset="0"/>
                <a:ea typeface="楷体_GB2312" pitchFamily="49" charset="-122"/>
              </a:rPr>
              <a:t>例：</a:t>
            </a:r>
            <a:r>
              <a:rPr lang="zh-CN" altLang="en-US" sz="2800" i="0" dirty="0">
                <a:latin typeface="Times New Roman" panose="02020603050405020304" pitchFamily="18" charset="0"/>
                <a:ea typeface="楷体_GB2312" pitchFamily="49" charset="-122"/>
              </a:rPr>
              <a:t>判别求积公式</a:t>
            </a:r>
          </a:p>
        </p:txBody>
      </p:sp>
      <p:graphicFrame>
        <p:nvGraphicFramePr>
          <p:cNvPr id="7" name="Object 11"/>
          <p:cNvGraphicFramePr>
            <a:graphicFrameLocks noChangeAspect="1"/>
          </p:cNvGraphicFramePr>
          <p:nvPr>
            <p:extLst>
              <p:ext uri="{D42A27DB-BD31-4B8C-83A1-F6EECF244321}">
                <p14:modId xmlns:p14="http://schemas.microsoft.com/office/powerpoint/2010/main" val="1510360367"/>
              </p:ext>
            </p:extLst>
          </p:nvPr>
        </p:nvGraphicFramePr>
        <p:xfrm>
          <a:off x="1187450" y="2128838"/>
          <a:ext cx="5976938" cy="815975"/>
        </p:xfrm>
        <a:graphic>
          <a:graphicData uri="http://schemas.openxmlformats.org/presentationml/2006/ole">
            <mc:AlternateContent xmlns:mc="http://schemas.openxmlformats.org/markup-compatibility/2006">
              <mc:Choice xmlns:v="urn:schemas-microsoft-com:vml" Requires="v">
                <p:oleObj spid="_x0000_s928774" name="Equation" r:id="rId3" imgW="2882900" imgH="393700" progId="Equation.DSMT4">
                  <p:embed/>
                </p:oleObj>
              </mc:Choice>
              <mc:Fallback>
                <p:oleObj name="Equation" r:id="rId3" imgW="2882900" imgH="3937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2128838"/>
                        <a:ext cx="5976938"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Rectangle 12"/>
          <p:cNvSpPr>
            <a:spLocks noChangeArrowheads="1"/>
          </p:cNvSpPr>
          <p:nvPr/>
        </p:nvSpPr>
        <p:spPr bwMode="auto">
          <a:xfrm>
            <a:off x="1105548" y="3136900"/>
            <a:ext cx="2164055" cy="430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i="0">
                <a:latin typeface="Times New Roman" panose="02020603050405020304" pitchFamily="18" charset="0"/>
                <a:ea typeface="楷体_GB2312" pitchFamily="49" charset="-122"/>
              </a:rPr>
              <a:t>的代数精度。</a:t>
            </a:r>
          </a:p>
        </p:txBody>
      </p:sp>
      <p:sp>
        <p:nvSpPr>
          <p:cNvPr id="9" name="Rectangle 3"/>
          <p:cNvSpPr>
            <a:spLocks noChangeArrowheads="1"/>
          </p:cNvSpPr>
          <p:nvPr/>
        </p:nvSpPr>
        <p:spPr bwMode="auto">
          <a:xfrm>
            <a:off x="1046587" y="4211489"/>
            <a:ext cx="84582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
                <a:srgbClr val="008000"/>
              </a:buClr>
              <a:buSzPct val="90000"/>
              <a:buFont typeface="Wingdings" panose="05000000000000000000" pitchFamily="2" charset="2"/>
              <a:buChar char="ª"/>
            </a:pPr>
            <a:r>
              <a:rPr lang="zh-CN" altLang="en-US" sz="2800">
                <a:solidFill>
                  <a:srgbClr val="A50021"/>
                </a:solidFill>
                <a:latin typeface="Times New Roman" panose="02020603050405020304" pitchFamily="18" charset="0"/>
                <a:ea typeface="楷体_GB2312" pitchFamily="49" charset="-122"/>
              </a:rPr>
              <a:t>思路：</a:t>
            </a:r>
          </a:p>
          <a:p>
            <a:pPr algn="just" eaLnBrk="1" hangingPunct="1">
              <a:spcBef>
                <a:spcPct val="0"/>
              </a:spcBef>
              <a:buClr>
                <a:srgbClr val="008000"/>
              </a:buClr>
              <a:buSzPct val="90000"/>
              <a:buFont typeface="Wingdings" panose="05000000000000000000" pitchFamily="2" charset="2"/>
              <a:buChar char="ª"/>
            </a:pPr>
            <a:r>
              <a:rPr lang="zh-CN" altLang="en-US" sz="2800">
                <a:solidFill>
                  <a:srgbClr val="A50021"/>
                </a:solidFill>
                <a:latin typeface="Times New Roman" panose="02020603050405020304" pitchFamily="18" charset="0"/>
                <a:ea typeface="楷体_GB2312" pitchFamily="49" charset="-122"/>
              </a:rPr>
              <a:t>当</a:t>
            </a:r>
            <a:r>
              <a:rPr lang="en-US" altLang="zh-CN" sz="2800" i="1">
                <a:solidFill>
                  <a:srgbClr val="A50021"/>
                </a:solidFill>
                <a:latin typeface="Times New Roman" panose="02020603050405020304" pitchFamily="18" charset="0"/>
                <a:ea typeface="楷体_GB2312" pitchFamily="49" charset="-122"/>
              </a:rPr>
              <a:t>f</a:t>
            </a:r>
            <a:r>
              <a:rPr lang="en-US" altLang="zh-CN" sz="2800">
                <a:solidFill>
                  <a:srgbClr val="A50021"/>
                </a:solidFill>
                <a:latin typeface="Times New Roman" panose="02020603050405020304" pitchFamily="18" charset="0"/>
                <a:ea typeface="楷体_GB2312" pitchFamily="49" charset="-122"/>
              </a:rPr>
              <a:t>(</a:t>
            </a:r>
            <a:r>
              <a:rPr lang="en-US" altLang="zh-CN" sz="2800" i="1">
                <a:solidFill>
                  <a:srgbClr val="A50021"/>
                </a:solidFill>
                <a:latin typeface="Times New Roman" panose="02020603050405020304" pitchFamily="18" charset="0"/>
                <a:ea typeface="楷体_GB2312" pitchFamily="49" charset="-122"/>
              </a:rPr>
              <a:t>x</a:t>
            </a:r>
            <a:r>
              <a:rPr lang="en-US" altLang="zh-CN" sz="2800">
                <a:solidFill>
                  <a:srgbClr val="A50021"/>
                </a:solidFill>
                <a:latin typeface="Times New Roman" panose="02020603050405020304" pitchFamily="18" charset="0"/>
                <a:ea typeface="楷体_GB2312" pitchFamily="49" charset="-122"/>
              </a:rPr>
              <a:t>)=1,</a:t>
            </a:r>
            <a:r>
              <a:rPr lang="en-US" altLang="zh-CN" sz="2800" i="1">
                <a:solidFill>
                  <a:srgbClr val="A50021"/>
                </a:solidFill>
                <a:latin typeface="Times New Roman" panose="02020603050405020304" pitchFamily="18" charset="0"/>
                <a:ea typeface="楷体_GB2312" pitchFamily="49" charset="-122"/>
              </a:rPr>
              <a:t>x</a:t>
            </a:r>
            <a:r>
              <a:rPr lang="en-US" altLang="zh-CN" sz="2800">
                <a:solidFill>
                  <a:srgbClr val="A50021"/>
                </a:solidFill>
                <a:latin typeface="Times New Roman" panose="02020603050405020304" pitchFamily="18" charset="0"/>
                <a:ea typeface="楷体_GB2312" pitchFamily="49" charset="-122"/>
              </a:rPr>
              <a:t>,</a:t>
            </a:r>
            <a:r>
              <a:rPr lang="en-US" altLang="zh-CN" sz="2800" i="1">
                <a:solidFill>
                  <a:srgbClr val="A50021"/>
                </a:solidFill>
                <a:latin typeface="Times New Roman" panose="02020603050405020304" pitchFamily="18" charset="0"/>
                <a:ea typeface="楷体_GB2312" pitchFamily="49" charset="-122"/>
              </a:rPr>
              <a:t>x</a:t>
            </a:r>
            <a:r>
              <a:rPr lang="en-US" altLang="zh-CN" sz="2800" baseline="30000">
                <a:solidFill>
                  <a:srgbClr val="A50021"/>
                </a:solidFill>
                <a:latin typeface="Times New Roman" panose="02020603050405020304" pitchFamily="18" charset="0"/>
                <a:ea typeface="楷体_GB2312" pitchFamily="49" charset="-122"/>
              </a:rPr>
              <a:t>2</a:t>
            </a:r>
            <a:r>
              <a:rPr lang="en-US" altLang="zh-CN" sz="2800">
                <a:solidFill>
                  <a:srgbClr val="A50021"/>
                </a:solidFill>
                <a:latin typeface="Times New Roman" panose="02020603050405020304" pitchFamily="18" charset="0"/>
                <a:ea typeface="楷体_GB2312" pitchFamily="49" charset="-122"/>
              </a:rPr>
              <a:t>,</a:t>
            </a:r>
            <a:r>
              <a:rPr lang="en-US" altLang="zh-CN" sz="2800" i="1">
                <a:solidFill>
                  <a:srgbClr val="A50021"/>
                </a:solidFill>
                <a:latin typeface="Times New Roman" panose="02020603050405020304" pitchFamily="18" charset="0"/>
                <a:ea typeface="楷体_GB2312" pitchFamily="49" charset="-122"/>
              </a:rPr>
              <a:t>x</a:t>
            </a:r>
            <a:r>
              <a:rPr lang="en-US" altLang="zh-CN" sz="2800" baseline="30000">
                <a:solidFill>
                  <a:srgbClr val="A50021"/>
                </a:solidFill>
                <a:latin typeface="Times New Roman" panose="02020603050405020304" pitchFamily="18" charset="0"/>
                <a:ea typeface="楷体_GB2312" pitchFamily="49" charset="-122"/>
              </a:rPr>
              <a:t>3</a:t>
            </a:r>
            <a:r>
              <a:rPr lang="en-US" altLang="zh-CN" sz="2800">
                <a:solidFill>
                  <a:srgbClr val="A50021"/>
                </a:solidFill>
                <a:latin typeface="Times New Roman" panose="02020603050405020304" pitchFamily="18" charset="0"/>
                <a:ea typeface="楷体_GB2312" pitchFamily="49" charset="-122"/>
              </a:rPr>
              <a:t>…, </a:t>
            </a:r>
            <a:r>
              <a:rPr lang="zh-CN" altLang="en-US" sz="2800">
                <a:solidFill>
                  <a:srgbClr val="A50021"/>
                </a:solidFill>
                <a:latin typeface="Times New Roman" panose="02020603050405020304" pitchFamily="18" charset="0"/>
                <a:ea typeface="楷体_GB2312" pitchFamily="49" charset="-122"/>
              </a:rPr>
              <a:t>分别求</a:t>
            </a:r>
          </a:p>
        </p:txBody>
      </p:sp>
      <p:graphicFrame>
        <p:nvGraphicFramePr>
          <p:cNvPr id="10" name="Object 7"/>
          <p:cNvGraphicFramePr>
            <a:graphicFrameLocks noChangeAspect="1"/>
          </p:cNvGraphicFramePr>
          <p:nvPr>
            <p:extLst>
              <p:ext uri="{D42A27DB-BD31-4B8C-83A1-F6EECF244321}">
                <p14:modId xmlns:p14="http://schemas.microsoft.com/office/powerpoint/2010/main" val="3028220931"/>
              </p:ext>
            </p:extLst>
          </p:nvPr>
        </p:nvGraphicFramePr>
        <p:xfrm>
          <a:off x="5256637" y="4489302"/>
          <a:ext cx="1404937" cy="730250"/>
        </p:xfrm>
        <a:graphic>
          <a:graphicData uri="http://schemas.openxmlformats.org/presentationml/2006/ole">
            <mc:AlternateContent xmlns:mc="http://schemas.openxmlformats.org/markup-compatibility/2006">
              <mc:Choice xmlns:v="urn:schemas-microsoft-com:vml" Requires="v">
                <p:oleObj spid="_x0000_s928775" name="Equation" r:id="rId5" imgW="634725" imgH="330057" progId="Equation.DSMT4">
                  <p:embed/>
                </p:oleObj>
              </mc:Choice>
              <mc:Fallback>
                <p:oleObj name="Equation" r:id="rId5" imgW="634725" imgH="330057"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6637" y="4489302"/>
                        <a:ext cx="1404937"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Text Box 15"/>
          <p:cNvSpPr txBox="1">
            <a:spLocks noChangeArrowheads="1"/>
          </p:cNvSpPr>
          <p:nvPr/>
        </p:nvSpPr>
        <p:spPr bwMode="auto">
          <a:xfrm>
            <a:off x="1151362" y="5219552"/>
            <a:ext cx="7129462" cy="427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50000"/>
              </a:spcBef>
              <a:buClrTx/>
              <a:buSzTx/>
              <a:buFontTx/>
              <a:buNone/>
            </a:pPr>
            <a:r>
              <a:rPr lang="zh-CN" altLang="en-US" sz="2800" dirty="0">
                <a:latin typeface="Times New Roman" panose="02020603050405020304" pitchFamily="18" charset="0"/>
                <a:ea typeface="楷体_GB2312" pitchFamily="49" charset="-122"/>
              </a:rPr>
              <a:t>答案：具有</a:t>
            </a:r>
            <a:r>
              <a:rPr lang="en-US" altLang="zh-CN" sz="2800" dirty="0">
                <a:latin typeface="Times New Roman" panose="02020603050405020304" pitchFamily="18" charset="0"/>
                <a:ea typeface="楷体_GB2312" pitchFamily="49" charset="-122"/>
              </a:rPr>
              <a:t>5</a:t>
            </a:r>
            <a:r>
              <a:rPr lang="zh-CN" altLang="en-US" sz="2800" dirty="0">
                <a:latin typeface="Times New Roman" panose="02020603050405020304" pitchFamily="18" charset="0"/>
                <a:ea typeface="楷体_GB2312" pitchFamily="49" charset="-122"/>
              </a:rPr>
              <a:t>次代数精度。</a:t>
            </a:r>
          </a:p>
        </p:txBody>
      </p:sp>
    </p:spTree>
    <p:extLst>
      <p:ext uri="{BB962C8B-B14F-4D97-AF65-F5344CB8AC3E}">
        <p14:creationId xmlns:p14="http://schemas.microsoft.com/office/powerpoint/2010/main" val="2351283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0"/>
          </p:nvPr>
        </p:nvSpPr>
        <p:spPr/>
        <p:txBody>
          <a:bodyPr/>
          <a:lstStyle/>
          <a:p>
            <a:fld id="{139AFE12-EF65-461F-BAA7-F23C4F615E6C}" type="slidenum">
              <a:rPr lang="zh-CN" altLang="en-US"/>
              <a:pPr/>
              <a:t>57</a:t>
            </a:fld>
            <a:endParaRPr lang="en-US" altLang="zh-CN"/>
          </a:p>
        </p:txBody>
      </p:sp>
      <p:sp>
        <p:nvSpPr>
          <p:cNvPr id="14" name="日期占位符 4"/>
          <p:cNvSpPr>
            <a:spLocks noGrp="1"/>
          </p:cNvSpPr>
          <p:nvPr>
            <p:ph type="dt" sz="half" idx="4294967295"/>
          </p:nvPr>
        </p:nvSpPr>
        <p:spPr>
          <a:xfrm>
            <a:off x="14295" y="6350000"/>
            <a:ext cx="2297112" cy="577850"/>
          </a:xfrm>
        </p:spPr>
        <p:txBody>
          <a:bodyPr/>
          <a:lstStyle/>
          <a:p>
            <a:fld id="{D65E7DF3-EDBB-4EAF-BEFE-210F079E4DA4}" type="datetime1">
              <a:rPr lang="zh-CN" altLang="en-US"/>
              <a:pPr/>
              <a:t>2024/11/11</a:t>
            </a:fld>
            <a:endParaRPr lang="en-US" altLang="zh-CN"/>
          </a:p>
        </p:txBody>
      </p:sp>
      <p:sp>
        <p:nvSpPr>
          <p:cNvPr id="850946" name="Rectangle 2"/>
          <p:cNvSpPr>
            <a:spLocks noGrp="1" noChangeArrowheads="1"/>
          </p:cNvSpPr>
          <p:nvPr>
            <p:ph type="title"/>
          </p:nvPr>
        </p:nvSpPr>
        <p:spPr>
          <a:xfrm>
            <a:off x="650878" y="255588"/>
            <a:ext cx="8820150" cy="658812"/>
          </a:xfrm>
        </p:spPr>
        <p:txBody>
          <a:bodyPr/>
          <a:lstStyle/>
          <a:p>
            <a:r>
              <a:rPr lang="zh-CN" altLang="en-US" sz="4800"/>
              <a:t>§1.7 高斯求积公式</a:t>
            </a:r>
          </a:p>
        </p:txBody>
      </p:sp>
      <p:sp>
        <p:nvSpPr>
          <p:cNvPr id="850947" name="Rectangle 3"/>
          <p:cNvSpPr>
            <a:spLocks noGrp="1" noChangeArrowheads="1"/>
          </p:cNvSpPr>
          <p:nvPr>
            <p:ph type="body" idx="1"/>
          </p:nvPr>
        </p:nvSpPr>
        <p:spPr>
          <a:xfrm>
            <a:off x="650878" y="1143004"/>
            <a:ext cx="8820150" cy="1685925"/>
          </a:xfrm>
        </p:spPr>
        <p:txBody>
          <a:bodyPr/>
          <a:lstStyle/>
          <a:p>
            <a:r>
              <a:rPr lang="zh-CN" altLang="en-US"/>
              <a:t>如果一个求积公式对任意</a:t>
            </a:r>
            <a:r>
              <a:rPr lang="en-US" altLang="zh-CN"/>
              <a:t>n</a:t>
            </a:r>
            <a:r>
              <a:rPr lang="zh-CN" altLang="en-US"/>
              <a:t>次多项式精确成立，而对大于</a:t>
            </a:r>
            <a:r>
              <a:rPr lang="en-US" altLang="zh-CN" i="1"/>
              <a:t>n</a:t>
            </a:r>
            <a:r>
              <a:rPr lang="zh-CN" altLang="en-US"/>
              <a:t>的多项式不精确成立，称该求积公式具有</a:t>
            </a:r>
            <a:r>
              <a:rPr lang="en-US" altLang="zh-CN" i="1" u="sng">
                <a:solidFill>
                  <a:srgbClr val="FF3300"/>
                </a:solidFill>
              </a:rPr>
              <a:t>n</a:t>
            </a:r>
            <a:r>
              <a:rPr lang="zh-CN" altLang="en-US" u="sng">
                <a:solidFill>
                  <a:srgbClr val="FF3300"/>
                </a:solidFill>
              </a:rPr>
              <a:t>次代数精确度</a:t>
            </a:r>
            <a:r>
              <a:rPr lang="zh-CN" altLang="en-US"/>
              <a:t>。</a:t>
            </a:r>
          </a:p>
          <a:p>
            <a:r>
              <a:rPr lang="zh-CN" altLang="en-US"/>
              <a:t>高斯求积公式的</a:t>
            </a:r>
            <a:r>
              <a:rPr lang="zh-CN" altLang="en-US" u="sng"/>
              <a:t>方法原则</a:t>
            </a:r>
            <a:r>
              <a:rPr lang="zh-CN" altLang="en-US"/>
              <a:t>是使求积公式</a:t>
            </a:r>
          </a:p>
        </p:txBody>
      </p:sp>
      <p:graphicFrame>
        <p:nvGraphicFramePr>
          <p:cNvPr id="850948" name="Object 4"/>
          <p:cNvGraphicFramePr>
            <a:graphicFrameLocks noChangeAspect="1"/>
          </p:cNvGraphicFramePr>
          <p:nvPr/>
        </p:nvGraphicFramePr>
        <p:xfrm>
          <a:off x="7086600" y="2209800"/>
          <a:ext cx="2667000" cy="889000"/>
        </p:xfrm>
        <a:graphic>
          <a:graphicData uri="http://schemas.openxmlformats.org/presentationml/2006/ole">
            <mc:AlternateContent xmlns:mc="http://schemas.openxmlformats.org/markup-compatibility/2006">
              <mc:Choice xmlns:v="urn:schemas-microsoft-com:vml" Requires="v">
                <p:oleObj spid="_x0000_s916502" name="Equation" r:id="rId4" imgW="1422360" imgH="431640" progId="Equation.3">
                  <p:embed/>
                </p:oleObj>
              </mc:Choice>
              <mc:Fallback>
                <p:oleObj name="Equation" r:id="rId4" imgW="1422360" imgH="431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2209800"/>
                        <a:ext cx="26670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0949" name="Rectangle 5"/>
          <p:cNvSpPr>
            <a:spLocks noChangeArrowheads="1"/>
          </p:cNvSpPr>
          <p:nvPr/>
        </p:nvSpPr>
        <p:spPr bwMode="auto">
          <a:xfrm>
            <a:off x="806452" y="2909888"/>
            <a:ext cx="595547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i="0">
                <a:latin typeface="Times New Roman" pitchFamily="18" charset="0"/>
                <a:ea typeface="黑体" pitchFamily="2" charset="-122"/>
              </a:rPr>
              <a:t>对次数尽可能高的多项式精确成立。</a:t>
            </a:r>
            <a:endParaRPr lang="en-US" altLang="zh-CN" sz="2800" i="0">
              <a:latin typeface="Times New Roman" pitchFamily="18" charset="0"/>
              <a:ea typeface="黑体" pitchFamily="2" charset="-122"/>
            </a:endParaRPr>
          </a:p>
        </p:txBody>
      </p:sp>
      <p:graphicFrame>
        <p:nvGraphicFramePr>
          <p:cNvPr id="850950" name="Object 6"/>
          <p:cNvGraphicFramePr>
            <a:graphicFrameLocks noChangeAspect="1"/>
          </p:cNvGraphicFramePr>
          <p:nvPr/>
        </p:nvGraphicFramePr>
        <p:xfrm>
          <a:off x="763590" y="3370263"/>
          <a:ext cx="3973512" cy="1252537"/>
        </p:xfrm>
        <a:graphic>
          <a:graphicData uri="http://schemas.openxmlformats.org/presentationml/2006/ole">
            <mc:AlternateContent xmlns:mc="http://schemas.openxmlformats.org/markup-compatibility/2006">
              <mc:Choice xmlns:v="urn:schemas-microsoft-com:vml" Requires="v">
                <p:oleObj spid="_x0000_s916503" name="公式" r:id="rId6" imgW="1752480" imgH="495000" progId="Equation.3">
                  <p:embed/>
                </p:oleObj>
              </mc:Choice>
              <mc:Fallback>
                <p:oleObj name="公式" r:id="rId6" imgW="1752480" imgH="4950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3590" y="3370263"/>
                        <a:ext cx="3973512" cy="1252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50951" name="Group 7"/>
          <p:cNvGrpSpPr>
            <a:grpSpLocks/>
          </p:cNvGrpSpPr>
          <p:nvPr/>
        </p:nvGrpSpPr>
        <p:grpSpPr bwMode="auto">
          <a:xfrm>
            <a:off x="5457825" y="3571875"/>
            <a:ext cx="4102100" cy="642938"/>
            <a:chOff x="3563" y="2303"/>
            <a:chExt cx="2584" cy="405"/>
          </a:xfrm>
        </p:grpSpPr>
        <p:sp>
          <p:nvSpPr>
            <p:cNvPr id="850952" name="Rectangle 8"/>
            <p:cNvSpPr>
              <a:spLocks noChangeArrowheads="1"/>
            </p:cNvSpPr>
            <p:nvPr/>
          </p:nvSpPr>
          <p:spPr bwMode="auto">
            <a:xfrm>
              <a:off x="4296" y="2303"/>
              <a:ext cx="1851"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2800" i="0" dirty="0">
                  <a:latin typeface="Times New Roman" pitchFamily="18" charset="0"/>
                </a:rPr>
                <a:t>(</a:t>
              </a:r>
              <a:r>
                <a:rPr lang="en-US" altLang="zh-CN" sz="2800" dirty="0">
                  <a:latin typeface="Times New Roman" pitchFamily="18" charset="0"/>
                </a:rPr>
                <a:t>t</a:t>
              </a:r>
              <a:r>
                <a:rPr lang="en-US" altLang="zh-CN" sz="2800" i="0" dirty="0">
                  <a:latin typeface="Times New Roman" pitchFamily="18" charset="0"/>
                </a:rPr>
                <a:t>–</a:t>
              </a:r>
              <a:r>
                <a:rPr lang="en-US" altLang="zh-CN" sz="2800" dirty="0">
                  <a:latin typeface="Times New Roman" pitchFamily="18" charset="0"/>
                </a:rPr>
                <a:t>t</a:t>
              </a:r>
              <a:r>
                <a:rPr lang="en-US" altLang="zh-CN" sz="2800" i="0" baseline="-25000" dirty="0">
                  <a:latin typeface="Times New Roman" pitchFamily="18" charset="0"/>
                </a:rPr>
                <a:t>1</a:t>
              </a:r>
              <a:r>
                <a:rPr lang="en-US" altLang="zh-CN" sz="2800" i="0" dirty="0">
                  <a:latin typeface="Times New Roman" pitchFamily="18" charset="0"/>
                </a:rPr>
                <a:t>) </a:t>
              </a:r>
              <a:r>
                <a:rPr lang="en-US" altLang="zh-CN" sz="2800" i="0" dirty="0"/>
                <a:t>(</a:t>
              </a:r>
              <a:r>
                <a:rPr lang="en-US" altLang="zh-CN" sz="2800" dirty="0"/>
                <a:t>t</a:t>
              </a:r>
              <a:r>
                <a:rPr lang="en-US" altLang="zh-CN" sz="2800" i="0" dirty="0"/>
                <a:t>–</a:t>
              </a:r>
              <a:r>
                <a:rPr lang="en-US" altLang="zh-CN" sz="2800" dirty="0"/>
                <a:t>t</a:t>
              </a:r>
              <a:r>
                <a:rPr lang="en-US" altLang="zh-CN" sz="2800" i="0" baseline="-25000" dirty="0"/>
                <a:t>2</a:t>
              </a:r>
              <a:r>
                <a:rPr lang="en-US" altLang="zh-CN" sz="2800" i="0" dirty="0"/>
                <a:t>)</a:t>
              </a:r>
              <a:r>
                <a:rPr lang="en-US" altLang="zh-CN" sz="2800" i="0" dirty="0">
                  <a:latin typeface="Times New Roman" pitchFamily="18" charset="0"/>
                </a:rPr>
                <a:t>…(</a:t>
              </a:r>
              <a:r>
                <a:rPr lang="en-US" altLang="zh-CN" sz="2800" dirty="0">
                  <a:latin typeface="Times New Roman" pitchFamily="18" charset="0"/>
                </a:rPr>
                <a:t>t</a:t>
              </a:r>
              <a:r>
                <a:rPr lang="en-US" altLang="zh-CN" sz="2800" i="0" dirty="0">
                  <a:latin typeface="Times New Roman" pitchFamily="18" charset="0"/>
                </a:rPr>
                <a:t>–</a:t>
              </a:r>
              <a:r>
                <a:rPr lang="en-US" altLang="zh-CN" sz="2800" dirty="0" err="1">
                  <a:latin typeface="Times New Roman" pitchFamily="18" charset="0"/>
                </a:rPr>
                <a:t>t</a:t>
              </a:r>
              <a:r>
                <a:rPr lang="en-US" altLang="zh-CN" sz="2800" i="0" baseline="-25000" dirty="0" err="1">
                  <a:latin typeface="Times New Roman" pitchFamily="18" charset="0"/>
                </a:rPr>
                <a:t>n</a:t>
              </a:r>
              <a:r>
                <a:rPr lang="en-US" altLang="zh-CN" sz="2800" i="0" dirty="0">
                  <a:latin typeface="Times New Roman" pitchFamily="18" charset="0"/>
                </a:rPr>
                <a:t>)</a:t>
              </a:r>
              <a:endParaRPr lang="zh-CN" altLang="en-US" sz="2800" i="0" dirty="0">
                <a:latin typeface="Times New Roman" pitchFamily="18" charset="0"/>
              </a:endParaRPr>
            </a:p>
          </p:txBody>
        </p:sp>
        <p:graphicFrame>
          <p:nvGraphicFramePr>
            <p:cNvPr id="850953" name="Object 9"/>
            <p:cNvGraphicFramePr>
              <a:graphicFrameLocks noChangeAspect="1"/>
            </p:cNvGraphicFramePr>
            <p:nvPr/>
          </p:nvGraphicFramePr>
          <p:xfrm>
            <a:off x="3563" y="2304"/>
            <a:ext cx="741" cy="404"/>
          </p:xfrm>
          <a:graphic>
            <a:graphicData uri="http://schemas.openxmlformats.org/presentationml/2006/ole">
              <mc:AlternateContent xmlns:mc="http://schemas.openxmlformats.org/markup-compatibility/2006">
                <mc:Choice xmlns:v="urn:schemas-microsoft-com:vml" Requires="v">
                  <p:oleObj spid="_x0000_s916504" name="公式" r:id="rId8" imgW="571320" imgH="253800" progId="Equation.3">
                    <p:embed/>
                  </p:oleObj>
                </mc:Choice>
                <mc:Fallback>
                  <p:oleObj name="公式" r:id="rId8" imgW="571320" imgH="2538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63" y="2304"/>
                          <a:ext cx="741"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50954" name="Object 10"/>
          <p:cNvGraphicFramePr>
            <a:graphicFrameLocks noChangeAspect="1"/>
          </p:cNvGraphicFramePr>
          <p:nvPr/>
        </p:nvGraphicFramePr>
        <p:xfrm>
          <a:off x="457203" y="4433888"/>
          <a:ext cx="8959850" cy="1155700"/>
        </p:xfrm>
        <a:graphic>
          <a:graphicData uri="http://schemas.openxmlformats.org/presentationml/2006/ole">
            <mc:AlternateContent xmlns:mc="http://schemas.openxmlformats.org/markup-compatibility/2006">
              <mc:Choice xmlns:v="urn:schemas-microsoft-com:vml" Requires="v">
                <p:oleObj spid="_x0000_s916505" name="Equation" r:id="rId10" imgW="3377880" imgH="507960" progId="Equation.3">
                  <p:embed/>
                </p:oleObj>
              </mc:Choice>
              <mc:Fallback>
                <p:oleObj name="Equation" r:id="rId10" imgW="3377880" imgH="50796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3" y="4433888"/>
                        <a:ext cx="8959850" cy="1155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0955" name="Object 11"/>
          <p:cNvGraphicFramePr>
            <a:graphicFrameLocks noChangeAspect="1"/>
          </p:cNvGraphicFramePr>
          <p:nvPr/>
        </p:nvGraphicFramePr>
        <p:xfrm>
          <a:off x="3962401" y="5541963"/>
          <a:ext cx="4303713" cy="1117600"/>
        </p:xfrm>
        <a:graphic>
          <a:graphicData uri="http://schemas.openxmlformats.org/presentationml/2006/ole">
            <mc:AlternateContent xmlns:mc="http://schemas.openxmlformats.org/markup-compatibility/2006">
              <mc:Choice xmlns:v="urn:schemas-microsoft-com:vml" Requires="v">
                <p:oleObj spid="_x0000_s916506" name="Equation" r:id="rId12" imgW="1879560" imgH="507960" progId="Equation.3">
                  <p:embed/>
                </p:oleObj>
              </mc:Choice>
              <mc:Fallback>
                <p:oleObj name="Equation" r:id="rId12" imgW="1879560" imgH="50796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62401" y="5541963"/>
                        <a:ext cx="4303713"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0956" name="Text Box 12"/>
          <p:cNvSpPr txBox="1">
            <a:spLocks noChangeArrowheads="1"/>
          </p:cNvSpPr>
          <p:nvPr/>
        </p:nvSpPr>
        <p:spPr bwMode="auto">
          <a:xfrm>
            <a:off x="4737100" y="5589588"/>
            <a:ext cx="3024188" cy="1166812"/>
          </a:xfrm>
          <a:prstGeom prst="rect">
            <a:avLst/>
          </a:prstGeom>
          <a:noFill/>
          <a:ln w="381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zh-CN" i="0">
              <a:solidFill>
                <a:srgbClr val="FF3300"/>
              </a:solidFill>
            </a:endParaRPr>
          </a:p>
          <a:p>
            <a:pPr algn="r">
              <a:spcBef>
                <a:spcPct val="50000"/>
              </a:spcBef>
            </a:pPr>
            <a:r>
              <a:rPr lang="en-US" altLang="zh-CN" sz="3200" i="0">
                <a:solidFill>
                  <a:srgbClr val="FF3300"/>
                </a:solidFill>
              </a:rPr>
              <a:t>c</a:t>
            </a:r>
            <a:r>
              <a:rPr lang="en-US" altLang="zh-CN" sz="3200" i="0" baseline="-25000">
                <a:solidFill>
                  <a:srgbClr val="FF3300"/>
                </a:solidFill>
              </a:rPr>
              <a:t>i</a:t>
            </a:r>
          </a:p>
        </p:txBody>
      </p:sp>
    </p:spTree>
    <p:custDataLst>
      <p:tags r:id="rId2"/>
    </p:custDataLst>
    <p:extLst>
      <p:ext uri="{BB962C8B-B14F-4D97-AF65-F5344CB8AC3E}">
        <p14:creationId xmlns:p14="http://schemas.microsoft.com/office/powerpoint/2010/main" val="42035324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50948"/>
                                        </p:tgtEl>
                                        <p:attrNameLst>
                                          <p:attrName>style.visibility</p:attrName>
                                        </p:attrNameLst>
                                      </p:cBhvr>
                                      <p:to>
                                        <p:strVal val="visible"/>
                                      </p:to>
                                    </p:set>
                                    <p:animEffect transition="in" filter="dissolve">
                                      <p:cBhvr>
                                        <p:cTn id="7" dur="500"/>
                                        <p:tgtEl>
                                          <p:spTgt spid="850948"/>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50949"/>
                                        </p:tgtEl>
                                        <p:attrNameLst>
                                          <p:attrName>style.visibility</p:attrName>
                                        </p:attrNameLst>
                                      </p:cBhvr>
                                      <p:to>
                                        <p:strVal val="visible"/>
                                      </p:to>
                                    </p:set>
                                    <p:animEffect transition="in" filter="dissolve">
                                      <p:cBhvr>
                                        <p:cTn id="11" dur="500"/>
                                        <p:tgtEl>
                                          <p:spTgt spid="85094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850950"/>
                                        </p:tgtEl>
                                        <p:attrNameLst>
                                          <p:attrName>style.visibility</p:attrName>
                                        </p:attrNameLst>
                                      </p:cBhvr>
                                      <p:to>
                                        <p:strVal val="visible"/>
                                      </p:to>
                                    </p:set>
                                    <p:animEffect transition="in" filter="dissolve">
                                      <p:cBhvr>
                                        <p:cTn id="16" dur="500"/>
                                        <p:tgtEl>
                                          <p:spTgt spid="85095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850951"/>
                                        </p:tgtEl>
                                        <p:attrNameLst>
                                          <p:attrName>style.visibility</p:attrName>
                                        </p:attrNameLst>
                                      </p:cBhvr>
                                      <p:to>
                                        <p:strVal val="visible"/>
                                      </p:to>
                                    </p:set>
                                    <p:animEffect transition="in" filter="dissolve">
                                      <p:cBhvr>
                                        <p:cTn id="21" dur="500"/>
                                        <p:tgtEl>
                                          <p:spTgt spid="85095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850954"/>
                                        </p:tgtEl>
                                        <p:attrNameLst>
                                          <p:attrName>style.visibility</p:attrName>
                                        </p:attrNameLst>
                                      </p:cBhvr>
                                      <p:to>
                                        <p:strVal val="visible"/>
                                      </p:to>
                                    </p:set>
                                    <p:animEffect transition="in" filter="dissolve">
                                      <p:cBhvr>
                                        <p:cTn id="26" dur="500"/>
                                        <p:tgtEl>
                                          <p:spTgt spid="85095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850955"/>
                                        </p:tgtEl>
                                        <p:attrNameLst>
                                          <p:attrName>style.visibility</p:attrName>
                                        </p:attrNameLst>
                                      </p:cBhvr>
                                      <p:to>
                                        <p:strVal val="visible"/>
                                      </p:to>
                                    </p:set>
                                    <p:animEffect transition="in" filter="dissolve">
                                      <p:cBhvr>
                                        <p:cTn id="31" dur="500"/>
                                        <p:tgtEl>
                                          <p:spTgt spid="85095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850956"/>
                                        </p:tgtEl>
                                        <p:attrNameLst>
                                          <p:attrName>style.visibility</p:attrName>
                                        </p:attrNameLst>
                                      </p:cBhvr>
                                      <p:to>
                                        <p:strVal val="visible"/>
                                      </p:to>
                                    </p:set>
                                    <p:animEffect transition="in" filter="dissolve">
                                      <p:cBhvr>
                                        <p:cTn id="36" dur="500"/>
                                        <p:tgtEl>
                                          <p:spTgt spid="8509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949" grpId="0" autoUpdateAnimBg="0"/>
      <p:bldP spid="850956" grpId="0" animBg="1" autoUpdateAnimBg="0"/>
    </p:bldLst>
  </p:timing>
  <p:extLst mod="1"/>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3"/>
          <p:cNvSpPr>
            <a:spLocks noGrp="1"/>
          </p:cNvSpPr>
          <p:nvPr>
            <p:ph type="sldNum" sz="quarter" idx="10"/>
          </p:nvPr>
        </p:nvSpPr>
        <p:spPr/>
        <p:txBody>
          <a:bodyPr/>
          <a:lstStyle/>
          <a:p>
            <a:fld id="{FE59B339-AF54-4AF2-9F19-BF986517708B}" type="slidenum">
              <a:rPr lang="zh-CN" altLang="en-US"/>
              <a:pPr/>
              <a:t>58</a:t>
            </a:fld>
            <a:endParaRPr lang="en-US" altLang="zh-CN"/>
          </a:p>
        </p:txBody>
      </p:sp>
      <p:sp>
        <p:nvSpPr>
          <p:cNvPr id="17" name="日期占位符 4"/>
          <p:cNvSpPr>
            <a:spLocks noGrp="1"/>
          </p:cNvSpPr>
          <p:nvPr>
            <p:ph type="dt" sz="half" idx="4294967295"/>
          </p:nvPr>
        </p:nvSpPr>
        <p:spPr>
          <a:xfrm>
            <a:off x="14295" y="6350000"/>
            <a:ext cx="2297112" cy="577850"/>
          </a:xfrm>
        </p:spPr>
        <p:txBody>
          <a:bodyPr/>
          <a:lstStyle/>
          <a:p>
            <a:fld id="{4C281CAB-9164-43E6-942B-426C1C63C013}" type="datetime1">
              <a:rPr lang="zh-CN" altLang="en-US"/>
              <a:pPr/>
              <a:t>2024/11/11</a:t>
            </a:fld>
            <a:endParaRPr lang="en-US" altLang="zh-CN"/>
          </a:p>
        </p:txBody>
      </p:sp>
      <p:sp>
        <p:nvSpPr>
          <p:cNvPr id="851970" name="Rectangle 2"/>
          <p:cNvSpPr>
            <a:spLocks noGrp="1" noChangeArrowheads="1"/>
          </p:cNvSpPr>
          <p:nvPr>
            <p:ph type="title"/>
          </p:nvPr>
        </p:nvSpPr>
        <p:spPr>
          <a:xfrm>
            <a:off x="650878" y="255588"/>
            <a:ext cx="8820150" cy="658812"/>
          </a:xfrm>
        </p:spPr>
        <p:txBody>
          <a:bodyPr/>
          <a:lstStyle/>
          <a:p>
            <a:r>
              <a:rPr lang="zh-CN" altLang="en-US"/>
              <a:t>§1.7 </a:t>
            </a:r>
            <a:r>
              <a:rPr lang="zh-CN" altLang="en-US" sz="4800"/>
              <a:t>高斯求积公式</a:t>
            </a:r>
          </a:p>
        </p:txBody>
      </p:sp>
      <p:sp>
        <p:nvSpPr>
          <p:cNvPr id="851971" name="Rectangle 3"/>
          <p:cNvSpPr>
            <a:spLocks noGrp="1" noChangeArrowheads="1"/>
          </p:cNvSpPr>
          <p:nvPr>
            <p:ph type="body" idx="1"/>
          </p:nvPr>
        </p:nvSpPr>
        <p:spPr>
          <a:xfrm>
            <a:off x="650878" y="1143022"/>
            <a:ext cx="8820150" cy="384175"/>
          </a:xfrm>
        </p:spPr>
        <p:txBody>
          <a:bodyPr/>
          <a:lstStyle/>
          <a:p>
            <a:r>
              <a:rPr lang="zh-CN" altLang="en-US"/>
              <a:t>增加</a:t>
            </a:r>
            <a:r>
              <a:rPr lang="en-US" altLang="zh-CN"/>
              <a:t>m</a:t>
            </a:r>
            <a:r>
              <a:rPr lang="zh-CN" altLang="en-US"/>
              <a:t>个新节点,</a:t>
            </a:r>
            <a:r>
              <a:rPr lang="en-US" altLang="zh-CN"/>
              <a:t>t</a:t>
            </a:r>
            <a:r>
              <a:rPr lang="en-US" altLang="zh-CN" baseline="-25000"/>
              <a:t>n+1 </a:t>
            </a:r>
            <a:r>
              <a:rPr lang="en-US" altLang="zh-CN"/>
              <a:t>t</a:t>
            </a:r>
            <a:r>
              <a:rPr lang="en-US" altLang="zh-CN" baseline="-25000"/>
              <a:t>n+2</a:t>
            </a:r>
            <a:r>
              <a:rPr lang="en-US" altLang="zh-CN"/>
              <a:t> …t</a:t>
            </a:r>
            <a:r>
              <a:rPr lang="en-US" altLang="zh-CN" baseline="-25000"/>
              <a:t>n+m</a:t>
            </a:r>
            <a:endParaRPr lang="zh-CN" altLang="en-US" baseline="-25000"/>
          </a:p>
        </p:txBody>
      </p:sp>
      <p:graphicFrame>
        <p:nvGraphicFramePr>
          <p:cNvPr id="851972" name="Object 4"/>
          <p:cNvGraphicFramePr>
            <a:graphicFrameLocks noChangeAspect="1"/>
          </p:cNvGraphicFramePr>
          <p:nvPr/>
        </p:nvGraphicFramePr>
        <p:xfrm>
          <a:off x="5764214" y="914422"/>
          <a:ext cx="3836987" cy="968375"/>
        </p:xfrm>
        <a:graphic>
          <a:graphicData uri="http://schemas.openxmlformats.org/presentationml/2006/ole">
            <mc:AlternateContent xmlns:mc="http://schemas.openxmlformats.org/markup-compatibility/2006">
              <mc:Choice xmlns:v="urn:schemas-microsoft-com:vml" Requires="v">
                <p:oleObj spid="_x0000_s917530" name="Equation" r:id="rId4" imgW="2133360" imgH="431640" progId="Equation.3">
                  <p:embed/>
                </p:oleObj>
              </mc:Choice>
              <mc:Fallback>
                <p:oleObj name="Equation" r:id="rId4" imgW="2133360" imgH="431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4214" y="914422"/>
                        <a:ext cx="3836987" cy="968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1973" name="Object 5"/>
          <p:cNvGraphicFramePr>
            <a:graphicFrameLocks noChangeAspect="1"/>
          </p:cNvGraphicFramePr>
          <p:nvPr/>
        </p:nvGraphicFramePr>
        <p:xfrm>
          <a:off x="304800" y="1755797"/>
          <a:ext cx="7834314" cy="1139825"/>
        </p:xfrm>
        <a:graphic>
          <a:graphicData uri="http://schemas.openxmlformats.org/presentationml/2006/ole">
            <mc:AlternateContent xmlns:mc="http://schemas.openxmlformats.org/markup-compatibility/2006">
              <mc:Choice xmlns:v="urn:schemas-microsoft-com:vml" Requires="v">
                <p:oleObj spid="_x0000_s917531" name="Equation" r:id="rId6" imgW="3657600" imgH="507960" progId="Equation.3">
                  <p:embed/>
                </p:oleObj>
              </mc:Choice>
              <mc:Fallback>
                <p:oleObj name="Equation" r:id="rId6" imgW="3657600" imgH="50796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 y="1755797"/>
                        <a:ext cx="7834314"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1974" name="Rectangle 6"/>
          <p:cNvSpPr>
            <a:spLocks noChangeArrowheads="1"/>
          </p:cNvSpPr>
          <p:nvPr/>
        </p:nvSpPr>
        <p:spPr bwMode="auto">
          <a:xfrm>
            <a:off x="3886200" y="1828800"/>
            <a:ext cx="1295400" cy="990600"/>
          </a:xfrm>
          <a:prstGeom prst="rect">
            <a:avLst/>
          </a:prstGeom>
          <a:noFill/>
          <a:ln w="381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51975" name="Group 7"/>
          <p:cNvGrpSpPr>
            <a:grpSpLocks/>
          </p:cNvGrpSpPr>
          <p:nvPr/>
        </p:nvGrpSpPr>
        <p:grpSpPr bwMode="auto">
          <a:xfrm>
            <a:off x="5867402" y="0"/>
            <a:ext cx="1828800" cy="996950"/>
            <a:chOff x="3888" y="48"/>
            <a:chExt cx="1152" cy="628"/>
          </a:xfrm>
        </p:grpSpPr>
        <p:sp>
          <p:nvSpPr>
            <p:cNvPr id="851976" name="AutoShape 8"/>
            <p:cNvSpPr>
              <a:spLocks noChangeArrowheads="1"/>
            </p:cNvSpPr>
            <p:nvPr/>
          </p:nvSpPr>
          <p:spPr bwMode="auto">
            <a:xfrm>
              <a:off x="3888" y="96"/>
              <a:ext cx="1152" cy="576"/>
            </a:xfrm>
            <a:prstGeom prst="wedgeRoundRectCallout">
              <a:avLst>
                <a:gd name="adj1" fmla="val -59028"/>
                <a:gd name="adj2" fmla="val 136634"/>
                <a:gd name="adj3" fmla="val 16667"/>
              </a:avLst>
            </a:prstGeom>
            <a:solidFill>
              <a:srgbClr val="FFFF99"/>
            </a:solidFill>
            <a:ln w="381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sz="3200" baseline="30000"/>
            </a:p>
          </p:txBody>
        </p:sp>
        <p:graphicFrame>
          <p:nvGraphicFramePr>
            <p:cNvPr id="851977" name="Object 9"/>
            <p:cNvGraphicFramePr>
              <a:graphicFrameLocks noChangeAspect="1"/>
            </p:cNvGraphicFramePr>
            <p:nvPr/>
          </p:nvGraphicFramePr>
          <p:xfrm>
            <a:off x="3936" y="48"/>
            <a:ext cx="1104" cy="628"/>
          </p:xfrm>
          <a:graphic>
            <a:graphicData uri="http://schemas.openxmlformats.org/presentationml/2006/ole">
              <mc:AlternateContent xmlns:mc="http://schemas.openxmlformats.org/markup-compatibility/2006">
                <mc:Choice xmlns:v="urn:schemas-microsoft-com:vml" Requires="v">
                  <p:oleObj spid="_x0000_s917532" name="Equation" r:id="rId8" imgW="1002960" imgH="444240" progId="Equation.3">
                    <p:embed/>
                  </p:oleObj>
                </mc:Choice>
                <mc:Fallback>
                  <p:oleObj name="Equation" r:id="rId8" imgW="1002960" imgH="4442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36" y="48"/>
                          <a:ext cx="1104" cy="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51978" name="Object 10"/>
          <p:cNvGraphicFramePr>
            <a:graphicFrameLocks noChangeAspect="1"/>
          </p:cNvGraphicFramePr>
          <p:nvPr/>
        </p:nvGraphicFramePr>
        <p:xfrm>
          <a:off x="1314454" y="2819422"/>
          <a:ext cx="8162925" cy="1139825"/>
        </p:xfrm>
        <a:graphic>
          <a:graphicData uri="http://schemas.openxmlformats.org/presentationml/2006/ole">
            <mc:AlternateContent xmlns:mc="http://schemas.openxmlformats.org/markup-compatibility/2006">
              <mc:Choice xmlns:v="urn:schemas-microsoft-com:vml" Requires="v">
                <p:oleObj spid="_x0000_s917533" name="Equation" r:id="rId10" imgW="3974760" imgH="507960" progId="Equation.3">
                  <p:embed/>
                </p:oleObj>
              </mc:Choice>
              <mc:Fallback>
                <p:oleObj name="Equation" r:id="rId10" imgW="3974760" imgH="50796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14454" y="2819422"/>
                        <a:ext cx="8162925"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1979" name="Object 11"/>
          <p:cNvGraphicFramePr>
            <a:graphicFrameLocks noChangeAspect="1"/>
          </p:cNvGraphicFramePr>
          <p:nvPr/>
        </p:nvGraphicFramePr>
        <p:xfrm>
          <a:off x="1295412" y="3886222"/>
          <a:ext cx="8423275" cy="1139825"/>
        </p:xfrm>
        <a:graphic>
          <a:graphicData uri="http://schemas.openxmlformats.org/presentationml/2006/ole">
            <mc:AlternateContent xmlns:mc="http://schemas.openxmlformats.org/markup-compatibility/2006">
              <mc:Choice xmlns:v="urn:schemas-microsoft-com:vml" Requires="v">
                <p:oleObj spid="_x0000_s917534" name="Equation" r:id="rId12" imgW="4101840" imgH="507960" progId="Equation.3">
                  <p:embed/>
                </p:oleObj>
              </mc:Choice>
              <mc:Fallback>
                <p:oleObj name="Equation" r:id="rId12" imgW="4101840" imgH="50796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95412" y="3886222"/>
                        <a:ext cx="8423275"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1980" name="Object 12"/>
          <p:cNvGraphicFramePr>
            <a:graphicFrameLocks noChangeAspect="1"/>
          </p:cNvGraphicFramePr>
          <p:nvPr/>
        </p:nvGraphicFramePr>
        <p:xfrm>
          <a:off x="1295400" y="4956197"/>
          <a:ext cx="8075613" cy="1139825"/>
        </p:xfrm>
        <a:graphic>
          <a:graphicData uri="http://schemas.openxmlformats.org/presentationml/2006/ole">
            <mc:AlternateContent xmlns:mc="http://schemas.openxmlformats.org/markup-compatibility/2006">
              <mc:Choice xmlns:v="urn:schemas-microsoft-com:vml" Requires="v">
                <p:oleObj spid="_x0000_s917535" name="Equation" r:id="rId14" imgW="4152600" imgH="507960" progId="Equation.3">
                  <p:embed/>
                </p:oleObj>
              </mc:Choice>
              <mc:Fallback>
                <p:oleObj name="Equation" r:id="rId14" imgW="4152600" imgH="50796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95400" y="4956197"/>
                        <a:ext cx="8075613"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51981" name="Group 13"/>
          <p:cNvGrpSpPr>
            <a:grpSpLocks/>
          </p:cNvGrpSpPr>
          <p:nvPr/>
        </p:nvGrpSpPr>
        <p:grpSpPr bwMode="auto">
          <a:xfrm>
            <a:off x="3733800" y="5029223"/>
            <a:ext cx="5715000" cy="1071563"/>
            <a:chOff x="2352" y="3168"/>
            <a:chExt cx="3600" cy="675"/>
          </a:xfrm>
        </p:grpSpPr>
        <p:sp>
          <p:nvSpPr>
            <p:cNvPr id="851982" name="Freeform 14"/>
            <p:cNvSpPr>
              <a:spLocks/>
            </p:cNvSpPr>
            <p:nvPr/>
          </p:nvSpPr>
          <p:spPr bwMode="auto">
            <a:xfrm>
              <a:off x="2352" y="3168"/>
              <a:ext cx="3600" cy="672"/>
            </a:xfrm>
            <a:custGeom>
              <a:avLst/>
              <a:gdLst>
                <a:gd name="T0" fmla="*/ 720 w 3600"/>
                <a:gd name="T1" fmla="*/ 0 h 672"/>
                <a:gd name="T2" fmla="*/ 720 w 3600"/>
                <a:gd name="T3" fmla="*/ 336 h 672"/>
                <a:gd name="T4" fmla="*/ 0 w 3600"/>
                <a:gd name="T5" fmla="*/ 336 h 672"/>
                <a:gd name="T6" fmla="*/ 0 w 3600"/>
                <a:gd name="T7" fmla="*/ 672 h 672"/>
                <a:gd name="T8" fmla="*/ 3600 w 3600"/>
                <a:gd name="T9" fmla="*/ 672 h 672"/>
                <a:gd name="T10" fmla="*/ 3600 w 3600"/>
                <a:gd name="T11" fmla="*/ 48 h 672"/>
                <a:gd name="T12" fmla="*/ 720 w 3600"/>
                <a:gd name="T13" fmla="*/ 48 h 672"/>
              </a:gdLst>
              <a:ahLst/>
              <a:cxnLst>
                <a:cxn ang="0">
                  <a:pos x="T0" y="T1"/>
                </a:cxn>
                <a:cxn ang="0">
                  <a:pos x="T2" y="T3"/>
                </a:cxn>
                <a:cxn ang="0">
                  <a:pos x="T4" y="T5"/>
                </a:cxn>
                <a:cxn ang="0">
                  <a:pos x="T6" y="T7"/>
                </a:cxn>
                <a:cxn ang="0">
                  <a:pos x="T8" y="T9"/>
                </a:cxn>
                <a:cxn ang="0">
                  <a:pos x="T10" y="T11"/>
                </a:cxn>
                <a:cxn ang="0">
                  <a:pos x="T12" y="T13"/>
                </a:cxn>
              </a:cxnLst>
              <a:rect l="0" t="0" r="r" b="b"/>
              <a:pathLst>
                <a:path w="3600" h="672">
                  <a:moveTo>
                    <a:pt x="720" y="0"/>
                  </a:moveTo>
                  <a:lnTo>
                    <a:pt x="720" y="336"/>
                  </a:lnTo>
                  <a:lnTo>
                    <a:pt x="0" y="336"/>
                  </a:lnTo>
                  <a:lnTo>
                    <a:pt x="0" y="672"/>
                  </a:lnTo>
                  <a:lnTo>
                    <a:pt x="3600" y="672"/>
                  </a:lnTo>
                  <a:lnTo>
                    <a:pt x="3600" y="48"/>
                  </a:lnTo>
                  <a:lnTo>
                    <a:pt x="720" y="48"/>
                  </a:lnTo>
                </a:path>
              </a:pathLst>
            </a:custGeom>
            <a:noFill/>
            <a:ln w="38100" cap="flat" cmpd="sng">
              <a:solidFill>
                <a:srgbClr val="FF3300"/>
              </a:solidFill>
              <a:prstDash val="dash"/>
              <a:round/>
              <a:headEnd type="non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1983" name="Rectangle 15"/>
            <p:cNvSpPr>
              <a:spLocks noChangeArrowheads="1"/>
            </p:cNvSpPr>
            <p:nvPr/>
          </p:nvSpPr>
          <p:spPr bwMode="auto">
            <a:xfrm>
              <a:off x="4981" y="3475"/>
              <a:ext cx="882"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i="0">
                  <a:solidFill>
                    <a:srgbClr val="FF3300"/>
                  </a:solidFill>
                </a:rPr>
                <a:t>Q</a:t>
              </a:r>
              <a:r>
                <a:rPr lang="en-US" altLang="zh-CN" sz="3200" i="0" baseline="-25000">
                  <a:solidFill>
                    <a:srgbClr val="FF3300"/>
                  </a:solidFill>
                </a:rPr>
                <a:t>m-1</a:t>
              </a:r>
              <a:r>
                <a:rPr lang="en-US" altLang="zh-CN" sz="3200" i="0">
                  <a:solidFill>
                    <a:srgbClr val="FF3300"/>
                  </a:solidFill>
                </a:rPr>
                <a:t>(t)</a:t>
              </a:r>
              <a:endParaRPr lang="zh-CN" altLang="en-US" sz="3200" i="0">
                <a:solidFill>
                  <a:srgbClr val="FF3300"/>
                </a:solidFill>
              </a:endParaRPr>
            </a:p>
          </p:txBody>
        </p:sp>
      </p:grpSp>
    </p:spTree>
    <p:custDataLst>
      <p:tags r:id="rId2"/>
    </p:custDataLst>
    <p:extLst>
      <p:ext uri="{BB962C8B-B14F-4D97-AF65-F5344CB8AC3E}">
        <p14:creationId xmlns:p14="http://schemas.microsoft.com/office/powerpoint/2010/main" val="30008985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51972"/>
                                        </p:tgtEl>
                                        <p:attrNameLst>
                                          <p:attrName>style.visibility</p:attrName>
                                        </p:attrNameLst>
                                      </p:cBhvr>
                                      <p:to>
                                        <p:strVal val="visible"/>
                                      </p:to>
                                    </p:set>
                                    <p:animEffect transition="in" filter="dissolve">
                                      <p:cBhvr>
                                        <p:cTn id="7" dur="500"/>
                                        <p:tgtEl>
                                          <p:spTgt spid="8519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51973"/>
                                        </p:tgtEl>
                                        <p:attrNameLst>
                                          <p:attrName>style.visibility</p:attrName>
                                        </p:attrNameLst>
                                      </p:cBhvr>
                                      <p:to>
                                        <p:strVal val="visible"/>
                                      </p:to>
                                    </p:set>
                                    <p:animEffect transition="in" filter="dissolve">
                                      <p:cBhvr>
                                        <p:cTn id="12" dur="500"/>
                                        <p:tgtEl>
                                          <p:spTgt spid="8519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51974"/>
                                        </p:tgtEl>
                                        <p:attrNameLst>
                                          <p:attrName>style.visibility</p:attrName>
                                        </p:attrNameLst>
                                      </p:cBhvr>
                                      <p:to>
                                        <p:strVal val="visible"/>
                                      </p:to>
                                    </p:set>
                                    <p:animEffect transition="in" filter="dissolve">
                                      <p:cBhvr>
                                        <p:cTn id="17" dur="500"/>
                                        <p:tgtEl>
                                          <p:spTgt spid="85197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51975"/>
                                        </p:tgtEl>
                                        <p:attrNameLst>
                                          <p:attrName>style.visibility</p:attrName>
                                        </p:attrNameLst>
                                      </p:cBhvr>
                                      <p:to>
                                        <p:strVal val="visible"/>
                                      </p:to>
                                    </p:set>
                                    <p:animEffect transition="in" filter="dissolve">
                                      <p:cBhvr>
                                        <p:cTn id="22" dur="500"/>
                                        <p:tgtEl>
                                          <p:spTgt spid="85197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851978"/>
                                        </p:tgtEl>
                                        <p:attrNameLst>
                                          <p:attrName>style.visibility</p:attrName>
                                        </p:attrNameLst>
                                      </p:cBhvr>
                                      <p:to>
                                        <p:strVal val="visible"/>
                                      </p:to>
                                    </p:set>
                                    <p:animEffect transition="in" filter="dissolve">
                                      <p:cBhvr>
                                        <p:cTn id="27" dur="500"/>
                                        <p:tgtEl>
                                          <p:spTgt spid="85197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851979"/>
                                        </p:tgtEl>
                                        <p:attrNameLst>
                                          <p:attrName>style.visibility</p:attrName>
                                        </p:attrNameLst>
                                      </p:cBhvr>
                                      <p:to>
                                        <p:strVal val="visible"/>
                                      </p:to>
                                    </p:set>
                                    <p:animEffect transition="in" filter="dissolve">
                                      <p:cBhvr>
                                        <p:cTn id="32" dur="500"/>
                                        <p:tgtEl>
                                          <p:spTgt spid="85197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851980"/>
                                        </p:tgtEl>
                                        <p:attrNameLst>
                                          <p:attrName>style.visibility</p:attrName>
                                        </p:attrNameLst>
                                      </p:cBhvr>
                                      <p:to>
                                        <p:strVal val="visible"/>
                                      </p:to>
                                    </p:set>
                                    <p:animEffect transition="in" filter="dissolve">
                                      <p:cBhvr>
                                        <p:cTn id="37" dur="500"/>
                                        <p:tgtEl>
                                          <p:spTgt spid="85198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851981"/>
                                        </p:tgtEl>
                                        <p:attrNameLst>
                                          <p:attrName>style.visibility</p:attrName>
                                        </p:attrNameLst>
                                      </p:cBhvr>
                                      <p:to>
                                        <p:strVal val="visible"/>
                                      </p:to>
                                    </p:set>
                                    <p:animEffect transition="in" filter="dissolve">
                                      <p:cBhvr>
                                        <p:cTn id="42" dur="500"/>
                                        <p:tgtEl>
                                          <p:spTgt spid="851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1974" grpId="0" animBg="1"/>
    </p:bldLst>
  </p:timing>
  <p:extLst mod="1"/>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10"/>
          </p:nvPr>
        </p:nvSpPr>
        <p:spPr/>
        <p:txBody>
          <a:bodyPr/>
          <a:lstStyle/>
          <a:p>
            <a:fld id="{F64FF106-1A31-4765-BDA6-70A3A2ED4E62}" type="slidenum">
              <a:rPr lang="zh-CN" altLang="en-US"/>
              <a:pPr/>
              <a:t>59</a:t>
            </a:fld>
            <a:endParaRPr lang="en-US" altLang="zh-CN"/>
          </a:p>
        </p:txBody>
      </p:sp>
      <p:sp>
        <p:nvSpPr>
          <p:cNvPr id="15" name="日期占位符 4"/>
          <p:cNvSpPr>
            <a:spLocks noGrp="1"/>
          </p:cNvSpPr>
          <p:nvPr>
            <p:ph type="dt" sz="half" idx="4294967295"/>
          </p:nvPr>
        </p:nvSpPr>
        <p:spPr>
          <a:xfrm>
            <a:off x="14295" y="6350000"/>
            <a:ext cx="2297112" cy="577850"/>
          </a:xfrm>
        </p:spPr>
        <p:txBody>
          <a:bodyPr/>
          <a:lstStyle/>
          <a:p>
            <a:fld id="{106B8760-4B4A-4B19-A705-210B589EC88F}" type="datetime1">
              <a:rPr lang="zh-CN" altLang="en-US"/>
              <a:pPr/>
              <a:t>2024/11/11</a:t>
            </a:fld>
            <a:endParaRPr lang="en-US" altLang="zh-CN"/>
          </a:p>
        </p:txBody>
      </p:sp>
      <p:sp>
        <p:nvSpPr>
          <p:cNvPr id="852994" name="Oval 2"/>
          <p:cNvSpPr>
            <a:spLocks noChangeArrowheads="1"/>
          </p:cNvSpPr>
          <p:nvPr/>
        </p:nvSpPr>
        <p:spPr bwMode="auto">
          <a:xfrm>
            <a:off x="3124200" y="4343400"/>
            <a:ext cx="990600" cy="838200"/>
          </a:xfrm>
          <a:prstGeom prst="ellipse">
            <a:avLst/>
          </a:prstGeom>
          <a:solidFill>
            <a:schemeClr val="accent2"/>
          </a:solidFill>
          <a:ln w="381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995" name="Oval 3"/>
          <p:cNvSpPr>
            <a:spLocks noChangeArrowheads="1"/>
          </p:cNvSpPr>
          <p:nvPr/>
        </p:nvSpPr>
        <p:spPr bwMode="auto">
          <a:xfrm>
            <a:off x="6858001" y="3276600"/>
            <a:ext cx="990600" cy="838200"/>
          </a:xfrm>
          <a:prstGeom prst="ellipse">
            <a:avLst/>
          </a:prstGeom>
          <a:solidFill>
            <a:schemeClr val="accent2"/>
          </a:solidFill>
          <a:ln w="381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996" name="Rectangle 4"/>
          <p:cNvSpPr>
            <a:spLocks noGrp="1" noChangeArrowheads="1"/>
          </p:cNvSpPr>
          <p:nvPr>
            <p:ph type="title"/>
          </p:nvPr>
        </p:nvSpPr>
        <p:spPr>
          <a:xfrm>
            <a:off x="650878" y="255588"/>
            <a:ext cx="8820150" cy="658812"/>
          </a:xfrm>
        </p:spPr>
        <p:txBody>
          <a:bodyPr/>
          <a:lstStyle/>
          <a:p>
            <a:r>
              <a:rPr lang="zh-CN" altLang="en-US"/>
              <a:t>§1.7 </a:t>
            </a:r>
            <a:r>
              <a:rPr lang="zh-CN" altLang="en-US" sz="4800"/>
              <a:t>高斯求积公式</a:t>
            </a:r>
          </a:p>
        </p:txBody>
      </p:sp>
      <p:graphicFrame>
        <p:nvGraphicFramePr>
          <p:cNvPr id="852997" name="Object 5"/>
          <p:cNvGraphicFramePr>
            <a:graphicFrameLocks noChangeAspect="1"/>
          </p:cNvGraphicFramePr>
          <p:nvPr/>
        </p:nvGraphicFramePr>
        <p:xfrm>
          <a:off x="381000" y="1066822"/>
          <a:ext cx="9302750" cy="1139825"/>
        </p:xfrm>
        <a:graphic>
          <a:graphicData uri="http://schemas.openxmlformats.org/presentationml/2006/ole">
            <mc:AlternateContent xmlns:mc="http://schemas.openxmlformats.org/markup-compatibility/2006">
              <mc:Choice xmlns:v="urn:schemas-microsoft-com:vml" Requires="v">
                <p:oleObj spid="_x0000_s918546" name="Equation" r:id="rId4" imgW="4343400" imgH="507960" progId="Equation.3">
                  <p:embed/>
                </p:oleObj>
              </mc:Choice>
              <mc:Fallback>
                <p:oleObj name="Equation" r:id="rId4" imgW="4343400" imgH="50796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1066822"/>
                        <a:ext cx="930275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2998" name="Object 6"/>
          <p:cNvGraphicFramePr>
            <a:graphicFrameLocks noChangeAspect="1"/>
          </p:cNvGraphicFramePr>
          <p:nvPr/>
        </p:nvGraphicFramePr>
        <p:xfrm>
          <a:off x="457206" y="2590822"/>
          <a:ext cx="3835400" cy="658813"/>
        </p:xfrm>
        <a:graphic>
          <a:graphicData uri="http://schemas.openxmlformats.org/presentationml/2006/ole">
            <mc:AlternateContent xmlns:mc="http://schemas.openxmlformats.org/markup-compatibility/2006">
              <mc:Choice xmlns:v="urn:schemas-microsoft-com:vml" Requires="v">
                <p:oleObj spid="_x0000_s918547" name="Equation" r:id="rId6" imgW="1650960" imgH="330120" progId="Equation.3">
                  <p:embed/>
                </p:oleObj>
              </mc:Choice>
              <mc:Fallback>
                <p:oleObj name="Equation" r:id="rId6" imgW="1650960" imgH="33012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6" y="2590822"/>
                        <a:ext cx="3835400" cy="658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2999" name="Object 7"/>
          <p:cNvGraphicFramePr>
            <a:graphicFrameLocks noChangeAspect="1"/>
          </p:cNvGraphicFramePr>
          <p:nvPr/>
        </p:nvGraphicFramePr>
        <p:xfrm>
          <a:off x="1879600" y="3124200"/>
          <a:ext cx="7721600" cy="2108200"/>
        </p:xfrm>
        <a:graphic>
          <a:graphicData uri="http://schemas.openxmlformats.org/presentationml/2006/ole">
            <mc:AlternateContent xmlns:mc="http://schemas.openxmlformats.org/markup-compatibility/2006">
              <mc:Choice xmlns:v="urn:schemas-microsoft-com:vml" Requires="v">
                <p:oleObj spid="_x0000_s918548" name="Equation" r:id="rId8" imgW="3657600" imgH="939600" progId="Equation.3">
                  <p:embed/>
                </p:oleObj>
              </mc:Choice>
              <mc:Fallback>
                <p:oleObj name="Equation" r:id="rId8" imgW="3657600" imgH="939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79600" y="3124200"/>
                        <a:ext cx="7721600" cy="210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53000" name="Group 8"/>
          <p:cNvGrpSpPr>
            <a:grpSpLocks/>
          </p:cNvGrpSpPr>
          <p:nvPr/>
        </p:nvGrpSpPr>
        <p:grpSpPr bwMode="auto">
          <a:xfrm>
            <a:off x="1524000" y="914403"/>
            <a:ext cx="8077200" cy="1714501"/>
            <a:chOff x="960" y="576"/>
            <a:chExt cx="5088" cy="1080"/>
          </a:xfrm>
        </p:grpSpPr>
        <p:sp>
          <p:nvSpPr>
            <p:cNvPr id="853001" name="Freeform 9"/>
            <p:cNvSpPr>
              <a:spLocks/>
            </p:cNvSpPr>
            <p:nvPr/>
          </p:nvSpPr>
          <p:spPr bwMode="auto">
            <a:xfrm>
              <a:off x="960" y="576"/>
              <a:ext cx="5088" cy="1056"/>
            </a:xfrm>
            <a:custGeom>
              <a:avLst/>
              <a:gdLst>
                <a:gd name="T0" fmla="*/ 720 w 3600"/>
                <a:gd name="T1" fmla="*/ 0 h 672"/>
                <a:gd name="T2" fmla="*/ 720 w 3600"/>
                <a:gd name="T3" fmla="*/ 336 h 672"/>
                <a:gd name="T4" fmla="*/ 0 w 3600"/>
                <a:gd name="T5" fmla="*/ 336 h 672"/>
                <a:gd name="T6" fmla="*/ 0 w 3600"/>
                <a:gd name="T7" fmla="*/ 672 h 672"/>
                <a:gd name="T8" fmla="*/ 3600 w 3600"/>
                <a:gd name="T9" fmla="*/ 672 h 672"/>
                <a:gd name="T10" fmla="*/ 3600 w 3600"/>
                <a:gd name="T11" fmla="*/ 48 h 672"/>
                <a:gd name="T12" fmla="*/ 720 w 3600"/>
                <a:gd name="T13" fmla="*/ 48 h 672"/>
              </a:gdLst>
              <a:ahLst/>
              <a:cxnLst>
                <a:cxn ang="0">
                  <a:pos x="T0" y="T1"/>
                </a:cxn>
                <a:cxn ang="0">
                  <a:pos x="T2" y="T3"/>
                </a:cxn>
                <a:cxn ang="0">
                  <a:pos x="T4" y="T5"/>
                </a:cxn>
                <a:cxn ang="0">
                  <a:pos x="T6" y="T7"/>
                </a:cxn>
                <a:cxn ang="0">
                  <a:pos x="T8" y="T9"/>
                </a:cxn>
                <a:cxn ang="0">
                  <a:pos x="T10" y="T11"/>
                </a:cxn>
                <a:cxn ang="0">
                  <a:pos x="T12" y="T13"/>
                </a:cxn>
              </a:cxnLst>
              <a:rect l="0" t="0" r="r" b="b"/>
              <a:pathLst>
                <a:path w="3600" h="672">
                  <a:moveTo>
                    <a:pt x="720" y="0"/>
                  </a:moveTo>
                  <a:lnTo>
                    <a:pt x="720" y="336"/>
                  </a:lnTo>
                  <a:lnTo>
                    <a:pt x="0" y="336"/>
                  </a:lnTo>
                  <a:lnTo>
                    <a:pt x="0" y="672"/>
                  </a:lnTo>
                  <a:lnTo>
                    <a:pt x="3600" y="672"/>
                  </a:lnTo>
                  <a:lnTo>
                    <a:pt x="3600" y="48"/>
                  </a:lnTo>
                  <a:lnTo>
                    <a:pt x="720" y="48"/>
                  </a:lnTo>
                </a:path>
              </a:pathLst>
            </a:custGeom>
            <a:noFill/>
            <a:ln w="38100" cap="flat" cmpd="sng">
              <a:solidFill>
                <a:srgbClr val="FF3300"/>
              </a:solidFill>
              <a:prstDash val="dash"/>
              <a:round/>
              <a:headEnd type="non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53002" name="Group 10"/>
            <p:cNvGrpSpPr>
              <a:grpSpLocks/>
            </p:cNvGrpSpPr>
            <p:nvPr/>
          </p:nvGrpSpPr>
          <p:grpSpPr bwMode="auto">
            <a:xfrm>
              <a:off x="4841" y="1152"/>
              <a:ext cx="882" cy="504"/>
              <a:chOff x="4841" y="1190"/>
              <a:chExt cx="882" cy="504"/>
            </a:xfrm>
          </p:grpSpPr>
          <p:sp>
            <p:nvSpPr>
              <p:cNvPr id="853003" name="Rectangle 11"/>
              <p:cNvSpPr>
                <a:spLocks noChangeArrowheads="1"/>
              </p:cNvSpPr>
              <p:nvPr/>
            </p:nvSpPr>
            <p:spPr bwMode="auto">
              <a:xfrm>
                <a:off x="4841" y="1326"/>
                <a:ext cx="882"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i="0">
                    <a:solidFill>
                      <a:srgbClr val="FF3300"/>
                    </a:solidFill>
                  </a:rPr>
                  <a:t>Q</a:t>
                </a:r>
                <a:r>
                  <a:rPr lang="en-US" altLang="zh-CN" sz="3200" i="0" baseline="-25000">
                    <a:solidFill>
                      <a:srgbClr val="FF3300"/>
                    </a:solidFill>
                  </a:rPr>
                  <a:t>m-1</a:t>
                </a:r>
                <a:r>
                  <a:rPr lang="en-US" altLang="zh-CN" sz="3200" i="0">
                    <a:solidFill>
                      <a:srgbClr val="FF3300"/>
                    </a:solidFill>
                  </a:rPr>
                  <a:t>(t)</a:t>
                </a:r>
                <a:endParaRPr lang="zh-CN" altLang="en-US" sz="3200" i="0">
                  <a:solidFill>
                    <a:srgbClr val="FF3300"/>
                  </a:solidFill>
                </a:endParaRPr>
              </a:p>
            </p:txBody>
          </p:sp>
          <p:sp>
            <p:nvSpPr>
              <p:cNvPr id="853004" name="Rectangle 12"/>
              <p:cNvSpPr>
                <a:spLocks noChangeArrowheads="1"/>
              </p:cNvSpPr>
              <p:nvPr/>
            </p:nvSpPr>
            <p:spPr bwMode="auto">
              <a:xfrm>
                <a:off x="4847" y="1190"/>
                <a:ext cx="268"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i="0">
                    <a:solidFill>
                      <a:srgbClr val="FF3300"/>
                    </a:solidFill>
                  </a:rPr>
                  <a:t>~</a:t>
                </a:r>
                <a:endParaRPr lang="zh-CN" altLang="en-US" sz="3200" i="0">
                  <a:solidFill>
                    <a:srgbClr val="FF3300"/>
                  </a:solidFill>
                </a:endParaRPr>
              </a:p>
            </p:txBody>
          </p:sp>
        </p:grpSp>
      </p:grpSp>
      <p:graphicFrame>
        <p:nvGraphicFramePr>
          <p:cNvPr id="853005" name="Object 13"/>
          <p:cNvGraphicFramePr>
            <a:graphicFrameLocks noChangeAspect="1"/>
          </p:cNvGraphicFramePr>
          <p:nvPr>
            <p:extLst/>
          </p:nvPr>
        </p:nvGraphicFramePr>
        <p:xfrm>
          <a:off x="598488" y="5445135"/>
          <a:ext cx="8172450" cy="835025"/>
        </p:xfrm>
        <a:graphic>
          <a:graphicData uri="http://schemas.openxmlformats.org/presentationml/2006/ole">
            <mc:AlternateContent xmlns:mc="http://schemas.openxmlformats.org/markup-compatibility/2006">
              <mc:Choice xmlns:v="urn:schemas-microsoft-com:vml" Requires="v">
                <p:oleObj spid="_x0000_s918549" name="公式" r:id="rId10" imgW="3517560" imgH="419040" progId="Equation.3">
                  <p:embed/>
                </p:oleObj>
              </mc:Choice>
              <mc:Fallback>
                <p:oleObj name="公式" r:id="rId10" imgW="3517560" imgH="419040" progId="Equation.3">
                  <p:embed/>
                  <p:pic>
                    <p:nvPicPr>
                      <p:cNvPr id="0" name=""/>
                      <p:cNvPicPr>
                        <a:picLocks noChangeAspect="1" noChangeArrowheads="1"/>
                      </p:cNvPicPr>
                      <p:nvPr/>
                    </p:nvPicPr>
                    <p:blipFill>
                      <a:blip r:embed="rId11"/>
                      <a:srcRect/>
                      <a:stretch>
                        <a:fillRect/>
                      </a:stretch>
                    </p:blipFill>
                    <p:spPr bwMode="auto">
                      <a:xfrm>
                        <a:off x="598488" y="5445135"/>
                        <a:ext cx="8172450" cy="835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2"/>
    </p:custDataLst>
    <p:extLst>
      <p:ext uri="{BB962C8B-B14F-4D97-AF65-F5344CB8AC3E}">
        <p14:creationId xmlns:p14="http://schemas.microsoft.com/office/powerpoint/2010/main" val="5653786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52997"/>
                                        </p:tgtEl>
                                        <p:attrNameLst>
                                          <p:attrName>style.visibility</p:attrName>
                                        </p:attrNameLst>
                                      </p:cBhvr>
                                      <p:to>
                                        <p:strVal val="visible"/>
                                      </p:to>
                                    </p:set>
                                    <p:animEffect transition="in" filter="dissolve">
                                      <p:cBhvr>
                                        <p:cTn id="7" dur="500"/>
                                        <p:tgtEl>
                                          <p:spTgt spid="8529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53000"/>
                                        </p:tgtEl>
                                        <p:attrNameLst>
                                          <p:attrName>style.visibility</p:attrName>
                                        </p:attrNameLst>
                                      </p:cBhvr>
                                      <p:to>
                                        <p:strVal val="visible"/>
                                      </p:to>
                                    </p:set>
                                    <p:animEffect transition="in" filter="dissolve">
                                      <p:cBhvr>
                                        <p:cTn id="12" dur="500"/>
                                        <p:tgtEl>
                                          <p:spTgt spid="8530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52998"/>
                                        </p:tgtEl>
                                        <p:attrNameLst>
                                          <p:attrName>style.visibility</p:attrName>
                                        </p:attrNameLst>
                                      </p:cBhvr>
                                      <p:to>
                                        <p:strVal val="visible"/>
                                      </p:to>
                                    </p:set>
                                    <p:animEffect transition="in" filter="dissolve">
                                      <p:cBhvr>
                                        <p:cTn id="17" dur="500"/>
                                        <p:tgtEl>
                                          <p:spTgt spid="8529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52999"/>
                                        </p:tgtEl>
                                        <p:attrNameLst>
                                          <p:attrName>style.visibility</p:attrName>
                                        </p:attrNameLst>
                                      </p:cBhvr>
                                      <p:to>
                                        <p:strVal val="visible"/>
                                      </p:to>
                                    </p:set>
                                    <p:animEffect transition="in" filter="dissolve">
                                      <p:cBhvr>
                                        <p:cTn id="22" dur="500"/>
                                        <p:tgtEl>
                                          <p:spTgt spid="85299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852994"/>
                                        </p:tgtEl>
                                        <p:attrNameLst>
                                          <p:attrName>style.visibility</p:attrName>
                                        </p:attrNameLst>
                                      </p:cBhvr>
                                      <p:to>
                                        <p:strVal val="visible"/>
                                      </p:to>
                                    </p:set>
                                    <p:anim calcmode="lin" valueType="num">
                                      <p:cBhvr additive="base">
                                        <p:cTn id="27" dur="500" fill="hold"/>
                                        <p:tgtEl>
                                          <p:spTgt spid="852994"/>
                                        </p:tgtEl>
                                        <p:attrNameLst>
                                          <p:attrName>ppt_x</p:attrName>
                                        </p:attrNameLst>
                                      </p:cBhvr>
                                      <p:tavLst>
                                        <p:tav tm="0">
                                          <p:val>
                                            <p:strVal val="0-#ppt_w/2"/>
                                          </p:val>
                                        </p:tav>
                                        <p:tav tm="100000">
                                          <p:val>
                                            <p:strVal val="#ppt_x"/>
                                          </p:val>
                                        </p:tav>
                                      </p:tavLst>
                                    </p:anim>
                                    <p:anim calcmode="lin" valueType="num">
                                      <p:cBhvr additive="base">
                                        <p:cTn id="28" dur="500" fill="hold"/>
                                        <p:tgtEl>
                                          <p:spTgt spid="852994"/>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852995"/>
                                        </p:tgtEl>
                                        <p:attrNameLst>
                                          <p:attrName>style.visibility</p:attrName>
                                        </p:attrNameLst>
                                      </p:cBhvr>
                                      <p:to>
                                        <p:strVal val="visible"/>
                                      </p:to>
                                    </p:set>
                                    <p:anim calcmode="lin" valueType="num">
                                      <p:cBhvr additive="base">
                                        <p:cTn id="33" dur="500" fill="hold"/>
                                        <p:tgtEl>
                                          <p:spTgt spid="852995"/>
                                        </p:tgtEl>
                                        <p:attrNameLst>
                                          <p:attrName>ppt_x</p:attrName>
                                        </p:attrNameLst>
                                      </p:cBhvr>
                                      <p:tavLst>
                                        <p:tav tm="0">
                                          <p:val>
                                            <p:strVal val="0-#ppt_w/2"/>
                                          </p:val>
                                        </p:tav>
                                        <p:tav tm="100000">
                                          <p:val>
                                            <p:strVal val="#ppt_x"/>
                                          </p:val>
                                        </p:tav>
                                      </p:tavLst>
                                    </p:anim>
                                    <p:anim calcmode="lin" valueType="num">
                                      <p:cBhvr additive="base">
                                        <p:cTn id="34" dur="500" fill="hold"/>
                                        <p:tgtEl>
                                          <p:spTgt spid="852995"/>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nodeType="clickEffect">
                                  <p:stCondLst>
                                    <p:cond delay="0"/>
                                  </p:stCondLst>
                                  <p:childTnLst>
                                    <p:set>
                                      <p:cBhvr>
                                        <p:cTn id="38" dur="1" fill="hold">
                                          <p:stCondLst>
                                            <p:cond delay="0"/>
                                          </p:stCondLst>
                                        </p:cTn>
                                        <p:tgtEl>
                                          <p:spTgt spid="853005"/>
                                        </p:tgtEl>
                                        <p:attrNameLst>
                                          <p:attrName>style.visibility</p:attrName>
                                        </p:attrNameLst>
                                      </p:cBhvr>
                                      <p:to>
                                        <p:strVal val="visible"/>
                                      </p:to>
                                    </p:set>
                                    <p:animEffect transition="in" filter="dissolve">
                                      <p:cBhvr>
                                        <p:cTn id="39" dur="500"/>
                                        <p:tgtEl>
                                          <p:spTgt spid="853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2994" grpId="0" animBg="1"/>
      <p:bldP spid="852995" grpId="0" animBg="1"/>
    </p:bldLst>
  </p:timing>
  <p:extLst mod="1"/>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0"/>
          </p:nvPr>
        </p:nvSpPr>
        <p:spPr/>
        <p:txBody>
          <a:bodyPr/>
          <a:lstStyle/>
          <a:p>
            <a:fld id="{224B676F-62DD-43F2-8FF1-2A3BA68D8F45}" type="slidenum">
              <a:rPr lang="zh-CN" altLang="en-US"/>
              <a:pPr/>
              <a:t>60</a:t>
            </a:fld>
            <a:endParaRPr lang="en-US" altLang="zh-CN"/>
          </a:p>
        </p:txBody>
      </p:sp>
      <p:sp>
        <p:nvSpPr>
          <p:cNvPr id="13" name="日期占位符 4"/>
          <p:cNvSpPr>
            <a:spLocks noGrp="1"/>
          </p:cNvSpPr>
          <p:nvPr>
            <p:ph type="dt" sz="half" idx="4294967295"/>
          </p:nvPr>
        </p:nvSpPr>
        <p:spPr>
          <a:xfrm>
            <a:off x="14295" y="6350000"/>
            <a:ext cx="2297112" cy="577850"/>
          </a:xfrm>
        </p:spPr>
        <p:txBody>
          <a:bodyPr/>
          <a:lstStyle/>
          <a:p>
            <a:fld id="{5B178561-6CA8-4993-82D2-4CDB1C7949DD}" type="datetime1">
              <a:rPr lang="zh-CN" altLang="en-US"/>
              <a:pPr/>
              <a:t>2024/11/11</a:t>
            </a:fld>
            <a:endParaRPr lang="en-US" altLang="zh-CN"/>
          </a:p>
        </p:txBody>
      </p:sp>
      <p:sp>
        <p:nvSpPr>
          <p:cNvPr id="854018" name="Rectangle 2"/>
          <p:cNvSpPr>
            <a:spLocks noGrp="1" noChangeArrowheads="1"/>
          </p:cNvSpPr>
          <p:nvPr>
            <p:ph type="title"/>
          </p:nvPr>
        </p:nvSpPr>
        <p:spPr>
          <a:xfrm>
            <a:off x="650878" y="255588"/>
            <a:ext cx="8820150" cy="658812"/>
          </a:xfrm>
        </p:spPr>
        <p:txBody>
          <a:bodyPr/>
          <a:lstStyle/>
          <a:p>
            <a:r>
              <a:rPr lang="zh-CN" altLang="en-US"/>
              <a:t>§1.7 </a:t>
            </a:r>
            <a:r>
              <a:rPr lang="zh-CN" altLang="en-US" sz="4800"/>
              <a:t>高斯求积公式</a:t>
            </a:r>
          </a:p>
        </p:txBody>
      </p:sp>
      <p:sp>
        <p:nvSpPr>
          <p:cNvPr id="854019" name="Rectangle 3"/>
          <p:cNvSpPr>
            <a:spLocks noGrp="1" noChangeArrowheads="1"/>
          </p:cNvSpPr>
          <p:nvPr>
            <p:ph type="body" idx="1"/>
          </p:nvPr>
        </p:nvSpPr>
        <p:spPr>
          <a:xfrm>
            <a:off x="650878" y="1143011"/>
            <a:ext cx="8820150" cy="926407"/>
          </a:xfrm>
        </p:spPr>
        <p:txBody>
          <a:bodyPr/>
          <a:lstStyle/>
          <a:p>
            <a:r>
              <a:rPr lang="zh-CN" altLang="en-US"/>
              <a:t>勒让德多项式性质：</a:t>
            </a:r>
          </a:p>
          <a:p>
            <a:pPr lvl="1"/>
            <a:r>
              <a:rPr lang="zh-CN" altLang="en-US"/>
              <a:t>(1)勒让德多项式是[-1,1]区间上的正交函数组，即</a:t>
            </a:r>
            <a:endParaRPr lang="en-US" altLang="zh-CN"/>
          </a:p>
        </p:txBody>
      </p:sp>
      <p:graphicFrame>
        <p:nvGraphicFramePr>
          <p:cNvPr id="854020" name="Object 4"/>
          <p:cNvGraphicFramePr>
            <a:graphicFrameLocks noChangeAspect="1"/>
          </p:cNvGraphicFramePr>
          <p:nvPr/>
        </p:nvGraphicFramePr>
        <p:xfrm>
          <a:off x="2590800" y="1981200"/>
          <a:ext cx="4278313" cy="909638"/>
        </p:xfrm>
        <a:graphic>
          <a:graphicData uri="http://schemas.openxmlformats.org/presentationml/2006/ole">
            <mc:AlternateContent xmlns:mc="http://schemas.openxmlformats.org/markup-compatibility/2006">
              <mc:Choice xmlns:v="urn:schemas-microsoft-com:vml" Requires="v">
                <p:oleObj spid="_x0000_s919578" name="Equation" r:id="rId4" imgW="1841400" imgH="457200" progId="Equation.3">
                  <p:embed/>
                </p:oleObj>
              </mc:Choice>
              <mc:Fallback>
                <p:oleObj name="Equation" r:id="rId4" imgW="1841400" imgH="457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1981200"/>
                        <a:ext cx="4278313" cy="909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4021" name="Rectangle 5"/>
          <p:cNvSpPr>
            <a:spLocks noChangeArrowheads="1"/>
          </p:cNvSpPr>
          <p:nvPr/>
        </p:nvSpPr>
        <p:spPr bwMode="auto">
          <a:xfrm>
            <a:off x="525463" y="2895621"/>
            <a:ext cx="3655168" cy="480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1" algn="l">
              <a:lnSpc>
                <a:spcPct val="90000"/>
              </a:lnSpc>
              <a:spcBef>
                <a:spcPct val="35000"/>
              </a:spcBef>
              <a:buClr>
                <a:srgbClr val="27305F"/>
              </a:buClr>
              <a:buFontTx/>
              <a:buChar char="–"/>
            </a:pPr>
            <a:r>
              <a:rPr lang="zh-CN" altLang="en-US" sz="2800" i="0">
                <a:latin typeface="Times New Roman" pitchFamily="18" charset="0"/>
              </a:rPr>
              <a:t>(2)对一切</a:t>
            </a:r>
            <a:r>
              <a:rPr lang="en-US" altLang="zh-CN" sz="2800" i="0">
                <a:latin typeface="Times New Roman" pitchFamily="18" charset="0"/>
              </a:rPr>
              <a:t>k&lt;n，</a:t>
            </a:r>
            <a:r>
              <a:rPr lang="zh-CN" altLang="en-US" sz="2800" i="0">
                <a:latin typeface="Times New Roman" pitchFamily="18" charset="0"/>
              </a:rPr>
              <a:t>有</a:t>
            </a:r>
            <a:endParaRPr lang="en-US" altLang="zh-CN" sz="2800" i="0">
              <a:latin typeface="Times New Roman" pitchFamily="18" charset="0"/>
            </a:endParaRPr>
          </a:p>
        </p:txBody>
      </p:sp>
      <p:graphicFrame>
        <p:nvGraphicFramePr>
          <p:cNvPr id="854022" name="Object 6"/>
          <p:cNvGraphicFramePr>
            <a:graphicFrameLocks noChangeAspect="1"/>
          </p:cNvGraphicFramePr>
          <p:nvPr>
            <p:extLst/>
          </p:nvPr>
        </p:nvGraphicFramePr>
        <p:xfrm>
          <a:off x="4165600" y="2773385"/>
          <a:ext cx="2921000" cy="655637"/>
        </p:xfrm>
        <a:graphic>
          <a:graphicData uri="http://schemas.openxmlformats.org/presentationml/2006/ole">
            <mc:AlternateContent xmlns:mc="http://schemas.openxmlformats.org/markup-compatibility/2006">
              <mc:Choice xmlns:v="urn:schemas-microsoft-com:vml" Requires="v">
                <p:oleObj spid="_x0000_s919579" name="Equation" r:id="rId6" imgW="1257120" imgH="330120" progId="Equation.3">
                  <p:embed/>
                </p:oleObj>
              </mc:Choice>
              <mc:Fallback>
                <p:oleObj name="Equation" r:id="rId6" imgW="1257120" imgH="33012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65600" y="2773385"/>
                        <a:ext cx="2921000" cy="655637"/>
                      </a:xfrm>
                      <a:prstGeom prst="rect">
                        <a:avLst/>
                      </a:prstGeom>
                      <a:solidFill>
                        <a:srgbClr val="FFFF00"/>
                      </a:solidFill>
                      <a:ln>
                        <a:noFill/>
                      </a:ln>
                      <a:effectLst/>
                      <a:extLst/>
                    </p:spPr>
                  </p:pic>
                </p:oleObj>
              </mc:Fallback>
            </mc:AlternateContent>
          </a:graphicData>
        </a:graphic>
      </p:graphicFrame>
      <p:graphicFrame>
        <p:nvGraphicFramePr>
          <p:cNvPr id="854023" name="Object 7"/>
          <p:cNvGraphicFramePr>
            <a:graphicFrameLocks noChangeAspect="1"/>
          </p:cNvGraphicFramePr>
          <p:nvPr/>
        </p:nvGraphicFramePr>
        <p:xfrm>
          <a:off x="1828800" y="3429006"/>
          <a:ext cx="5959475" cy="454025"/>
        </p:xfrm>
        <a:graphic>
          <a:graphicData uri="http://schemas.openxmlformats.org/presentationml/2006/ole">
            <mc:AlternateContent xmlns:mc="http://schemas.openxmlformats.org/markup-compatibility/2006">
              <mc:Choice xmlns:v="urn:schemas-microsoft-com:vml" Requires="v">
                <p:oleObj spid="_x0000_s919580" name="Equation" r:id="rId8" imgW="2565360" imgH="228600" progId="Equation.3">
                  <p:embed/>
                </p:oleObj>
              </mc:Choice>
              <mc:Fallback>
                <p:oleObj name="Equation" r:id="rId8" imgW="2565360" imgH="228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28800" y="3429006"/>
                        <a:ext cx="595947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4024" name="Object 8"/>
          <p:cNvGraphicFramePr>
            <a:graphicFrameLocks noChangeAspect="1"/>
          </p:cNvGraphicFramePr>
          <p:nvPr/>
        </p:nvGraphicFramePr>
        <p:xfrm>
          <a:off x="1600200" y="3733800"/>
          <a:ext cx="6078538" cy="857250"/>
        </p:xfrm>
        <a:graphic>
          <a:graphicData uri="http://schemas.openxmlformats.org/presentationml/2006/ole">
            <mc:AlternateContent xmlns:mc="http://schemas.openxmlformats.org/markup-compatibility/2006">
              <mc:Choice xmlns:v="urn:schemas-microsoft-com:vml" Requires="v">
                <p:oleObj spid="_x0000_s919581" name="Equation" r:id="rId10" imgW="2616120" imgH="431640" progId="Equation.3">
                  <p:embed/>
                </p:oleObj>
              </mc:Choice>
              <mc:Fallback>
                <p:oleObj name="Equation" r:id="rId10" imgW="2616120" imgH="4316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00200" y="3733800"/>
                        <a:ext cx="6078538"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4025" name="Object 9"/>
          <p:cNvGraphicFramePr>
            <a:graphicFrameLocks noChangeAspect="1"/>
          </p:cNvGraphicFramePr>
          <p:nvPr/>
        </p:nvGraphicFramePr>
        <p:xfrm>
          <a:off x="4002094" y="4343400"/>
          <a:ext cx="3541712" cy="857250"/>
        </p:xfrm>
        <a:graphic>
          <a:graphicData uri="http://schemas.openxmlformats.org/presentationml/2006/ole">
            <mc:AlternateContent xmlns:mc="http://schemas.openxmlformats.org/markup-compatibility/2006">
              <mc:Choice xmlns:v="urn:schemas-microsoft-com:vml" Requires="v">
                <p:oleObj spid="_x0000_s919582" name="Equation" r:id="rId12" imgW="1523880" imgH="431640" progId="Equation.3">
                  <p:embed/>
                </p:oleObj>
              </mc:Choice>
              <mc:Fallback>
                <p:oleObj name="Equation" r:id="rId12" imgW="1523880" imgH="43164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02094" y="4343400"/>
                        <a:ext cx="354171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4026" name="Rectangle 10"/>
          <p:cNvSpPr>
            <a:spLocks noChangeArrowheads="1"/>
          </p:cNvSpPr>
          <p:nvPr/>
        </p:nvSpPr>
        <p:spPr bwMode="auto">
          <a:xfrm>
            <a:off x="533401" y="5105421"/>
            <a:ext cx="7146508" cy="480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1" algn="l">
              <a:lnSpc>
                <a:spcPct val="90000"/>
              </a:lnSpc>
              <a:spcBef>
                <a:spcPct val="35000"/>
              </a:spcBef>
              <a:buClr>
                <a:srgbClr val="27305F"/>
              </a:buClr>
              <a:buFontTx/>
              <a:buChar char="–"/>
            </a:pPr>
            <a:r>
              <a:rPr lang="zh-CN" altLang="en-US" sz="2800" i="0">
                <a:latin typeface="Times New Roman" pitchFamily="18" charset="0"/>
              </a:rPr>
              <a:t>(3) </a:t>
            </a:r>
            <a:r>
              <a:rPr lang="en-US" altLang="zh-CN" sz="2800" i="0">
                <a:latin typeface="Times New Roman" pitchFamily="18" charset="0"/>
              </a:rPr>
              <a:t>n</a:t>
            </a:r>
            <a:r>
              <a:rPr lang="zh-CN" altLang="en-US" sz="2800" i="0">
                <a:latin typeface="Times New Roman" pitchFamily="18" charset="0"/>
              </a:rPr>
              <a:t>次勒让德多项式有</a:t>
            </a:r>
            <a:r>
              <a:rPr lang="en-US" altLang="zh-CN" sz="2800" i="0">
                <a:latin typeface="Times New Roman" pitchFamily="18" charset="0"/>
              </a:rPr>
              <a:t>n</a:t>
            </a:r>
            <a:r>
              <a:rPr lang="zh-CN" altLang="en-US" sz="2800" i="0">
                <a:latin typeface="Times New Roman" pitchFamily="18" charset="0"/>
              </a:rPr>
              <a:t>个不同的零点。</a:t>
            </a:r>
          </a:p>
        </p:txBody>
      </p:sp>
      <p:graphicFrame>
        <p:nvGraphicFramePr>
          <p:cNvPr id="854027" name="Object 11"/>
          <p:cNvGraphicFramePr>
            <a:graphicFrameLocks noChangeAspect="1"/>
          </p:cNvGraphicFramePr>
          <p:nvPr/>
        </p:nvGraphicFramePr>
        <p:xfrm>
          <a:off x="2133605" y="5638822"/>
          <a:ext cx="4419600" cy="512763"/>
        </p:xfrm>
        <a:graphic>
          <a:graphicData uri="http://schemas.openxmlformats.org/presentationml/2006/ole">
            <mc:AlternateContent xmlns:mc="http://schemas.openxmlformats.org/markup-compatibility/2006">
              <mc:Choice xmlns:v="urn:schemas-microsoft-com:vml" Requires="v">
                <p:oleObj spid="_x0000_s919583" name="Equation" r:id="rId14" imgW="1942920" imgH="228600" progId="Equation.3">
                  <p:embed/>
                </p:oleObj>
              </mc:Choice>
              <mc:Fallback>
                <p:oleObj name="Equation" r:id="rId14" imgW="1942920" imgH="2286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33605" y="5638822"/>
                        <a:ext cx="4419600"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2"/>
    </p:custDataLst>
    <p:extLst>
      <p:ext uri="{BB962C8B-B14F-4D97-AF65-F5344CB8AC3E}">
        <p14:creationId xmlns:p14="http://schemas.microsoft.com/office/powerpoint/2010/main" val="24580904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54020"/>
                                        </p:tgtEl>
                                        <p:attrNameLst>
                                          <p:attrName>style.visibility</p:attrName>
                                        </p:attrNameLst>
                                      </p:cBhvr>
                                      <p:to>
                                        <p:strVal val="visible"/>
                                      </p:to>
                                    </p:set>
                                    <p:animEffect transition="in" filter="dissolve">
                                      <p:cBhvr>
                                        <p:cTn id="7" dur="500"/>
                                        <p:tgtEl>
                                          <p:spTgt spid="8540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54021"/>
                                        </p:tgtEl>
                                        <p:attrNameLst>
                                          <p:attrName>style.visibility</p:attrName>
                                        </p:attrNameLst>
                                      </p:cBhvr>
                                      <p:to>
                                        <p:strVal val="visible"/>
                                      </p:to>
                                    </p:set>
                                    <p:animEffect transition="in" filter="dissolve">
                                      <p:cBhvr>
                                        <p:cTn id="12" dur="500"/>
                                        <p:tgtEl>
                                          <p:spTgt spid="854021"/>
                                        </p:tgtEl>
                                      </p:cBhvr>
                                    </p:animEffect>
                                  </p:childTnLst>
                                </p:cTn>
                              </p:par>
                            </p:childTnLst>
                          </p:cTn>
                        </p:par>
                        <p:par>
                          <p:cTn id="13" fill="hold" nodeType="afterGroup">
                            <p:stCondLst>
                              <p:cond delay="500"/>
                            </p:stCondLst>
                            <p:childTnLst>
                              <p:par>
                                <p:cTn id="14" presetID="9" presetClass="entr" presetSubtype="0" fill="hold" nodeType="afterEffect">
                                  <p:stCondLst>
                                    <p:cond delay="0"/>
                                  </p:stCondLst>
                                  <p:childTnLst>
                                    <p:set>
                                      <p:cBhvr>
                                        <p:cTn id="15" dur="1" fill="hold">
                                          <p:stCondLst>
                                            <p:cond delay="0"/>
                                          </p:stCondLst>
                                        </p:cTn>
                                        <p:tgtEl>
                                          <p:spTgt spid="854022"/>
                                        </p:tgtEl>
                                        <p:attrNameLst>
                                          <p:attrName>style.visibility</p:attrName>
                                        </p:attrNameLst>
                                      </p:cBhvr>
                                      <p:to>
                                        <p:strVal val="visible"/>
                                      </p:to>
                                    </p:set>
                                    <p:animEffect transition="in" filter="dissolve">
                                      <p:cBhvr>
                                        <p:cTn id="16" dur="500"/>
                                        <p:tgtEl>
                                          <p:spTgt spid="85402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854023"/>
                                        </p:tgtEl>
                                        <p:attrNameLst>
                                          <p:attrName>style.visibility</p:attrName>
                                        </p:attrNameLst>
                                      </p:cBhvr>
                                      <p:to>
                                        <p:strVal val="visible"/>
                                      </p:to>
                                    </p:set>
                                    <p:animEffect transition="in" filter="dissolve">
                                      <p:cBhvr>
                                        <p:cTn id="21" dur="500"/>
                                        <p:tgtEl>
                                          <p:spTgt spid="85402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854024"/>
                                        </p:tgtEl>
                                        <p:attrNameLst>
                                          <p:attrName>style.visibility</p:attrName>
                                        </p:attrNameLst>
                                      </p:cBhvr>
                                      <p:to>
                                        <p:strVal val="visible"/>
                                      </p:to>
                                    </p:set>
                                    <p:animEffect transition="in" filter="dissolve">
                                      <p:cBhvr>
                                        <p:cTn id="26" dur="500"/>
                                        <p:tgtEl>
                                          <p:spTgt spid="85402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854025"/>
                                        </p:tgtEl>
                                        <p:attrNameLst>
                                          <p:attrName>style.visibility</p:attrName>
                                        </p:attrNameLst>
                                      </p:cBhvr>
                                      <p:to>
                                        <p:strVal val="visible"/>
                                      </p:to>
                                    </p:set>
                                    <p:animEffect transition="in" filter="dissolve">
                                      <p:cBhvr>
                                        <p:cTn id="31" dur="500"/>
                                        <p:tgtEl>
                                          <p:spTgt spid="85402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854026"/>
                                        </p:tgtEl>
                                        <p:attrNameLst>
                                          <p:attrName>style.visibility</p:attrName>
                                        </p:attrNameLst>
                                      </p:cBhvr>
                                      <p:to>
                                        <p:strVal val="visible"/>
                                      </p:to>
                                    </p:set>
                                    <p:animEffect transition="in" filter="dissolve">
                                      <p:cBhvr>
                                        <p:cTn id="36" dur="500"/>
                                        <p:tgtEl>
                                          <p:spTgt spid="85402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nodeType="clickEffect">
                                  <p:stCondLst>
                                    <p:cond delay="0"/>
                                  </p:stCondLst>
                                  <p:childTnLst>
                                    <p:set>
                                      <p:cBhvr>
                                        <p:cTn id="40" dur="1" fill="hold">
                                          <p:stCondLst>
                                            <p:cond delay="0"/>
                                          </p:stCondLst>
                                        </p:cTn>
                                        <p:tgtEl>
                                          <p:spTgt spid="854027"/>
                                        </p:tgtEl>
                                        <p:attrNameLst>
                                          <p:attrName>style.visibility</p:attrName>
                                        </p:attrNameLst>
                                      </p:cBhvr>
                                      <p:to>
                                        <p:strVal val="visible"/>
                                      </p:to>
                                    </p:set>
                                    <p:animEffect transition="in" filter="dissolve">
                                      <p:cBhvr>
                                        <p:cTn id="41" dur="500"/>
                                        <p:tgtEl>
                                          <p:spTgt spid="854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4021" grpId="0" autoUpdateAnimBg="0"/>
      <p:bldP spid="854026" grpId="0" autoUpdateAnimBg="0"/>
    </p:bldLst>
  </p:timing>
  <p:extLst mod="1"/>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0"/>
          </p:nvPr>
        </p:nvSpPr>
        <p:spPr/>
        <p:txBody>
          <a:bodyPr/>
          <a:lstStyle/>
          <a:p>
            <a:fld id="{0E83A306-DE19-457F-86C2-B7C223E75E65}" type="slidenum">
              <a:rPr lang="zh-CN" altLang="en-US"/>
              <a:pPr/>
              <a:t>61</a:t>
            </a:fld>
            <a:endParaRPr lang="en-US" altLang="zh-CN"/>
          </a:p>
        </p:txBody>
      </p:sp>
      <p:sp>
        <p:nvSpPr>
          <p:cNvPr id="13" name="日期占位符 4"/>
          <p:cNvSpPr>
            <a:spLocks noGrp="1"/>
          </p:cNvSpPr>
          <p:nvPr>
            <p:ph type="dt" sz="half" idx="4294967295"/>
          </p:nvPr>
        </p:nvSpPr>
        <p:spPr>
          <a:xfrm>
            <a:off x="14295" y="6350000"/>
            <a:ext cx="2297112" cy="577850"/>
          </a:xfrm>
        </p:spPr>
        <p:txBody>
          <a:bodyPr/>
          <a:lstStyle/>
          <a:p>
            <a:fld id="{78500EC7-2653-450E-87E1-D70963144B74}" type="datetime1">
              <a:rPr lang="zh-CN" altLang="en-US"/>
              <a:pPr/>
              <a:t>2024/11/11</a:t>
            </a:fld>
            <a:endParaRPr lang="en-US" altLang="zh-CN"/>
          </a:p>
        </p:txBody>
      </p:sp>
      <p:sp>
        <p:nvSpPr>
          <p:cNvPr id="855042" name="Rectangle 2"/>
          <p:cNvSpPr>
            <a:spLocks noGrp="1" noChangeArrowheads="1"/>
          </p:cNvSpPr>
          <p:nvPr>
            <p:ph type="title"/>
          </p:nvPr>
        </p:nvSpPr>
        <p:spPr>
          <a:xfrm>
            <a:off x="650878" y="255588"/>
            <a:ext cx="8820150" cy="658812"/>
          </a:xfrm>
        </p:spPr>
        <p:txBody>
          <a:bodyPr/>
          <a:lstStyle/>
          <a:p>
            <a:r>
              <a:rPr lang="zh-CN" altLang="en-US"/>
              <a:t>§1.7 </a:t>
            </a:r>
            <a:r>
              <a:rPr lang="zh-CN" altLang="en-US" sz="4800"/>
              <a:t>高斯求积公式</a:t>
            </a:r>
          </a:p>
        </p:txBody>
      </p:sp>
      <p:sp>
        <p:nvSpPr>
          <p:cNvPr id="855043" name="Rectangle 3"/>
          <p:cNvSpPr>
            <a:spLocks noGrp="1" noChangeArrowheads="1"/>
          </p:cNvSpPr>
          <p:nvPr>
            <p:ph type="body" idx="1"/>
          </p:nvPr>
        </p:nvSpPr>
        <p:spPr>
          <a:xfrm>
            <a:off x="650878" y="1143000"/>
            <a:ext cx="8820150" cy="768350"/>
          </a:xfrm>
        </p:spPr>
        <p:txBody>
          <a:bodyPr/>
          <a:lstStyle/>
          <a:p>
            <a:r>
              <a:rPr lang="zh-CN" altLang="en-US" dirty="0"/>
              <a:t>令</a:t>
            </a:r>
            <a:r>
              <a:rPr lang="en-US" altLang="zh-CN" dirty="0"/>
              <a:t>m=n,</a:t>
            </a:r>
            <a:r>
              <a:rPr lang="zh-CN" altLang="en-US" dirty="0"/>
              <a:t>取</a:t>
            </a:r>
            <a:r>
              <a:rPr lang="en-US" altLang="zh-CN" dirty="0"/>
              <a:t>n</a:t>
            </a:r>
            <a:r>
              <a:rPr lang="zh-CN" altLang="en-US" dirty="0"/>
              <a:t>次勒让德多项式的</a:t>
            </a:r>
            <a:r>
              <a:rPr lang="en-US" altLang="zh-CN" dirty="0"/>
              <a:t>n</a:t>
            </a:r>
            <a:r>
              <a:rPr lang="zh-CN" altLang="en-US" dirty="0"/>
              <a:t>个零点</a:t>
            </a:r>
            <a:r>
              <a:rPr lang="en-US" altLang="zh-CN" dirty="0"/>
              <a:t>t</a:t>
            </a:r>
            <a:r>
              <a:rPr lang="en-US" altLang="zh-CN" baseline="-25000" dirty="0"/>
              <a:t>1 </a:t>
            </a:r>
            <a:r>
              <a:rPr lang="en-US" altLang="zh-CN" dirty="0"/>
              <a:t>t</a:t>
            </a:r>
            <a:r>
              <a:rPr lang="en-US" altLang="zh-CN" baseline="-25000" dirty="0"/>
              <a:t>2</a:t>
            </a:r>
            <a:r>
              <a:rPr lang="en-US" altLang="zh-CN" dirty="0"/>
              <a:t> …</a:t>
            </a:r>
            <a:r>
              <a:rPr lang="en-US" altLang="zh-CN" dirty="0" err="1"/>
              <a:t>t</a:t>
            </a:r>
            <a:r>
              <a:rPr lang="en-US" altLang="zh-CN" baseline="-25000" dirty="0" err="1"/>
              <a:t>n</a:t>
            </a:r>
            <a:r>
              <a:rPr lang="zh-CN" altLang="en-US" dirty="0"/>
              <a:t>作为插值节点</a:t>
            </a:r>
          </a:p>
        </p:txBody>
      </p:sp>
      <p:grpSp>
        <p:nvGrpSpPr>
          <p:cNvPr id="855044" name="Group 4"/>
          <p:cNvGrpSpPr>
            <a:grpSpLocks/>
          </p:cNvGrpSpPr>
          <p:nvPr/>
        </p:nvGrpSpPr>
        <p:grpSpPr bwMode="auto">
          <a:xfrm>
            <a:off x="441286" y="1879797"/>
            <a:ext cx="9144000" cy="2641600"/>
            <a:chOff x="288" y="1632"/>
            <a:chExt cx="5760" cy="1664"/>
          </a:xfrm>
        </p:grpSpPr>
        <p:graphicFrame>
          <p:nvGraphicFramePr>
            <p:cNvPr id="855045" name="Object 5"/>
            <p:cNvGraphicFramePr>
              <a:graphicFrameLocks noChangeAspect="1"/>
            </p:cNvGraphicFramePr>
            <p:nvPr/>
          </p:nvGraphicFramePr>
          <p:xfrm>
            <a:off x="288" y="1632"/>
            <a:ext cx="2416" cy="415"/>
          </p:xfrm>
          <a:graphic>
            <a:graphicData uri="http://schemas.openxmlformats.org/presentationml/2006/ole">
              <mc:AlternateContent xmlns:mc="http://schemas.openxmlformats.org/markup-compatibility/2006">
                <mc:Choice xmlns:v="urn:schemas-microsoft-com:vml" Requires="v">
                  <p:oleObj spid="_x0000_s920598" name="Equation" r:id="rId4" imgW="1650960" imgH="330120" progId="Equation.3">
                    <p:embed/>
                  </p:oleObj>
                </mc:Choice>
                <mc:Fallback>
                  <p:oleObj name="Equation" r:id="rId4" imgW="1650960" imgH="33012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 y="1632"/>
                          <a:ext cx="2416" cy="4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5046" name="Object 6"/>
            <p:cNvGraphicFramePr>
              <a:graphicFrameLocks noChangeAspect="1"/>
            </p:cNvGraphicFramePr>
            <p:nvPr/>
          </p:nvGraphicFramePr>
          <p:xfrm>
            <a:off x="1184" y="1968"/>
            <a:ext cx="4864" cy="1328"/>
          </p:xfrm>
          <a:graphic>
            <a:graphicData uri="http://schemas.openxmlformats.org/presentationml/2006/ole">
              <mc:AlternateContent xmlns:mc="http://schemas.openxmlformats.org/markup-compatibility/2006">
                <mc:Choice xmlns:v="urn:schemas-microsoft-com:vml" Requires="v">
                  <p:oleObj spid="_x0000_s920599" name="Equation" r:id="rId6" imgW="3657600" imgH="939600" progId="Equation.3">
                    <p:embed/>
                  </p:oleObj>
                </mc:Choice>
                <mc:Fallback>
                  <p:oleObj name="Equation" r:id="rId6" imgW="3657600" imgH="939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4" y="1968"/>
                          <a:ext cx="4864" cy="1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55047" name="AutoShape 7"/>
          <p:cNvSpPr>
            <a:spLocks noChangeArrowheads="1"/>
          </p:cNvSpPr>
          <p:nvPr/>
        </p:nvSpPr>
        <p:spPr bwMode="auto">
          <a:xfrm>
            <a:off x="76201" y="4495800"/>
            <a:ext cx="685800" cy="533400"/>
          </a:xfrm>
          <a:prstGeom prst="rightArrow">
            <a:avLst>
              <a:gd name="adj1" fmla="val 50000"/>
              <a:gd name="adj2" fmla="val 32143"/>
            </a:avLst>
          </a:prstGeom>
          <a:solidFill>
            <a:schemeClr val="accent2"/>
          </a:solidFill>
          <a:ln w="381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55048" name="Object 8"/>
          <p:cNvGraphicFramePr>
            <a:graphicFrameLocks noChangeAspect="1"/>
          </p:cNvGraphicFramePr>
          <p:nvPr>
            <p:extLst/>
          </p:nvPr>
        </p:nvGraphicFramePr>
        <p:xfrm>
          <a:off x="914412" y="4557812"/>
          <a:ext cx="7700963" cy="887412"/>
        </p:xfrm>
        <a:graphic>
          <a:graphicData uri="http://schemas.openxmlformats.org/presentationml/2006/ole">
            <mc:AlternateContent xmlns:mc="http://schemas.openxmlformats.org/markup-compatibility/2006">
              <mc:Choice xmlns:v="urn:schemas-microsoft-com:vml" Requires="v">
                <p:oleObj spid="_x0000_s920600" name="Equation" r:id="rId8" imgW="3314520" imgH="444240" progId="Equation.3">
                  <p:embed/>
                </p:oleObj>
              </mc:Choice>
              <mc:Fallback>
                <p:oleObj name="Equation" r:id="rId8" imgW="3314520" imgH="4442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4412" y="4557812"/>
                        <a:ext cx="7700963" cy="887412"/>
                      </a:xfrm>
                      <a:prstGeom prst="rect">
                        <a:avLst/>
                      </a:prstGeom>
                      <a:solidFill>
                        <a:srgbClr val="FFFF00"/>
                      </a:solidFill>
                      <a:ln>
                        <a:noFill/>
                      </a:ln>
                      <a:effectLst/>
                      <a:extLst/>
                    </p:spPr>
                  </p:pic>
                </p:oleObj>
              </mc:Fallback>
            </mc:AlternateContent>
          </a:graphicData>
        </a:graphic>
      </p:graphicFrame>
      <p:sp>
        <p:nvSpPr>
          <p:cNvPr id="855049" name="Rectangle 9"/>
          <p:cNvSpPr>
            <a:spLocks noChangeArrowheads="1"/>
          </p:cNvSpPr>
          <p:nvPr/>
        </p:nvSpPr>
        <p:spPr bwMode="auto">
          <a:xfrm>
            <a:off x="7074386" y="3886203"/>
            <a:ext cx="265649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i="0" dirty="0">
                <a:solidFill>
                  <a:srgbClr val="FF3300"/>
                </a:solidFill>
              </a:rPr>
              <a:t>高斯求积公式</a:t>
            </a:r>
          </a:p>
        </p:txBody>
      </p:sp>
      <p:graphicFrame>
        <p:nvGraphicFramePr>
          <p:cNvPr id="855050" name="Object 10"/>
          <p:cNvGraphicFramePr>
            <a:graphicFrameLocks noChangeAspect="1"/>
          </p:cNvGraphicFramePr>
          <p:nvPr>
            <p:extLst/>
          </p:nvPr>
        </p:nvGraphicFramePr>
        <p:xfrm>
          <a:off x="914407" y="5409217"/>
          <a:ext cx="3865563" cy="887413"/>
        </p:xfrm>
        <a:graphic>
          <a:graphicData uri="http://schemas.openxmlformats.org/presentationml/2006/ole">
            <mc:AlternateContent xmlns:mc="http://schemas.openxmlformats.org/markup-compatibility/2006">
              <mc:Choice xmlns:v="urn:schemas-microsoft-com:vml" Requires="v">
                <p:oleObj spid="_x0000_s920601" name="Equation" r:id="rId10" imgW="1663560" imgH="444240" progId="Equation.3">
                  <p:embed/>
                </p:oleObj>
              </mc:Choice>
              <mc:Fallback>
                <p:oleObj name="Equation" r:id="rId10" imgW="1663560" imgH="4442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14407" y="5409217"/>
                        <a:ext cx="3865563"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5051" name="Object 11"/>
          <p:cNvGraphicFramePr>
            <a:graphicFrameLocks noChangeAspect="1"/>
          </p:cNvGraphicFramePr>
          <p:nvPr>
            <p:extLst/>
          </p:nvPr>
        </p:nvGraphicFramePr>
        <p:xfrm>
          <a:off x="4675200" y="5396517"/>
          <a:ext cx="3659187" cy="912813"/>
        </p:xfrm>
        <a:graphic>
          <a:graphicData uri="http://schemas.openxmlformats.org/presentationml/2006/ole">
            <mc:AlternateContent xmlns:mc="http://schemas.openxmlformats.org/markup-compatibility/2006">
              <mc:Choice xmlns:v="urn:schemas-microsoft-com:vml" Requires="v">
                <p:oleObj spid="_x0000_s920602" name="Equation" r:id="rId12" imgW="1574640" imgH="457200" progId="Equation.3">
                  <p:embed/>
                </p:oleObj>
              </mc:Choice>
              <mc:Fallback>
                <p:oleObj name="Equation" r:id="rId12" imgW="1574640" imgH="4572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75200" y="5396517"/>
                        <a:ext cx="3659187" cy="912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Rectangle 9"/>
          <p:cNvSpPr>
            <a:spLocks noChangeArrowheads="1"/>
          </p:cNvSpPr>
          <p:nvPr/>
        </p:nvSpPr>
        <p:spPr bwMode="auto">
          <a:xfrm>
            <a:off x="2698261" y="1553009"/>
            <a:ext cx="6915676" cy="523220"/>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0"/>
            <a:r>
              <a:rPr lang="en-US" altLang="zh-CN" sz="2800" i="0" dirty="0">
                <a:solidFill>
                  <a:srgbClr val="FF0000"/>
                </a:solidFill>
              </a:rPr>
              <a:t>n</a:t>
            </a:r>
            <a:r>
              <a:rPr lang="zh-CN" altLang="en-US" sz="2800" i="0" dirty="0">
                <a:solidFill>
                  <a:srgbClr val="FF0000"/>
                </a:solidFill>
              </a:rPr>
              <a:t>个节点的高斯求积公式代数精确度为</a:t>
            </a:r>
            <a:r>
              <a:rPr lang="en-US" altLang="zh-CN" sz="2800" i="0" dirty="0">
                <a:solidFill>
                  <a:srgbClr val="FF0000"/>
                </a:solidFill>
              </a:rPr>
              <a:t>2n-1</a:t>
            </a:r>
            <a:endParaRPr lang="zh-CN" altLang="en-US" sz="2800" i="0" dirty="0">
              <a:solidFill>
                <a:srgbClr val="FF0000"/>
              </a:solidFill>
            </a:endParaRPr>
          </a:p>
        </p:txBody>
      </p:sp>
    </p:spTree>
    <p:custDataLst>
      <p:tags r:id="rId2"/>
    </p:custDataLst>
    <p:extLst>
      <p:ext uri="{BB962C8B-B14F-4D97-AF65-F5344CB8AC3E}">
        <p14:creationId xmlns:p14="http://schemas.microsoft.com/office/powerpoint/2010/main" val="8229631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55044"/>
                                        </p:tgtEl>
                                        <p:attrNameLst>
                                          <p:attrName>style.visibility</p:attrName>
                                        </p:attrNameLst>
                                      </p:cBhvr>
                                      <p:to>
                                        <p:strVal val="visible"/>
                                      </p:to>
                                    </p:set>
                                    <p:animEffect transition="in" filter="dissolve">
                                      <p:cBhvr>
                                        <p:cTn id="7" dur="500"/>
                                        <p:tgtEl>
                                          <p:spTgt spid="8550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55047"/>
                                        </p:tgtEl>
                                        <p:attrNameLst>
                                          <p:attrName>style.visibility</p:attrName>
                                        </p:attrNameLst>
                                      </p:cBhvr>
                                      <p:to>
                                        <p:strVal val="visible"/>
                                      </p:to>
                                    </p:set>
                                    <p:animEffect transition="in" filter="dissolve">
                                      <p:cBhvr>
                                        <p:cTn id="12" dur="500"/>
                                        <p:tgtEl>
                                          <p:spTgt spid="8550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55048"/>
                                        </p:tgtEl>
                                        <p:attrNameLst>
                                          <p:attrName>style.visibility</p:attrName>
                                        </p:attrNameLst>
                                      </p:cBhvr>
                                      <p:to>
                                        <p:strVal val="visible"/>
                                      </p:to>
                                    </p:set>
                                    <p:animEffect transition="in" filter="dissolve">
                                      <p:cBhvr>
                                        <p:cTn id="17" dur="500"/>
                                        <p:tgtEl>
                                          <p:spTgt spid="8550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55049"/>
                                        </p:tgtEl>
                                        <p:attrNameLst>
                                          <p:attrName>style.visibility</p:attrName>
                                        </p:attrNameLst>
                                      </p:cBhvr>
                                      <p:to>
                                        <p:strVal val="visible"/>
                                      </p:to>
                                    </p:set>
                                    <p:animEffect transition="in" filter="dissolve">
                                      <p:cBhvr>
                                        <p:cTn id="22" dur="500"/>
                                        <p:tgtEl>
                                          <p:spTgt spid="85504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855050"/>
                                        </p:tgtEl>
                                        <p:attrNameLst>
                                          <p:attrName>style.visibility</p:attrName>
                                        </p:attrNameLst>
                                      </p:cBhvr>
                                      <p:to>
                                        <p:strVal val="visible"/>
                                      </p:to>
                                    </p:set>
                                    <p:animEffect transition="in" filter="dissolve">
                                      <p:cBhvr>
                                        <p:cTn id="27" dur="500"/>
                                        <p:tgtEl>
                                          <p:spTgt spid="85505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855051"/>
                                        </p:tgtEl>
                                        <p:attrNameLst>
                                          <p:attrName>style.visibility</p:attrName>
                                        </p:attrNameLst>
                                      </p:cBhvr>
                                      <p:to>
                                        <p:strVal val="visible"/>
                                      </p:to>
                                    </p:set>
                                    <p:animEffect transition="in" filter="dissolve">
                                      <p:cBhvr>
                                        <p:cTn id="32" dur="500"/>
                                        <p:tgtEl>
                                          <p:spTgt spid="855051"/>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barn(inVertical)">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5047" grpId="0" animBg="1"/>
      <p:bldP spid="855049" grpId="0" autoUpdateAnimBg="0"/>
      <p:bldP spid="15" grpId="0" animBg="1"/>
    </p:bldLst>
  </p:timing>
  <p:extLst mod="1"/>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灯片编号占位符 3"/>
          <p:cNvSpPr>
            <a:spLocks noGrp="1"/>
          </p:cNvSpPr>
          <p:nvPr>
            <p:ph type="sldNum" sz="quarter" idx="10"/>
          </p:nvPr>
        </p:nvSpPr>
        <p:spPr/>
        <p:txBody>
          <a:bodyPr/>
          <a:lstStyle/>
          <a:p>
            <a:fld id="{FA620961-5E8A-488E-BE4B-A689035E1CD1}" type="slidenum">
              <a:rPr lang="zh-CN" altLang="en-US"/>
              <a:pPr/>
              <a:t>62</a:t>
            </a:fld>
            <a:endParaRPr lang="en-US" altLang="zh-CN"/>
          </a:p>
        </p:txBody>
      </p:sp>
      <p:sp>
        <p:nvSpPr>
          <p:cNvPr id="30" name="日期占位符 4"/>
          <p:cNvSpPr>
            <a:spLocks noGrp="1"/>
          </p:cNvSpPr>
          <p:nvPr>
            <p:ph type="dt" sz="half" idx="4294967295"/>
          </p:nvPr>
        </p:nvSpPr>
        <p:spPr>
          <a:xfrm>
            <a:off x="14295" y="6350000"/>
            <a:ext cx="2297112" cy="577850"/>
          </a:xfrm>
        </p:spPr>
        <p:txBody>
          <a:bodyPr/>
          <a:lstStyle/>
          <a:p>
            <a:fld id="{93E4B7B6-11AF-4E99-8574-3391D42EEA1D}" type="datetime1">
              <a:rPr lang="zh-CN" altLang="en-US"/>
              <a:pPr/>
              <a:t>2024/11/11</a:t>
            </a:fld>
            <a:endParaRPr lang="en-US" altLang="zh-CN"/>
          </a:p>
        </p:txBody>
      </p:sp>
      <p:sp>
        <p:nvSpPr>
          <p:cNvPr id="856066" name="Rectangle 2"/>
          <p:cNvSpPr>
            <a:spLocks noGrp="1" noChangeArrowheads="1"/>
          </p:cNvSpPr>
          <p:nvPr>
            <p:ph type="title"/>
          </p:nvPr>
        </p:nvSpPr>
        <p:spPr>
          <a:xfrm>
            <a:off x="650878" y="255588"/>
            <a:ext cx="8820150" cy="658812"/>
          </a:xfrm>
        </p:spPr>
        <p:txBody>
          <a:bodyPr/>
          <a:lstStyle/>
          <a:p>
            <a:r>
              <a:rPr lang="zh-CN" altLang="en-US"/>
              <a:t>§1.7 </a:t>
            </a:r>
            <a:r>
              <a:rPr lang="zh-CN" altLang="en-US" sz="4800"/>
              <a:t>高斯求积公式</a:t>
            </a:r>
          </a:p>
        </p:txBody>
      </p:sp>
      <p:graphicFrame>
        <p:nvGraphicFramePr>
          <p:cNvPr id="856067" name="Object 3"/>
          <p:cNvGraphicFramePr>
            <a:graphicFrameLocks noChangeAspect="1"/>
          </p:cNvGraphicFramePr>
          <p:nvPr/>
        </p:nvGraphicFramePr>
        <p:xfrm>
          <a:off x="762000" y="1447800"/>
          <a:ext cx="1676400" cy="846138"/>
        </p:xfrm>
        <a:graphic>
          <a:graphicData uri="http://schemas.openxmlformats.org/presentationml/2006/ole">
            <mc:AlternateContent xmlns:mc="http://schemas.openxmlformats.org/markup-compatibility/2006">
              <mc:Choice xmlns:v="urn:schemas-microsoft-com:vml" Requires="v">
                <p:oleObj spid="_x0000_s921634" name="Equation" r:id="rId4" imgW="672840" imgH="330120" progId="Equation.3">
                  <p:embed/>
                </p:oleObj>
              </mc:Choice>
              <mc:Fallback>
                <p:oleObj name="Equation" r:id="rId4" imgW="672840" imgH="33012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1447800"/>
                        <a:ext cx="1676400" cy="846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6068" name="Object 4"/>
          <p:cNvGraphicFramePr>
            <a:graphicFrameLocks noChangeAspect="1"/>
          </p:cNvGraphicFramePr>
          <p:nvPr/>
        </p:nvGraphicFramePr>
        <p:xfrm>
          <a:off x="4876800" y="2895600"/>
          <a:ext cx="2362200" cy="990600"/>
        </p:xfrm>
        <a:graphic>
          <a:graphicData uri="http://schemas.openxmlformats.org/presentationml/2006/ole">
            <mc:AlternateContent xmlns:mc="http://schemas.openxmlformats.org/markup-compatibility/2006">
              <mc:Choice xmlns:v="urn:schemas-microsoft-com:vml" Requires="v">
                <p:oleObj spid="_x0000_s921635" name="Equation" r:id="rId6" imgW="1180800" imgH="393480" progId="Equation.3">
                  <p:embed/>
                </p:oleObj>
              </mc:Choice>
              <mc:Fallback>
                <p:oleObj name="Equation" r:id="rId6" imgW="1180800" imgH="393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6800" y="2895600"/>
                        <a:ext cx="23622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56069" name="Group 5"/>
          <p:cNvGrpSpPr>
            <a:grpSpLocks/>
          </p:cNvGrpSpPr>
          <p:nvPr/>
        </p:nvGrpSpPr>
        <p:grpSpPr bwMode="auto">
          <a:xfrm>
            <a:off x="4306899" y="1371622"/>
            <a:ext cx="3619499" cy="660401"/>
            <a:chOff x="2208" y="864"/>
            <a:chExt cx="2280" cy="416"/>
          </a:xfrm>
        </p:grpSpPr>
        <p:sp>
          <p:nvSpPr>
            <p:cNvPr id="856070" name="Line 6"/>
            <p:cNvSpPr>
              <a:spLocks noChangeShapeType="1"/>
            </p:cNvSpPr>
            <p:nvPr/>
          </p:nvSpPr>
          <p:spPr bwMode="auto">
            <a:xfrm>
              <a:off x="2208" y="960"/>
              <a:ext cx="2160" cy="0"/>
            </a:xfrm>
            <a:prstGeom prst="line">
              <a:avLst/>
            </a:prstGeom>
            <a:noFill/>
            <a:ln w="381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6071" name="Line 7"/>
            <p:cNvSpPr>
              <a:spLocks noChangeShapeType="1"/>
            </p:cNvSpPr>
            <p:nvPr/>
          </p:nvSpPr>
          <p:spPr bwMode="auto">
            <a:xfrm>
              <a:off x="2496" y="864"/>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6072" name="Line 8"/>
            <p:cNvSpPr>
              <a:spLocks noChangeShapeType="1"/>
            </p:cNvSpPr>
            <p:nvPr/>
          </p:nvSpPr>
          <p:spPr bwMode="auto">
            <a:xfrm>
              <a:off x="3984" y="864"/>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6073" name="Rectangle 9"/>
            <p:cNvSpPr>
              <a:spLocks noChangeArrowheads="1"/>
            </p:cNvSpPr>
            <p:nvPr/>
          </p:nvSpPr>
          <p:spPr bwMode="auto">
            <a:xfrm>
              <a:off x="2308" y="912"/>
              <a:ext cx="331"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-1</a:t>
              </a:r>
              <a:endParaRPr lang="zh-CN" altLang="en-US" sz="3200">
                <a:latin typeface="Times New Roman" pitchFamily="18" charset="0"/>
              </a:endParaRPr>
            </a:p>
          </p:txBody>
        </p:sp>
        <p:sp>
          <p:nvSpPr>
            <p:cNvPr id="856074" name="Rectangle 10"/>
            <p:cNvSpPr>
              <a:spLocks noChangeArrowheads="1"/>
            </p:cNvSpPr>
            <p:nvPr/>
          </p:nvSpPr>
          <p:spPr bwMode="auto">
            <a:xfrm>
              <a:off x="3839" y="912"/>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1</a:t>
              </a:r>
              <a:endParaRPr lang="zh-CN" altLang="en-US" sz="3200">
                <a:latin typeface="Times New Roman" pitchFamily="18" charset="0"/>
              </a:endParaRPr>
            </a:p>
          </p:txBody>
        </p:sp>
        <p:sp>
          <p:nvSpPr>
            <p:cNvPr id="856075" name="Line 11"/>
            <p:cNvSpPr>
              <a:spLocks noChangeShapeType="1"/>
            </p:cNvSpPr>
            <p:nvPr/>
          </p:nvSpPr>
          <p:spPr bwMode="auto">
            <a:xfrm>
              <a:off x="3268" y="864"/>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6076" name="Rectangle 12"/>
            <p:cNvSpPr>
              <a:spLocks noChangeArrowheads="1"/>
            </p:cNvSpPr>
            <p:nvPr/>
          </p:nvSpPr>
          <p:spPr bwMode="auto">
            <a:xfrm>
              <a:off x="3167" y="912"/>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0</a:t>
              </a:r>
              <a:endParaRPr lang="zh-CN" altLang="en-US" sz="3200">
                <a:latin typeface="Times New Roman" pitchFamily="18" charset="0"/>
              </a:endParaRPr>
            </a:p>
          </p:txBody>
        </p:sp>
        <p:sp>
          <p:nvSpPr>
            <p:cNvPr id="856077" name="Rectangle 13"/>
            <p:cNvSpPr>
              <a:spLocks noChangeArrowheads="1"/>
            </p:cNvSpPr>
            <p:nvPr/>
          </p:nvSpPr>
          <p:spPr bwMode="auto">
            <a:xfrm>
              <a:off x="4300" y="864"/>
              <a:ext cx="188"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t</a:t>
              </a:r>
              <a:endParaRPr lang="zh-CN" altLang="en-US" sz="3200">
                <a:latin typeface="Times New Roman" pitchFamily="18" charset="0"/>
              </a:endParaRPr>
            </a:p>
          </p:txBody>
        </p:sp>
      </p:grpSp>
      <p:grpSp>
        <p:nvGrpSpPr>
          <p:cNvPr id="856078" name="Group 14"/>
          <p:cNvGrpSpPr>
            <a:grpSpLocks/>
          </p:cNvGrpSpPr>
          <p:nvPr/>
        </p:nvGrpSpPr>
        <p:grpSpPr bwMode="auto">
          <a:xfrm>
            <a:off x="4267201" y="2133600"/>
            <a:ext cx="3705228" cy="838200"/>
            <a:chOff x="2256" y="1728"/>
            <a:chExt cx="2334" cy="528"/>
          </a:xfrm>
        </p:grpSpPr>
        <p:sp>
          <p:nvSpPr>
            <p:cNvPr id="856079" name="Line 15"/>
            <p:cNvSpPr>
              <a:spLocks noChangeShapeType="1"/>
            </p:cNvSpPr>
            <p:nvPr/>
          </p:nvSpPr>
          <p:spPr bwMode="auto">
            <a:xfrm>
              <a:off x="2256" y="1824"/>
              <a:ext cx="2208" cy="0"/>
            </a:xfrm>
            <a:prstGeom prst="line">
              <a:avLst/>
            </a:prstGeom>
            <a:noFill/>
            <a:ln w="381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6080" name="Line 16"/>
            <p:cNvSpPr>
              <a:spLocks noChangeShapeType="1"/>
            </p:cNvSpPr>
            <p:nvPr/>
          </p:nvSpPr>
          <p:spPr bwMode="auto">
            <a:xfrm>
              <a:off x="2640" y="1728"/>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6081" name="Line 17"/>
            <p:cNvSpPr>
              <a:spLocks noChangeShapeType="1"/>
            </p:cNvSpPr>
            <p:nvPr/>
          </p:nvSpPr>
          <p:spPr bwMode="auto">
            <a:xfrm>
              <a:off x="4128" y="1728"/>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6082" name="Rectangle 18"/>
            <p:cNvSpPr>
              <a:spLocks noChangeArrowheads="1"/>
            </p:cNvSpPr>
            <p:nvPr/>
          </p:nvSpPr>
          <p:spPr bwMode="auto">
            <a:xfrm>
              <a:off x="2495" y="1776"/>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a</a:t>
              </a:r>
              <a:endParaRPr lang="zh-CN" altLang="en-US" sz="3200">
                <a:latin typeface="Times New Roman" pitchFamily="18" charset="0"/>
              </a:endParaRPr>
            </a:p>
          </p:txBody>
        </p:sp>
        <p:sp>
          <p:nvSpPr>
            <p:cNvPr id="856083" name="Rectangle 19"/>
            <p:cNvSpPr>
              <a:spLocks noChangeArrowheads="1"/>
            </p:cNvSpPr>
            <p:nvPr/>
          </p:nvSpPr>
          <p:spPr bwMode="auto">
            <a:xfrm>
              <a:off x="3983" y="1776"/>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b</a:t>
              </a:r>
              <a:endParaRPr lang="zh-CN" altLang="en-US" sz="3200">
                <a:latin typeface="Times New Roman" pitchFamily="18" charset="0"/>
              </a:endParaRPr>
            </a:p>
          </p:txBody>
        </p:sp>
        <p:sp>
          <p:nvSpPr>
            <p:cNvPr id="856084" name="Line 20"/>
            <p:cNvSpPr>
              <a:spLocks noChangeShapeType="1"/>
            </p:cNvSpPr>
            <p:nvPr/>
          </p:nvSpPr>
          <p:spPr bwMode="auto">
            <a:xfrm>
              <a:off x="3412" y="1728"/>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56085" name="Object 21"/>
            <p:cNvGraphicFramePr>
              <a:graphicFrameLocks noChangeAspect="1"/>
            </p:cNvGraphicFramePr>
            <p:nvPr/>
          </p:nvGraphicFramePr>
          <p:xfrm>
            <a:off x="3097" y="1824"/>
            <a:ext cx="658" cy="432"/>
          </p:xfrm>
          <a:graphic>
            <a:graphicData uri="http://schemas.openxmlformats.org/presentationml/2006/ole">
              <mc:AlternateContent xmlns:mc="http://schemas.openxmlformats.org/markup-compatibility/2006">
                <mc:Choice xmlns:v="urn:schemas-microsoft-com:vml" Requires="v">
                  <p:oleObj spid="_x0000_s921636" name="Equation" r:id="rId8" imgW="609480" imgH="393480" progId="Equation.3">
                    <p:embed/>
                  </p:oleObj>
                </mc:Choice>
                <mc:Fallback>
                  <p:oleObj name="Equation" r:id="rId8" imgW="609480" imgH="3934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97" y="1824"/>
                          <a:ext cx="658"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6086" name="Rectangle 22"/>
            <p:cNvSpPr>
              <a:spLocks noChangeArrowheads="1"/>
            </p:cNvSpPr>
            <p:nvPr/>
          </p:nvSpPr>
          <p:spPr bwMode="auto">
            <a:xfrm>
              <a:off x="4344" y="1728"/>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x</a:t>
              </a:r>
              <a:endParaRPr lang="zh-CN" altLang="en-US" sz="3200">
                <a:latin typeface="Times New Roman" pitchFamily="18" charset="0"/>
              </a:endParaRPr>
            </a:p>
          </p:txBody>
        </p:sp>
      </p:grpSp>
      <p:graphicFrame>
        <p:nvGraphicFramePr>
          <p:cNvPr id="856087" name="Object 23"/>
          <p:cNvGraphicFramePr>
            <a:graphicFrameLocks noChangeAspect="1"/>
          </p:cNvGraphicFramePr>
          <p:nvPr/>
        </p:nvGraphicFramePr>
        <p:xfrm>
          <a:off x="533408" y="2438400"/>
          <a:ext cx="3733800" cy="990600"/>
        </p:xfrm>
        <a:graphic>
          <a:graphicData uri="http://schemas.openxmlformats.org/presentationml/2006/ole">
            <mc:AlternateContent xmlns:mc="http://schemas.openxmlformats.org/markup-compatibility/2006">
              <mc:Choice xmlns:v="urn:schemas-microsoft-com:vml" Requires="v">
                <p:oleObj spid="_x0000_s921637" name="Equation" r:id="rId10" imgW="1917360" imgH="393480" progId="Equation.3">
                  <p:embed/>
                </p:oleObj>
              </mc:Choice>
              <mc:Fallback>
                <p:oleObj name="Equation" r:id="rId10" imgW="1917360" imgH="39348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3408" y="2438400"/>
                        <a:ext cx="37338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6088" name="Object 24"/>
          <p:cNvGraphicFramePr>
            <a:graphicFrameLocks noChangeAspect="1"/>
          </p:cNvGraphicFramePr>
          <p:nvPr/>
        </p:nvGraphicFramePr>
        <p:xfrm>
          <a:off x="762012" y="3962422"/>
          <a:ext cx="2949575" cy="1166813"/>
        </p:xfrm>
        <a:graphic>
          <a:graphicData uri="http://schemas.openxmlformats.org/presentationml/2006/ole">
            <mc:AlternateContent xmlns:mc="http://schemas.openxmlformats.org/markup-compatibility/2006">
              <mc:Choice xmlns:v="urn:schemas-microsoft-com:vml" Requires="v">
                <p:oleObj spid="_x0000_s921638" name="Equation" r:id="rId12" imgW="1269720" imgH="431640" progId="Equation.3">
                  <p:embed/>
                </p:oleObj>
              </mc:Choice>
              <mc:Fallback>
                <p:oleObj name="Equation" r:id="rId12" imgW="1269720" imgH="43164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2012" y="3962422"/>
                        <a:ext cx="2949575" cy="1166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6089" name="AutoShape 25"/>
          <p:cNvSpPr>
            <a:spLocks noChangeArrowheads="1"/>
          </p:cNvSpPr>
          <p:nvPr/>
        </p:nvSpPr>
        <p:spPr bwMode="auto">
          <a:xfrm>
            <a:off x="3733800" y="4419600"/>
            <a:ext cx="685800" cy="533400"/>
          </a:xfrm>
          <a:prstGeom prst="rightArrow">
            <a:avLst>
              <a:gd name="adj1" fmla="val 50000"/>
              <a:gd name="adj2" fmla="val 32143"/>
            </a:avLst>
          </a:prstGeom>
          <a:solidFill>
            <a:schemeClr val="accent1"/>
          </a:solidFill>
          <a:ln w="381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56090" name="Object 26"/>
          <p:cNvGraphicFramePr>
            <a:graphicFrameLocks noChangeAspect="1"/>
          </p:cNvGraphicFramePr>
          <p:nvPr/>
        </p:nvGraphicFramePr>
        <p:xfrm>
          <a:off x="4641853" y="4038622"/>
          <a:ext cx="4305300" cy="1090613"/>
        </p:xfrm>
        <a:graphic>
          <a:graphicData uri="http://schemas.openxmlformats.org/presentationml/2006/ole">
            <mc:AlternateContent xmlns:mc="http://schemas.openxmlformats.org/markup-compatibility/2006">
              <mc:Choice xmlns:v="urn:schemas-microsoft-com:vml" Requires="v">
                <p:oleObj spid="_x0000_s921639" name="公式" r:id="rId14" imgW="1854000" imgH="431640" progId="Equation.3">
                  <p:embed/>
                </p:oleObj>
              </mc:Choice>
              <mc:Fallback>
                <p:oleObj name="公式" r:id="rId14" imgW="1854000" imgH="43164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41853" y="4038622"/>
                        <a:ext cx="4305300" cy="1090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6091" name="Object 27"/>
          <p:cNvGraphicFramePr>
            <a:graphicFrameLocks noChangeAspect="1"/>
          </p:cNvGraphicFramePr>
          <p:nvPr/>
        </p:nvGraphicFramePr>
        <p:xfrm>
          <a:off x="5602288" y="5029222"/>
          <a:ext cx="3465512" cy="938213"/>
        </p:xfrm>
        <a:graphic>
          <a:graphicData uri="http://schemas.openxmlformats.org/presentationml/2006/ole">
            <mc:AlternateContent xmlns:mc="http://schemas.openxmlformats.org/markup-compatibility/2006">
              <mc:Choice xmlns:v="urn:schemas-microsoft-com:vml" Requires="v">
                <p:oleObj spid="_x0000_s921640" name="Equation" r:id="rId16" imgW="1562040" imgH="393480" progId="Equation.3">
                  <p:embed/>
                </p:oleObj>
              </mc:Choice>
              <mc:Fallback>
                <p:oleObj name="Equation" r:id="rId16" imgW="1562040" imgH="39348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602288" y="5029222"/>
                        <a:ext cx="3465512" cy="938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6092" name="Object 28"/>
          <p:cNvGraphicFramePr>
            <a:graphicFrameLocks noChangeAspect="1"/>
          </p:cNvGraphicFramePr>
          <p:nvPr>
            <p:extLst/>
          </p:nvPr>
        </p:nvGraphicFramePr>
        <p:xfrm>
          <a:off x="119596" y="5157202"/>
          <a:ext cx="4267200" cy="1065213"/>
        </p:xfrm>
        <a:graphic>
          <a:graphicData uri="http://schemas.openxmlformats.org/presentationml/2006/ole">
            <mc:AlternateContent xmlns:mc="http://schemas.openxmlformats.org/markup-compatibility/2006">
              <mc:Choice xmlns:v="urn:schemas-microsoft-com:vml" Requires="v">
                <p:oleObj spid="_x0000_s921641" name="Equation" r:id="rId18" imgW="2120760" imgH="457200" progId="Equation.3">
                  <p:embed/>
                </p:oleObj>
              </mc:Choice>
              <mc:Fallback>
                <p:oleObj name="Equation" r:id="rId18" imgW="2120760" imgH="45720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9596" y="5157202"/>
                        <a:ext cx="4267200" cy="106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856229" name="Picture 16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57156" y="6021288"/>
            <a:ext cx="5634564" cy="6678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2"/>
    </p:custDataLst>
    <p:extLst>
      <p:ext uri="{BB962C8B-B14F-4D97-AF65-F5344CB8AC3E}">
        <p14:creationId xmlns:p14="http://schemas.microsoft.com/office/powerpoint/2010/main" val="36576533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56067"/>
                                        </p:tgtEl>
                                        <p:attrNameLst>
                                          <p:attrName>style.visibility</p:attrName>
                                        </p:attrNameLst>
                                      </p:cBhvr>
                                      <p:to>
                                        <p:strVal val="visible"/>
                                      </p:to>
                                    </p:set>
                                    <p:animEffect transition="in" filter="dissolve">
                                      <p:cBhvr>
                                        <p:cTn id="7" dur="500"/>
                                        <p:tgtEl>
                                          <p:spTgt spid="8560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56069"/>
                                        </p:tgtEl>
                                        <p:attrNameLst>
                                          <p:attrName>style.visibility</p:attrName>
                                        </p:attrNameLst>
                                      </p:cBhvr>
                                      <p:to>
                                        <p:strVal val="visible"/>
                                      </p:to>
                                    </p:set>
                                    <p:animEffect transition="in" filter="dissolve">
                                      <p:cBhvr>
                                        <p:cTn id="12" dur="500"/>
                                        <p:tgtEl>
                                          <p:spTgt spid="8560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56078"/>
                                        </p:tgtEl>
                                        <p:attrNameLst>
                                          <p:attrName>style.visibility</p:attrName>
                                        </p:attrNameLst>
                                      </p:cBhvr>
                                      <p:to>
                                        <p:strVal val="visible"/>
                                      </p:to>
                                    </p:set>
                                    <p:animEffect transition="in" filter="dissolve">
                                      <p:cBhvr>
                                        <p:cTn id="17" dur="500"/>
                                        <p:tgtEl>
                                          <p:spTgt spid="8560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56068"/>
                                        </p:tgtEl>
                                        <p:attrNameLst>
                                          <p:attrName>style.visibility</p:attrName>
                                        </p:attrNameLst>
                                      </p:cBhvr>
                                      <p:to>
                                        <p:strVal val="visible"/>
                                      </p:to>
                                    </p:set>
                                    <p:animEffect transition="in" filter="dissolve">
                                      <p:cBhvr>
                                        <p:cTn id="22" dur="500"/>
                                        <p:tgtEl>
                                          <p:spTgt spid="8560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856087"/>
                                        </p:tgtEl>
                                        <p:attrNameLst>
                                          <p:attrName>style.visibility</p:attrName>
                                        </p:attrNameLst>
                                      </p:cBhvr>
                                      <p:to>
                                        <p:strVal val="visible"/>
                                      </p:to>
                                    </p:set>
                                    <p:animEffect transition="in" filter="dissolve">
                                      <p:cBhvr>
                                        <p:cTn id="27" dur="500"/>
                                        <p:tgtEl>
                                          <p:spTgt spid="85608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856088"/>
                                        </p:tgtEl>
                                        <p:attrNameLst>
                                          <p:attrName>style.visibility</p:attrName>
                                        </p:attrNameLst>
                                      </p:cBhvr>
                                      <p:to>
                                        <p:strVal val="visible"/>
                                      </p:to>
                                    </p:set>
                                    <p:animEffect transition="in" filter="dissolve">
                                      <p:cBhvr>
                                        <p:cTn id="32" dur="500"/>
                                        <p:tgtEl>
                                          <p:spTgt spid="85608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856089"/>
                                        </p:tgtEl>
                                        <p:attrNameLst>
                                          <p:attrName>style.visibility</p:attrName>
                                        </p:attrNameLst>
                                      </p:cBhvr>
                                      <p:to>
                                        <p:strVal val="visible"/>
                                      </p:to>
                                    </p:set>
                                    <p:animEffect transition="in" filter="dissolve">
                                      <p:cBhvr>
                                        <p:cTn id="37" dur="500"/>
                                        <p:tgtEl>
                                          <p:spTgt spid="85608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856090"/>
                                        </p:tgtEl>
                                        <p:attrNameLst>
                                          <p:attrName>style.visibility</p:attrName>
                                        </p:attrNameLst>
                                      </p:cBhvr>
                                      <p:to>
                                        <p:strVal val="visible"/>
                                      </p:to>
                                    </p:set>
                                    <p:animEffect transition="in" filter="dissolve">
                                      <p:cBhvr>
                                        <p:cTn id="42" dur="500"/>
                                        <p:tgtEl>
                                          <p:spTgt spid="85609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856091"/>
                                        </p:tgtEl>
                                        <p:attrNameLst>
                                          <p:attrName>style.visibility</p:attrName>
                                        </p:attrNameLst>
                                      </p:cBhvr>
                                      <p:to>
                                        <p:strVal val="visible"/>
                                      </p:to>
                                    </p:set>
                                    <p:animEffect transition="in" filter="dissolve">
                                      <p:cBhvr>
                                        <p:cTn id="47" dur="500"/>
                                        <p:tgtEl>
                                          <p:spTgt spid="85609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856092"/>
                                        </p:tgtEl>
                                        <p:attrNameLst>
                                          <p:attrName>style.visibility</p:attrName>
                                        </p:attrNameLst>
                                      </p:cBhvr>
                                      <p:to>
                                        <p:strVal val="visible"/>
                                      </p:to>
                                    </p:set>
                                    <p:animEffect transition="in" filter="dissolve">
                                      <p:cBhvr>
                                        <p:cTn id="52" dur="500"/>
                                        <p:tgtEl>
                                          <p:spTgt spid="856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6089" grpId="0" animBg="1"/>
    </p:bldLst>
  </p:timing>
  <p:extLst mod="1"/>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灯片编号占位符 3"/>
          <p:cNvSpPr>
            <a:spLocks noGrp="1"/>
          </p:cNvSpPr>
          <p:nvPr>
            <p:ph type="sldNum" sz="quarter" idx="10"/>
          </p:nvPr>
        </p:nvSpPr>
        <p:spPr/>
        <p:txBody>
          <a:bodyPr/>
          <a:lstStyle/>
          <a:p>
            <a:fld id="{1F5F0EBA-0C75-4BFC-809B-EB51E31A110C}" type="slidenum">
              <a:rPr lang="zh-CN" altLang="en-US" smtClean="0"/>
              <a:pPr/>
              <a:t>63</a:t>
            </a:fld>
            <a:endParaRPr lang="en-US" altLang="zh-CN"/>
          </a:p>
        </p:txBody>
      </p:sp>
      <p:sp>
        <p:nvSpPr>
          <p:cNvPr id="5" name="日期占位符 4"/>
          <p:cNvSpPr>
            <a:spLocks noGrp="1"/>
          </p:cNvSpPr>
          <p:nvPr>
            <p:ph type="dt" sz="half" idx="4294967295"/>
          </p:nvPr>
        </p:nvSpPr>
        <p:spPr>
          <a:xfrm>
            <a:off x="14295" y="6350000"/>
            <a:ext cx="2297112" cy="577850"/>
          </a:xfrm>
        </p:spPr>
        <p:txBody>
          <a:bodyPr/>
          <a:lstStyle/>
          <a:p>
            <a:fld id="{3C8D7209-8540-466F-BFB0-B486ABF0E336}" type="datetime1">
              <a:rPr lang="zh-CN" altLang="en-US" smtClean="0"/>
              <a:pPr/>
              <a:t>2024/11/11</a:t>
            </a:fld>
            <a:endParaRPr lang="en-US" altLang="zh-CN"/>
          </a:p>
        </p:txBody>
      </p:sp>
      <p:sp>
        <p:nvSpPr>
          <p:cNvPr id="6" name="内容占位符 5"/>
          <p:cNvSpPr>
            <a:spLocks noGrp="1"/>
          </p:cNvSpPr>
          <p:nvPr>
            <p:ph idx="1"/>
          </p:nvPr>
        </p:nvSpPr>
        <p:spPr>
          <a:xfrm>
            <a:off x="650878" y="1143013"/>
            <a:ext cx="8820150" cy="387798"/>
          </a:xfrm>
        </p:spPr>
        <p:txBody>
          <a:bodyPr/>
          <a:lstStyle/>
          <a:p>
            <a:endParaRPr lang="zh-CN" altLang="en-US"/>
          </a:p>
        </p:txBody>
      </p:sp>
      <p:pic>
        <p:nvPicPr>
          <p:cNvPr id="898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84" y="459134"/>
            <a:ext cx="9694649" cy="14518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98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56" y="1844824"/>
            <a:ext cx="9694649" cy="42141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145557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98051"/>
                                        </p:tgtEl>
                                        <p:attrNameLst>
                                          <p:attrName>style.visibility</p:attrName>
                                        </p:attrNameLst>
                                      </p:cBhvr>
                                      <p:to>
                                        <p:strVal val="visible"/>
                                      </p:to>
                                    </p:set>
                                    <p:animEffect transition="in" filter="wipe(up)">
                                      <p:cBhvr>
                                        <p:cTn id="7" dur="500"/>
                                        <p:tgtEl>
                                          <p:spTgt spid="898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 name="灯片编号占位符 3"/>
          <p:cNvSpPr>
            <a:spLocks noGrp="1"/>
          </p:cNvSpPr>
          <p:nvPr>
            <p:ph type="sldNum" sz="quarter" idx="10"/>
          </p:nvPr>
        </p:nvSpPr>
        <p:spPr/>
        <p:txBody>
          <a:bodyPr/>
          <a:lstStyle/>
          <a:p>
            <a:fld id="{F53BD737-3D38-4A6C-AAC1-3BD754EA1D1F}" type="slidenum">
              <a:rPr lang="zh-CN" altLang="en-US"/>
              <a:pPr/>
              <a:t>64</a:t>
            </a:fld>
            <a:endParaRPr lang="en-US" altLang="zh-CN"/>
          </a:p>
        </p:txBody>
      </p:sp>
      <p:sp>
        <p:nvSpPr>
          <p:cNvPr id="19" name="日期占位符 4"/>
          <p:cNvSpPr>
            <a:spLocks noGrp="1"/>
          </p:cNvSpPr>
          <p:nvPr>
            <p:ph type="dt" sz="half" idx="4294967295"/>
          </p:nvPr>
        </p:nvSpPr>
        <p:spPr>
          <a:xfrm>
            <a:off x="14295" y="6350000"/>
            <a:ext cx="2297112" cy="577850"/>
          </a:xfrm>
        </p:spPr>
        <p:txBody>
          <a:bodyPr/>
          <a:lstStyle/>
          <a:p>
            <a:fld id="{0B135F0C-E8A1-4F55-99C5-29F21B7CC748}" type="datetime1">
              <a:rPr lang="zh-CN" altLang="en-US"/>
              <a:pPr/>
              <a:t>2024/11/11</a:t>
            </a:fld>
            <a:endParaRPr lang="en-US" altLang="zh-CN"/>
          </a:p>
        </p:txBody>
      </p:sp>
      <p:sp>
        <p:nvSpPr>
          <p:cNvPr id="857090" name="Rectangle 2"/>
          <p:cNvSpPr>
            <a:spLocks noGrp="1" noChangeArrowheads="1"/>
          </p:cNvSpPr>
          <p:nvPr>
            <p:ph type="title"/>
          </p:nvPr>
        </p:nvSpPr>
        <p:spPr>
          <a:xfrm>
            <a:off x="650878" y="255588"/>
            <a:ext cx="8820150" cy="658812"/>
          </a:xfrm>
        </p:spPr>
        <p:txBody>
          <a:bodyPr/>
          <a:lstStyle/>
          <a:p>
            <a:r>
              <a:rPr lang="zh-CN" altLang="en-US"/>
              <a:t>§1.7 </a:t>
            </a:r>
            <a:r>
              <a:rPr lang="zh-CN" altLang="en-US" sz="4800"/>
              <a:t>高斯求积公式</a:t>
            </a:r>
          </a:p>
        </p:txBody>
      </p:sp>
      <p:sp>
        <p:nvSpPr>
          <p:cNvPr id="857091" name="Rectangle 3"/>
          <p:cNvSpPr>
            <a:spLocks noGrp="1" noChangeArrowheads="1"/>
          </p:cNvSpPr>
          <p:nvPr>
            <p:ph type="body" idx="1"/>
          </p:nvPr>
        </p:nvSpPr>
        <p:spPr>
          <a:xfrm>
            <a:off x="650878" y="1143022"/>
            <a:ext cx="8820150" cy="384175"/>
          </a:xfrm>
        </p:spPr>
        <p:txBody>
          <a:bodyPr/>
          <a:lstStyle/>
          <a:p>
            <a:r>
              <a:rPr lang="zh-CN" altLang="en-US"/>
              <a:t>例6.10 利用高斯求积公式(</a:t>
            </a:r>
            <a:r>
              <a:rPr lang="en-US" altLang="zh-CN"/>
              <a:t>n=3)</a:t>
            </a:r>
            <a:r>
              <a:rPr lang="zh-CN" altLang="en-US"/>
              <a:t>求下列积分</a:t>
            </a:r>
          </a:p>
        </p:txBody>
      </p:sp>
      <p:graphicFrame>
        <p:nvGraphicFramePr>
          <p:cNvPr id="857092" name="Object 4"/>
          <p:cNvGraphicFramePr>
            <a:graphicFrameLocks noChangeAspect="1"/>
          </p:cNvGraphicFramePr>
          <p:nvPr/>
        </p:nvGraphicFramePr>
        <p:xfrm>
          <a:off x="7431095" y="982685"/>
          <a:ext cx="2322512" cy="769937"/>
        </p:xfrm>
        <a:graphic>
          <a:graphicData uri="http://schemas.openxmlformats.org/presentationml/2006/ole">
            <mc:AlternateContent xmlns:mc="http://schemas.openxmlformats.org/markup-compatibility/2006">
              <mc:Choice xmlns:v="urn:schemas-microsoft-com:vml" Requires="v">
                <p:oleObj spid="_x0000_s922662" name="Equation" r:id="rId4" imgW="1079280" imgH="330120" progId="Equation.3">
                  <p:embed/>
                </p:oleObj>
              </mc:Choice>
              <mc:Fallback>
                <p:oleObj name="Equation" r:id="rId4" imgW="1079280" imgH="33012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31095" y="982685"/>
                        <a:ext cx="2322512" cy="769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7093" name="Rectangle 5"/>
          <p:cNvSpPr>
            <a:spLocks noChangeArrowheads="1"/>
          </p:cNvSpPr>
          <p:nvPr/>
        </p:nvSpPr>
        <p:spPr bwMode="auto">
          <a:xfrm>
            <a:off x="533400" y="1738315"/>
            <a:ext cx="2598788" cy="480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spcBef>
                <a:spcPct val="35000"/>
              </a:spcBef>
              <a:buClr>
                <a:srgbClr val="27305F"/>
              </a:buClr>
              <a:buSzPct val="60000"/>
              <a:buFont typeface="Wingdings" pitchFamily="2" charset="2"/>
              <a:buChar char="n"/>
            </a:pPr>
            <a:r>
              <a:rPr lang="zh-CN" altLang="en-US" sz="2800" i="0">
                <a:latin typeface="Times New Roman" pitchFamily="18" charset="0"/>
              </a:rPr>
              <a:t> 解：按照公式</a:t>
            </a:r>
          </a:p>
        </p:txBody>
      </p:sp>
      <p:graphicFrame>
        <p:nvGraphicFramePr>
          <p:cNvPr id="857094" name="Object 6"/>
          <p:cNvGraphicFramePr>
            <a:graphicFrameLocks noChangeAspect="1"/>
          </p:cNvGraphicFramePr>
          <p:nvPr/>
        </p:nvGraphicFramePr>
        <p:xfrm>
          <a:off x="3048007" y="1738313"/>
          <a:ext cx="2817813" cy="785812"/>
        </p:xfrm>
        <a:graphic>
          <a:graphicData uri="http://schemas.openxmlformats.org/presentationml/2006/ole">
            <mc:AlternateContent xmlns:mc="http://schemas.openxmlformats.org/markup-compatibility/2006">
              <mc:Choice xmlns:v="urn:schemas-microsoft-com:vml" Requires="v">
                <p:oleObj spid="_x0000_s922663" name="Equation" r:id="rId6" imgW="1269720" imgH="393480" progId="Equation.3">
                  <p:embed/>
                </p:oleObj>
              </mc:Choice>
              <mc:Fallback>
                <p:oleObj name="Equation" r:id="rId6" imgW="1269720" imgH="393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7" y="1738313"/>
                        <a:ext cx="2817813" cy="785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7095" name="Rectangle 7"/>
          <p:cNvSpPr>
            <a:spLocks noChangeArrowheads="1"/>
          </p:cNvSpPr>
          <p:nvPr/>
        </p:nvSpPr>
        <p:spPr bwMode="auto">
          <a:xfrm>
            <a:off x="5867401" y="1676401"/>
            <a:ext cx="27093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i="0">
                <a:latin typeface="Times New Roman" pitchFamily="18" charset="0"/>
              </a:rPr>
              <a:t>求解以下节点值</a:t>
            </a:r>
          </a:p>
        </p:txBody>
      </p:sp>
      <p:graphicFrame>
        <p:nvGraphicFramePr>
          <p:cNvPr id="857096" name="Object 8"/>
          <p:cNvGraphicFramePr>
            <a:graphicFrameLocks noChangeAspect="1"/>
          </p:cNvGraphicFramePr>
          <p:nvPr>
            <p:extLst/>
          </p:nvPr>
        </p:nvGraphicFramePr>
        <p:xfrm>
          <a:off x="277814" y="2524125"/>
          <a:ext cx="5395266" cy="698500"/>
        </p:xfrm>
        <a:graphic>
          <a:graphicData uri="http://schemas.openxmlformats.org/presentationml/2006/ole">
            <mc:AlternateContent xmlns:mc="http://schemas.openxmlformats.org/markup-compatibility/2006">
              <mc:Choice xmlns:v="urn:schemas-microsoft-com:vml" Requires="v">
                <p:oleObj spid="_x0000_s922664" name="公式" r:id="rId8" imgW="3225600" imgH="406080" progId="Equation.3">
                  <p:embed/>
                </p:oleObj>
              </mc:Choice>
              <mc:Fallback>
                <p:oleObj name="公式" r:id="rId8" imgW="3225600" imgH="406080" progId="Equation.3">
                  <p:embed/>
                  <p:pic>
                    <p:nvPicPr>
                      <p:cNvPr id="0" name=""/>
                      <p:cNvPicPr>
                        <a:picLocks noChangeAspect="1" noChangeArrowheads="1"/>
                      </p:cNvPicPr>
                      <p:nvPr/>
                    </p:nvPicPr>
                    <p:blipFill>
                      <a:blip r:embed="rId9"/>
                      <a:srcRect/>
                      <a:stretch>
                        <a:fillRect/>
                      </a:stretch>
                    </p:blipFill>
                    <p:spPr bwMode="auto">
                      <a:xfrm>
                        <a:off x="277814" y="2524125"/>
                        <a:ext cx="5395266" cy="698500"/>
                      </a:xfrm>
                      <a:prstGeom prst="rect">
                        <a:avLst/>
                      </a:prstGeom>
                      <a:noFill/>
                      <a:ln>
                        <a:noFill/>
                      </a:ln>
                      <a:effectLst/>
                      <a:extLst/>
                    </p:spPr>
                  </p:pic>
                </p:oleObj>
              </mc:Fallback>
            </mc:AlternateContent>
          </a:graphicData>
        </a:graphic>
      </p:graphicFrame>
      <p:graphicFrame>
        <p:nvGraphicFramePr>
          <p:cNvPr id="857097" name="Object 9"/>
          <p:cNvGraphicFramePr>
            <a:graphicFrameLocks noChangeAspect="1"/>
          </p:cNvGraphicFramePr>
          <p:nvPr>
            <p:extLst/>
          </p:nvPr>
        </p:nvGraphicFramePr>
        <p:xfrm>
          <a:off x="228600" y="3149600"/>
          <a:ext cx="5776913" cy="811213"/>
        </p:xfrm>
        <a:graphic>
          <a:graphicData uri="http://schemas.openxmlformats.org/presentationml/2006/ole">
            <mc:AlternateContent xmlns:mc="http://schemas.openxmlformats.org/markup-compatibility/2006">
              <mc:Choice xmlns:v="urn:schemas-microsoft-com:vml" Requires="v">
                <p:oleObj spid="_x0000_s922665" name="公式" r:id="rId10" imgW="2603160" imgH="406080" progId="Equation.3">
                  <p:embed/>
                </p:oleObj>
              </mc:Choice>
              <mc:Fallback>
                <p:oleObj name="公式" r:id="rId10" imgW="2603160" imgH="406080" progId="Equation.3">
                  <p:embed/>
                  <p:pic>
                    <p:nvPicPr>
                      <p:cNvPr id="0" name=""/>
                      <p:cNvPicPr>
                        <a:picLocks noChangeAspect="1" noChangeArrowheads="1"/>
                      </p:cNvPicPr>
                      <p:nvPr/>
                    </p:nvPicPr>
                    <p:blipFill>
                      <a:blip r:embed="rId11"/>
                      <a:srcRect/>
                      <a:stretch>
                        <a:fillRect/>
                      </a:stretch>
                    </p:blipFill>
                    <p:spPr bwMode="auto">
                      <a:xfrm>
                        <a:off x="228600" y="3149600"/>
                        <a:ext cx="5776913" cy="811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7098" name="Object 10"/>
          <p:cNvGraphicFramePr>
            <a:graphicFrameLocks noChangeAspect="1"/>
          </p:cNvGraphicFramePr>
          <p:nvPr/>
        </p:nvGraphicFramePr>
        <p:xfrm>
          <a:off x="650887" y="3871913"/>
          <a:ext cx="5368925" cy="785812"/>
        </p:xfrm>
        <a:graphic>
          <a:graphicData uri="http://schemas.openxmlformats.org/presentationml/2006/ole">
            <mc:AlternateContent xmlns:mc="http://schemas.openxmlformats.org/markup-compatibility/2006">
              <mc:Choice xmlns:v="urn:schemas-microsoft-com:vml" Requires="v">
                <p:oleObj spid="_x0000_s922666" name="Equation" r:id="rId12" imgW="2654280" imgH="393480" progId="Equation.3">
                  <p:embed/>
                </p:oleObj>
              </mc:Choice>
              <mc:Fallback>
                <p:oleObj name="Equation" r:id="rId12" imgW="2654280" imgH="39348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0887" y="3871913"/>
                        <a:ext cx="5368925" cy="785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7099" name="Object 11"/>
          <p:cNvGraphicFramePr>
            <a:graphicFrameLocks noChangeAspect="1"/>
          </p:cNvGraphicFramePr>
          <p:nvPr/>
        </p:nvGraphicFramePr>
        <p:xfrm>
          <a:off x="6019806" y="2424113"/>
          <a:ext cx="3673475" cy="533400"/>
        </p:xfrm>
        <a:graphic>
          <a:graphicData uri="http://schemas.openxmlformats.org/presentationml/2006/ole">
            <mc:AlternateContent xmlns:mc="http://schemas.openxmlformats.org/markup-compatibility/2006">
              <mc:Choice xmlns:v="urn:schemas-microsoft-com:vml" Requires="v">
                <p:oleObj spid="_x0000_s922667" name="Equation" r:id="rId14" imgW="1803240" imgH="253800" progId="Equation.3">
                  <p:embed/>
                </p:oleObj>
              </mc:Choice>
              <mc:Fallback>
                <p:oleObj name="Equation" r:id="rId14" imgW="1803240" imgH="2538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19806" y="2424113"/>
                        <a:ext cx="367347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7100" name="Object 12"/>
          <p:cNvGraphicFramePr>
            <a:graphicFrameLocks noChangeAspect="1"/>
          </p:cNvGraphicFramePr>
          <p:nvPr/>
        </p:nvGraphicFramePr>
        <p:xfrm>
          <a:off x="5867400" y="3186113"/>
          <a:ext cx="3657600" cy="533400"/>
        </p:xfrm>
        <a:graphic>
          <a:graphicData uri="http://schemas.openxmlformats.org/presentationml/2006/ole">
            <mc:AlternateContent xmlns:mc="http://schemas.openxmlformats.org/markup-compatibility/2006">
              <mc:Choice xmlns:v="urn:schemas-microsoft-com:vml" Requires="v">
                <p:oleObj spid="_x0000_s922668" name="Equation" r:id="rId16" imgW="1815840" imgH="253800" progId="Equation.3">
                  <p:embed/>
                </p:oleObj>
              </mc:Choice>
              <mc:Fallback>
                <p:oleObj name="Equation" r:id="rId16" imgW="1815840" imgH="25380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867400" y="3186113"/>
                        <a:ext cx="36576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7101" name="Object 13"/>
          <p:cNvGraphicFramePr>
            <a:graphicFrameLocks noChangeAspect="1"/>
          </p:cNvGraphicFramePr>
          <p:nvPr/>
        </p:nvGraphicFramePr>
        <p:xfrm>
          <a:off x="6019799" y="3857625"/>
          <a:ext cx="3886201" cy="547688"/>
        </p:xfrm>
        <a:graphic>
          <a:graphicData uri="http://schemas.openxmlformats.org/presentationml/2006/ole">
            <mc:AlternateContent xmlns:mc="http://schemas.openxmlformats.org/markup-compatibility/2006">
              <mc:Choice xmlns:v="urn:schemas-microsoft-com:vml" Requires="v">
                <p:oleObj spid="_x0000_s922669" name="Equation" r:id="rId18" imgW="1815840" imgH="266400" progId="Equation.3">
                  <p:embed/>
                </p:oleObj>
              </mc:Choice>
              <mc:Fallback>
                <p:oleObj name="Equation" r:id="rId18" imgW="1815840" imgH="26640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019799" y="3857625"/>
                        <a:ext cx="3886201" cy="54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7102" name="Object 14"/>
          <p:cNvGraphicFramePr>
            <a:graphicFrameLocks noChangeAspect="1"/>
          </p:cNvGraphicFramePr>
          <p:nvPr/>
        </p:nvGraphicFramePr>
        <p:xfrm>
          <a:off x="381000" y="4724400"/>
          <a:ext cx="3657600" cy="812800"/>
        </p:xfrm>
        <a:graphic>
          <a:graphicData uri="http://schemas.openxmlformats.org/presentationml/2006/ole">
            <mc:AlternateContent xmlns:mc="http://schemas.openxmlformats.org/markup-compatibility/2006">
              <mc:Choice xmlns:v="urn:schemas-microsoft-com:vml" Requires="v">
                <p:oleObj spid="_x0000_s922670" name="Equation" r:id="rId20" imgW="1777680" imgH="393480" progId="Equation.3">
                  <p:embed/>
                </p:oleObj>
              </mc:Choice>
              <mc:Fallback>
                <p:oleObj name="Equation" r:id="rId20" imgW="1777680" imgH="39348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81000" y="4724400"/>
                        <a:ext cx="365760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7103" name="Rectangle 15"/>
          <p:cNvSpPr>
            <a:spLocks noChangeArrowheads="1"/>
          </p:cNvSpPr>
          <p:nvPr/>
        </p:nvSpPr>
        <p:spPr bwMode="auto">
          <a:xfrm>
            <a:off x="3957640" y="4800601"/>
            <a:ext cx="290335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i="0">
                <a:latin typeface="Times New Roman" pitchFamily="18" charset="0"/>
              </a:rPr>
              <a:t>+0.88889*1.41421</a:t>
            </a:r>
            <a:endParaRPr lang="zh-CN" altLang="en-US" sz="2800" i="0">
              <a:latin typeface="Times New Roman" pitchFamily="18" charset="0"/>
            </a:endParaRPr>
          </a:p>
        </p:txBody>
      </p:sp>
      <p:sp>
        <p:nvSpPr>
          <p:cNvPr id="857104" name="Rectangle 16"/>
          <p:cNvSpPr>
            <a:spLocks noChangeArrowheads="1"/>
          </p:cNvSpPr>
          <p:nvPr/>
        </p:nvSpPr>
        <p:spPr bwMode="auto">
          <a:xfrm>
            <a:off x="6681789" y="4800601"/>
            <a:ext cx="302358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i="0">
                <a:latin typeface="Times New Roman" pitchFamily="18" charset="0"/>
              </a:rPr>
              <a:t>+0.55556*1.66571)</a:t>
            </a:r>
            <a:endParaRPr lang="zh-CN" altLang="en-US" sz="2800" i="0">
              <a:latin typeface="Times New Roman" pitchFamily="18" charset="0"/>
            </a:endParaRPr>
          </a:p>
        </p:txBody>
      </p:sp>
      <p:sp>
        <p:nvSpPr>
          <p:cNvPr id="857105" name="Rectangle 17"/>
          <p:cNvSpPr>
            <a:spLocks noChangeArrowheads="1"/>
          </p:cNvSpPr>
          <p:nvPr/>
        </p:nvSpPr>
        <p:spPr bwMode="auto">
          <a:xfrm>
            <a:off x="609605" y="5576888"/>
            <a:ext cx="15568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i="0">
                <a:latin typeface="Times New Roman" pitchFamily="18" charset="0"/>
              </a:rPr>
              <a:t>=1.39870</a:t>
            </a:r>
            <a:endParaRPr lang="zh-CN" altLang="en-US" sz="2800" i="0">
              <a:latin typeface="Times New Roman" pitchFamily="18" charset="0"/>
            </a:endParaRPr>
          </a:p>
        </p:txBody>
      </p:sp>
    </p:spTree>
    <p:custDataLst>
      <p:tags r:id="rId2"/>
    </p:custDataLst>
    <p:extLst>
      <p:ext uri="{BB962C8B-B14F-4D97-AF65-F5344CB8AC3E}">
        <p14:creationId xmlns:p14="http://schemas.microsoft.com/office/powerpoint/2010/main" val="38667205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iterate type="lt">
                                    <p:tmPct val="100000"/>
                                  </p:iterate>
                                  <p:childTnLst>
                                    <p:set>
                                      <p:cBhvr>
                                        <p:cTn id="6" dur="1" fill="hold">
                                          <p:stCondLst>
                                            <p:cond delay="0"/>
                                          </p:stCondLst>
                                        </p:cTn>
                                        <p:tgtEl>
                                          <p:spTgt spid="857091">
                                            <p:txEl>
                                              <p:pRg st="0" end="0"/>
                                            </p:txEl>
                                          </p:spTgt>
                                        </p:tgtEl>
                                        <p:attrNameLst>
                                          <p:attrName>style.visibility</p:attrName>
                                        </p:attrNameLst>
                                      </p:cBhvr>
                                      <p:to>
                                        <p:strVal val="visible"/>
                                      </p:to>
                                    </p:set>
                                    <p:animEffect transition="in" filter="dissolve">
                                      <p:cBhvr>
                                        <p:cTn id="7" dur="75"/>
                                        <p:tgtEl>
                                          <p:spTgt spid="857091">
                                            <p:txEl>
                                              <p:pRg st="0" end="0"/>
                                            </p:txEl>
                                          </p:spTgt>
                                        </p:tgtEl>
                                      </p:cBhvr>
                                    </p:animEffect>
                                  </p:childTnLst>
                                </p:cTn>
                              </p:par>
                            </p:childTnLst>
                          </p:cTn>
                        </p:par>
                        <p:par>
                          <p:cTn id="8" fill="hold" nodeType="afterGroup">
                            <p:stCondLst>
                              <p:cond delay="1725"/>
                            </p:stCondLst>
                            <p:childTnLst>
                              <p:par>
                                <p:cTn id="9" presetID="9" presetClass="entr" presetSubtype="0" fill="hold" nodeType="afterEffect">
                                  <p:stCondLst>
                                    <p:cond delay="0"/>
                                  </p:stCondLst>
                                  <p:childTnLst>
                                    <p:set>
                                      <p:cBhvr>
                                        <p:cTn id="10" dur="1" fill="hold">
                                          <p:stCondLst>
                                            <p:cond delay="0"/>
                                          </p:stCondLst>
                                        </p:cTn>
                                        <p:tgtEl>
                                          <p:spTgt spid="857092"/>
                                        </p:tgtEl>
                                        <p:attrNameLst>
                                          <p:attrName>style.visibility</p:attrName>
                                        </p:attrNameLst>
                                      </p:cBhvr>
                                      <p:to>
                                        <p:strVal val="visible"/>
                                      </p:to>
                                    </p:set>
                                    <p:animEffect transition="in" filter="dissolve">
                                      <p:cBhvr>
                                        <p:cTn id="11" dur="500"/>
                                        <p:tgtEl>
                                          <p:spTgt spid="85709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857093"/>
                                        </p:tgtEl>
                                        <p:attrNameLst>
                                          <p:attrName>style.visibility</p:attrName>
                                        </p:attrNameLst>
                                      </p:cBhvr>
                                      <p:to>
                                        <p:strVal val="visible"/>
                                      </p:to>
                                    </p:set>
                                    <p:animEffect transition="in" filter="dissolve">
                                      <p:cBhvr>
                                        <p:cTn id="16" dur="500"/>
                                        <p:tgtEl>
                                          <p:spTgt spid="857093"/>
                                        </p:tgtEl>
                                      </p:cBhvr>
                                    </p:animEffect>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857094"/>
                                        </p:tgtEl>
                                        <p:attrNameLst>
                                          <p:attrName>style.visibility</p:attrName>
                                        </p:attrNameLst>
                                      </p:cBhvr>
                                      <p:to>
                                        <p:strVal val="visible"/>
                                      </p:to>
                                    </p:set>
                                    <p:animEffect transition="in" filter="dissolve">
                                      <p:cBhvr>
                                        <p:cTn id="20" dur="500"/>
                                        <p:tgtEl>
                                          <p:spTgt spid="857094"/>
                                        </p:tgtEl>
                                      </p:cBhvr>
                                    </p:animEffect>
                                  </p:childTnLst>
                                </p:cTn>
                              </p:par>
                            </p:childTnLst>
                          </p:cTn>
                        </p:par>
                        <p:par>
                          <p:cTn id="21" fill="hold" nodeType="afterGroup">
                            <p:stCondLst>
                              <p:cond delay="1000"/>
                            </p:stCondLst>
                            <p:childTnLst>
                              <p:par>
                                <p:cTn id="22" presetID="9" presetClass="entr" presetSubtype="0" fill="hold" grpId="0" nodeType="afterEffect">
                                  <p:stCondLst>
                                    <p:cond delay="0"/>
                                  </p:stCondLst>
                                  <p:childTnLst>
                                    <p:set>
                                      <p:cBhvr>
                                        <p:cTn id="23" dur="1" fill="hold">
                                          <p:stCondLst>
                                            <p:cond delay="0"/>
                                          </p:stCondLst>
                                        </p:cTn>
                                        <p:tgtEl>
                                          <p:spTgt spid="857095"/>
                                        </p:tgtEl>
                                        <p:attrNameLst>
                                          <p:attrName>style.visibility</p:attrName>
                                        </p:attrNameLst>
                                      </p:cBhvr>
                                      <p:to>
                                        <p:strVal val="visible"/>
                                      </p:to>
                                    </p:set>
                                    <p:animEffect transition="in" filter="dissolve">
                                      <p:cBhvr>
                                        <p:cTn id="24" dur="500"/>
                                        <p:tgtEl>
                                          <p:spTgt spid="857095"/>
                                        </p:tgtEl>
                                      </p:cBhvr>
                                    </p:animEffect>
                                  </p:childTnLst>
                                </p:cTn>
                              </p:par>
                            </p:childTnLst>
                          </p:cTn>
                        </p:par>
                        <p:par>
                          <p:cTn id="25" fill="hold" nodeType="afterGroup">
                            <p:stCondLst>
                              <p:cond delay="1500"/>
                            </p:stCondLst>
                            <p:childTnLst>
                              <p:par>
                                <p:cTn id="26" presetID="9" presetClass="entr" presetSubtype="0" fill="hold" nodeType="afterEffect">
                                  <p:stCondLst>
                                    <p:cond delay="0"/>
                                  </p:stCondLst>
                                  <p:childTnLst>
                                    <p:set>
                                      <p:cBhvr>
                                        <p:cTn id="27" dur="1" fill="hold">
                                          <p:stCondLst>
                                            <p:cond delay="0"/>
                                          </p:stCondLst>
                                        </p:cTn>
                                        <p:tgtEl>
                                          <p:spTgt spid="857096"/>
                                        </p:tgtEl>
                                        <p:attrNameLst>
                                          <p:attrName>style.visibility</p:attrName>
                                        </p:attrNameLst>
                                      </p:cBhvr>
                                      <p:to>
                                        <p:strVal val="visible"/>
                                      </p:to>
                                    </p:set>
                                    <p:animEffect transition="in" filter="dissolve">
                                      <p:cBhvr>
                                        <p:cTn id="28" dur="500"/>
                                        <p:tgtEl>
                                          <p:spTgt spid="857096"/>
                                        </p:tgtEl>
                                      </p:cBhvr>
                                    </p:animEffect>
                                  </p:childTnLst>
                                </p:cTn>
                              </p:par>
                            </p:childTnLst>
                          </p:cTn>
                        </p:par>
                        <p:par>
                          <p:cTn id="29" fill="hold" nodeType="afterGroup">
                            <p:stCondLst>
                              <p:cond delay="2000"/>
                            </p:stCondLst>
                            <p:childTnLst>
                              <p:par>
                                <p:cTn id="30" presetID="9" presetClass="entr" presetSubtype="0" fill="hold" nodeType="afterEffect">
                                  <p:stCondLst>
                                    <p:cond delay="0"/>
                                  </p:stCondLst>
                                  <p:childTnLst>
                                    <p:set>
                                      <p:cBhvr>
                                        <p:cTn id="31" dur="1" fill="hold">
                                          <p:stCondLst>
                                            <p:cond delay="0"/>
                                          </p:stCondLst>
                                        </p:cTn>
                                        <p:tgtEl>
                                          <p:spTgt spid="857097"/>
                                        </p:tgtEl>
                                        <p:attrNameLst>
                                          <p:attrName>style.visibility</p:attrName>
                                        </p:attrNameLst>
                                      </p:cBhvr>
                                      <p:to>
                                        <p:strVal val="visible"/>
                                      </p:to>
                                    </p:set>
                                    <p:animEffect transition="in" filter="dissolve">
                                      <p:cBhvr>
                                        <p:cTn id="32" dur="500"/>
                                        <p:tgtEl>
                                          <p:spTgt spid="857097"/>
                                        </p:tgtEl>
                                      </p:cBhvr>
                                    </p:animEffect>
                                  </p:childTnLst>
                                </p:cTn>
                              </p:par>
                            </p:childTnLst>
                          </p:cTn>
                        </p:par>
                        <p:par>
                          <p:cTn id="33" fill="hold" nodeType="afterGroup">
                            <p:stCondLst>
                              <p:cond delay="2500"/>
                            </p:stCondLst>
                            <p:childTnLst>
                              <p:par>
                                <p:cTn id="34" presetID="9" presetClass="entr" presetSubtype="0" fill="hold" nodeType="afterEffect">
                                  <p:stCondLst>
                                    <p:cond delay="0"/>
                                  </p:stCondLst>
                                  <p:childTnLst>
                                    <p:set>
                                      <p:cBhvr>
                                        <p:cTn id="35" dur="1" fill="hold">
                                          <p:stCondLst>
                                            <p:cond delay="0"/>
                                          </p:stCondLst>
                                        </p:cTn>
                                        <p:tgtEl>
                                          <p:spTgt spid="857098"/>
                                        </p:tgtEl>
                                        <p:attrNameLst>
                                          <p:attrName>style.visibility</p:attrName>
                                        </p:attrNameLst>
                                      </p:cBhvr>
                                      <p:to>
                                        <p:strVal val="visible"/>
                                      </p:to>
                                    </p:set>
                                    <p:animEffect transition="in" filter="dissolve">
                                      <p:cBhvr>
                                        <p:cTn id="36" dur="500"/>
                                        <p:tgtEl>
                                          <p:spTgt spid="857098"/>
                                        </p:tgtEl>
                                      </p:cBhvr>
                                    </p:animEffect>
                                  </p:childTnLst>
                                </p:cTn>
                              </p:par>
                            </p:childTnLst>
                          </p:cTn>
                        </p:par>
                        <p:par>
                          <p:cTn id="37" fill="hold" nodeType="afterGroup">
                            <p:stCondLst>
                              <p:cond delay="3000"/>
                            </p:stCondLst>
                            <p:childTnLst>
                              <p:par>
                                <p:cTn id="38" presetID="9" presetClass="entr" presetSubtype="0" fill="hold" nodeType="afterEffect">
                                  <p:stCondLst>
                                    <p:cond delay="0"/>
                                  </p:stCondLst>
                                  <p:childTnLst>
                                    <p:set>
                                      <p:cBhvr>
                                        <p:cTn id="39" dur="1" fill="hold">
                                          <p:stCondLst>
                                            <p:cond delay="0"/>
                                          </p:stCondLst>
                                        </p:cTn>
                                        <p:tgtEl>
                                          <p:spTgt spid="857099"/>
                                        </p:tgtEl>
                                        <p:attrNameLst>
                                          <p:attrName>style.visibility</p:attrName>
                                        </p:attrNameLst>
                                      </p:cBhvr>
                                      <p:to>
                                        <p:strVal val="visible"/>
                                      </p:to>
                                    </p:set>
                                    <p:animEffect transition="in" filter="dissolve">
                                      <p:cBhvr>
                                        <p:cTn id="40" dur="500"/>
                                        <p:tgtEl>
                                          <p:spTgt spid="857099"/>
                                        </p:tgtEl>
                                      </p:cBhvr>
                                    </p:animEffect>
                                  </p:childTnLst>
                                </p:cTn>
                              </p:par>
                            </p:childTnLst>
                          </p:cTn>
                        </p:par>
                        <p:par>
                          <p:cTn id="41" fill="hold" nodeType="afterGroup">
                            <p:stCondLst>
                              <p:cond delay="3500"/>
                            </p:stCondLst>
                            <p:childTnLst>
                              <p:par>
                                <p:cTn id="42" presetID="9" presetClass="entr" presetSubtype="0" fill="hold" nodeType="afterEffect">
                                  <p:stCondLst>
                                    <p:cond delay="0"/>
                                  </p:stCondLst>
                                  <p:childTnLst>
                                    <p:set>
                                      <p:cBhvr>
                                        <p:cTn id="43" dur="1" fill="hold">
                                          <p:stCondLst>
                                            <p:cond delay="0"/>
                                          </p:stCondLst>
                                        </p:cTn>
                                        <p:tgtEl>
                                          <p:spTgt spid="857100"/>
                                        </p:tgtEl>
                                        <p:attrNameLst>
                                          <p:attrName>style.visibility</p:attrName>
                                        </p:attrNameLst>
                                      </p:cBhvr>
                                      <p:to>
                                        <p:strVal val="visible"/>
                                      </p:to>
                                    </p:set>
                                    <p:animEffect transition="in" filter="dissolve">
                                      <p:cBhvr>
                                        <p:cTn id="44" dur="500"/>
                                        <p:tgtEl>
                                          <p:spTgt spid="857100"/>
                                        </p:tgtEl>
                                      </p:cBhvr>
                                    </p:animEffect>
                                  </p:childTnLst>
                                </p:cTn>
                              </p:par>
                            </p:childTnLst>
                          </p:cTn>
                        </p:par>
                        <p:par>
                          <p:cTn id="45" fill="hold" nodeType="afterGroup">
                            <p:stCondLst>
                              <p:cond delay="4000"/>
                            </p:stCondLst>
                            <p:childTnLst>
                              <p:par>
                                <p:cTn id="46" presetID="9" presetClass="entr" presetSubtype="0" fill="hold" nodeType="afterEffect">
                                  <p:stCondLst>
                                    <p:cond delay="0"/>
                                  </p:stCondLst>
                                  <p:childTnLst>
                                    <p:set>
                                      <p:cBhvr>
                                        <p:cTn id="47" dur="1" fill="hold">
                                          <p:stCondLst>
                                            <p:cond delay="0"/>
                                          </p:stCondLst>
                                        </p:cTn>
                                        <p:tgtEl>
                                          <p:spTgt spid="857101"/>
                                        </p:tgtEl>
                                        <p:attrNameLst>
                                          <p:attrName>style.visibility</p:attrName>
                                        </p:attrNameLst>
                                      </p:cBhvr>
                                      <p:to>
                                        <p:strVal val="visible"/>
                                      </p:to>
                                    </p:set>
                                    <p:animEffect transition="in" filter="dissolve">
                                      <p:cBhvr>
                                        <p:cTn id="48" dur="500"/>
                                        <p:tgtEl>
                                          <p:spTgt spid="857101"/>
                                        </p:tgtEl>
                                      </p:cBhvr>
                                    </p:animEffect>
                                  </p:childTnLst>
                                </p:cTn>
                              </p:par>
                            </p:childTnLst>
                          </p:cTn>
                        </p:par>
                        <p:par>
                          <p:cTn id="49" fill="hold" nodeType="afterGroup">
                            <p:stCondLst>
                              <p:cond delay="4500"/>
                            </p:stCondLst>
                            <p:childTnLst>
                              <p:par>
                                <p:cTn id="50" presetID="9" presetClass="entr" presetSubtype="0" fill="hold" nodeType="afterEffect">
                                  <p:stCondLst>
                                    <p:cond delay="0"/>
                                  </p:stCondLst>
                                  <p:childTnLst>
                                    <p:set>
                                      <p:cBhvr>
                                        <p:cTn id="51" dur="1" fill="hold">
                                          <p:stCondLst>
                                            <p:cond delay="0"/>
                                          </p:stCondLst>
                                        </p:cTn>
                                        <p:tgtEl>
                                          <p:spTgt spid="857102"/>
                                        </p:tgtEl>
                                        <p:attrNameLst>
                                          <p:attrName>style.visibility</p:attrName>
                                        </p:attrNameLst>
                                      </p:cBhvr>
                                      <p:to>
                                        <p:strVal val="visible"/>
                                      </p:to>
                                    </p:set>
                                    <p:animEffect transition="in" filter="dissolve">
                                      <p:cBhvr>
                                        <p:cTn id="52" dur="500"/>
                                        <p:tgtEl>
                                          <p:spTgt spid="857102"/>
                                        </p:tgtEl>
                                      </p:cBhvr>
                                    </p:animEffect>
                                  </p:childTnLst>
                                </p:cTn>
                              </p:par>
                            </p:childTnLst>
                          </p:cTn>
                        </p:par>
                        <p:par>
                          <p:cTn id="53" fill="hold" nodeType="afterGroup">
                            <p:stCondLst>
                              <p:cond delay="5000"/>
                            </p:stCondLst>
                            <p:childTnLst>
                              <p:par>
                                <p:cTn id="54" presetID="9" presetClass="entr" presetSubtype="0" fill="hold" grpId="0" nodeType="afterEffect">
                                  <p:stCondLst>
                                    <p:cond delay="0"/>
                                  </p:stCondLst>
                                  <p:childTnLst>
                                    <p:set>
                                      <p:cBhvr>
                                        <p:cTn id="55" dur="1" fill="hold">
                                          <p:stCondLst>
                                            <p:cond delay="0"/>
                                          </p:stCondLst>
                                        </p:cTn>
                                        <p:tgtEl>
                                          <p:spTgt spid="857103"/>
                                        </p:tgtEl>
                                        <p:attrNameLst>
                                          <p:attrName>style.visibility</p:attrName>
                                        </p:attrNameLst>
                                      </p:cBhvr>
                                      <p:to>
                                        <p:strVal val="visible"/>
                                      </p:to>
                                    </p:set>
                                    <p:animEffect transition="in" filter="dissolve">
                                      <p:cBhvr>
                                        <p:cTn id="56" dur="500"/>
                                        <p:tgtEl>
                                          <p:spTgt spid="857103"/>
                                        </p:tgtEl>
                                      </p:cBhvr>
                                    </p:animEffect>
                                  </p:childTnLst>
                                </p:cTn>
                              </p:par>
                            </p:childTnLst>
                          </p:cTn>
                        </p:par>
                        <p:par>
                          <p:cTn id="57" fill="hold" nodeType="afterGroup">
                            <p:stCondLst>
                              <p:cond delay="5500"/>
                            </p:stCondLst>
                            <p:childTnLst>
                              <p:par>
                                <p:cTn id="58" presetID="9" presetClass="entr" presetSubtype="0" fill="hold" grpId="0" nodeType="afterEffect">
                                  <p:stCondLst>
                                    <p:cond delay="0"/>
                                  </p:stCondLst>
                                  <p:childTnLst>
                                    <p:set>
                                      <p:cBhvr>
                                        <p:cTn id="59" dur="1" fill="hold">
                                          <p:stCondLst>
                                            <p:cond delay="0"/>
                                          </p:stCondLst>
                                        </p:cTn>
                                        <p:tgtEl>
                                          <p:spTgt spid="857104"/>
                                        </p:tgtEl>
                                        <p:attrNameLst>
                                          <p:attrName>style.visibility</p:attrName>
                                        </p:attrNameLst>
                                      </p:cBhvr>
                                      <p:to>
                                        <p:strVal val="visible"/>
                                      </p:to>
                                    </p:set>
                                    <p:animEffect transition="in" filter="dissolve">
                                      <p:cBhvr>
                                        <p:cTn id="60" dur="500"/>
                                        <p:tgtEl>
                                          <p:spTgt spid="857104"/>
                                        </p:tgtEl>
                                      </p:cBhvr>
                                    </p:animEffect>
                                  </p:childTnLst>
                                </p:cTn>
                              </p:par>
                            </p:childTnLst>
                          </p:cTn>
                        </p:par>
                        <p:par>
                          <p:cTn id="61" fill="hold" nodeType="afterGroup">
                            <p:stCondLst>
                              <p:cond delay="6000"/>
                            </p:stCondLst>
                            <p:childTnLst>
                              <p:par>
                                <p:cTn id="62" presetID="9" presetClass="entr" presetSubtype="0" fill="hold" grpId="0" nodeType="afterEffect">
                                  <p:stCondLst>
                                    <p:cond delay="0"/>
                                  </p:stCondLst>
                                  <p:childTnLst>
                                    <p:set>
                                      <p:cBhvr>
                                        <p:cTn id="63" dur="1" fill="hold">
                                          <p:stCondLst>
                                            <p:cond delay="0"/>
                                          </p:stCondLst>
                                        </p:cTn>
                                        <p:tgtEl>
                                          <p:spTgt spid="857105"/>
                                        </p:tgtEl>
                                        <p:attrNameLst>
                                          <p:attrName>style.visibility</p:attrName>
                                        </p:attrNameLst>
                                      </p:cBhvr>
                                      <p:to>
                                        <p:strVal val="visible"/>
                                      </p:to>
                                    </p:set>
                                    <p:animEffect transition="in" filter="dissolve">
                                      <p:cBhvr>
                                        <p:cTn id="64" dur="500"/>
                                        <p:tgtEl>
                                          <p:spTgt spid="857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7091" grpId="0" build="p" bldLvl="2" autoUpdateAnimBg="0"/>
      <p:bldP spid="857093" grpId="0" autoUpdateAnimBg="0"/>
      <p:bldP spid="857095" grpId="0" autoUpdateAnimBg="0"/>
      <p:bldP spid="857103" grpId="0" autoUpdateAnimBg="0"/>
      <p:bldP spid="857104" grpId="0" autoUpdateAnimBg="0"/>
      <p:bldP spid="857105" grpId="0" autoUpdateAnimBg="0"/>
    </p:bldLst>
  </p:timing>
  <p:extLst mod="1"/>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10"/>
          </p:nvPr>
        </p:nvSpPr>
        <p:spPr/>
        <p:txBody>
          <a:bodyPr/>
          <a:lstStyle/>
          <a:p>
            <a:fld id="{9E1D0286-5A8F-4EA9-88D1-0D14097D5BF0}" type="slidenum">
              <a:rPr lang="zh-CN" altLang="en-US"/>
              <a:pPr/>
              <a:t>65</a:t>
            </a:fld>
            <a:endParaRPr lang="en-US" altLang="zh-CN"/>
          </a:p>
        </p:txBody>
      </p:sp>
      <p:sp>
        <p:nvSpPr>
          <p:cNvPr id="15" name="日期占位符 4"/>
          <p:cNvSpPr>
            <a:spLocks noGrp="1"/>
          </p:cNvSpPr>
          <p:nvPr>
            <p:ph type="dt" sz="half" idx="4294967295"/>
          </p:nvPr>
        </p:nvSpPr>
        <p:spPr>
          <a:xfrm>
            <a:off x="14295" y="6350000"/>
            <a:ext cx="2297112" cy="577850"/>
          </a:xfrm>
        </p:spPr>
        <p:txBody>
          <a:bodyPr/>
          <a:lstStyle/>
          <a:p>
            <a:fld id="{BFEBA71A-DCA2-4034-AD86-B7AE7B136D05}" type="datetime1">
              <a:rPr lang="zh-CN" altLang="en-US"/>
              <a:pPr/>
              <a:t>2024/11/11</a:t>
            </a:fld>
            <a:endParaRPr lang="en-US" altLang="zh-CN"/>
          </a:p>
        </p:txBody>
      </p:sp>
      <p:sp>
        <p:nvSpPr>
          <p:cNvPr id="858114" name="Rectangle 2"/>
          <p:cNvSpPr>
            <a:spLocks noGrp="1" noChangeArrowheads="1"/>
          </p:cNvSpPr>
          <p:nvPr>
            <p:ph type="title"/>
          </p:nvPr>
        </p:nvSpPr>
        <p:spPr>
          <a:xfrm>
            <a:off x="650878" y="255588"/>
            <a:ext cx="8820150" cy="658812"/>
          </a:xfrm>
        </p:spPr>
        <p:txBody>
          <a:bodyPr/>
          <a:lstStyle/>
          <a:p>
            <a:r>
              <a:rPr lang="zh-CN" altLang="en-US"/>
              <a:t>§1.7 </a:t>
            </a:r>
            <a:r>
              <a:rPr lang="zh-CN" altLang="en-US" sz="4800"/>
              <a:t>高斯求积公式</a:t>
            </a:r>
          </a:p>
        </p:txBody>
      </p:sp>
      <p:graphicFrame>
        <p:nvGraphicFramePr>
          <p:cNvPr id="858115" name="Object 3"/>
          <p:cNvGraphicFramePr>
            <a:graphicFrameLocks noChangeAspect="1"/>
          </p:cNvGraphicFramePr>
          <p:nvPr/>
        </p:nvGraphicFramePr>
        <p:xfrm>
          <a:off x="812800" y="1049360"/>
          <a:ext cx="3570288" cy="720725"/>
        </p:xfrm>
        <a:graphic>
          <a:graphicData uri="http://schemas.openxmlformats.org/presentationml/2006/ole">
            <mc:AlternateContent xmlns:mc="http://schemas.openxmlformats.org/markup-compatibility/2006">
              <mc:Choice xmlns:v="urn:schemas-microsoft-com:vml" Requires="v">
                <p:oleObj spid="_x0000_s923690" name="Equation" r:id="rId4" imgW="1752480" imgH="342720" progId="Equation.3">
                  <p:embed/>
                </p:oleObj>
              </mc:Choice>
              <mc:Fallback>
                <p:oleObj name="Equation" r:id="rId4" imgW="1752480" imgH="34272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2800" y="1049360"/>
                        <a:ext cx="3570288"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8116" name="Object 4"/>
          <p:cNvGraphicFramePr>
            <a:graphicFrameLocks noChangeAspect="1"/>
          </p:cNvGraphicFramePr>
          <p:nvPr/>
        </p:nvGraphicFramePr>
        <p:xfrm>
          <a:off x="838212" y="1752622"/>
          <a:ext cx="6492875" cy="906463"/>
        </p:xfrm>
        <a:graphic>
          <a:graphicData uri="http://schemas.openxmlformats.org/presentationml/2006/ole">
            <mc:AlternateContent xmlns:mc="http://schemas.openxmlformats.org/markup-compatibility/2006">
              <mc:Choice xmlns:v="urn:schemas-microsoft-com:vml" Requires="v">
                <p:oleObj spid="_x0000_s923691" name="Equation" r:id="rId6" imgW="3187440" imgH="431640" progId="Equation.3">
                  <p:embed/>
                </p:oleObj>
              </mc:Choice>
              <mc:Fallback>
                <p:oleObj name="Equation" r:id="rId6" imgW="3187440" imgH="4316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12" y="1752622"/>
                        <a:ext cx="6492875"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8117" name="Object 5"/>
          <p:cNvGraphicFramePr>
            <a:graphicFrameLocks noChangeAspect="1"/>
          </p:cNvGraphicFramePr>
          <p:nvPr/>
        </p:nvGraphicFramePr>
        <p:xfrm>
          <a:off x="7315200" y="1752622"/>
          <a:ext cx="2147888" cy="720725"/>
        </p:xfrm>
        <a:graphic>
          <a:graphicData uri="http://schemas.openxmlformats.org/presentationml/2006/ole">
            <mc:AlternateContent xmlns:mc="http://schemas.openxmlformats.org/markup-compatibility/2006">
              <mc:Choice xmlns:v="urn:schemas-microsoft-com:vml" Requires="v">
                <p:oleObj spid="_x0000_s923692" name="Equation" r:id="rId8" imgW="1054080" imgH="342720" progId="Equation.3">
                  <p:embed/>
                </p:oleObj>
              </mc:Choice>
              <mc:Fallback>
                <p:oleObj name="Equation" r:id="rId8" imgW="1054080" imgH="34272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15200" y="1752622"/>
                        <a:ext cx="2147888"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8118" name="Object 6"/>
          <p:cNvGraphicFramePr>
            <a:graphicFrameLocks noChangeAspect="1"/>
          </p:cNvGraphicFramePr>
          <p:nvPr/>
        </p:nvGraphicFramePr>
        <p:xfrm>
          <a:off x="990612" y="2819422"/>
          <a:ext cx="2638425" cy="612775"/>
        </p:xfrm>
        <a:graphic>
          <a:graphicData uri="http://schemas.openxmlformats.org/presentationml/2006/ole">
            <mc:AlternateContent xmlns:mc="http://schemas.openxmlformats.org/markup-compatibility/2006">
              <mc:Choice xmlns:v="urn:schemas-microsoft-com:vml" Requires="v">
                <p:oleObj spid="_x0000_s923693" name="Equation" r:id="rId10" imgW="1295280" imgH="291960" progId="Equation.3">
                  <p:embed/>
                </p:oleObj>
              </mc:Choice>
              <mc:Fallback>
                <p:oleObj name="Equation" r:id="rId10" imgW="1295280" imgH="29196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0612" y="2819422"/>
                        <a:ext cx="2638425"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8119" name="Object 7"/>
          <p:cNvGraphicFramePr>
            <a:graphicFrameLocks noChangeAspect="1"/>
          </p:cNvGraphicFramePr>
          <p:nvPr/>
        </p:nvGraphicFramePr>
        <p:xfrm>
          <a:off x="990612" y="3581407"/>
          <a:ext cx="4130675" cy="785813"/>
        </p:xfrm>
        <a:graphic>
          <a:graphicData uri="http://schemas.openxmlformats.org/presentationml/2006/ole">
            <mc:AlternateContent xmlns:mc="http://schemas.openxmlformats.org/markup-compatibility/2006">
              <mc:Choice xmlns:v="urn:schemas-microsoft-com:vml" Requires="v">
                <p:oleObj spid="_x0000_s923694" name="Equation" r:id="rId12" imgW="1777680" imgH="393480" progId="Equation.3">
                  <p:embed/>
                </p:oleObj>
              </mc:Choice>
              <mc:Fallback>
                <p:oleObj name="Equation" r:id="rId12" imgW="1777680" imgH="39348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90612" y="3581407"/>
                        <a:ext cx="4130675"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8120" name="Object 8"/>
          <p:cNvGraphicFramePr>
            <a:graphicFrameLocks noChangeAspect="1"/>
          </p:cNvGraphicFramePr>
          <p:nvPr/>
        </p:nvGraphicFramePr>
        <p:xfrm>
          <a:off x="5029212" y="3581407"/>
          <a:ext cx="1978025" cy="785813"/>
        </p:xfrm>
        <a:graphic>
          <a:graphicData uri="http://schemas.openxmlformats.org/presentationml/2006/ole">
            <mc:AlternateContent xmlns:mc="http://schemas.openxmlformats.org/markup-compatibility/2006">
              <mc:Choice xmlns:v="urn:schemas-microsoft-com:vml" Requires="v">
                <p:oleObj spid="_x0000_s923695" name="Equation" r:id="rId14" imgW="850680" imgH="393480" progId="Equation.3">
                  <p:embed/>
                </p:oleObj>
              </mc:Choice>
              <mc:Fallback>
                <p:oleObj name="Equation" r:id="rId14" imgW="850680" imgH="39348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29212" y="3581407"/>
                        <a:ext cx="1978025"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8121" name="Object 9"/>
          <p:cNvGraphicFramePr>
            <a:graphicFrameLocks noChangeAspect="1"/>
          </p:cNvGraphicFramePr>
          <p:nvPr/>
        </p:nvGraphicFramePr>
        <p:xfrm>
          <a:off x="6965950" y="3505201"/>
          <a:ext cx="2254250" cy="785813"/>
        </p:xfrm>
        <a:graphic>
          <a:graphicData uri="http://schemas.openxmlformats.org/presentationml/2006/ole">
            <mc:AlternateContent xmlns:mc="http://schemas.openxmlformats.org/markup-compatibility/2006">
              <mc:Choice xmlns:v="urn:schemas-microsoft-com:vml" Requires="v">
                <p:oleObj spid="_x0000_s923696" name="Equation" r:id="rId16" imgW="1231560" imgH="393480" progId="Equation.3">
                  <p:embed/>
                </p:oleObj>
              </mc:Choice>
              <mc:Fallback>
                <p:oleObj name="Equation" r:id="rId16" imgW="1231560" imgH="39348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965950" y="3505201"/>
                        <a:ext cx="2254250"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8122" name="Object 10"/>
          <p:cNvGraphicFramePr>
            <a:graphicFrameLocks noChangeAspect="1"/>
          </p:cNvGraphicFramePr>
          <p:nvPr/>
        </p:nvGraphicFramePr>
        <p:xfrm>
          <a:off x="609600" y="4343422"/>
          <a:ext cx="9064625" cy="1311275"/>
        </p:xfrm>
        <a:graphic>
          <a:graphicData uri="http://schemas.openxmlformats.org/presentationml/2006/ole">
            <mc:AlternateContent xmlns:mc="http://schemas.openxmlformats.org/markup-compatibility/2006">
              <mc:Choice xmlns:v="urn:schemas-microsoft-com:vml" Requires="v">
                <p:oleObj spid="_x0000_s923697" name="Equation" r:id="rId18" imgW="4406760" imgH="634680" progId="Equation.3">
                  <p:embed/>
                </p:oleObj>
              </mc:Choice>
              <mc:Fallback>
                <p:oleObj name="Equation" r:id="rId18" imgW="4406760" imgH="63468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09600" y="4343422"/>
                        <a:ext cx="9064625"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8123" name="Object 11"/>
          <p:cNvGraphicFramePr>
            <a:graphicFrameLocks noChangeAspect="1"/>
          </p:cNvGraphicFramePr>
          <p:nvPr/>
        </p:nvGraphicFramePr>
        <p:xfrm>
          <a:off x="4953000" y="5156200"/>
          <a:ext cx="1487488" cy="406400"/>
        </p:xfrm>
        <a:graphic>
          <a:graphicData uri="http://schemas.openxmlformats.org/presentationml/2006/ole">
            <mc:AlternateContent xmlns:mc="http://schemas.openxmlformats.org/markup-compatibility/2006">
              <mc:Choice xmlns:v="urn:schemas-microsoft-com:vml" Requires="v">
                <p:oleObj spid="_x0000_s923698" name="Equation" r:id="rId20" imgW="812520" imgH="203040" progId="Equation.3">
                  <p:embed/>
                </p:oleObj>
              </mc:Choice>
              <mc:Fallback>
                <p:oleObj name="Equation" r:id="rId20" imgW="812520" imgH="20304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953000" y="5156200"/>
                        <a:ext cx="1487488"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8124" name="Object 12"/>
          <p:cNvGraphicFramePr>
            <a:graphicFrameLocks noChangeAspect="1"/>
          </p:cNvGraphicFramePr>
          <p:nvPr/>
        </p:nvGraphicFramePr>
        <p:xfrm>
          <a:off x="685800" y="5715000"/>
          <a:ext cx="4530725" cy="457200"/>
        </p:xfrm>
        <a:graphic>
          <a:graphicData uri="http://schemas.openxmlformats.org/presentationml/2006/ole">
            <mc:AlternateContent xmlns:mc="http://schemas.openxmlformats.org/markup-compatibility/2006">
              <mc:Choice xmlns:v="urn:schemas-microsoft-com:vml" Requires="v">
                <p:oleObj spid="_x0000_s923699" name="Equation" r:id="rId22" imgW="2476440" imgH="228600" progId="Equation.3">
                  <p:embed/>
                </p:oleObj>
              </mc:Choice>
              <mc:Fallback>
                <p:oleObj name="Equation" r:id="rId22" imgW="2476440" imgH="228600"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85800" y="5715000"/>
                        <a:ext cx="45307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8125" name="Rectangle 13"/>
          <p:cNvSpPr>
            <a:spLocks noChangeArrowheads="1"/>
          </p:cNvSpPr>
          <p:nvPr/>
        </p:nvSpPr>
        <p:spPr bwMode="auto">
          <a:xfrm>
            <a:off x="5791214" y="5632451"/>
            <a:ext cx="270138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i="0">
                <a:latin typeface="Times New Roman" pitchFamily="18" charset="0"/>
              </a:rPr>
              <a:t>I=1.39870</a:t>
            </a:r>
            <a:r>
              <a:rPr lang="en-US" altLang="zh-CN" sz="2800" i="0">
                <a:latin typeface="Times New Roman" pitchFamily="18" charset="0"/>
                <a:sym typeface="Symbol" pitchFamily="18" charset="2"/>
              </a:rPr>
              <a:t>1.399</a:t>
            </a:r>
            <a:endParaRPr lang="zh-CN" altLang="en-US" sz="2800" i="0">
              <a:latin typeface="Times New Roman" pitchFamily="18" charset="0"/>
            </a:endParaRPr>
          </a:p>
        </p:txBody>
      </p:sp>
    </p:spTree>
    <p:custDataLst>
      <p:tags r:id="rId2"/>
    </p:custDataLst>
    <p:extLst>
      <p:ext uri="{BB962C8B-B14F-4D97-AF65-F5344CB8AC3E}">
        <p14:creationId xmlns:p14="http://schemas.microsoft.com/office/powerpoint/2010/main" val="28733371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58115"/>
                                        </p:tgtEl>
                                        <p:attrNameLst>
                                          <p:attrName>style.visibility</p:attrName>
                                        </p:attrNameLst>
                                      </p:cBhvr>
                                      <p:to>
                                        <p:strVal val="visible"/>
                                      </p:to>
                                    </p:set>
                                    <p:animEffect transition="in" filter="dissolve">
                                      <p:cBhvr>
                                        <p:cTn id="7" dur="500"/>
                                        <p:tgtEl>
                                          <p:spTgt spid="8581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58116"/>
                                        </p:tgtEl>
                                        <p:attrNameLst>
                                          <p:attrName>style.visibility</p:attrName>
                                        </p:attrNameLst>
                                      </p:cBhvr>
                                      <p:to>
                                        <p:strVal val="visible"/>
                                      </p:to>
                                    </p:set>
                                    <p:animEffect transition="in" filter="dissolve">
                                      <p:cBhvr>
                                        <p:cTn id="12" dur="500"/>
                                        <p:tgtEl>
                                          <p:spTgt spid="8581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58117"/>
                                        </p:tgtEl>
                                        <p:attrNameLst>
                                          <p:attrName>style.visibility</p:attrName>
                                        </p:attrNameLst>
                                      </p:cBhvr>
                                      <p:to>
                                        <p:strVal val="visible"/>
                                      </p:to>
                                    </p:set>
                                    <p:animEffect transition="in" filter="dissolve">
                                      <p:cBhvr>
                                        <p:cTn id="17" dur="500"/>
                                        <p:tgtEl>
                                          <p:spTgt spid="8581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58118"/>
                                        </p:tgtEl>
                                        <p:attrNameLst>
                                          <p:attrName>style.visibility</p:attrName>
                                        </p:attrNameLst>
                                      </p:cBhvr>
                                      <p:to>
                                        <p:strVal val="visible"/>
                                      </p:to>
                                    </p:set>
                                    <p:animEffect transition="in" filter="dissolve">
                                      <p:cBhvr>
                                        <p:cTn id="22" dur="500"/>
                                        <p:tgtEl>
                                          <p:spTgt spid="8581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858119"/>
                                        </p:tgtEl>
                                        <p:attrNameLst>
                                          <p:attrName>style.visibility</p:attrName>
                                        </p:attrNameLst>
                                      </p:cBhvr>
                                      <p:to>
                                        <p:strVal val="visible"/>
                                      </p:to>
                                    </p:set>
                                    <p:animEffect transition="in" filter="dissolve">
                                      <p:cBhvr>
                                        <p:cTn id="27" dur="500"/>
                                        <p:tgtEl>
                                          <p:spTgt spid="8581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858120"/>
                                        </p:tgtEl>
                                        <p:attrNameLst>
                                          <p:attrName>style.visibility</p:attrName>
                                        </p:attrNameLst>
                                      </p:cBhvr>
                                      <p:to>
                                        <p:strVal val="visible"/>
                                      </p:to>
                                    </p:set>
                                    <p:animEffect transition="in" filter="dissolve">
                                      <p:cBhvr>
                                        <p:cTn id="32" dur="500"/>
                                        <p:tgtEl>
                                          <p:spTgt spid="85812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858121"/>
                                        </p:tgtEl>
                                        <p:attrNameLst>
                                          <p:attrName>style.visibility</p:attrName>
                                        </p:attrNameLst>
                                      </p:cBhvr>
                                      <p:to>
                                        <p:strVal val="visible"/>
                                      </p:to>
                                    </p:set>
                                    <p:animEffect transition="in" filter="dissolve">
                                      <p:cBhvr>
                                        <p:cTn id="37" dur="500"/>
                                        <p:tgtEl>
                                          <p:spTgt spid="85812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858122"/>
                                        </p:tgtEl>
                                        <p:attrNameLst>
                                          <p:attrName>style.visibility</p:attrName>
                                        </p:attrNameLst>
                                      </p:cBhvr>
                                      <p:to>
                                        <p:strVal val="visible"/>
                                      </p:to>
                                    </p:set>
                                    <p:animEffect transition="in" filter="dissolve">
                                      <p:cBhvr>
                                        <p:cTn id="42" dur="500"/>
                                        <p:tgtEl>
                                          <p:spTgt spid="85812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858123"/>
                                        </p:tgtEl>
                                        <p:attrNameLst>
                                          <p:attrName>style.visibility</p:attrName>
                                        </p:attrNameLst>
                                      </p:cBhvr>
                                      <p:to>
                                        <p:strVal val="visible"/>
                                      </p:to>
                                    </p:set>
                                    <p:animEffect transition="in" filter="dissolve">
                                      <p:cBhvr>
                                        <p:cTn id="47" dur="500"/>
                                        <p:tgtEl>
                                          <p:spTgt spid="85812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858124"/>
                                        </p:tgtEl>
                                        <p:attrNameLst>
                                          <p:attrName>style.visibility</p:attrName>
                                        </p:attrNameLst>
                                      </p:cBhvr>
                                      <p:to>
                                        <p:strVal val="visible"/>
                                      </p:to>
                                    </p:set>
                                    <p:animEffect transition="in" filter="dissolve">
                                      <p:cBhvr>
                                        <p:cTn id="52" dur="500"/>
                                        <p:tgtEl>
                                          <p:spTgt spid="85812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858125"/>
                                        </p:tgtEl>
                                        <p:attrNameLst>
                                          <p:attrName>style.visibility</p:attrName>
                                        </p:attrNameLst>
                                      </p:cBhvr>
                                      <p:to>
                                        <p:strVal val="visible"/>
                                      </p:to>
                                    </p:set>
                                    <p:animEffect transition="in" filter="dissolve">
                                      <p:cBhvr>
                                        <p:cTn id="57" dur="500"/>
                                        <p:tgtEl>
                                          <p:spTgt spid="858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8125"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1FD3AD5E-EB37-4B40-946C-0BE087B1A2D3}" type="slidenum">
              <a:rPr lang="zh-CN" altLang="en-US"/>
              <a:pPr/>
              <a:t>66</a:t>
            </a:fld>
            <a:endParaRPr lang="en-US" altLang="zh-CN"/>
          </a:p>
        </p:txBody>
      </p:sp>
      <p:sp>
        <p:nvSpPr>
          <p:cNvPr id="818178" name="Rectangle 2"/>
          <p:cNvSpPr>
            <a:spLocks noGrp="1" noChangeArrowheads="1"/>
          </p:cNvSpPr>
          <p:nvPr>
            <p:ph type="title"/>
          </p:nvPr>
        </p:nvSpPr>
        <p:spPr/>
        <p:txBody>
          <a:bodyPr/>
          <a:lstStyle/>
          <a:p>
            <a:r>
              <a:rPr lang="zh-CN" altLang="en-US" dirty="0"/>
              <a:t>第六章 数值积分</a:t>
            </a:r>
          </a:p>
        </p:txBody>
      </p:sp>
      <p:sp>
        <p:nvSpPr>
          <p:cNvPr id="6" name="Rectangle 3"/>
          <p:cNvSpPr txBox="1">
            <a:spLocks noChangeArrowheads="1"/>
          </p:cNvSpPr>
          <p:nvPr/>
        </p:nvSpPr>
        <p:spPr bwMode="auto">
          <a:xfrm>
            <a:off x="650878" y="1143022"/>
            <a:ext cx="8820150" cy="308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258763" indent="-258763" algn="l" defTabSz="814388" rtl="0" eaLnBrk="0" fontAlgn="base" hangingPunct="0">
              <a:lnSpc>
                <a:spcPct val="90000"/>
              </a:lnSpc>
              <a:spcBef>
                <a:spcPct val="35000"/>
              </a:spcBef>
              <a:spcAft>
                <a:spcPct val="0"/>
              </a:spcAft>
              <a:buClr>
                <a:srgbClr val="27305F"/>
              </a:buClr>
              <a:buSzPct val="60000"/>
              <a:buFont typeface="Wingdings" pitchFamily="2" charset="2"/>
              <a:buChar char="n"/>
              <a:defRPr sz="2800" b="1">
                <a:solidFill>
                  <a:schemeClr val="tx1"/>
                </a:solidFill>
                <a:latin typeface="+mn-lt"/>
                <a:ea typeface="+mn-ea"/>
                <a:cs typeface="+mn-cs"/>
              </a:defRPr>
            </a:lvl1pPr>
            <a:lvl2pPr marL="649288" indent="-2619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2pPr>
            <a:lvl3pPr marL="1027113" indent="-2492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3pPr>
            <a:lvl4pPr marL="1416050"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4pPr>
            <a:lvl5pPr marL="18049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5pPr>
            <a:lvl6pPr marL="22621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6pPr>
            <a:lvl7pPr marL="27193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7pPr>
            <a:lvl8pPr marL="31765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8pPr>
            <a:lvl9pPr marL="36337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9pPr>
          </a:lstStyle>
          <a:p>
            <a:r>
              <a:rPr lang="en-US" altLang="zh-CN" i="0" kern="0" dirty="0"/>
              <a:t>§1  </a:t>
            </a:r>
            <a:r>
              <a:rPr lang="zh-CN" altLang="en-US" i="0" kern="0" dirty="0"/>
              <a:t>数值积分</a:t>
            </a:r>
          </a:p>
          <a:p>
            <a:pPr lvl="1"/>
            <a:r>
              <a:rPr lang="en-US" altLang="zh-CN" i="0" kern="0" dirty="0"/>
              <a:t>1.2 </a:t>
            </a:r>
            <a:r>
              <a:rPr lang="zh-CN" altLang="en-US" i="0" kern="0" dirty="0"/>
              <a:t>牛顿</a:t>
            </a:r>
            <a:r>
              <a:rPr lang="en-US" altLang="zh-CN" i="0" kern="0" dirty="0"/>
              <a:t>—</a:t>
            </a:r>
            <a:r>
              <a:rPr lang="zh-CN" altLang="en-US" i="0" kern="0" dirty="0"/>
              <a:t>柯特斯求积公式</a:t>
            </a:r>
          </a:p>
          <a:p>
            <a:pPr lvl="1"/>
            <a:r>
              <a:rPr lang="en-US" altLang="zh-CN" i="0" kern="0" dirty="0"/>
              <a:t>1.3 </a:t>
            </a:r>
            <a:r>
              <a:rPr lang="zh-CN" altLang="en-US" i="0" kern="0" dirty="0"/>
              <a:t>复化求积公式</a:t>
            </a:r>
          </a:p>
          <a:p>
            <a:pPr lvl="1"/>
            <a:r>
              <a:rPr lang="en-US" altLang="zh-CN" i="0" kern="0" dirty="0"/>
              <a:t>1.4 </a:t>
            </a:r>
            <a:r>
              <a:rPr lang="zh-CN" altLang="en-US" i="0" kern="0" dirty="0"/>
              <a:t>龙贝格法</a:t>
            </a:r>
          </a:p>
          <a:p>
            <a:pPr lvl="1"/>
            <a:r>
              <a:rPr lang="en-US" altLang="zh-CN" i="0" kern="0" dirty="0"/>
              <a:t>1.7 </a:t>
            </a:r>
            <a:r>
              <a:rPr lang="zh-CN" altLang="en-US" i="0" kern="0" dirty="0"/>
              <a:t>高斯求积公式</a:t>
            </a:r>
          </a:p>
          <a:p>
            <a:pPr lvl="1"/>
            <a:r>
              <a:rPr lang="en-US" altLang="zh-CN" i="0" kern="0" dirty="0">
                <a:solidFill>
                  <a:srgbClr val="0000FF"/>
                </a:solidFill>
              </a:rPr>
              <a:t>1.8 </a:t>
            </a:r>
            <a:r>
              <a:rPr lang="zh-CN" altLang="en-US" i="0" kern="0" dirty="0">
                <a:solidFill>
                  <a:srgbClr val="0000FF"/>
                </a:solidFill>
              </a:rPr>
              <a:t>重积分的求积公式</a:t>
            </a:r>
          </a:p>
        </p:txBody>
      </p:sp>
    </p:spTree>
    <p:extLst>
      <p:ext uri="{BB962C8B-B14F-4D97-AF65-F5344CB8AC3E}">
        <p14:creationId xmlns:p14="http://schemas.microsoft.com/office/powerpoint/2010/main" val="929554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0"/>
          </p:nvPr>
        </p:nvSpPr>
        <p:spPr/>
        <p:txBody>
          <a:bodyPr/>
          <a:lstStyle/>
          <a:p>
            <a:fld id="{0A4D4421-5C5F-430E-8F12-2073766765B3}" type="slidenum">
              <a:rPr lang="zh-CN" altLang="en-US"/>
              <a:pPr/>
              <a:t>67</a:t>
            </a:fld>
            <a:endParaRPr lang="en-US" altLang="zh-CN"/>
          </a:p>
        </p:txBody>
      </p:sp>
      <p:sp>
        <p:nvSpPr>
          <p:cNvPr id="12" name="日期占位符 4"/>
          <p:cNvSpPr>
            <a:spLocks noGrp="1"/>
          </p:cNvSpPr>
          <p:nvPr>
            <p:ph type="dt" sz="half" idx="4294967295"/>
          </p:nvPr>
        </p:nvSpPr>
        <p:spPr>
          <a:xfrm>
            <a:off x="14295" y="6350000"/>
            <a:ext cx="2297112" cy="577850"/>
          </a:xfrm>
        </p:spPr>
        <p:txBody>
          <a:bodyPr/>
          <a:lstStyle/>
          <a:p>
            <a:fld id="{16AFE9D9-9FBF-4A5E-A06E-4BC43DC669DE}" type="datetime1">
              <a:rPr lang="zh-CN" altLang="en-US"/>
              <a:pPr/>
              <a:t>2024/11/11</a:t>
            </a:fld>
            <a:endParaRPr lang="en-US" altLang="zh-CN"/>
          </a:p>
        </p:txBody>
      </p:sp>
      <p:sp>
        <p:nvSpPr>
          <p:cNvPr id="859138" name="Rectangle 2"/>
          <p:cNvSpPr>
            <a:spLocks noGrp="1" noChangeArrowheads="1"/>
          </p:cNvSpPr>
          <p:nvPr>
            <p:ph type="title"/>
          </p:nvPr>
        </p:nvSpPr>
        <p:spPr>
          <a:xfrm>
            <a:off x="650875" y="255588"/>
            <a:ext cx="8820150" cy="658812"/>
          </a:xfrm>
        </p:spPr>
        <p:txBody>
          <a:bodyPr/>
          <a:lstStyle/>
          <a:p>
            <a:r>
              <a:rPr lang="zh-CN" altLang="en-US"/>
              <a:t>§1.8 </a:t>
            </a:r>
            <a:r>
              <a:rPr lang="zh-CN" altLang="en-US" sz="4800"/>
              <a:t>重积分的求积公式</a:t>
            </a:r>
          </a:p>
        </p:txBody>
      </p:sp>
      <p:graphicFrame>
        <p:nvGraphicFramePr>
          <p:cNvPr id="859139" name="Object 3"/>
          <p:cNvGraphicFramePr>
            <a:graphicFrameLocks noChangeAspect="1"/>
          </p:cNvGraphicFramePr>
          <p:nvPr/>
        </p:nvGraphicFramePr>
        <p:xfrm>
          <a:off x="461963" y="1066800"/>
          <a:ext cx="2924175" cy="769938"/>
        </p:xfrm>
        <a:graphic>
          <a:graphicData uri="http://schemas.openxmlformats.org/presentationml/2006/ole">
            <mc:AlternateContent xmlns:mc="http://schemas.openxmlformats.org/markup-compatibility/2006">
              <mc:Choice xmlns:v="urn:schemas-microsoft-com:vml" Requires="v">
                <p:oleObj spid="_x0000_s924706" name="Equation" r:id="rId3" imgW="1358640" imgH="330120" progId="Equation.3">
                  <p:embed/>
                </p:oleObj>
              </mc:Choice>
              <mc:Fallback>
                <p:oleObj name="Equation" r:id="rId3" imgW="1358640" imgH="3301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963" y="1066800"/>
                        <a:ext cx="2924175" cy="769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9140" name="Object 4"/>
          <p:cNvGraphicFramePr>
            <a:graphicFrameLocks noChangeAspect="1"/>
          </p:cNvGraphicFramePr>
          <p:nvPr/>
        </p:nvGraphicFramePr>
        <p:xfrm>
          <a:off x="3352800" y="1066800"/>
          <a:ext cx="2870200" cy="769938"/>
        </p:xfrm>
        <a:graphic>
          <a:graphicData uri="http://schemas.openxmlformats.org/presentationml/2006/ole">
            <mc:AlternateContent xmlns:mc="http://schemas.openxmlformats.org/markup-compatibility/2006">
              <mc:Choice xmlns:v="urn:schemas-microsoft-com:vml" Requires="v">
                <p:oleObj spid="_x0000_s924707" name="Equation" r:id="rId5" imgW="1333440" imgH="330120" progId="Equation.3">
                  <p:embed/>
                </p:oleObj>
              </mc:Choice>
              <mc:Fallback>
                <p:oleObj name="Equation" r:id="rId5" imgW="1333440" imgH="33012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1066800"/>
                        <a:ext cx="2870200" cy="769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9141" name="Object 5"/>
          <p:cNvGraphicFramePr>
            <a:graphicFrameLocks noChangeAspect="1"/>
          </p:cNvGraphicFramePr>
          <p:nvPr/>
        </p:nvGraphicFramePr>
        <p:xfrm>
          <a:off x="457200" y="1828800"/>
          <a:ext cx="2979738" cy="1006475"/>
        </p:xfrm>
        <a:graphic>
          <a:graphicData uri="http://schemas.openxmlformats.org/presentationml/2006/ole">
            <mc:AlternateContent xmlns:mc="http://schemas.openxmlformats.org/markup-compatibility/2006">
              <mc:Choice xmlns:v="urn:schemas-microsoft-com:vml" Requires="v">
                <p:oleObj spid="_x0000_s924708" name="Equation" r:id="rId7" imgW="1384200" imgH="431640" progId="Equation.3">
                  <p:embed/>
                </p:oleObj>
              </mc:Choice>
              <mc:Fallback>
                <p:oleObj name="Equation" r:id="rId7" imgW="1384200" imgH="431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 y="1828800"/>
                        <a:ext cx="2979738"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9142" name="Object 6"/>
          <p:cNvGraphicFramePr>
            <a:graphicFrameLocks noChangeAspect="1"/>
          </p:cNvGraphicFramePr>
          <p:nvPr/>
        </p:nvGraphicFramePr>
        <p:xfrm>
          <a:off x="3509963" y="1828800"/>
          <a:ext cx="2816225" cy="1006475"/>
        </p:xfrm>
        <a:graphic>
          <a:graphicData uri="http://schemas.openxmlformats.org/presentationml/2006/ole">
            <mc:AlternateContent xmlns:mc="http://schemas.openxmlformats.org/markup-compatibility/2006">
              <mc:Choice xmlns:v="urn:schemas-microsoft-com:vml" Requires="v">
                <p:oleObj spid="_x0000_s924709" name="Equation" r:id="rId9" imgW="1307880" imgH="431640" progId="Equation.3">
                  <p:embed/>
                </p:oleObj>
              </mc:Choice>
              <mc:Fallback>
                <p:oleObj name="Equation" r:id="rId9" imgW="1307880" imgH="4316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9963" y="1828800"/>
                        <a:ext cx="2816225"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9143" name="Object 7"/>
          <p:cNvGraphicFramePr>
            <a:graphicFrameLocks noChangeAspect="1"/>
          </p:cNvGraphicFramePr>
          <p:nvPr/>
        </p:nvGraphicFramePr>
        <p:xfrm>
          <a:off x="3810000" y="3733800"/>
          <a:ext cx="4127500" cy="1036638"/>
        </p:xfrm>
        <a:graphic>
          <a:graphicData uri="http://schemas.openxmlformats.org/presentationml/2006/ole">
            <mc:AlternateContent xmlns:mc="http://schemas.openxmlformats.org/markup-compatibility/2006">
              <mc:Choice xmlns:v="urn:schemas-microsoft-com:vml" Requires="v">
                <p:oleObj spid="_x0000_s924710" name="Equation" r:id="rId11" imgW="1917360" imgH="444240" progId="Equation.3">
                  <p:embed/>
                </p:oleObj>
              </mc:Choice>
              <mc:Fallback>
                <p:oleObj name="Equation" r:id="rId11" imgW="1917360" imgH="4442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0" y="3733800"/>
                        <a:ext cx="4127500" cy="1036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9144" name="Object 8"/>
          <p:cNvGraphicFramePr>
            <a:graphicFrameLocks noChangeAspect="1"/>
          </p:cNvGraphicFramePr>
          <p:nvPr/>
        </p:nvGraphicFramePr>
        <p:xfrm>
          <a:off x="698500" y="2743200"/>
          <a:ext cx="2979738" cy="1036638"/>
        </p:xfrm>
        <a:graphic>
          <a:graphicData uri="http://schemas.openxmlformats.org/presentationml/2006/ole">
            <mc:AlternateContent xmlns:mc="http://schemas.openxmlformats.org/markup-compatibility/2006">
              <mc:Choice xmlns:v="urn:schemas-microsoft-com:vml" Requires="v">
                <p:oleObj spid="_x0000_s924711" name="Equation" r:id="rId13" imgW="1384200" imgH="444240" progId="Equation.3">
                  <p:embed/>
                </p:oleObj>
              </mc:Choice>
              <mc:Fallback>
                <p:oleObj name="Equation" r:id="rId13" imgW="1384200" imgH="44424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8500" y="2743200"/>
                        <a:ext cx="2979738" cy="1036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9145" name="Object 9"/>
          <p:cNvGraphicFramePr>
            <a:graphicFrameLocks noChangeAspect="1"/>
          </p:cNvGraphicFramePr>
          <p:nvPr/>
        </p:nvGraphicFramePr>
        <p:xfrm>
          <a:off x="3657600" y="2743200"/>
          <a:ext cx="1860550" cy="1036638"/>
        </p:xfrm>
        <a:graphic>
          <a:graphicData uri="http://schemas.openxmlformats.org/presentationml/2006/ole">
            <mc:AlternateContent xmlns:mc="http://schemas.openxmlformats.org/markup-compatibility/2006">
              <mc:Choice xmlns:v="urn:schemas-microsoft-com:vml" Requires="v">
                <p:oleObj spid="_x0000_s924712" name="Equation" r:id="rId15" imgW="863280" imgH="444240" progId="Equation.3">
                  <p:embed/>
                </p:oleObj>
              </mc:Choice>
              <mc:Fallback>
                <p:oleObj name="Equation" r:id="rId15" imgW="863280" imgH="44424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57600" y="2743200"/>
                        <a:ext cx="1860550" cy="1036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9146" name="Object 10"/>
          <p:cNvGraphicFramePr>
            <a:graphicFrameLocks noChangeAspect="1"/>
          </p:cNvGraphicFramePr>
          <p:nvPr/>
        </p:nvGraphicFramePr>
        <p:xfrm>
          <a:off x="533400" y="3810000"/>
          <a:ext cx="3306763" cy="769938"/>
        </p:xfrm>
        <a:graphic>
          <a:graphicData uri="http://schemas.openxmlformats.org/presentationml/2006/ole">
            <mc:AlternateContent xmlns:mc="http://schemas.openxmlformats.org/markup-compatibility/2006">
              <mc:Choice xmlns:v="urn:schemas-microsoft-com:vml" Requires="v">
                <p:oleObj spid="_x0000_s924713" name="Equation" r:id="rId17" imgW="1536480" imgH="330120" progId="Equation.3">
                  <p:embed/>
                </p:oleObj>
              </mc:Choice>
              <mc:Fallback>
                <p:oleObj name="Equation" r:id="rId17" imgW="1536480" imgH="33012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3400" y="3810000"/>
                        <a:ext cx="3306763" cy="769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468730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59139"/>
                                        </p:tgtEl>
                                        <p:attrNameLst>
                                          <p:attrName>style.visibility</p:attrName>
                                        </p:attrNameLst>
                                      </p:cBhvr>
                                      <p:to>
                                        <p:strVal val="visible"/>
                                      </p:to>
                                    </p:set>
                                    <p:animEffect transition="in" filter="dissolve">
                                      <p:cBhvr>
                                        <p:cTn id="7" dur="500"/>
                                        <p:tgtEl>
                                          <p:spTgt spid="859139"/>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859140"/>
                                        </p:tgtEl>
                                        <p:attrNameLst>
                                          <p:attrName>style.visibility</p:attrName>
                                        </p:attrNameLst>
                                      </p:cBhvr>
                                      <p:to>
                                        <p:strVal val="visible"/>
                                      </p:to>
                                    </p:set>
                                    <p:animEffect transition="in" filter="dissolve">
                                      <p:cBhvr>
                                        <p:cTn id="11" dur="500"/>
                                        <p:tgtEl>
                                          <p:spTgt spid="859140"/>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859141"/>
                                        </p:tgtEl>
                                        <p:attrNameLst>
                                          <p:attrName>style.visibility</p:attrName>
                                        </p:attrNameLst>
                                      </p:cBhvr>
                                      <p:to>
                                        <p:strVal val="visible"/>
                                      </p:to>
                                    </p:set>
                                    <p:animEffect transition="in" filter="dissolve">
                                      <p:cBhvr>
                                        <p:cTn id="15" dur="500"/>
                                        <p:tgtEl>
                                          <p:spTgt spid="859141"/>
                                        </p:tgtEl>
                                      </p:cBhvr>
                                    </p:animEffect>
                                  </p:childTnLst>
                                </p:cTn>
                              </p:par>
                            </p:childTnLst>
                          </p:cTn>
                        </p:par>
                        <p:par>
                          <p:cTn id="16" fill="hold" nodeType="afterGroup">
                            <p:stCondLst>
                              <p:cond delay="1500"/>
                            </p:stCondLst>
                            <p:childTnLst>
                              <p:par>
                                <p:cTn id="17" presetID="9" presetClass="entr" presetSubtype="0" fill="hold" nodeType="afterEffect">
                                  <p:stCondLst>
                                    <p:cond delay="0"/>
                                  </p:stCondLst>
                                  <p:childTnLst>
                                    <p:set>
                                      <p:cBhvr>
                                        <p:cTn id="18" dur="1" fill="hold">
                                          <p:stCondLst>
                                            <p:cond delay="0"/>
                                          </p:stCondLst>
                                        </p:cTn>
                                        <p:tgtEl>
                                          <p:spTgt spid="859142"/>
                                        </p:tgtEl>
                                        <p:attrNameLst>
                                          <p:attrName>style.visibility</p:attrName>
                                        </p:attrNameLst>
                                      </p:cBhvr>
                                      <p:to>
                                        <p:strVal val="visible"/>
                                      </p:to>
                                    </p:set>
                                    <p:animEffect transition="in" filter="dissolve">
                                      <p:cBhvr>
                                        <p:cTn id="19" dur="500"/>
                                        <p:tgtEl>
                                          <p:spTgt spid="859142"/>
                                        </p:tgtEl>
                                      </p:cBhvr>
                                    </p:animEffect>
                                  </p:childTnLst>
                                </p:cTn>
                              </p:par>
                            </p:childTnLst>
                          </p:cTn>
                        </p:par>
                        <p:par>
                          <p:cTn id="20" fill="hold" nodeType="afterGroup">
                            <p:stCondLst>
                              <p:cond delay="2000"/>
                            </p:stCondLst>
                            <p:childTnLst>
                              <p:par>
                                <p:cTn id="21" presetID="9" presetClass="entr" presetSubtype="0" fill="hold" nodeType="afterEffect">
                                  <p:stCondLst>
                                    <p:cond delay="0"/>
                                  </p:stCondLst>
                                  <p:childTnLst>
                                    <p:set>
                                      <p:cBhvr>
                                        <p:cTn id="22" dur="1" fill="hold">
                                          <p:stCondLst>
                                            <p:cond delay="0"/>
                                          </p:stCondLst>
                                        </p:cTn>
                                        <p:tgtEl>
                                          <p:spTgt spid="859143"/>
                                        </p:tgtEl>
                                        <p:attrNameLst>
                                          <p:attrName>style.visibility</p:attrName>
                                        </p:attrNameLst>
                                      </p:cBhvr>
                                      <p:to>
                                        <p:strVal val="visible"/>
                                      </p:to>
                                    </p:set>
                                    <p:animEffect transition="in" filter="dissolve">
                                      <p:cBhvr>
                                        <p:cTn id="23" dur="500"/>
                                        <p:tgtEl>
                                          <p:spTgt spid="859143"/>
                                        </p:tgtEl>
                                      </p:cBhvr>
                                    </p:animEffect>
                                  </p:childTnLst>
                                </p:cTn>
                              </p:par>
                            </p:childTnLst>
                          </p:cTn>
                        </p:par>
                        <p:par>
                          <p:cTn id="24" fill="hold" nodeType="afterGroup">
                            <p:stCondLst>
                              <p:cond delay="2500"/>
                            </p:stCondLst>
                            <p:childTnLst>
                              <p:par>
                                <p:cTn id="25" presetID="9" presetClass="entr" presetSubtype="0" fill="hold" nodeType="afterEffect">
                                  <p:stCondLst>
                                    <p:cond delay="0"/>
                                  </p:stCondLst>
                                  <p:childTnLst>
                                    <p:set>
                                      <p:cBhvr>
                                        <p:cTn id="26" dur="1" fill="hold">
                                          <p:stCondLst>
                                            <p:cond delay="0"/>
                                          </p:stCondLst>
                                        </p:cTn>
                                        <p:tgtEl>
                                          <p:spTgt spid="859144"/>
                                        </p:tgtEl>
                                        <p:attrNameLst>
                                          <p:attrName>style.visibility</p:attrName>
                                        </p:attrNameLst>
                                      </p:cBhvr>
                                      <p:to>
                                        <p:strVal val="visible"/>
                                      </p:to>
                                    </p:set>
                                    <p:animEffect transition="in" filter="dissolve">
                                      <p:cBhvr>
                                        <p:cTn id="27" dur="500"/>
                                        <p:tgtEl>
                                          <p:spTgt spid="859144"/>
                                        </p:tgtEl>
                                      </p:cBhvr>
                                    </p:animEffect>
                                  </p:childTnLst>
                                </p:cTn>
                              </p:par>
                            </p:childTnLst>
                          </p:cTn>
                        </p:par>
                        <p:par>
                          <p:cTn id="28" fill="hold" nodeType="afterGroup">
                            <p:stCondLst>
                              <p:cond delay="3000"/>
                            </p:stCondLst>
                            <p:childTnLst>
                              <p:par>
                                <p:cTn id="29" presetID="9" presetClass="entr" presetSubtype="0" fill="hold" nodeType="afterEffect">
                                  <p:stCondLst>
                                    <p:cond delay="0"/>
                                  </p:stCondLst>
                                  <p:childTnLst>
                                    <p:set>
                                      <p:cBhvr>
                                        <p:cTn id="30" dur="1" fill="hold">
                                          <p:stCondLst>
                                            <p:cond delay="0"/>
                                          </p:stCondLst>
                                        </p:cTn>
                                        <p:tgtEl>
                                          <p:spTgt spid="859145"/>
                                        </p:tgtEl>
                                        <p:attrNameLst>
                                          <p:attrName>style.visibility</p:attrName>
                                        </p:attrNameLst>
                                      </p:cBhvr>
                                      <p:to>
                                        <p:strVal val="visible"/>
                                      </p:to>
                                    </p:set>
                                    <p:animEffect transition="in" filter="dissolve">
                                      <p:cBhvr>
                                        <p:cTn id="31" dur="500"/>
                                        <p:tgtEl>
                                          <p:spTgt spid="859145"/>
                                        </p:tgtEl>
                                      </p:cBhvr>
                                    </p:animEffect>
                                  </p:childTnLst>
                                </p:cTn>
                              </p:par>
                            </p:childTnLst>
                          </p:cTn>
                        </p:par>
                        <p:par>
                          <p:cTn id="32" fill="hold" nodeType="afterGroup">
                            <p:stCondLst>
                              <p:cond delay="3500"/>
                            </p:stCondLst>
                            <p:childTnLst>
                              <p:par>
                                <p:cTn id="33" presetID="9" presetClass="entr" presetSubtype="0" fill="hold" nodeType="afterEffect">
                                  <p:stCondLst>
                                    <p:cond delay="0"/>
                                  </p:stCondLst>
                                  <p:childTnLst>
                                    <p:set>
                                      <p:cBhvr>
                                        <p:cTn id="34" dur="1" fill="hold">
                                          <p:stCondLst>
                                            <p:cond delay="0"/>
                                          </p:stCondLst>
                                        </p:cTn>
                                        <p:tgtEl>
                                          <p:spTgt spid="859146"/>
                                        </p:tgtEl>
                                        <p:attrNameLst>
                                          <p:attrName>style.visibility</p:attrName>
                                        </p:attrNameLst>
                                      </p:cBhvr>
                                      <p:to>
                                        <p:strVal val="visible"/>
                                      </p:to>
                                    </p:set>
                                    <p:animEffect transition="in" filter="dissolve">
                                      <p:cBhvr>
                                        <p:cTn id="35" dur="500"/>
                                        <p:tgtEl>
                                          <p:spTgt spid="859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3"/>
          <p:cNvSpPr>
            <a:spLocks noGrp="1"/>
          </p:cNvSpPr>
          <p:nvPr>
            <p:ph type="sldNum" sz="quarter" idx="10"/>
          </p:nvPr>
        </p:nvSpPr>
        <p:spPr/>
        <p:txBody>
          <a:bodyPr/>
          <a:lstStyle/>
          <a:p>
            <a:fld id="{6B96434E-2B20-454B-A881-FEEE55F1D75D}" type="slidenum">
              <a:rPr lang="zh-CN" altLang="en-US"/>
              <a:pPr/>
              <a:t>68</a:t>
            </a:fld>
            <a:endParaRPr lang="en-US" altLang="zh-CN"/>
          </a:p>
        </p:txBody>
      </p:sp>
      <p:sp>
        <p:nvSpPr>
          <p:cNvPr id="53" name="日期占位符 4"/>
          <p:cNvSpPr>
            <a:spLocks noGrp="1"/>
          </p:cNvSpPr>
          <p:nvPr>
            <p:ph type="dt" sz="half" idx="4294967295"/>
          </p:nvPr>
        </p:nvSpPr>
        <p:spPr>
          <a:xfrm>
            <a:off x="14295" y="6350000"/>
            <a:ext cx="2297112" cy="577850"/>
          </a:xfrm>
        </p:spPr>
        <p:txBody>
          <a:bodyPr/>
          <a:lstStyle/>
          <a:p>
            <a:fld id="{49ABBDE2-F7A4-42A6-9331-ABCBB11FEFD5}" type="datetime1">
              <a:rPr lang="zh-CN" altLang="en-US"/>
              <a:pPr/>
              <a:t>2024/11/11</a:t>
            </a:fld>
            <a:endParaRPr lang="en-US" altLang="zh-CN"/>
          </a:p>
        </p:txBody>
      </p:sp>
      <p:sp>
        <p:nvSpPr>
          <p:cNvPr id="860162" name="Rectangle 2"/>
          <p:cNvSpPr>
            <a:spLocks noGrp="1" noChangeArrowheads="1"/>
          </p:cNvSpPr>
          <p:nvPr>
            <p:ph type="title"/>
          </p:nvPr>
        </p:nvSpPr>
        <p:spPr>
          <a:xfrm>
            <a:off x="650875" y="255588"/>
            <a:ext cx="8820150" cy="658812"/>
          </a:xfrm>
        </p:spPr>
        <p:txBody>
          <a:bodyPr/>
          <a:lstStyle/>
          <a:p>
            <a:r>
              <a:rPr lang="zh-CN" altLang="en-US"/>
              <a:t>§1.8 </a:t>
            </a:r>
            <a:r>
              <a:rPr lang="zh-CN" altLang="en-US" sz="4800"/>
              <a:t>重积分的求积公式</a:t>
            </a:r>
          </a:p>
        </p:txBody>
      </p:sp>
      <p:grpSp>
        <p:nvGrpSpPr>
          <p:cNvPr id="860163" name="Group 3"/>
          <p:cNvGrpSpPr>
            <a:grpSpLocks/>
          </p:cNvGrpSpPr>
          <p:nvPr/>
        </p:nvGrpSpPr>
        <p:grpSpPr bwMode="auto">
          <a:xfrm>
            <a:off x="17463" y="1219200"/>
            <a:ext cx="4325937" cy="3505200"/>
            <a:chOff x="-45" y="720"/>
            <a:chExt cx="3213" cy="2208"/>
          </a:xfrm>
        </p:grpSpPr>
        <p:sp>
          <p:nvSpPr>
            <p:cNvPr id="860164" name="Line 4"/>
            <p:cNvSpPr>
              <a:spLocks noChangeShapeType="1"/>
            </p:cNvSpPr>
            <p:nvPr/>
          </p:nvSpPr>
          <p:spPr bwMode="auto">
            <a:xfrm rot="10800000">
              <a:off x="576" y="720"/>
              <a:ext cx="0" cy="220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165" name="Line 5"/>
            <p:cNvSpPr>
              <a:spLocks noChangeShapeType="1"/>
            </p:cNvSpPr>
            <p:nvPr/>
          </p:nvSpPr>
          <p:spPr bwMode="auto">
            <a:xfrm>
              <a:off x="336" y="2592"/>
              <a:ext cx="283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166" name="Rectangle 6"/>
            <p:cNvSpPr>
              <a:spLocks noChangeArrowheads="1"/>
            </p:cNvSpPr>
            <p:nvPr/>
          </p:nvSpPr>
          <p:spPr bwMode="auto">
            <a:xfrm>
              <a:off x="315" y="2496"/>
              <a:ext cx="2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0</a:t>
              </a:r>
              <a:endParaRPr lang="zh-CN" altLang="en-US" sz="3200">
                <a:latin typeface="Times New Roman" pitchFamily="18" charset="0"/>
              </a:endParaRPr>
            </a:p>
          </p:txBody>
        </p:sp>
        <p:sp>
          <p:nvSpPr>
            <p:cNvPr id="860167" name="Rectangle 7"/>
            <p:cNvSpPr>
              <a:spLocks noChangeArrowheads="1"/>
            </p:cNvSpPr>
            <p:nvPr/>
          </p:nvSpPr>
          <p:spPr bwMode="auto">
            <a:xfrm>
              <a:off x="727" y="2496"/>
              <a:ext cx="71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x</a:t>
              </a:r>
              <a:r>
                <a:rPr lang="en-US" altLang="zh-CN" sz="3200" baseline="-25000">
                  <a:latin typeface="Times New Roman" pitchFamily="18" charset="0"/>
                </a:rPr>
                <a:t>0</a:t>
              </a:r>
              <a:r>
                <a:rPr lang="en-US" altLang="zh-CN" sz="3200">
                  <a:latin typeface="Times New Roman" pitchFamily="18" charset="0"/>
                </a:rPr>
                <a:t>=a</a:t>
              </a:r>
              <a:endParaRPr lang="zh-CN" altLang="en-US" sz="3200">
                <a:latin typeface="Times New Roman" pitchFamily="18" charset="0"/>
              </a:endParaRPr>
            </a:p>
          </p:txBody>
        </p:sp>
        <p:sp>
          <p:nvSpPr>
            <p:cNvPr id="860168" name="Rectangle 8"/>
            <p:cNvSpPr>
              <a:spLocks noChangeArrowheads="1"/>
            </p:cNvSpPr>
            <p:nvPr/>
          </p:nvSpPr>
          <p:spPr bwMode="auto">
            <a:xfrm>
              <a:off x="1699" y="2496"/>
              <a:ext cx="3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x</a:t>
              </a:r>
              <a:r>
                <a:rPr lang="en-US" altLang="zh-CN" sz="3200" baseline="-25000">
                  <a:latin typeface="Times New Roman" pitchFamily="18" charset="0"/>
                </a:rPr>
                <a:t>1</a:t>
              </a:r>
              <a:endParaRPr lang="zh-CN" altLang="en-US" sz="3200">
                <a:latin typeface="Times New Roman" pitchFamily="18" charset="0"/>
              </a:endParaRPr>
            </a:p>
          </p:txBody>
        </p:sp>
        <p:sp>
          <p:nvSpPr>
            <p:cNvPr id="860169" name="Rectangle 9"/>
            <p:cNvSpPr>
              <a:spLocks noChangeArrowheads="1"/>
            </p:cNvSpPr>
            <p:nvPr/>
          </p:nvSpPr>
          <p:spPr bwMode="auto">
            <a:xfrm>
              <a:off x="2402" y="2496"/>
              <a:ext cx="70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x</a:t>
              </a:r>
              <a:r>
                <a:rPr lang="en-US" altLang="zh-CN" sz="3200" baseline="-25000">
                  <a:latin typeface="Times New Roman" pitchFamily="18" charset="0"/>
                </a:rPr>
                <a:t>2</a:t>
              </a:r>
              <a:r>
                <a:rPr lang="en-US" altLang="zh-CN" sz="3200">
                  <a:latin typeface="Times New Roman" pitchFamily="18" charset="0"/>
                </a:rPr>
                <a:t>=b</a:t>
              </a:r>
              <a:endParaRPr lang="zh-CN" altLang="en-US" sz="3200">
                <a:latin typeface="Times New Roman" pitchFamily="18" charset="0"/>
              </a:endParaRPr>
            </a:p>
          </p:txBody>
        </p:sp>
        <p:sp>
          <p:nvSpPr>
            <p:cNvPr id="860170" name="Rectangle 10"/>
            <p:cNvSpPr>
              <a:spLocks noChangeArrowheads="1"/>
            </p:cNvSpPr>
            <p:nvPr/>
          </p:nvSpPr>
          <p:spPr bwMode="auto">
            <a:xfrm>
              <a:off x="-37" y="2083"/>
              <a:ext cx="67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y</a:t>
              </a:r>
              <a:r>
                <a:rPr lang="en-US" altLang="zh-CN" sz="3200" baseline="-25000">
                  <a:latin typeface="Times New Roman" pitchFamily="18" charset="0"/>
                </a:rPr>
                <a:t>0</a:t>
              </a:r>
              <a:r>
                <a:rPr lang="en-US" altLang="zh-CN" sz="3200">
                  <a:latin typeface="Times New Roman" pitchFamily="18" charset="0"/>
                </a:rPr>
                <a:t>=c</a:t>
              </a:r>
              <a:endParaRPr lang="zh-CN" altLang="en-US" sz="3200">
                <a:latin typeface="Times New Roman" pitchFamily="18" charset="0"/>
              </a:endParaRPr>
            </a:p>
          </p:txBody>
        </p:sp>
        <p:sp>
          <p:nvSpPr>
            <p:cNvPr id="860171" name="Rectangle 11"/>
            <p:cNvSpPr>
              <a:spLocks noChangeArrowheads="1"/>
            </p:cNvSpPr>
            <p:nvPr/>
          </p:nvSpPr>
          <p:spPr bwMode="auto">
            <a:xfrm>
              <a:off x="171" y="1536"/>
              <a:ext cx="37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y</a:t>
              </a:r>
              <a:r>
                <a:rPr lang="en-US" altLang="zh-CN" sz="3200" baseline="-25000">
                  <a:latin typeface="Times New Roman" pitchFamily="18" charset="0"/>
                </a:rPr>
                <a:t>1</a:t>
              </a:r>
              <a:endParaRPr lang="zh-CN" altLang="en-US" sz="3200">
                <a:latin typeface="Times New Roman" pitchFamily="18" charset="0"/>
              </a:endParaRPr>
            </a:p>
          </p:txBody>
        </p:sp>
        <p:sp>
          <p:nvSpPr>
            <p:cNvPr id="860172" name="Rectangle 12"/>
            <p:cNvSpPr>
              <a:spLocks noChangeArrowheads="1"/>
            </p:cNvSpPr>
            <p:nvPr/>
          </p:nvSpPr>
          <p:spPr bwMode="auto">
            <a:xfrm>
              <a:off x="-45" y="1104"/>
              <a:ext cx="693"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y</a:t>
              </a:r>
              <a:r>
                <a:rPr lang="en-US" altLang="zh-CN" sz="3200" baseline="-25000">
                  <a:latin typeface="Times New Roman" pitchFamily="18" charset="0"/>
                </a:rPr>
                <a:t>2</a:t>
              </a:r>
              <a:r>
                <a:rPr lang="en-US" altLang="zh-CN" sz="3200">
                  <a:latin typeface="Times New Roman" pitchFamily="18" charset="0"/>
                </a:rPr>
                <a:t>=d</a:t>
              </a:r>
              <a:endParaRPr lang="zh-CN" altLang="en-US" sz="3200">
                <a:latin typeface="Times New Roman" pitchFamily="18" charset="0"/>
              </a:endParaRPr>
            </a:p>
          </p:txBody>
        </p:sp>
        <p:sp>
          <p:nvSpPr>
            <p:cNvPr id="860173" name="Line 13"/>
            <p:cNvSpPr>
              <a:spLocks noChangeShapeType="1"/>
            </p:cNvSpPr>
            <p:nvPr/>
          </p:nvSpPr>
          <p:spPr bwMode="auto">
            <a:xfrm>
              <a:off x="1056" y="1248"/>
              <a:ext cx="0" cy="1344"/>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174" name="Line 14"/>
            <p:cNvSpPr>
              <a:spLocks noChangeShapeType="1"/>
            </p:cNvSpPr>
            <p:nvPr/>
          </p:nvSpPr>
          <p:spPr bwMode="auto">
            <a:xfrm>
              <a:off x="1920" y="1248"/>
              <a:ext cx="0" cy="1344"/>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175" name="Line 15"/>
            <p:cNvSpPr>
              <a:spLocks noChangeShapeType="1"/>
            </p:cNvSpPr>
            <p:nvPr/>
          </p:nvSpPr>
          <p:spPr bwMode="auto">
            <a:xfrm>
              <a:off x="2784" y="1248"/>
              <a:ext cx="0" cy="1344"/>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176" name="Line 16"/>
            <p:cNvSpPr>
              <a:spLocks noChangeShapeType="1"/>
            </p:cNvSpPr>
            <p:nvPr/>
          </p:nvSpPr>
          <p:spPr bwMode="auto">
            <a:xfrm>
              <a:off x="576" y="1248"/>
              <a:ext cx="2208"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177" name="Line 17"/>
            <p:cNvSpPr>
              <a:spLocks noChangeShapeType="1"/>
            </p:cNvSpPr>
            <p:nvPr/>
          </p:nvSpPr>
          <p:spPr bwMode="auto">
            <a:xfrm>
              <a:off x="576" y="1776"/>
              <a:ext cx="2208"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178" name="Line 18"/>
            <p:cNvSpPr>
              <a:spLocks noChangeShapeType="1"/>
            </p:cNvSpPr>
            <p:nvPr/>
          </p:nvSpPr>
          <p:spPr bwMode="auto">
            <a:xfrm>
              <a:off x="576" y="2304"/>
              <a:ext cx="2208"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860179" name="Object 19"/>
          <p:cNvGraphicFramePr>
            <a:graphicFrameLocks noChangeAspect="1"/>
          </p:cNvGraphicFramePr>
          <p:nvPr/>
        </p:nvGraphicFramePr>
        <p:xfrm>
          <a:off x="4572000" y="1219200"/>
          <a:ext cx="2924175" cy="769938"/>
        </p:xfrm>
        <a:graphic>
          <a:graphicData uri="http://schemas.openxmlformats.org/presentationml/2006/ole">
            <mc:AlternateContent xmlns:mc="http://schemas.openxmlformats.org/markup-compatibility/2006">
              <mc:Choice xmlns:v="urn:schemas-microsoft-com:vml" Requires="v">
                <p:oleObj spid="_x0000_s925722" name="Equation" r:id="rId4" imgW="1358640" imgH="330120" progId="Equation.3">
                  <p:embed/>
                </p:oleObj>
              </mc:Choice>
              <mc:Fallback>
                <p:oleObj name="Equation" r:id="rId4" imgW="1358640" imgH="33012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1219200"/>
                        <a:ext cx="2924175" cy="769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180" name="Object 20"/>
          <p:cNvGraphicFramePr>
            <a:graphicFrameLocks noChangeAspect="1"/>
          </p:cNvGraphicFramePr>
          <p:nvPr/>
        </p:nvGraphicFramePr>
        <p:xfrm>
          <a:off x="4495800" y="1981200"/>
          <a:ext cx="5410200" cy="838200"/>
        </p:xfrm>
        <a:graphic>
          <a:graphicData uri="http://schemas.openxmlformats.org/presentationml/2006/ole">
            <mc:AlternateContent xmlns:mc="http://schemas.openxmlformats.org/markup-compatibility/2006">
              <mc:Choice xmlns:v="urn:schemas-microsoft-com:vml" Requires="v">
                <p:oleObj spid="_x0000_s925723" name="Equation" r:id="rId6" imgW="2654280" imgH="393480" progId="Equation.3">
                  <p:embed/>
                </p:oleObj>
              </mc:Choice>
              <mc:Fallback>
                <p:oleObj name="Equation" r:id="rId6" imgW="2654280" imgH="393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5800" y="1981200"/>
                        <a:ext cx="54102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181" name="Object 21"/>
          <p:cNvGraphicFramePr>
            <a:graphicFrameLocks noChangeAspect="1"/>
          </p:cNvGraphicFramePr>
          <p:nvPr/>
        </p:nvGraphicFramePr>
        <p:xfrm>
          <a:off x="4495800" y="2667000"/>
          <a:ext cx="5284788" cy="838200"/>
        </p:xfrm>
        <a:graphic>
          <a:graphicData uri="http://schemas.openxmlformats.org/presentationml/2006/ole">
            <mc:AlternateContent xmlns:mc="http://schemas.openxmlformats.org/markup-compatibility/2006">
              <mc:Choice xmlns:v="urn:schemas-microsoft-com:vml" Requires="v">
                <p:oleObj spid="_x0000_s925724" name="Equation" r:id="rId8" imgW="2755800" imgH="393480" progId="Equation.3">
                  <p:embed/>
                </p:oleObj>
              </mc:Choice>
              <mc:Fallback>
                <p:oleObj name="Equation" r:id="rId8" imgW="2755800" imgH="3934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95800" y="2667000"/>
                        <a:ext cx="5284788"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182" name="Object 22"/>
          <p:cNvGraphicFramePr>
            <a:graphicFrameLocks noChangeAspect="1"/>
          </p:cNvGraphicFramePr>
          <p:nvPr/>
        </p:nvGraphicFramePr>
        <p:xfrm>
          <a:off x="4813300" y="3429000"/>
          <a:ext cx="5016500" cy="838200"/>
        </p:xfrm>
        <a:graphic>
          <a:graphicData uri="http://schemas.openxmlformats.org/presentationml/2006/ole">
            <mc:AlternateContent xmlns:mc="http://schemas.openxmlformats.org/markup-compatibility/2006">
              <mc:Choice xmlns:v="urn:schemas-microsoft-com:vml" Requires="v">
                <p:oleObj spid="_x0000_s925725" name="Equation" r:id="rId10" imgW="2616120" imgH="393480" progId="Equation.3">
                  <p:embed/>
                </p:oleObj>
              </mc:Choice>
              <mc:Fallback>
                <p:oleObj name="Equation" r:id="rId10" imgW="2616120" imgH="39348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13300" y="3429000"/>
                        <a:ext cx="50165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183" name="Object 23"/>
          <p:cNvGraphicFramePr>
            <a:graphicFrameLocks noChangeAspect="1"/>
          </p:cNvGraphicFramePr>
          <p:nvPr/>
        </p:nvGraphicFramePr>
        <p:xfrm>
          <a:off x="4787900" y="4114800"/>
          <a:ext cx="5040313" cy="838200"/>
        </p:xfrm>
        <a:graphic>
          <a:graphicData uri="http://schemas.openxmlformats.org/presentationml/2006/ole">
            <mc:AlternateContent xmlns:mc="http://schemas.openxmlformats.org/markup-compatibility/2006">
              <mc:Choice xmlns:v="urn:schemas-microsoft-com:vml" Requires="v">
                <p:oleObj spid="_x0000_s925726" name="Equation" r:id="rId12" imgW="2628720" imgH="393480" progId="Equation.3">
                  <p:embed/>
                </p:oleObj>
              </mc:Choice>
              <mc:Fallback>
                <p:oleObj name="Equation" r:id="rId12" imgW="2628720" imgH="39348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87900" y="4114800"/>
                        <a:ext cx="5040313"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184" name="Object 24"/>
          <p:cNvGraphicFramePr>
            <a:graphicFrameLocks noChangeAspect="1"/>
          </p:cNvGraphicFramePr>
          <p:nvPr/>
        </p:nvGraphicFramePr>
        <p:xfrm>
          <a:off x="2133600" y="4800600"/>
          <a:ext cx="7523163" cy="838200"/>
        </p:xfrm>
        <a:graphic>
          <a:graphicData uri="http://schemas.openxmlformats.org/presentationml/2006/ole">
            <mc:AlternateContent xmlns:mc="http://schemas.openxmlformats.org/markup-compatibility/2006">
              <mc:Choice xmlns:v="urn:schemas-microsoft-com:vml" Requires="v">
                <p:oleObj spid="_x0000_s925727" name="Equation" r:id="rId14" imgW="3924000" imgH="393480" progId="Equation.3">
                  <p:embed/>
                </p:oleObj>
              </mc:Choice>
              <mc:Fallback>
                <p:oleObj name="Equation" r:id="rId14" imgW="3924000" imgH="39348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33600" y="4800600"/>
                        <a:ext cx="7523163"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60185" name="Group 25"/>
          <p:cNvGrpSpPr>
            <a:grpSpLocks/>
          </p:cNvGrpSpPr>
          <p:nvPr/>
        </p:nvGrpSpPr>
        <p:grpSpPr bwMode="auto">
          <a:xfrm>
            <a:off x="1219200" y="1752600"/>
            <a:ext cx="533400" cy="579438"/>
            <a:chOff x="240" y="3504"/>
            <a:chExt cx="336" cy="365"/>
          </a:xfrm>
        </p:grpSpPr>
        <p:sp>
          <p:nvSpPr>
            <p:cNvPr id="860186" name="Oval 26"/>
            <p:cNvSpPr>
              <a:spLocks noChangeArrowheads="1"/>
            </p:cNvSpPr>
            <p:nvPr/>
          </p:nvSpPr>
          <p:spPr bwMode="auto">
            <a:xfrm>
              <a:off x="240" y="3552"/>
              <a:ext cx="336" cy="288"/>
            </a:xfrm>
            <a:prstGeom prst="ellipse">
              <a:avLst/>
            </a:prstGeom>
            <a:solidFill>
              <a:srgbClr val="FFFF99"/>
            </a:solidFill>
            <a:ln w="38100">
              <a:solidFill>
                <a:srgbClr val="FFFF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187" name="Rectangle 27"/>
            <p:cNvSpPr>
              <a:spLocks noChangeArrowheads="1"/>
            </p:cNvSpPr>
            <p:nvPr/>
          </p:nvSpPr>
          <p:spPr bwMode="auto">
            <a:xfrm>
              <a:off x="288" y="3504"/>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1</a:t>
              </a:r>
              <a:endParaRPr lang="zh-CN" altLang="en-US" sz="3200">
                <a:latin typeface="Times New Roman" pitchFamily="18" charset="0"/>
              </a:endParaRPr>
            </a:p>
          </p:txBody>
        </p:sp>
      </p:grpSp>
      <p:grpSp>
        <p:nvGrpSpPr>
          <p:cNvPr id="860188" name="Group 28"/>
          <p:cNvGrpSpPr>
            <a:grpSpLocks/>
          </p:cNvGrpSpPr>
          <p:nvPr/>
        </p:nvGrpSpPr>
        <p:grpSpPr bwMode="auto">
          <a:xfrm>
            <a:off x="3581400" y="1752600"/>
            <a:ext cx="533400" cy="579438"/>
            <a:chOff x="240" y="3504"/>
            <a:chExt cx="336" cy="365"/>
          </a:xfrm>
        </p:grpSpPr>
        <p:sp>
          <p:nvSpPr>
            <p:cNvPr id="860189" name="Oval 29"/>
            <p:cNvSpPr>
              <a:spLocks noChangeArrowheads="1"/>
            </p:cNvSpPr>
            <p:nvPr/>
          </p:nvSpPr>
          <p:spPr bwMode="auto">
            <a:xfrm>
              <a:off x="240" y="3552"/>
              <a:ext cx="336" cy="288"/>
            </a:xfrm>
            <a:prstGeom prst="ellipse">
              <a:avLst/>
            </a:prstGeom>
            <a:solidFill>
              <a:srgbClr val="FFFF99"/>
            </a:solidFill>
            <a:ln w="38100">
              <a:solidFill>
                <a:srgbClr val="FFFF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190" name="Rectangle 30"/>
            <p:cNvSpPr>
              <a:spLocks noChangeArrowheads="1"/>
            </p:cNvSpPr>
            <p:nvPr/>
          </p:nvSpPr>
          <p:spPr bwMode="auto">
            <a:xfrm>
              <a:off x="288" y="3504"/>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1</a:t>
              </a:r>
              <a:endParaRPr lang="zh-CN" altLang="en-US" sz="3200">
                <a:latin typeface="Times New Roman" pitchFamily="18" charset="0"/>
              </a:endParaRPr>
            </a:p>
          </p:txBody>
        </p:sp>
      </p:grpSp>
      <p:grpSp>
        <p:nvGrpSpPr>
          <p:cNvPr id="860191" name="Group 31"/>
          <p:cNvGrpSpPr>
            <a:grpSpLocks/>
          </p:cNvGrpSpPr>
          <p:nvPr/>
        </p:nvGrpSpPr>
        <p:grpSpPr bwMode="auto">
          <a:xfrm>
            <a:off x="1219200" y="3352800"/>
            <a:ext cx="533400" cy="579438"/>
            <a:chOff x="240" y="3504"/>
            <a:chExt cx="336" cy="365"/>
          </a:xfrm>
        </p:grpSpPr>
        <p:sp>
          <p:nvSpPr>
            <p:cNvPr id="860192" name="Oval 32"/>
            <p:cNvSpPr>
              <a:spLocks noChangeArrowheads="1"/>
            </p:cNvSpPr>
            <p:nvPr/>
          </p:nvSpPr>
          <p:spPr bwMode="auto">
            <a:xfrm>
              <a:off x="240" y="3552"/>
              <a:ext cx="336" cy="288"/>
            </a:xfrm>
            <a:prstGeom prst="ellipse">
              <a:avLst/>
            </a:prstGeom>
            <a:solidFill>
              <a:srgbClr val="FFFF99"/>
            </a:solidFill>
            <a:ln w="38100">
              <a:solidFill>
                <a:srgbClr val="FFFF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193" name="Rectangle 33"/>
            <p:cNvSpPr>
              <a:spLocks noChangeArrowheads="1"/>
            </p:cNvSpPr>
            <p:nvPr/>
          </p:nvSpPr>
          <p:spPr bwMode="auto">
            <a:xfrm>
              <a:off x="288" y="3504"/>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1</a:t>
              </a:r>
              <a:endParaRPr lang="zh-CN" altLang="en-US" sz="3200">
                <a:latin typeface="Times New Roman" pitchFamily="18" charset="0"/>
              </a:endParaRPr>
            </a:p>
          </p:txBody>
        </p:sp>
      </p:grpSp>
      <p:grpSp>
        <p:nvGrpSpPr>
          <p:cNvPr id="860194" name="Group 34"/>
          <p:cNvGrpSpPr>
            <a:grpSpLocks/>
          </p:cNvGrpSpPr>
          <p:nvPr/>
        </p:nvGrpSpPr>
        <p:grpSpPr bwMode="auto">
          <a:xfrm>
            <a:off x="3581400" y="3352800"/>
            <a:ext cx="533400" cy="579438"/>
            <a:chOff x="240" y="3504"/>
            <a:chExt cx="336" cy="365"/>
          </a:xfrm>
        </p:grpSpPr>
        <p:sp>
          <p:nvSpPr>
            <p:cNvPr id="860195" name="Oval 35"/>
            <p:cNvSpPr>
              <a:spLocks noChangeArrowheads="1"/>
            </p:cNvSpPr>
            <p:nvPr/>
          </p:nvSpPr>
          <p:spPr bwMode="auto">
            <a:xfrm>
              <a:off x="240" y="3552"/>
              <a:ext cx="336" cy="288"/>
            </a:xfrm>
            <a:prstGeom prst="ellipse">
              <a:avLst/>
            </a:prstGeom>
            <a:solidFill>
              <a:srgbClr val="FFFF99"/>
            </a:solidFill>
            <a:ln w="38100">
              <a:solidFill>
                <a:srgbClr val="FFFF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196" name="Rectangle 36"/>
            <p:cNvSpPr>
              <a:spLocks noChangeArrowheads="1"/>
            </p:cNvSpPr>
            <p:nvPr/>
          </p:nvSpPr>
          <p:spPr bwMode="auto">
            <a:xfrm>
              <a:off x="288" y="3504"/>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1</a:t>
              </a:r>
              <a:endParaRPr lang="zh-CN" altLang="en-US" sz="3200">
                <a:latin typeface="Times New Roman" pitchFamily="18" charset="0"/>
              </a:endParaRPr>
            </a:p>
          </p:txBody>
        </p:sp>
      </p:grpSp>
      <p:grpSp>
        <p:nvGrpSpPr>
          <p:cNvPr id="860197" name="Group 37"/>
          <p:cNvGrpSpPr>
            <a:grpSpLocks/>
          </p:cNvGrpSpPr>
          <p:nvPr/>
        </p:nvGrpSpPr>
        <p:grpSpPr bwMode="auto">
          <a:xfrm>
            <a:off x="2362200" y="1752600"/>
            <a:ext cx="533400" cy="579438"/>
            <a:chOff x="864" y="3120"/>
            <a:chExt cx="336" cy="365"/>
          </a:xfrm>
        </p:grpSpPr>
        <p:sp>
          <p:nvSpPr>
            <p:cNvPr id="860198" name="Oval 38"/>
            <p:cNvSpPr>
              <a:spLocks noChangeArrowheads="1"/>
            </p:cNvSpPr>
            <p:nvPr/>
          </p:nvSpPr>
          <p:spPr bwMode="auto">
            <a:xfrm>
              <a:off x="864" y="3168"/>
              <a:ext cx="336" cy="288"/>
            </a:xfrm>
            <a:prstGeom prst="ellipse">
              <a:avLst/>
            </a:prstGeom>
            <a:solidFill>
              <a:srgbClr val="FF99CC"/>
            </a:solidFill>
            <a:ln>
              <a:noFill/>
            </a:ln>
            <a:effectLst/>
            <a:extLst>
              <a:ext uri="{91240B29-F687-4F45-9708-019B960494DF}">
                <a14:hiddenLine xmlns:a14="http://schemas.microsoft.com/office/drawing/2010/main" w="38100">
                  <a:solidFill>
                    <a:srgbClr val="FFFF99"/>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199" name="Rectangle 39"/>
            <p:cNvSpPr>
              <a:spLocks noChangeArrowheads="1"/>
            </p:cNvSpPr>
            <p:nvPr/>
          </p:nvSpPr>
          <p:spPr bwMode="auto">
            <a:xfrm>
              <a:off x="912" y="3120"/>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4</a:t>
              </a:r>
              <a:endParaRPr lang="zh-CN" altLang="en-US" sz="3200">
                <a:latin typeface="Times New Roman" pitchFamily="18" charset="0"/>
              </a:endParaRPr>
            </a:p>
          </p:txBody>
        </p:sp>
      </p:grpSp>
      <p:grpSp>
        <p:nvGrpSpPr>
          <p:cNvPr id="860200" name="Group 40"/>
          <p:cNvGrpSpPr>
            <a:grpSpLocks/>
          </p:cNvGrpSpPr>
          <p:nvPr/>
        </p:nvGrpSpPr>
        <p:grpSpPr bwMode="auto">
          <a:xfrm>
            <a:off x="1143000" y="2590800"/>
            <a:ext cx="533400" cy="579438"/>
            <a:chOff x="864" y="3120"/>
            <a:chExt cx="336" cy="365"/>
          </a:xfrm>
        </p:grpSpPr>
        <p:sp>
          <p:nvSpPr>
            <p:cNvPr id="860201" name="Oval 41"/>
            <p:cNvSpPr>
              <a:spLocks noChangeArrowheads="1"/>
            </p:cNvSpPr>
            <p:nvPr/>
          </p:nvSpPr>
          <p:spPr bwMode="auto">
            <a:xfrm>
              <a:off x="864" y="3168"/>
              <a:ext cx="336" cy="288"/>
            </a:xfrm>
            <a:prstGeom prst="ellipse">
              <a:avLst/>
            </a:prstGeom>
            <a:solidFill>
              <a:srgbClr val="FF99CC"/>
            </a:solidFill>
            <a:ln>
              <a:noFill/>
            </a:ln>
            <a:effectLst/>
            <a:extLst>
              <a:ext uri="{91240B29-F687-4F45-9708-019B960494DF}">
                <a14:hiddenLine xmlns:a14="http://schemas.microsoft.com/office/drawing/2010/main" w="38100">
                  <a:solidFill>
                    <a:srgbClr val="FFFF99"/>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02" name="Rectangle 42"/>
            <p:cNvSpPr>
              <a:spLocks noChangeArrowheads="1"/>
            </p:cNvSpPr>
            <p:nvPr/>
          </p:nvSpPr>
          <p:spPr bwMode="auto">
            <a:xfrm>
              <a:off x="912" y="3120"/>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4</a:t>
              </a:r>
              <a:endParaRPr lang="zh-CN" altLang="en-US" sz="3200">
                <a:latin typeface="Times New Roman" pitchFamily="18" charset="0"/>
              </a:endParaRPr>
            </a:p>
          </p:txBody>
        </p:sp>
      </p:grpSp>
      <p:grpSp>
        <p:nvGrpSpPr>
          <p:cNvPr id="860203" name="Group 43"/>
          <p:cNvGrpSpPr>
            <a:grpSpLocks/>
          </p:cNvGrpSpPr>
          <p:nvPr/>
        </p:nvGrpSpPr>
        <p:grpSpPr bwMode="auto">
          <a:xfrm>
            <a:off x="3581400" y="2514600"/>
            <a:ext cx="533400" cy="579438"/>
            <a:chOff x="864" y="3120"/>
            <a:chExt cx="336" cy="365"/>
          </a:xfrm>
        </p:grpSpPr>
        <p:sp>
          <p:nvSpPr>
            <p:cNvPr id="860204" name="Oval 44"/>
            <p:cNvSpPr>
              <a:spLocks noChangeArrowheads="1"/>
            </p:cNvSpPr>
            <p:nvPr/>
          </p:nvSpPr>
          <p:spPr bwMode="auto">
            <a:xfrm>
              <a:off x="864" y="3168"/>
              <a:ext cx="336" cy="288"/>
            </a:xfrm>
            <a:prstGeom prst="ellipse">
              <a:avLst/>
            </a:prstGeom>
            <a:solidFill>
              <a:srgbClr val="FF99CC"/>
            </a:solidFill>
            <a:ln>
              <a:noFill/>
            </a:ln>
            <a:effectLst/>
            <a:extLst>
              <a:ext uri="{91240B29-F687-4F45-9708-019B960494DF}">
                <a14:hiddenLine xmlns:a14="http://schemas.microsoft.com/office/drawing/2010/main" w="38100">
                  <a:solidFill>
                    <a:srgbClr val="FFFF99"/>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05" name="Rectangle 45"/>
            <p:cNvSpPr>
              <a:spLocks noChangeArrowheads="1"/>
            </p:cNvSpPr>
            <p:nvPr/>
          </p:nvSpPr>
          <p:spPr bwMode="auto">
            <a:xfrm>
              <a:off x="912" y="3120"/>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4</a:t>
              </a:r>
              <a:endParaRPr lang="zh-CN" altLang="en-US" sz="3200">
                <a:latin typeface="Times New Roman" pitchFamily="18" charset="0"/>
              </a:endParaRPr>
            </a:p>
          </p:txBody>
        </p:sp>
      </p:grpSp>
      <p:grpSp>
        <p:nvGrpSpPr>
          <p:cNvPr id="860206" name="Group 46"/>
          <p:cNvGrpSpPr>
            <a:grpSpLocks/>
          </p:cNvGrpSpPr>
          <p:nvPr/>
        </p:nvGrpSpPr>
        <p:grpSpPr bwMode="auto">
          <a:xfrm>
            <a:off x="2438400" y="3352800"/>
            <a:ext cx="533400" cy="579438"/>
            <a:chOff x="864" y="3120"/>
            <a:chExt cx="336" cy="365"/>
          </a:xfrm>
        </p:grpSpPr>
        <p:sp>
          <p:nvSpPr>
            <p:cNvPr id="860207" name="Oval 47"/>
            <p:cNvSpPr>
              <a:spLocks noChangeArrowheads="1"/>
            </p:cNvSpPr>
            <p:nvPr/>
          </p:nvSpPr>
          <p:spPr bwMode="auto">
            <a:xfrm>
              <a:off x="864" y="3168"/>
              <a:ext cx="336" cy="288"/>
            </a:xfrm>
            <a:prstGeom prst="ellipse">
              <a:avLst/>
            </a:prstGeom>
            <a:solidFill>
              <a:srgbClr val="FF99CC"/>
            </a:solidFill>
            <a:ln>
              <a:noFill/>
            </a:ln>
            <a:effectLst/>
            <a:extLst>
              <a:ext uri="{91240B29-F687-4F45-9708-019B960494DF}">
                <a14:hiddenLine xmlns:a14="http://schemas.microsoft.com/office/drawing/2010/main" w="38100">
                  <a:solidFill>
                    <a:srgbClr val="FFFF99"/>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08" name="Rectangle 48"/>
            <p:cNvSpPr>
              <a:spLocks noChangeArrowheads="1"/>
            </p:cNvSpPr>
            <p:nvPr/>
          </p:nvSpPr>
          <p:spPr bwMode="auto">
            <a:xfrm>
              <a:off x="912" y="3120"/>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4</a:t>
              </a:r>
              <a:endParaRPr lang="zh-CN" altLang="en-US" sz="3200">
                <a:latin typeface="Times New Roman" pitchFamily="18" charset="0"/>
              </a:endParaRPr>
            </a:p>
          </p:txBody>
        </p:sp>
      </p:grpSp>
      <p:grpSp>
        <p:nvGrpSpPr>
          <p:cNvPr id="860209" name="Group 49"/>
          <p:cNvGrpSpPr>
            <a:grpSpLocks/>
          </p:cNvGrpSpPr>
          <p:nvPr/>
        </p:nvGrpSpPr>
        <p:grpSpPr bwMode="auto">
          <a:xfrm>
            <a:off x="2362200" y="2590800"/>
            <a:ext cx="635000" cy="579438"/>
            <a:chOff x="608" y="3379"/>
            <a:chExt cx="400" cy="365"/>
          </a:xfrm>
        </p:grpSpPr>
        <p:sp>
          <p:nvSpPr>
            <p:cNvPr id="860210" name="Oval 50"/>
            <p:cNvSpPr>
              <a:spLocks noChangeArrowheads="1"/>
            </p:cNvSpPr>
            <p:nvPr/>
          </p:nvSpPr>
          <p:spPr bwMode="auto">
            <a:xfrm>
              <a:off x="624" y="3408"/>
              <a:ext cx="384" cy="336"/>
            </a:xfrm>
            <a:prstGeom prst="ellipse">
              <a:avLst/>
            </a:prstGeom>
            <a:solidFill>
              <a:srgbClr val="CCFFFF"/>
            </a:solidFill>
            <a:ln>
              <a:noFill/>
            </a:ln>
            <a:effectLst/>
            <a:extLst>
              <a:ext uri="{91240B29-F687-4F45-9708-019B960494DF}">
                <a14:hiddenLine xmlns:a14="http://schemas.microsoft.com/office/drawing/2010/main" w="38100">
                  <a:solidFill>
                    <a:srgbClr val="FFFF99"/>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11" name="Rectangle 51"/>
            <p:cNvSpPr>
              <a:spLocks noChangeArrowheads="1"/>
            </p:cNvSpPr>
            <p:nvPr/>
          </p:nvSpPr>
          <p:spPr bwMode="auto">
            <a:xfrm>
              <a:off x="608" y="3379"/>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16</a:t>
              </a:r>
              <a:endParaRPr lang="zh-CN" altLang="en-US" sz="3200">
                <a:latin typeface="Times New Roman" pitchFamily="18" charset="0"/>
              </a:endParaRPr>
            </a:p>
          </p:txBody>
        </p:sp>
      </p:grpSp>
    </p:spTree>
    <p:custDataLst>
      <p:tags r:id="rId2"/>
    </p:custDataLst>
    <p:extLst>
      <p:ext uri="{BB962C8B-B14F-4D97-AF65-F5344CB8AC3E}">
        <p14:creationId xmlns:p14="http://schemas.microsoft.com/office/powerpoint/2010/main" val="5897806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60179"/>
                                        </p:tgtEl>
                                        <p:attrNameLst>
                                          <p:attrName>style.visibility</p:attrName>
                                        </p:attrNameLst>
                                      </p:cBhvr>
                                      <p:to>
                                        <p:strVal val="visible"/>
                                      </p:to>
                                    </p:set>
                                    <p:animEffect transition="in" filter="dissolve">
                                      <p:cBhvr>
                                        <p:cTn id="7" dur="500"/>
                                        <p:tgtEl>
                                          <p:spTgt spid="8601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60180"/>
                                        </p:tgtEl>
                                        <p:attrNameLst>
                                          <p:attrName>style.visibility</p:attrName>
                                        </p:attrNameLst>
                                      </p:cBhvr>
                                      <p:to>
                                        <p:strVal val="visible"/>
                                      </p:to>
                                    </p:set>
                                    <p:animEffect transition="in" filter="dissolve">
                                      <p:cBhvr>
                                        <p:cTn id="12" dur="500"/>
                                        <p:tgtEl>
                                          <p:spTgt spid="8601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60181"/>
                                        </p:tgtEl>
                                        <p:attrNameLst>
                                          <p:attrName>style.visibility</p:attrName>
                                        </p:attrNameLst>
                                      </p:cBhvr>
                                      <p:to>
                                        <p:strVal val="visible"/>
                                      </p:to>
                                    </p:set>
                                    <p:animEffect transition="in" filter="dissolve">
                                      <p:cBhvr>
                                        <p:cTn id="17" dur="500"/>
                                        <p:tgtEl>
                                          <p:spTgt spid="86018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60182"/>
                                        </p:tgtEl>
                                        <p:attrNameLst>
                                          <p:attrName>style.visibility</p:attrName>
                                        </p:attrNameLst>
                                      </p:cBhvr>
                                      <p:to>
                                        <p:strVal val="visible"/>
                                      </p:to>
                                    </p:set>
                                    <p:animEffect transition="in" filter="dissolve">
                                      <p:cBhvr>
                                        <p:cTn id="22" dur="500"/>
                                        <p:tgtEl>
                                          <p:spTgt spid="86018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860183"/>
                                        </p:tgtEl>
                                        <p:attrNameLst>
                                          <p:attrName>style.visibility</p:attrName>
                                        </p:attrNameLst>
                                      </p:cBhvr>
                                      <p:to>
                                        <p:strVal val="visible"/>
                                      </p:to>
                                    </p:set>
                                    <p:animEffect transition="in" filter="dissolve">
                                      <p:cBhvr>
                                        <p:cTn id="27" dur="500"/>
                                        <p:tgtEl>
                                          <p:spTgt spid="86018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860184"/>
                                        </p:tgtEl>
                                        <p:attrNameLst>
                                          <p:attrName>style.visibility</p:attrName>
                                        </p:attrNameLst>
                                      </p:cBhvr>
                                      <p:to>
                                        <p:strVal val="visible"/>
                                      </p:to>
                                    </p:set>
                                    <p:animEffect transition="in" filter="dissolve">
                                      <p:cBhvr>
                                        <p:cTn id="32" dur="500"/>
                                        <p:tgtEl>
                                          <p:spTgt spid="86018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860185"/>
                                        </p:tgtEl>
                                        <p:attrNameLst>
                                          <p:attrName>style.visibility</p:attrName>
                                        </p:attrNameLst>
                                      </p:cBhvr>
                                      <p:to>
                                        <p:strVal val="visible"/>
                                      </p:to>
                                    </p:set>
                                    <p:animEffect transition="in" filter="dissolve">
                                      <p:cBhvr>
                                        <p:cTn id="37" dur="500"/>
                                        <p:tgtEl>
                                          <p:spTgt spid="860185"/>
                                        </p:tgtEl>
                                      </p:cBhvr>
                                    </p:animEffect>
                                  </p:childTnLst>
                                </p:cTn>
                              </p:par>
                            </p:childTnLst>
                          </p:cTn>
                        </p:par>
                        <p:par>
                          <p:cTn id="38" fill="hold" nodeType="afterGroup">
                            <p:stCondLst>
                              <p:cond delay="500"/>
                            </p:stCondLst>
                            <p:childTnLst>
                              <p:par>
                                <p:cTn id="39" presetID="9" presetClass="entr" presetSubtype="0" fill="hold" nodeType="afterEffect">
                                  <p:stCondLst>
                                    <p:cond delay="0"/>
                                  </p:stCondLst>
                                  <p:childTnLst>
                                    <p:set>
                                      <p:cBhvr>
                                        <p:cTn id="40" dur="1" fill="hold">
                                          <p:stCondLst>
                                            <p:cond delay="0"/>
                                          </p:stCondLst>
                                        </p:cTn>
                                        <p:tgtEl>
                                          <p:spTgt spid="860188"/>
                                        </p:tgtEl>
                                        <p:attrNameLst>
                                          <p:attrName>style.visibility</p:attrName>
                                        </p:attrNameLst>
                                      </p:cBhvr>
                                      <p:to>
                                        <p:strVal val="visible"/>
                                      </p:to>
                                    </p:set>
                                    <p:animEffect transition="in" filter="dissolve">
                                      <p:cBhvr>
                                        <p:cTn id="41" dur="500"/>
                                        <p:tgtEl>
                                          <p:spTgt spid="860188"/>
                                        </p:tgtEl>
                                      </p:cBhvr>
                                    </p:animEffect>
                                  </p:childTnLst>
                                </p:cTn>
                              </p:par>
                            </p:childTnLst>
                          </p:cTn>
                        </p:par>
                        <p:par>
                          <p:cTn id="42" fill="hold" nodeType="afterGroup">
                            <p:stCondLst>
                              <p:cond delay="1000"/>
                            </p:stCondLst>
                            <p:childTnLst>
                              <p:par>
                                <p:cTn id="43" presetID="9" presetClass="entr" presetSubtype="0" fill="hold" nodeType="afterEffect">
                                  <p:stCondLst>
                                    <p:cond delay="0"/>
                                  </p:stCondLst>
                                  <p:childTnLst>
                                    <p:set>
                                      <p:cBhvr>
                                        <p:cTn id="44" dur="1" fill="hold">
                                          <p:stCondLst>
                                            <p:cond delay="0"/>
                                          </p:stCondLst>
                                        </p:cTn>
                                        <p:tgtEl>
                                          <p:spTgt spid="860191"/>
                                        </p:tgtEl>
                                        <p:attrNameLst>
                                          <p:attrName>style.visibility</p:attrName>
                                        </p:attrNameLst>
                                      </p:cBhvr>
                                      <p:to>
                                        <p:strVal val="visible"/>
                                      </p:to>
                                    </p:set>
                                    <p:animEffect transition="in" filter="dissolve">
                                      <p:cBhvr>
                                        <p:cTn id="45" dur="500"/>
                                        <p:tgtEl>
                                          <p:spTgt spid="860191"/>
                                        </p:tgtEl>
                                      </p:cBhvr>
                                    </p:animEffect>
                                  </p:childTnLst>
                                </p:cTn>
                              </p:par>
                            </p:childTnLst>
                          </p:cTn>
                        </p:par>
                        <p:par>
                          <p:cTn id="46" fill="hold" nodeType="afterGroup">
                            <p:stCondLst>
                              <p:cond delay="1500"/>
                            </p:stCondLst>
                            <p:childTnLst>
                              <p:par>
                                <p:cTn id="47" presetID="9" presetClass="entr" presetSubtype="0" fill="hold" nodeType="afterEffect">
                                  <p:stCondLst>
                                    <p:cond delay="0"/>
                                  </p:stCondLst>
                                  <p:childTnLst>
                                    <p:set>
                                      <p:cBhvr>
                                        <p:cTn id="48" dur="1" fill="hold">
                                          <p:stCondLst>
                                            <p:cond delay="0"/>
                                          </p:stCondLst>
                                        </p:cTn>
                                        <p:tgtEl>
                                          <p:spTgt spid="860194"/>
                                        </p:tgtEl>
                                        <p:attrNameLst>
                                          <p:attrName>style.visibility</p:attrName>
                                        </p:attrNameLst>
                                      </p:cBhvr>
                                      <p:to>
                                        <p:strVal val="visible"/>
                                      </p:to>
                                    </p:set>
                                    <p:animEffect transition="in" filter="dissolve">
                                      <p:cBhvr>
                                        <p:cTn id="49" dur="500"/>
                                        <p:tgtEl>
                                          <p:spTgt spid="86019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nodeType="clickEffect">
                                  <p:stCondLst>
                                    <p:cond delay="0"/>
                                  </p:stCondLst>
                                  <p:childTnLst>
                                    <p:set>
                                      <p:cBhvr>
                                        <p:cTn id="53" dur="1" fill="hold">
                                          <p:stCondLst>
                                            <p:cond delay="0"/>
                                          </p:stCondLst>
                                        </p:cTn>
                                        <p:tgtEl>
                                          <p:spTgt spid="860197"/>
                                        </p:tgtEl>
                                        <p:attrNameLst>
                                          <p:attrName>style.visibility</p:attrName>
                                        </p:attrNameLst>
                                      </p:cBhvr>
                                      <p:to>
                                        <p:strVal val="visible"/>
                                      </p:to>
                                    </p:set>
                                    <p:animEffect transition="in" filter="dissolve">
                                      <p:cBhvr>
                                        <p:cTn id="54" dur="500"/>
                                        <p:tgtEl>
                                          <p:spTgt spid="860197"/>
                                        </p:tgtEl>
                                      </p:cBhvr>
                                    </p:animEffect>
                                  </p:childTnLst>
                                </p:cTn>
                              </p:par>
                            </p:childTnLst>
                          </p:cTn>
                        </p:par>
                        <p:par>
                          <p:cTn id="55" fill="hold" nodeType="afterGroup">
                            <p:stCondLst>
                              <p:cond delay="500"/>
                            </p:stCondLst>
                            <p:childTnLst>
                              <p:par>
                                <p:cTn id="56" presetID="9" presetClass="entr" presetSubtype="0" fill="hold" nodeType="afterEffect">
                                  <p:stCondLst>
                                    <p:cond delay="0"/>
                                  </p:stCondLst>
                                  <p:childTnLst>
                                    <p:set>
                                      <p:cBhvr>
                                        <p:cTn id="57" dur="1" fill="hold">
                                          <p:stCondLst>
                                            <p:cond delay="0"/>
                                          </p:stCondLst>
                                        </p:cTn>
                                        <p:tgtEl>
                                          <p:spTgt spid="860200"/>
                                        </p:tgtEl>
                                        <p:attrNameLst>
                                          <p:attrName>style.visibility</p:attrName>
                                        </p:attrNameLst>
                                      </p:cBhvr>
                                      <p:to>
                                        <p:strVal val="visible"/>
                                      </p:to>
                                    </p:set>
                                    <p:animEffect transition="in" filter="dissolve">
                                      <p:cBhvr>
                                        <p:cTn id="58" dur="500"/>
                                        <p:tgtEl>
                                          <p:spTgt spid="860200"/>
                                        </p:tgtEl>
                                      </p:cBhvr>
                                    </p:animEffect>
                                  </p:childTnLst>
                                </p:cTn>
                              </p:par>
                            </p:childTnLst>
                          </p:cTn>
                        </p:par>
                        <p:par>
                          <p:cTn id="59" fill="hold" nodeType="afterGroup">
                            <p:stCondLst>
                              <p:cond delay="1000"/>
                            </p:stCondLst>
                            <p:childTnLst>
                              <p:par>
                                <p:cTn id="60" presetID="9" presetClass="entr" presetSubtype="0" fill="hold" nodeType="afterEffect">
                                  <p:stCondLst>
                                    <p:cond delay="0"/>
                                  </p:stCondLst>
                                  <p:childTnLst>
                                    <p:set>
                                      <p:cBhvr>
                                        <p:cTn id="61" dur="1" fill="hold">
                                          <p:stCondLst>
                                            <p:cond delay="0"/>
                                          </p:stCondLst>
                                        </p:cTn>
                                        <p:tgtEl>
                                          <p:spTgt spid="860203"/>
                                        </p:tgtEl>
                                        <p:attrNameLst>
                                          <p:attrName>style.visibility</p:attrName>
                                        </p:attrNameLst>
                                      </p:cBhvr>
                                      <p:to>
                                        <p:strVal val="visible"/>
                                      </p:to>
                                    </p:set>
                                    <p:animEffect transition="in" filter="dissolve">
                                      <p:cBhvr>
                                        <p:cTn id="62" dur="500"/>
                                        <p:tgtEl>
                                          <p:spTgt spid="860203"/>
                                        </p:tgtEl>
                                      </p:cBhvr>
                                    </p:animEffect>
                                  </p:childTnLst>
                                </p:cTn>
                              </p:par>
                            </p:childTnLst>
                          </p:cTn>
                        </p:par>
                        <p:par>
                          <p:cTn id="63" fill="hold" nodeType="afterGroup">
                            <p:stCondLst>
                              <p:cond delay="1500"/>
                            </p:stCondLst>
                            <p:childTnLst>
                              <p:par>
                                <p:cTn id="64" presetID="9" presetClass="entr" presetSubtype="0" fill="hold" nodeType="afterEffect">
                                  <p:stCondLst>
                                    <p:cond delay="0"/>
                                  </p:stCondLst>
                                  <p:childTnLst>
                                    <p:set>
                                      <p:cBhvr>
                                        <p:cTn id="65" dur="1" fill="hold">
                                          <p:stCondLst>
                                            <p:cond delay="0"/>
                                          </p:stCondLst>
                                        </p:cTn>
                                        <p:tgtEl>
                                          <p:spTgt spid="860206"/>
                                        </p:tgtEl>
                                        <p:attrNameLst>
                                          <p:attrName>style.visibility</p:attrName>
                                        </p:attrNameLst>
                                      </p:cBhvr>
                                      <p:to>
                                        <p:strVal val="visible"/>
                                      </p:to>
                                    </p:set>
                                    <p:animEffect transition="in" filter="dissolve">
                                      <p:cBhvr>
                                        <p:cTn id="66" dur="500"/>
                                        <p:tgtEl>
                                          <p:spTgt spid="860206"/>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9" presetClass="entr" presetSubtype="0" fill="hold" nodeType="clickEffect">
                                  <p:stCondLst>
                                    <p:cond delay="0"/>
                                  </p:stCondLst>
                                  <p:childTnLst>
                                    <p:set>
                                      <p:cBhvr>
                                        <p:cTn id="70" dur="1" fill="hold">
                                          <p:stCondLst>
                                            <p:cond delay="0"/>
                                          </p:stCondLst>
                                        </p:cTn>
                                        <p:tgtEl>
                                          <p:spTgt spid="860209"/>
                                        </p:tgtEl>
                                        <p:attrNameLst>
                                          <p:attrName>style.visibility</p:attrName>
                                        </p:attrNameLst>
                                      </p:cBhvr>
                                      <p:to>
                                        <p:strVal val="visible"/>
                                      </p:to>
                                    </p:set>
                                    <p:animEffect transition="in" filter="dissolve">
                                      <p:cBhvr>
                                        <p:cTn id="71" dur="500"/>
                                        <p:tgtEl>
                                          <p:spTgt spid="860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7.5|1.4|2.5|3|2.4|8.5"/>
</p:tagLst>
</file>

<file path=ppt/tags/tag2.xml><?xml version="1.0" encoding="utf-8"?>
<p:tagLst xmlns:a="http://schemas.openxmlformats.org/drawingml/2006/main" xmlns:r="http://schemas.openxmlformats.org/officeDocument/2006/relationships" xmlns:p="http://schemas.openxmlformats.org/presentationml/2006/main">
  <p:tag name="TIMING" val="|1|1.6|4.7"/>
</p:tagLst>
</file>

<file path=ppt/tags/tag3.xml><?xml version="1.0" encoding="utf-8"?>
<p:tagLst xmlns:a="http://schemas.openxmlformats.org/drawingml/2006/main" xmlns:r="http://schemas.openxmlformats.org/officeDocument/2006/relationships" xmlns:p="http://schemas.openxmlformats.org/presentationml/2006/main">
  <p:tag name="TIMING" val="|7|6.9|8.5|1.3|4.8"/>
</p:tagLst>
</file>

<file path=ppt/tags/tag4.xml><?xml version="1.0" encoding="utf-8"?>
<p:tagLst xmlns:a="http://schemas.openxmlformats.org/drawingml/2006/main" xmlns:r="http://schemas.openxmlformats.org/officeDocument/2006/relationships" xmlns:p="http://schemas.openxmlformats.org/presentationml/2006/main">
  <p:tag name="TIMING" val="|18.5|1.2|3.4|4.9"/>
</p:tagLst>
</file>

<file path=ppt/tags/tag5.xml><?xml version="1.0" encoding="utf-8"?>
<p:tagLst xmlns:a="http://schemas.openxmlformats.org/drawingml/2006/main" xmlns:r="http://schemas.openxmlformats.org/officeDocument/2006/relationships" xmlns:p="http://schemas.openxmlformats.org/presentationml/2006/main">
  <p:tag name="TIMING" val="|20.4|26.2"/>
</p:tagLst>
</file>

<file path=ppt/tags/tag6.xml><?xml version="1.0" encoding="utf-8"?>
<p:tagLst xmlns:a="http://schemas.openxmlformats.org/drawingml/2006/main" xmlns:r="http://schemas.openxmlformats.org/officeDocument/2006/relationships" xmlns:p="http://schemas.openxmlformats.org/presentationml/2006/main">
  <p:tag name="TIMING" val="|0.9|5.9|1.6|16.3|4.8|8.5|7.4"/>
</p:tagLst>
</file>

<file path=ppt/tags/tag7.xml><?xml version="1.0" encoding="utf-8"?>
<p:tagLst xmlns:a="http://schemas.openxmlformats.org/drawingml/2006/main" xmlns:r="http://schemas.openxmlformats.org/officeDocument/2006/relationships" xmlns:p="http://schemas.openxmlformats.org/presentationml/2006/main">
  <p:tag name="TIMING" val="|25.7|31.4|9.8|3.5|4.7|21.6|5.1"/>
</p:tagLst>
</file>

<file path=ppt/tags/tag8.xml><?xml version="1.0" encoding="utf-8"?>
<p:tagLst xmlns:a="http://schemas.openxmlformats.org/drawingml/2006/main" xmlns:r="http://schemas.openxmlformats.org/officeDocument/2006/relationships" xmlns:p="http://schemas.openxmlformats.org/presentationml/2006/main">
  <p:tag name="TIMING" val="|24.2|44.4"/>
</p:tagLst>
</file>

<file path=ppt/tags/tag9.xml><?xml version="1.0" encoding="utf-8"?>
<p:tagLst xmlns:a="http://schemas.openxmlformats.org/drawingml/2006/main" xmlns:r="http://schemas.openxmlformats.org/officeDocument/2006/relationships" xmlns:p="http://schemas.openxmlformats.org/presentationml/2006/main">
  <p:tag name="TIMING" val="|12.5|58.5|1|70.3|47.5|29.8|25.9"/>
</p:tagLst>
</file>

<file path=ppt/tags/tag10.xml><?xml version="1.0" encoding="utf-8"?>
<p:tagLst xmlns:a="http://schemas.openxmlformats.org/drawingml/2006/main" xmlns:r="http://schemas.openxmlformats.org/officeDocument/2006/relationships" xmlns:p="http://schemas.openxmlformats.org/presentationml/2006/main">
  <p:tag name="TIMING" val="|67.8|5.4|1.7|5.8|12.8|12.6|31.5|10"/>
</p:tagLst>
</file>

<file path=ppt/tags/tag11.xml><?xml version="1.0" encoding="utf-8"?>
<p:tagLst xmlns:a="http://schemas.openxmlformats.org/drawingml/2006/main" xmlns:r="http://schemas.openxmlformats.org/officeDocument/2006/relationships" xmlns:p="http://schemas.openxmlformats.org/presentationml/2006/main">
  <p:tag name="TIMING" val="|68.8|1.8"/>
</p:tagLst>
</file>

<file path=ppt/tags/tag12.xml><?xml version="1.0" encoding="utf-8"?>
<p:tagLst xmlns:a="http://schemas.openxmlformats.org/drawingml/2006/main" xmlns:r="http://schemas.openxmlformats.org/officeDocument/2006/relationships" xmlns:p="http://schemas.openxmlformats.org/presentationml/2006/main">
  <p:tag name="TIMING" val="|0.7|8|45.9|35.2|4.6|6.9"/>
</p:tagLst>
</file>

<file path=ppt/tags/tag13.xml><?xml version="1.0" encoding="utf-8"?>
<p:tagLst xmlns:a="http://schemas.openxmlformats.org/drawingml/2006/main" xmlns:r="http://schemas.openxmlformats.org/officeDocument/2006/relationships" xmlns:p="http://schemas.openxmlformats.org/presentationml/2006/main">
  <p:tag name="TIMING" val="|1.9"/>
</p:tagLst>
</file>

<file path=ppt/tags/tag14.xml><?xml version="1.0" encoding="utf-8"?>
<p:tagLst xmlns:a="http://schemas.openxmlformats.org/drawingml/2006/main" xmlns:r="http://schemas.openxmlformats.org/officeDocument/2006/relationships" xmlns:p="http://schemas.openxmlformats.org/presentationml/2006/main">
  <p:tag name="TIMING" val="|5.8|10.2|13|4|19.5|25.6|17.2|8|39.5|30.9|1.1|1.5|2.9|0.9"/>
</p:tagLst>
</file>

<file path=ppt/tags/tag15.xml><?xml version="1.0" encoding="utf-8"?>
<p:tagLst xmlns:a="http://schemas.openxmlformats.org/drawingml/2006/main" xmlns:r="http://schemas.openxmlformats.org/officeDocument/2006/relationships" xmlns:p="http://schemas.openxmlformats.org/presentationml/2006/main">
  <p:tag name="TIMING" val="|41.7|6.9"/>
</p:tagLst>
</file>

<file path=ppt/tags/tag16.xml><?xml version="1.0" encoding="utf-8"?>
<p:tagLst xmlns:a="http://schemas.openxmlformats.org/drawingml/2006/main" xmlns:r="http://schemas.openxmlformats.org/officeDocument/2006/relationships" xmlns:p="http://schemas.openxmlformats.org/presentationml/2006/main">
  <p:tag name="TIMING" val="|2.2|0.3|16.5|22.6"/>
</p:tagLst>
</file>

<file path=ppt/tags/tag17.xml><?xml version="1.0" encoding="utf-8"?>
<p:tagLst xmlns:a="http://schemas.openxmlformats.org/drawingml/2006/main" xmlns:r="http://schemas.openxmlformats.org/officeDocument/2006/relationships" xmlns:p="http://schemas.openxmlformats.org/presentationml/2006/main">
  <p:tag name="TIMING" val="|1.4|14.7|7.7|2.4|5.2"/>
</p:tagLst>
</file>

<file path=ppt/tags/tag18.xml><?xml version="1.0" encoding="utf-8"?>
<p:tagLst xmlns:a="http://schemas.openxmlformats.org/drawingml/2006/main" xmlns:r="http://schemas.openxmlformats.org/officeDocument/2006/relationships" xmlns:p="http://schemas.openxmlformats.org/presentationml/2006/main">
  <p:tag name="TIMING" val="|21.4|18.9|17.4|15.7"/>
</p:tagLst>
</file>

<file path=ppt/tags/tag19.xml><?xml version="1.0" encoding="utf-8"?>
<p:tagLst xmlns:a="http://schemas.openxmlformats.org/drawingml/2006/main" xmlns:r="http://schemas.openxmlformats.org/officeDocument/2006/relationships" xmlns:p="http://schemas.openxmlformats.org/presentationml/2006/main">
  <p:tag name="TIMING" val="|39.7|8.3|22.7"/>
</p:tagLst>
</file>

<file path=ppt/tags/tag20.xml><?xml version="1.0" encoding="utf-8"?>
<p:tagLst xmlns:a="http://schemas.openxmlformats.org/drawingml/2006/main" xmlns:r="http://schemas.openxmlformats.org/officeDocument/2006/relationships" xmlns:p="http://schemas.openxmlformats.org/presentationml/2006/main">
  <p:tag name="TIMING" val="|10|26.6|2.1|44.5|9.2|0.9|1.2|2.3|1.1|16.2|20.6|40.2|18.4|1.9|1.2"/>
</p:tagLst>
</file>

<file path=ppt/tags/tag21.xml><?xml version="1.0" encoding="utf-8"?>
<p:tagLst xmlns:a="http://schemas.openxmlformats.org/drawingml/2006/main" xmlns:r="http://schemas.openxmlformats.org/officeDocument/2006/relationships" xmlns:p="http://schemas.openxmlformats.org/presentationml/2006/main">
  <p:tag name="TIMING" val="|0.9|31.4"/>
</p:tagLst>
</file>

<file path=ppt/tags/tag22.xml><?xml version="1.0" encoding="utf-8"?>
<p:tagLst xmlns:a="http://schemas.openxmlformats.org/drawingml/2006/main" xmlns:r="http://schemas.openxmlformats.org/officeDocument/2006/relationships" xmlns:p="http://schemas.openxmlformats.org/presentationml/2006/main">
  <p:tag name="TIMING" val="|1|4.4|1.6|6.4|1.1|5.4|19.8|32.8"/>
</p:tagLst>
</file>

<file path=ppt/tags/tag23.xml><?xml version="1.0" encoding="utf-8"?>
<p:tagLst xmlns:a="http://schemas.openxmlformats.org/drawingml/2006/main" xmlns:r="http://schemas.openxmlformats.org/officeDocument/2006/relationships" xmlns:p="http://schemas.openxmlformats.org/presentationml/2006/main">
  <p:tag name="TIMING" val="|11.6|57.9|81.3|1.1|50.8|2"/>
</p:tagLst>
</file>

<file path=ppt/tags/tag24.xml><?xml version="1.0" encoding="utf-8"?>
<p:tagLst xmlns:a="http://schemas.openxmlformats.org/drawingml/2006/main" xmlns:r="http://schemas.openxmlformats.org/officeDocument/2006/relationships" xmlns:p="http://schemas.openxmlformats.org/presentationml/2006/main">
  <p:tag name="TIMING" val="|0.9|16.4|32.1|22.2|17.8|27.6|16.3|1.1|19.6|6.2|48.7"/>
</p:tagLst>
</file>

<file path=ppt/tags/tag25.xml><?xml version="1.0" encoding="utf-8"?>
<p:tagLst xmlns:a="http://schemas.openxmlformats.org/drawingml/2006/main" xmlns:r="http://schemas.openxmlformats.org/officeDocument/2006/relationships" xmlns:p="http://schemas.openxmlformats.org/presentationml/2006/main">
  <p:tag name="TIMING" val="|0|91.1|19.9|11.2|1.5|6.7"/>
</p:tagLst>
</file>

<file path=ppt/tags/tag26.xml><?xml version="1.0" encoding="utf-8"?>
<p:tagLst xmlns:a="http://schemas.openxmlformats.org/drawingml/2006/main" xmlns:r="http://schemas.openxmlformats.org/officeDocument/2006/relationships" xmlns:p="http://schemas.openxmlformats.org/presentationml/2006/main">
  <p:tag name="TIMING" val="|5|1.8|14.1|63.5|26.8"/>
</p:tagLst>
</file>

<file path=ppt/tags/tag27.xml><?xml version="1.0" encoding="utf-8"?>
<p:tagLst xmlns:a="http://schemas.openxmlformats.org/drawingml/2006/main" xmlns:r="http://schemas.openxmlformats.org/officeDocument/2006/relationships" xmlns:p="http://schemas.openxmlformats.org/presentationml/2006/main">
  <p:tag name="TIMING" val="|0.9|2.6|9.4|3.3"/>
</p:tagLst>
</file>

<file path=ppt/tags/tag28.xml><?xml version="1.0" encoding="utf-8"?>
<p:tagLst xmlns:a="http://schemas.openxmlformats.org/drawingml/2006/main" xmlns:r="http://schemas.openxmlformats.org/officeDocument/2006/relationships" xmlns:p="http://schemas.openxmlformats.org/presentationml/2006/main">
  <p:tag name="TIMING" val="|0|20.8|2.4|5.1|1"/>
</p:tagLst>
</file>

<file path=ppt/tags/tag29.xml><?xml version="1.0" encoding="utf-8"?>
<p:tagLst xmlns:a="http://schemas.openxmlformats.org/drawingml/2006/main" xmlns:r="http://schemas.openxmlformats.org/officeDocument/2006/relationships" xmlns:p="http://schemas.openxmlformats.org/presentationml/2006/main">
  <p:tag name="TIMING" val="|0.8|16.6|5.2|18.6|5.6|10.2|1.2|19.5|27.2|10.3|21.9"/>
</p:tagLst>
</file>

<file path=ppt/tags/tag30.xml><?xml version="1.0" encoding="utf-8"?>
<p:tagLst xmlns:a="http://schemas.openxmlformats.org/drawingml/2006/main" xmlns:r="http://schemas.openxmlformats.org/officeDocument/2006/relationships" xmlns:p="http://schemas.openxmlformats.org/presentationml/2006/main">
  <p:tag name="TIMING" val="|0.7|52.9|17.9|11|2.9|3.3|5.3|1.6|1|35.1|7.3|1.3|26.7|29|3.5|48"/>
</p:tagLst>
</file>

<file path=ppt/tags/tag31.xml><?xml version="1.0" encoding="utf-8"?>
<p:tagLst xmlns:a="http://schemas.openxmlformats.org/drawingml/2006/main" xmlns:r="http://schemas.openxmlformats.org/officeDocument/2006/relationships" xmlns:p="http://schemas.openxmlformats.org/presentationml/2006/main">
  <p:tag name="TIMING" val="|2.5|107.2|9.4|11.4"/>
</p:tagLst>
</file>

<file path=ppt/tags/tag32.xml><?xml version="1.0" encoding="utf-8"?>
<p:tagLst xmlns:a="http://schemas.openxmlformats.org/drawingml/2006/main" xmlns:r="http://schemas.openxmlformats.org/officeDocument/2006/relationships" xmlns:p="http://schemas.openxmlformats.org/presentationml/2006/main">
  <p:tag name="TIMING" val="|0.7|3.2|32|17.8|1|1.1|9.4"/>
</p:tagLst>
</file>

<file path=ppt/tags/tag33.xml><?xml version="1.0" encoding="utf-8"?>
<p:tagLst xmlns:a="http://schemas.openxmlformats.org/drawingml/2006/main" xmlns:r="http://schemas.openxmlformats.org/officeDocument/2006/relationships" xmlns:p="http://schemas.openxmlformats.org/presentationml/2006/main">
  <p:tag name="TIMING" val="|6.5|30.9|22.1|35|43|19.1|32.8|13.1|10.9|12.3|8.9|8.8|6.6|16.9"/>
</p:tagLst>
</file>

<file path=ppt/tags/tag34.xml><?xml version="1.0" encoding="utf-8"?>
<p:tagLst xmlns:a="http://schemas.openxmlformats.org/drawingml/2006/main" xmlns:r="http://schemas.openxmlformats.org/officeDocument/2006/relationships" xmlns:p="http://schemas.openxmlformats.org/presentationml/2006/main">
  <p:tag name="TIMING" val="|0.8|23.4|2|11|29|10.6|26.6|6.5"/>
</p:tagLst>
</file>

<file path=ppt/tags/tag35.xml><?xml version="1.0" encoding="utf-8"?>
<p:tagLst xmlns:a="http://schemas.openxmlformats.org/drawingml/2006/main" xmlns:r="http://schemas.openxmlformats.org/officeDocument/2006/relationships" xmlns:p="http://schemas.openxmlformats.org/presentationml/2006/main">
  <p:tag name="TIMING" val="|0.8|45|53.1|19.7|22.5|29.2|1.7|1.8|42.7|11.7|9.2|1.7|1.6"/>
</p:tagLst>
</file>

<file path=ppt/tags/tag36.xml><?xml version="1.0" encoding="utf-8"?>
<p:tagLst xmlns:a="http://schemas.openxmlformats.org/drawingml/2006/main" xmlns:r="http://schemas.openxmlformats.org/officeDocument/2006/relationships" xmlns:p="http://schemas.openxmlformats.org/presentationml/2006/main">
  <p:tag name="TIMING" val="|1|5.3|18.3|2.3|14.7|39.5|2.2|41.4|1.9|1.3|28.6|1|5.7"/>
</p:tagLst>
</file>

<file path=ppt/tags/tag37.xml><?xml version="1.0" encoding="utf-8"?>
<p:tagLst xmlns:a="http://schemas.openxmlformats.org/drawingml/2006/main" xmlns:r="http://schemas.openxmlformats.org/officeDocument/2006/relationships" xmlns:p="http://schemas.openxmlformats.org/presentationml/2006/main">
  <p:tag name="TIMING" val="|2.2"/>
</p:tagLst>
</file>

<file path=ppt/tags/tag38.xml><?xml version="1.0" encoding="utf-8"?>
<p:tagLst xmlns:a="http://schemas.openxmlformats.org/drawingml/2006/main" xmlns:r="http://schemas.openxmlformats.org/officeDocument/2006/relationships" xmlns:p="http://schemas.openxmlformats.org/presentationml/2006/main">
  <p:tag name="TIMING" val="|2.2"/>
</p:tagLst>
</file>

<file path=ppt/tags/tag39.xml><?xml version="1.0" encoding="utf-8"?>
<p:tagLst xmlns:a="http://schemas.openxmlformats.org/drawingml/2006/main" xmlns:r="http://schemas.openxmlformats.org/officeDocument/2006/relationships" xmlns:p="http://schemas.openxmlformats.org/presentationml/2006/main">
  <p:tag name="TIMING" val="|0.6|4.3|15.2|3.3|5.6|37.1"/>
</p:tagLst>
</file>

<file path=ppt/tags/tag40.xml><?xml version="1.0" encoding="utf-8"?>
<p:tagLst xmlns:a="http://schemas.openxmlformats.org/drawingml/2006/main" xmlns:r="http://schemas.openxmlformats.org/officeDocument/2006/relationships" xmlns:p="http://schemas.openxmlformats.org/presentationml/2006/main">
  <p:tag name="TIMING" val="|0.8|7.7|7.4|2|8.6|11.1|1.1|12.7|4.3|39.8|23.6"/>
</p:tagLst>
</file>

<file path=ppt/tags/tag41.xml><?xml version="1.0" encoding="utf-8"?>
<p:tagLst xmlns:a="http://schemas.openxmlformats.org/drawingml/2006/main" xmlns:r="http://schemas.openxmlformats.org/officeDocument/2006/relationships" xmlns:p="http://schemas.openxmlformats.org/presentationml/2006/main">
  <p:tag name="TIMING" val="|0.7|21.9|21.5|25.8|15.5|1|35.1|2.8|21.8|16.7|8.2|76.4|15.4|0.9|27.9|46"/>
</p:tagLst>
</file>

<file path=ppt/tags/tag42.xml><?xml version="1.0" encoding="utf-8"?>
<p:tagLst xmlns:a="http://schemas.openxmlformats.org/drawingml/2006/main" xmlns:r="http://schemas.openxmlformats.org/officeDocument/2006/relationships" xmlns:p="http://schemas.openxmlformats.org/presentationml/2006/main">
  <p:tag name="TIMING" val="|58|10.5|6.5|7.9|7.1|9|12.6|8.7|10.9|35.8|2|1.3|1.2|1.1|6|2.3"/>
</p:tagLst>
</file>

<file path=ppt/tags/tag43.xml><?xml version="1.0" encoding="utf-8"?>
<p:tagLst xmlns:a="http://schemas.openxmlformats.org/drawingml/2006/main" xmlns:r="http://schemas.openxmlformats.org/officeDocument/2006/relationships" xmlns:p="http://schemas.openxmlformats.org/presentationml/2006/main">
  <p:tag name="TIMING" val="|0.7|74.5|0.9|1.4|10.1|26|12.4|20.9|26.1|11.2|17.6|33.4|3.8|8.5|5.4|10.3|19.2"/>
</p:tagLst>
</file>

<file path=ppt/tags/tag44.xml><?xml version="1.0" encoding="utf-8"?>
<p:tagLst xmlns:a="http://schemas.openxmlformats.org/drawingml/2006/main" xmlns:r="http://schemas.openxmlformats.org/officeDocument/2006/relationships" xmlns:p="http://schemas.openxmlformats.org/presentationml/2006/main">
  <p:tag name="TIMING" val="|1.8|28.3"/>
</p:tagLst>
</file>

<file path=ppt/tags/tag45.xml><?xml version="1.0" encoding="utf-8"?>
<p:tagLst xmlns:a="http://schemas.openxmlformats.org/drawingml/2006/main" xmlns:r="http://schemas.openxmlformats.org/officeDocument/2006/relationships" xmlns:p="http://schemas.openxmlformats.org/presentationml/2006/main">
  <p:tag name="TIMING" val="|14.8|8.5|25"/>
</p:tagLst>
</file>

<file path=ppt/tags/tag46.xml><?xml version="1.0" encoding="utf-8"?>
<p:tagLst xmlns:a="http://schemas.openxmlformats.org/drawingml/2006/main" xmlns:r="http://schemas.openxmlformats.org/officeDocument/2006/relationships" xmlns:p="http://schemas.openxmlformats.org/presentationml/2006/main">
  <p:tag name="TIMING" val="|1.1|28.4|58.4|73.3|1.7|66.8|2.9"/>
</p:tagLst>
</file>

<file path=ppt/tags/tag47.xml><?xml version="1.0" encoding="utf-8"?>
<p:tagLst xmlns:a="http://schemas.openxmlformats.org/drawingml/2006/main" xmlns:r="http://schemas.openxmlformats.org/officeDocument/2006/relationships" xmlns:p="http://schemas.openxmlformats.org/presentationml/2006/main">
  <p:tag name="TIMING" val="|1.1|28.4|58.4|73.3|1.7|66.8|2.9"/>
</p:tagLst>
</file>

<file path=ppt/tags/tag48.xml><?xml version="1.0" encoding="utf-8"?>
<p:tagLst xmlns:a="http://schemas.openxmlformats.org/drawingml/2006/main" xmlns:r="http://schemas.openxmlformats.org/officeDocument/2006/relationships" xmlns:p="http://schemas.openxmlformats.org/presentationml/2006/main">
  <p:tag name="TIMING" val="|8.1|32.5|21.6|62.3|1.4|1.9|67.2|58.4|32.4"/>
</p:tagLst>
</file>

<file path=ppt/tags/tag49.xml><?xml version="1.0" encoding="utf-8"?>
<p:tagLst xmlns:a="http://schemas.openxmlformats.org/drawingml/2006/main" xmlns:r="http://schemas.openxmlformats.org/officeDocument/2006/relationships" xmlns:p="http://schemas.openxmlformats.org/presentationml/2006/main">
  <p:tag name="TIMING" val="|0.9|15.2|40.1|42.1|77.9|2|147"/>
</p:tagLst>
</file>

<file path=ppt/tags/tag50.xml><?xml version="1.0" encoding="utf-8"?>
<p:tagLst xmlns:a="http://schemas.openxmlformats.org/drawingml/2006/main" xmlns:r="http://schemas.openxmlformats.org/officeDocument/2006/relationships" xmlns:p="http://schemas.openxmlformats.org/presentationml/2006/main">
  <p:tag name="TIMING" val="|1.1|20|9.2|8.2|9|26.7|4.1|6.9|35.6"/>
</p:tagLst>
</file>

<file path=ppt/tags/tag51.xml><?xml version="1.0" encoding="utf-8"?>
<p:tagLst xmlns:a="http://schemas.openxmlformats.org/drawingml/2006/main" xmlns:r="http://schemas.openxmlformats.org/officeDocument/2006/relationships" xmlns:p="http://schemas.openxmlformats.org/presentationml/2006/main">
  <p:tag name="TIMING" val="|1.4|36.2|25.3|1.2|6.7|89.9|38.3|8.8"/>
</p:tagLst>
</file>

<file path=ppt/tags/tag52.xml><?xml version="1.0" encoding="utf-8"?>
<p:tagLst xmlns:a="http://schemas.openxmlformats.org/drawingml/2006/main" xmlns:r="http://schemas.openxmlformats.org/officeDocument/2006/relationships" xmlns:p="http://schemas.openxmlformats.org/presentationml/2006/main">
  <p:tag name="TIMING" val="|1.1|31.2|3.2|17.6|19.6|14.1|2.7|44.5|38.8|11.6"/>
</p:tagLst>
</file>

<file path=ppt/tags/tag53.xml><?xml version="1.0" encoding="utf-8"?>
<p:tagLst xmlns:a="http://schemas.openxmlformats.org/drawingml/2006/main" xmlns:r="http://schemas.openxmlformats.org/officeDocument/2006/relationships" xmlns:p="http://schemas.openxmlformats.org/presentationml/2006/main">
  <p:tag name="TIMING" val="|0|78.7"/>
</p:tagLst>
</file>

<file path=ppt/tags/tag54.xml><?xml version="1.0" encoding="utf-8"?>
<p:tagLst xmlns:a="http://schemas.openxmlformats.org/drawingml/2006/main" xmlns:r="http://schemas.openxmlformats.org/officeDocument/2006/relationships" xmlns:p="http://schemas.openxmlformats.org/presentationml/2006/main">
  <p:tag name="TIMING" val="|0.9|46.4"/>
</p:tagLst>
</file>

<file path=ppt/tags/tag55.xml><?xml version="1.0" encoding="utf-8"?>
<p:tagLst xmlns:a="http://schemas.openxmlformats.org/drawingml/2006/main" xmlns:r="http://schemas.openxmlformats.org/officeDocument/2006/relationships" xmlns:p="http://schemas.openxmlformats.org/presentationml/2006/main">
  <p:tag name="TIMING" val="|1.2|1.2|1.6|2.5|3.5|1.4|3.9|14.6|20.3|7.5|10.3"/>
</p:tagLst>
</file>

<file path=ppt/tags/tag56.xml><?xml version="1.0" encoding="utf-8"?>
<p:tagLst xmlns:a="http://schemas.openxmlformats.org/drawingml/2006/main" xmlns:r="http://schemas.openxmlformats.org/officeDocument/2006/relationships" xmlns:p="http://schemas.openxmlformats.org/presentationml/2006/main">
  <p:tag name="TIMING" val="|1.2|1.4|4.5|21.4|1.2|0.9|1.5|23.3|0.9"/>
</p:tagLst>
</file>

<file path=ppt/theme/theme1.xml><?xml version="1.0" encoding="utf-8"?>
<a:theme xmlns:a="http://schemas.openxmlformats.org/drawingml/2006/main" name="Borland">
  <a:themeElements>
    <a:clrScheme name="">
      <a:dk1>
        <a:srgbClr val="000000"/>
      </a:dk1>
      <a:lt1>
        <a:srgbClr val="FFFFFF"/>
      </a:lt1>
      <a:dk2>
        <a:srgbClr val="000000"/>
      </a:dk2>
      <a:lt2>
        <a:srgbClr val="000000"/>
      </a:lt2>
      <a:accent1>
        <a:srgbClr val="7283CA"/>
      </a:accent1>
      <a:accent2>
        <a:srgbClr val="F3E685"/>
      </a:accent2>
      <a:accent3>
        <a:srgbClr val="FFFFFF"/>
      </a:accent3>
      <a:accent4>
        <a:srgbClr val="000000"/>
      </a:accent4>
      <a:accent5>
        <a:srgbClr val="BCC1E1"/>
      </a:accent5>
      <a:accent6>
        <a:srgbClr val="DCD078"/>
      </a:accent6>
      <a:hlink>
        <a:srgbClr val="499FBD"/>
      </a:hlink>
      <a:folHlink>
        <a:srgbClr val="B9555A"/>
      </a:folHlink>
    </a:clrScheme>
    <a:fontScheme name="Borland">
      <a:majorFont>
        <a:latin typeface="Arial"/>
        <a:ea typeface="宋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8100" cap="flat" cmpd="sng" algn="ctr">
          <a:solidFill>
            <a:srgbClr val="FF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000" b="1" i="1"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38100" cap="flat" cmpd="sng" algn="ctr">
          <a:solidFill>
            <a:srgbClr val="FF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000" b="1" i="1"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Borland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orlan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orland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orland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orlan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orlan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orlan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400" b="0" i="0" u="none" strike="noStrike" cap="none" normalizeH="0" baseline="0" smtClean="0">
            <a:ln>
              <a:noFill/>
            </a:ln>
            <a:solidFill>
              <a:schemeClr val="tx1"/>
            </a:solidFill>
            <a:effectLst/>
            <a:latin typeface="Arial" charset="0"/>
            <a:ea typeface="楷体_GB2312" pitchFamily="49" charset="-122"/>
          </a:defRPr>
        </a:defPPr>
      </a:lstStyle>
    </a:spDef>
    <a:lnDef>
      <a:spPr bwMode="auto">
        <a:xfrm>
          <a:off x="0" y="0"/>
          <a:ext cx="1" cy="1"/>
        </a:xfrm>
        <a:custGeom>
          <a:avLst/>
          <a:gdLst/>
          <a:ahLst/>
          <a:cxnLst/>
          <a:rect l="0" t="0" r="0" b="0"/>
          <a:pathLst/>
        </a:custGeom>
        <a:noFill/>
        <a:ln w="9525"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400" b="0" i="0" u="none" strike="noStrike" cap="none" normalizeH="0" baseline="0" smtClean="0">
            <a:ln>
              <a:noFill/>
            </a:ln>
            <a:solidFill>
              <a:schemeClr val="tx1"/>
            </a:solidFill>
            <a:effectLst/>
            <a:latin typeface="Arial" charset="0"/>
            <a:ea typeface="楷体_GB2312" pitchFamily="49" charset="-122"/>
          </a:defRPr>
        </a:defPPr>
      </a:lstStyle>
    </a:lnDef>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400" b="0" i="0" u="none" strike="noStrike" cap="none" normalizeH="0" baseline="0" smtClean="0">
            <a:ln>
              <a:noFill/>
            </a:ln>
            <a:solidFill>
              <a:schemeClr val="tx1"/>
            </a:solidFill>
            <a:effectLst/>
            <a:latin typeface="Arial" charset="0"/>
            <a:ea typeface="楷体_GB2312" pitchFamily="49" charset="-122"/>
          </a:defRPr>
        </a:defPPr>
      </a:lstStyle>
    </a:spDef>
    <a:lnDef>
      <a:spPr bwMode="auto">
        <a:xfrm>
          <a:off x="0" y="0"/>
          <a:ext cx="1" cy="1"/>
        </a:xfrm>
        <a:custGeom>
          <a:avLst/>
          <a:gdLst/>
          <a:ahLst/>
          <a:cxnLst/>
          <a:rect l="0" t="0" r="0" b="0"/>
          <a:pathLst/>
        </a:custGeom>
        <a:noFill/>
        <a:ln w="9525"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400" b="0" i="0" u="none" strike="noStrike" cap="none" normalizeH="0" baseline="0" smtClean="0">
            <a:ln>
              <a:noFill/>
            </a:ln>
            <a:solidFill>
              <a:schemeClr val="tx1"/>
            </a:solidFill>
            <a:effectLst/>
            <a:latin typeface="Arial" charset="0"/>
            <a:ea typeface="楷体_GB2312" pitchFamily="49" charset="-122"/>
          </a:defRPr>
        </a:defPPr>
      </a:lstStyle>
    </a:lnDef>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Office\Templates\Borland.pot</Template>
  <TotalTime>4986148</TotalTime>
  <Pages>26</Pages>
  <Words>2345</Words>
  <Application>Microsoft Office PowerPoint</Application>
  <PresentationFormat>A4 纸张(210x297 毫米)</PresentationFormat>
  <Paragraphs>591</Paragraphs>
  <Slides>68</Slides>
  <Notes>2</Notes>
  <HiddenSlides>0</HiddenSlides>
  <MMClips>0</MMClips>
  <ScaleCrop>false</ScaleCrop>
  <HeadingPairs>
    <vt:vector size="8" baseType="variant">
      <vt:variant>
        <vt:lpstr>已用的字体</vt:lpstr>
      </vt:variant>
      <vt:variant>
        <vt:i4>8</vt:i4>
      </vt:variant>
      <vt:variant>
        <vt:lpstr>主题</vt:lpstr>
      </vt:variant>
      <vt:variant>
        <vt:i4>3</vt:i4>
      </vt:variant>
      <vt:variant>
        <vt:lpstr>嵌入 OLE 服务器</vt:lpstr>
      </vt:variant>
      <vt:variant>
        <vt:i4>3</vt:i4>
      </vt:variant>
      <vt:variant>
        <vt:lpstr>幻灯片标题</vt:lpstr>
      </vt:variant>
      <vt:variant>
        <vt:i4>68</vt:i4>
      </vt:variant>
    </vt:vector>
  </HeadingPairs>
  <TitlesOfParts>
    <vt:vector size="82" baseType="lpstr">
      <vt:lpstr>黑体</vt:lpstr>
      <vt:lpstr>楷体_GB2312</vt:lpstr>
      <vt:lpstr>宋体</vt:lpstr>
      <vt:lpstr>微软雅黑</vt:lpstr>
      <vt:lpstr>Arial</vt:lpstr>
      <vt:lpstr>Symbol</vt:lpstr>
      <vt:lpstr>Times New Roman</vt:lpstr>
      <vt:lpstr>Wingdings</vt:lpstr>
      <vt:lpstr>Borland</vt:lpstr>
      <vt:lpstr>古瓶荷花</vt:lpstr>
      <vt:lpstr>1_古瓶荷花</vt:lpstr>
      <vt:lpstr>Equation</vt:lpstr>
      <vt:lpstr>公式</vt:lpstr>
      <vt:lpstr>Microsoft 公式 3.0</vt:lpstr>
      <vt:lpstr>第六章   数值微分和数值积分</vt:lpstr>
      <vt:lpstr>第六章 数值积分</vt:lpstr>
      <vt:lpstr>    </vt:lpstr>
      <vt:lpstr>PowerPoint 演示文稿</vt:lpstr>
      <vt:lpstr>PowerPoint 演示文稿</vt:lpstr>
      <vt:lpstr>PowerPoint 演示文稿</vt:lpstr>
      <vt:lpstr>PowerPoint 演示文稿</vt:lpstr>
      <vt:lpstr>PowerPoint 演示文稿</vt:lpstr>
      <vt:lpstr>§ 1 数值积分</vt:lpstr>
      <vt:lpstr>PowerPoint 演示文稿</vt:lpstr>
      <vt:lpstr>§1 数值积分</vt:lpstr>
      <vt:lpstr>§1.2 牛顿——柯特斯求积公式</vt:lpstr>
      <vt:lpstr>§ 1.2 牛顿——柯特斯求积公式</vt:lpstr>
      <vt:lpstr>§1.2 牛顿——柯特斯求积公式</vt:lpstr>
      <vt:lpstr>§1.2 牛顿——柯特斯求积公式</vt:lpstr>
      <vt:lpstr>§1.2 牛顿——柯特斯求积公式</vt:lpstr>
      <vt:lpstr>§1.2 牛顿——柯特斯求积公式</vt:lpstr>
      <vt:lpstr>数值求积公式</vt:lpstr>
      <vt:lpstr>PowerPoint 演示文稿</vt:lpstr>
      <vt:lpstr>插值型求积公式</vt:lpstr>
      <vt:lpstr>求积公式的代数精度</vt:lpstr>
      <vt:lpstr>求积公式的代数精度</vt:lpstr>
      <vt:lpstr>插值型求积公式的误差估计</vt:lpstr>
      <vt:lpstr>插值型求积公式的误差估计</vt:lpstr>
      <vt:lpstr>§1.2 牛顿——柯特斯求积公式</vt:lpstr>
      <vt:lpstr>§1.2 牛顿——柯特斯求积公式</vt:lpstr>
      <vt:lpstr>第六章 数值积分</vt:lpstr>
      <vt:lpstr>PowerPoint 演示文稿</vt:lpstr>
      <vt:lpstr>§1.3 复化求积公式</vt:lpstr>
      <vt:lpstr>§1.3 复化求积公式</vt:lpstr>
      <vt:lpstr>复化梯形公式</vt:lpstr>
      <vt:lpstr>§1.3 复化求积公式</vt:lpstr>
      <vt:lpstr>§1.3 复化求积公式</vt:lpstr>
      <vt:lpstr>PowerPoint 演示文稿</vt:lpstr>
      <vt:lpstr>§1.3 复化求积公式</vt:lpstr>
      <vt:lpstr>§1.3 复化求积公式</vt:lpstr>
      <vt:lpstr>§1.3 复化求积公式</vt:lpstr>
      <vt:lpstr>§1.3 复化求积公式</vt:lpstr>
      <vt:lpstr>§1.3 复化求积公式</vt:lpstr>
      <vt:lpstr>§1.3 复化求积公式</vt:lpstr>
      <vt:lpstr>§1.3 复化求积公式</vt:lpstr>
      <vt:lpstr>§1.3 复化求积公式</vt:lpstr>
      <vt:lpstr>第六章 数值积分</vt:lpstr>
      <vt:lpstr>§1.3 复化求积公式</vt:lpstr>
      <vt:lpstr>§1.3 复化求积公式</vt:lpstr>
      <vt:lpstr>§1.4 龙贝格法</vt:lpstr>
      <vt:lpstr>§1.4 龙贝格法</vt:lpstr>
      <vt:lpstr>§1.4 龙贝格法</vt:lpstr>
      <vt:lpstr>§1.4 龙贝格法</vt:lpstr>
      <vt:lpstr>§ 1.4 龙贝格法</vt:lpstr>
      <vt:lpstr>§ 1.4 龙贝格法</vt:lpstr>
      <vt:lpstr>第六章 数值积分</vt:lpstr>
      <vt:lpstr>PowerPoint 演示文稿</vt:lpstr>
      <vt:lpstr>PowerPoint 演示文稿</vt:lpstr>
      <vt:lpstr>§1.7 高斯求积公式</vt:lpstr>
      <vt:lpstr>PowerPoint 演示文稿</vt:lpstr>
      <vt:lpstr>§1.7 高斯求积公式</vt:lpstr>
      <vt:lpstr>§1.7 高斯求积公式</vt:lpstr>
      <vt:lpstr>§1.7 高斯求积公式</vt:lpstr>
      <vt:lpstr>§1.7 高斯求积公式</vt:lpstr>
      <vt:lpstr>§1.7 高斯求积公式</vt:lpstr>
      <vt:lpstr>§1.7 高斯求积公式</vt:lpstr>
      <vt:lpstr>PowerPoint 演示文稿</vt:lpstr>
      <vt:lpstr>§1.7 高斯求积公式</vt:lpstr>
      <vt:lpstr>§1.7 高斯求积公式</vt:lpstr>
      <vt:lpstr>第六章 数值积分</vt:lpstr>
      <vt:lpstr>§1.8 重积分的求积公式</vt:lpstr>
      <vt:lpstr>§1.8 重积分的求积公式</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插值法</dc:title>
  <dc:creator>sunxin</dc:creator>
  <cp:lastModifiedBy>apple</cp:lastModifiedBy>
  <cp:revision>2264</cp:revision>
  <cp:lastPrinted>1998-03-12T04:44:47Z</cp:lastPrinted>
  <dcterms:created xsi:type="dcterms:W3CDTF">2001-07-02T15:09:48Z</dcterms:created>
  <dcterms:modified xsi:type="dcterms:W3CDTF">2024-11-10T16:12:19Z</dcterms:modified>
</cp:coreProperties>
</file>