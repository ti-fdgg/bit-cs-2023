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50" r:id="rId1"/>
  </p:sldMasterIdLst>
  <p:notesMasterIdLst>
    <p:notesMasterId r:id="rId62"/>
  </p:notesMasterIdLst>
  <p:handoutMasterIdLst>
    <p:handoutMasterId r:id="rId63"/>
  </p:handoutMasterIdLst>
  <p:sldIdLst>
    <p:sldId id="272" r:id="rId2"/>
    <p:sldId id="383" r:id="rId3"/>
    <p:sldId id="441" r:id="rId4"/>
    <p:sldId id="389" r:id="rId5"/>
    <p:sldId id="442" r:id="rId6"/>
    <p:sldId id="384" r:id="rId7"/>
    <p:sldId id="444" r:id="rId8"/>
    <p:sldId id="474" r:id="rId9"/>
    <p:sldId id="475" r:id="rId10"/>
    <p:sldId id="476" r:id="rId11"/>
    <p:sldId id="397" r:id="rId12"/>
    <p:sldId id="398" r:id="rId13"/>
    <p:sldId id="399" r:id="rId14"/>
    <p:sldId id="445" r:id="rId15"/>
    <p:sldId id="477" r:id="rId16"/>
    <p:sldId id="402" r:id="rId17"/>
    <p:sldId id="403" r:id="rId18"/>
    <p:sldId id="404" r:id="rId19"/>
    <p:sldId id="405" r:id="rId20"/>
    <p:sldId id="406" r:id="rId21"/>
    <p:sldId id="408" r:id="rId22"/>
    <p:sldId id="451" r:id="rId23"/>
    <p:sldId id="409" r:id="rId24"/>
    <p:sldId id="410" r:id="rId25"/>
    <p:sldId id="411" r:id="rId26"/>
    <p:sldId id="416" r:id="rId27"/>
    <p:sldId id="412" r:id="rId28"/>
    <p:sldId id="418" r:id="rId29"/>
    <p:sldId id="460" r:id="rId30"/>
    <p:sldId id="459" r:id="rId31"/>
    <p:sldId id="419" r:id="rId32"/>
    <p:sldId id="420" r:id="rId33"/>
    <p:sldId id="461" r:id="rId34"/>
    <p:sldId id="422" r:id="rId35"/>
    <p:sldId id="423" r:id="rId36"/>
    <p:sldId id="462" r:id="rId37"/>
    <p:sldId id="425" r:id="rId38"/>
    <p:sldId id="464" r:id="rId39"/>
    <p:sldId id="463" r:id="rId40"/>
    <p:sldId id="426" r:id="rId41"/>
    <p:sldId id="427" r:id="rId42"/>
    <p:sldId id="466" r:id="rId43"/>
    <p:sldId id="465" r:id="rId44"/>
    <p:sldId id="429" r:id="rId45"/>
    <p:sldId id="430" r:id="rId46"/>
    <p:sldId id="428" r:id="rId47"/>
    <p:sldId id="424" r:id="rId48"/>
    <p:sldId id="431" r:id="rId49"/>
    <p:sldId id="447" r:id="rId50"/>
    <p:sldId id="448" r:id="rId51"/>
    <p:sldId id="479" r:id="rId52"/>
    <p:sldId id="433" r:id="rId53"/>
    <p:sldId id="434" r:id="rId54"/>
    <p:sldId id="435" r:id="rId55"/>
    <p:sldId id="436" r:id="rId56"/>
    <p:sldId id="438" r:id="rId57"/>
    <p:sldId id="439" r:id="rId58"/>
    <p:sldId id="440" r:id="rId59"/>
    <p:sldId id="478" r:id="rId60"/>
    <p:sldId id="393" r:id="rId61"/>
  </p:sldIdLst>
  <p:sldSz cx="9144000" cy="6858000" type="letter"/>
  <p:notesSz cx="6858000" cy="9144000"/>
  <p:kinsoku lang="ja-JP" invalStChars="、。，．・：；？！゛゜ヽヾゝゞ々ー’”）〕］｝〉》」』】°‰′″℃￠％ぁぃぅぇぉっゃゅょゎァィゥェォッャュョヮヵヶ!%),.:;?]}｡｣､･ｧｨｩｪｫｬｭｮｯｰﾞﾟ" invalEndChars="‘“（〔［｛〈《「『【￥＄$([\{｢￡"/>
  <p:defaultTextStyle>
    <a:defPPr>
      <a:defRPr lang="en-US"/>
    </a:defPPr>
    <a:lvl1pPr algn="ctr" rtl="0" eaLnBrk="0" fontAlgn="base" hangingPunct="0">
      <a:spcBef>
        <a:spcPct val="0"/>
      </a:spcBef>
      <a:spcAft>
        <a:spcPct val="0"/>
      </a:spcAft>
      <a:defRPr sz="2000" b="1" kern="1200">
        <a:solidFill>
          <a:schemeClr val="tx1"/>
        </a:solidFill>
        <a:latin typeface="Arial" charset="0"/>
        <a:ea typeface="宋体" pitchFamily="2" charset="-122"/>
        <a:cs typeface="+mn-cs"/>
      </a:defRPr>
    </a:lvl1pPr>
    <a:lvl2pPr marL="457200" algn="ctr" rtl="0" eaLnBrk="0" fontAlgn="base" hangingPunct="0">
      <a:spcBef>
        <a:spcPct val="0"/>
      </a:spcBef>
      <a:spcAft>
        <a:spcPct val="0"/>
      </a:spcAft>
      <a:defRPr sz="2000" b="1" kern="1200">
        <a:solidFill>
          <a:schemeClr val="tx1"/>
        </a:solidFill>
        <a:latin typeface="Arial" charset="0"/>
        <a:ea typeface="宋体" pitchFamily="2" charset="-122"/>
        <a:cs typeface="+mn-cs"/>
      </a:defRPr>
    </a:lvl2pPr>
    <a:lvl3pPr marL="914400" algn="ctr" rtl="0" eaLnBrk="0" fontAlgn="base" hangingPunct="0">
      <a:spcBef>
        <a:spcPct val="0"/>
      </a:spcBef>
      <a:spcAft>
        <a:spcPct val="0"/>
      </a:spcAft>
      <a:defRPr sz="2000" b="1" kern="1200">
        <a:solidFill>
          <a:schemeClr val="tx1"/>
        </a:solidFill>
        <a:latin typeface="Arial" charset="0"/>
        <a:ea typeface="宋体" pitchFamily="2" charset="-122"/>
        <a:cs typeface="+mn-cs"/>
      </a:defRPr>
    </a:lvl3pPr>
    <a:lvl4pPr marL="1371600" algn="ctr" rtl="0" eaLnBrk="0" fontAlgn="base" hangingPunct="0">
      <a:spcBef>
        <a:spcPct val="0"/>
      </a:spcBef>
      <a:spcAft>
        <a:spcPct val="0"/>
      </a:spcAft>
      <a:defRPr sz="2000" b="1" kern="1200">
        <a:solidFill>
          <a:schemeClr val="tx1"/>
        </a:solidFill>
        <a:latin typeface="Arial" charset="0"/>
        <a:ea typeface="宋体" pitchFamily="2" charset="-122"/>
        <a:cs typeface="+mn-cs"/>
      </a:defRPr>
    </a:lvl4pPr>
    <a:lvl5pPr marL="1828800" algn="ctr" rtl="0" eaLnBrk="0" fontAlgn="base" hangingPunct="0">
      <a:spcBef>
        <a:spcPct val="0"/>
      </a:spcBef>
      <a:spcAft>
        <a:spcPct val="0"/>
      </a:spcAft>
      <a:defRPr sz="2000" b="1" kern="1200">
        <a:solidFill>
          <a:schemeClr val="tx1"/>
        </a:solidFill>
        <a:latin typeface="Arial" charset="0"/>
        <a:ea typeface="宋体" pitchFamily="2" charset="-122"/>
        <a:cs typeface="+mn-cs"/>
      </a:defRPr>
    </a:lvl5pPr>
    <a:lvl6pPr marL="2286000" algn="l" defTabSz="914400" rtl="0" eaLnBrk="1" latinLnBrk="0" hangingPunct="1">
      <a:defRPr sz="2000" b="1" kern="1200">
        <a:solidFill>
          <a:schemeClr val="tx1"/>
        </a:solidFill>
        <a:latin typeface="Arial" charset="0"/>
        <a:ea typeface="宋体" pitchFamily="2" charset="-122"/>
        <a:cs typeface="+mn-cs"/>
      </a:defRPr>
    </a:lvl6pPr>
    <a:lvl7pPr marL="2743200" algn="l" defTabSz="914400" rtl="0" eaLnBrk="1" latinLnBrk="0" hangingPunct="1">
      <a:defRPr sz="2000" b="1" kern="1200">
        <a:solidFill>
          <a:schemeClr val="tx1"/>
        </a:solidFill>
        <a:latin typeface="Arial" charset="0"/>
        <a:ea typeface="宋体" pitchFamily="2" charset="-122"/>
        <a:cs typeface="+mn-cs"/>
      </a:defRPr>
    </a:lvl7pPr>
    <a:lvl8pPr marL="3200400" algn="l" defTabSz="914400" rtl="0" eaLnBrk="1" latinLnBrk="0" hangingPunct="1">
      <a:defRPr sz="2000" b="1" kern="1200">
        <a:solidFill>
          <a:schemeClr val="tx1"/>
        </a:solidFill>
        <a:latin typeface="Arial" charset="0"/>
        <a:ea typeface="宋体" pitchFamily="2" charset="-122"/>
        <a:cs typeface="+mn-cs"/>
      </a:defRPr>
    </a:lvl8pPr>
    <a:lvl9pPr marL="3657600" algn="l" defTabSz="914400" rtl="0" eaLnBrk="1" latinLnBrk="0" hangingPunct="1">
      <a:defRPr sz="2000" b="1"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2C376C"/>
    <a:srgbClr val="CDD2ED"/>
    <a:srgbClr val="D3D8EF"/>
    <a:srgbClr val="B5BEE3"/>
    <a:srgbClr val="D5DAEF"/>
    <a:srgbClr val="04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8" autoAdjust="0"/>
    <p:restoredTop sz="84860" autoAdjust="0"/>
  </p:normalViewPr>
  <p:slideViewPr>
    <p:cSldViewPr>
      <p:cViewPr varScale="1">
        <p:scale>
          <a:sx n="75" d="100"/>
          <a:sy n="75" d="100"/>
        </p:scale>
        <p:origin x="792" y="4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9" d="100"/>
          <a:sy n="59" d="100"/>
        </p:scale>
        <p:origin x="-178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_rels/viewProps.xml.rels><?xml version="1.0" encoding="UTF-8" standalone="yes"?>
<Relationships xmlns="http://schemas.openxmlformats.org/package/2006/relationships"><Relationship Id="rId3" Type="http://schemas.openxmlformats.org/officeDocument/2006/relationships/slide" Target="slides/slide44.xml"/><Relationship Id="rId2" Type="http://schemas.openxmlformats.org/officeDocument/2006/relationships/slide" Target="slides/slide41.xml"/><Relationship Id="rId1" Type="http://schemas.openxmlformats.org/officeDocument/2006/relationships/slide" Target="slides/slide37.xml"/><Relationship Id="rId4" Type="http://schemas.openxmlformats.org/officeDocument/2006/relationships/slide" Target="slides/slide46.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image" Target="../media/image18.wmf"/><Relationship Id="rId7" Type="http://schemas.openxmlformats.org/officeDocument/2006/relationships/image" Target="../media/image22.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5" Type="http://schemas.openxmlformats.org/officeDocument/2006/relationships/image" Target="../media/image20.wmf"/><Relationship Id="rId4" Type="http://schemas.openxmlformats.org/officeDocument/2006/relationships/image" Target="../media/image19.wmf"/><Relationship Id="rId9" Type="http://schemas.openxmlformats.org/officeDocument/2006/relationships/image" Target="../media/image24.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32.emf"/><Relationship Id="rId1" Type="http://schemas.openxmlformats.org/officeDocument/2006/relationships/image" Target="../media/image31.emf"/><Relationship Id="rId4"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37.wmf"/><Relationship Id="rId1" Type="http://schemas.openxmlformats.org/officeDocument/2006/relationships/image" Target="../media/image36.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image" Target="../media/image39.emf"/><Relationship Id="rId1" Type="http://schemas.openxmlformats.org/officeDocument/2006/relationships/image" Target="../media/image38.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 Id="rId4" Type="http://schemas.openxmlformats.org/officeDocument/2006/relationships/image" Target="../media/image46.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48.wmf"/><Relationship Id="rId1" Type="http://schemas.openxmlformats.org/officeDocument/2006/relationships/image" Target="../media/image47.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58.emf"/><Relationship Id="rId1" Type="http://schemas.openxmlformats.org/officeDocument/2006/relationships/image" Target="../media/image57.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60.emf"/><Relationship Id="rId1" Type="http://schemas.openxmlformats.org/officeDocument/2006/relationships/image" Target="../media/image59.emf"/><Relationship Id="rId4" Type="http://schemas.openxmlformats.org/officeDocument/2006/relationships/image" Target="../media/image34.wmf"/></Relationships>
</file>

<file path=ppt/drawings/_rels/vmlDrawing25.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65.emf"/><Relationship Id="rId2" Type="http://schemas.openxmlformats.org/officeDocument/2006/relationships/image" Target="../media/image64.wmf"/><Relationship Id="rId1" Type="http://schemas.openxmlformats.org/officeDocument/2006/relationships/image" Target="../media/image63.emf"/><Relationship Id="rId4" Type="http://schemas.openxmlformats.org/officeDocument/2006/relationships/image" Target="../media/image66.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68.wmf"/><Relationship Id="rId1" Type="http://schemas.openxmlformats.org/officeDocument/2006/relationships/image" Target="../media/image6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3.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71.wmf"/><Relationship Id="rId1" Type="http://schemas.openxmlformats.org/officeDocument/2006/relationships/image" Target="../media/image3.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75.emf"/><Relationship Id="rId2" Type="http://schemas.openxmlformats.org/officeDocument/2006/relationships/image" Target="../media/image74.wmf"/><Relationship Id="rId1" Type="http://schemas.openxmlformats.org/officeDocument/2006/relationships/image" Target="../media/image73.wmf"/><Relationship Id="rId4" Type="http://schemas.openxmlformats.org/officeDocument/2006/relationships/image" Target="../media/image76.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79.wmf"/><Relationship Id="rId7" Type="http://schemas.openxmlformats.org/officeDocument/2006/relationships/image" Target="../media/image83.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85.wmf"/><Relationship Id="rId1" Type="http://schemas.openxmlformats.org/officeDocument/2006/relationships/image" Target="../media/image84.wmf"/><Relationship Id="rId5" Type="http://schemas.openxmlformats.org/officeDocument/2006/relationships/image" Target="../media/image87.wmf"/><Relationship Id="rId4" Type="http://schemas.openxmlformats.org/officeDocument/2006/relationships/image" Target="../media/image77.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474" name="Rectangle 3"/>
          <p:cNvSpPr>
            <a:spLocks noChangeArrowheads="1"/>
          </p:cNvSpPr>
          <p:nvPr/>
        </p:nvSpPr>
        <p:spPr bwMode="auto">
          <a:xfrm>
            <a:off x="3643313" y="8574088"/>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lIns="90488" tIns="44450" rIns="90488" bIns="44450" anchor="b"/>
          <a:lstStyle/>
          <a:p>
            <a:pPr algn="r"/>
            <a:fld id="{398C48E3-D793-4CE7-946D-7CD8F45E6449}" type="slidenum">
              <a:rPr lang="zh-CN" altLang="en-US" sz="1200" b="0"/>
              <a:pPr algn="r"/>
              <a:t>‹#›</a:t>
            </a:fld>
            <a:endParaRPr lang="en-US" altLang="zh-CN" sz="1200" b="0"/>
          </a:p>
        </p:txBody>
      </p:sp>
    </p:spTree>
    <p:extLst>
      <p:ext uri="{BB962C8B-B14F-4D97-AF65-F5344CB8AC3E}">
        <p14:creationId xmlns:p14="http://schemas.microsoft.com/office/powerpoint/2010/main" val="1135366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1028"/>
          <p:cNvSpPr>
            <a:spLocks noGrp="1" noRot="1" noChangeAspect="1" noChangeArrowheads="1" noTextEdit="1"/>
          </p:cNvSpPr>
          <p:nvPr>
            <p:ph type="sldImg" idx="2"/>
          </p:nvPr>
        </p:nvSpPr>
        <p:spPr bwMode="auto">
          <a:xfrm>
            <a:off x="1143000" y="685800"/>
            <a:ext cx="4572000" cy="34290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8549" name="Rectangle 1029"/>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108550" name="Rectangle 1030"/>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pPr>
              <a:defRPr/>
            </a:pPr>
            <a:r>
              <a:rPr lang="zh-CN" altLang="en-US"/>
              <a:t>Confidential, for review only</a:t>
            </a:r>
            <a:r>
              <a:rPr lang="en-US" altLang="en-US"/>
              <a:t>Borland</a:t>
            </a:r>
          </a:p>
        </p:txBody>
      </p:sp>
      <p:sp>
        <p:nvSpPr>
          <p:cNvPr id="108551" name="Rectangle 1031"/>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pPr>
              <a:defRPr/>
            </a:pPr>
            <a:fld id="{34E32174-D327-48D5-888D-7FF713EAA309}" type="slidenum">
              <a:rPr lang="zh-CN" altLang="en-US"/>
              <a:pPr>
                <a:defRPr/>
              </a:pPr>
              <a:t>‹#›</a:t>
            </a:fld>
            <a:endParaRPr lang="en-US" altLang="zh-CN"/>
          </a:p>
        </p:txBody>
      </p:sp>
    </p:spTree>
    <p:extLst>
      <p:ext uri="{BB962C8B-B14F-4D97-AF65-F5344CB8AC3E}">
        <p14:creationId xmlns:p14="http://schemas.microsoft.com/office/powerpoint/2010/main" val="1116603286"/>
      </p:ext>
    </p:extLst>
  </p:cSld>
  <p:clrMap bg1="lt1" tx1="dk1" bg2="lt2" tx2="dk2" accent1="accent1" accent2="accent2" accent3="accent3" accent4="accent4" accent5="accent5" accent6="accent6" hlink="hlink" folHlink="folHlink"/>
  <p:hf hdr="0" dt="0"/>
  <p:notesStyle>
    <a:lvl1pPr marL="222250" indent="-222250" algn="l" rtl="0" eaLnBrk="0" fontAlgn="base" hangingPunct="0">
      <a:lnSpc>
        <a:spcPct val="90000"/>
      </a:lnSpc>
      <a:spcBef>
        <a:spcPct val="20000"/>
      </a:spcBef>
      <a:spcAft>
        <a:spcPct val="0"/>
      </a:spcAft>
      <a:buSzPct val="100000"/>
      <a:buChar char="•"/>
      <a:defRPr sz="1200" kern="1200">
        <a:solidFill>
          <a:schemeClr val="tx1"/>
        </a:solidFill>
        <a:latin typeface="Times New Roman" pitchFamily="18" charset="0"/>
        <a:ea typeface="宋体" pitchFamily="2" charset="-122"/>
        <a:cs typeface="+mn-cs"/>
      </a:defRPr>
    </a:lvl1pPr>
    <a:lvl2pPr marL="520700" indent="-184150" algn="l" rtl="0" eaLnBrk="0" fontAlgn="base" hangingPunct="0">
      <a:lnSpc>
        <a:spcPct val="90000"/>
      </a:lnSpc>
      <a:spcBef>
        <a:spcPct val="20000"/>
      </a:spcBef>
      <a:spcAft>
        <a:spcPct val="0"/>
      </a:spcAft>
      <a:buSzPct val="100000"/>
      <a:buChar char="-"/>
      <a:defRPr sz="1200" kern="1200">
        <a:solidFill>
          <a:schemeClr val="tx1"/>
        </a:solidFill>
        <a:latin typeface="Times New Roman" pitchFamily="18" charset="0"/>
        <a:ea typeface="宋体" pitchFamily="2" charset="-122"/>
        <a:cs typeface="+mn-cs"/>
      </a:defRPr>
    </a:lvl2pPr>
    <a:lvl3pPr marL="9144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3pPr>
    <a:lvl4pPr marL="13716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4pPr>
    <a:lvl5pPr marL="1828800" algn="l" rtl="0" eaLnBrk="0" fontAlgn="base" hangingPunct="0">
      <a:lnSpc>
        <a:spcPct val="89000"/>
      </a:lnSpc>
      <a:spcBef>
        <a:spcPct val="40000"/>
      </a:spcBef>
      <a:spcAft>
        <a:spcPct val="0"/>
      </a:spcAft>
      <a:buSzPct val="100000"/>
      <a:buChar char="•"/>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65539"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0EF8B2D3-AEC9-40FF-BA65-D46FD418A760}" type="slidenum">
              <a:rPr lang="zh-CN" altLang="en-US" sz="1200" smtClean="0"/>
              <a:pPr/>
              <a:t>1</a:t>
            </a:fld>
            <a:endParaRPr lang="en-US" altLang="zh-CN" sz="1200" smtClean="0"/>
          </a:p>
        </p:txBody>
      </p:sp>
      <p:sp>
        <p:nvSpPr>
          <p:cNvPr id="65540" name="Rectangle 2"/>
          <p:cNvSpPr>
            <a:spLocks noGrp="1" noRot="1" noChangeAspect="1" noChangeArrowheads="1" noTextEdit="1"/>
          </p:cNvSpPr>
          <p:nvPr>
            <p:ph type="sldImg"/>
          </p:nvPr>
        </p:nvSpPr>
        <p:spPr>
          <a:ln/>
        </p:spPr>
      </p:sp>
      <p:sp>
        <p:nvSpPr>
          <p:cNvPr id="65541" name="Rectangle 3"/>
          <p:cNvSpPr>
            <a:spLocks noGrp="1" noChangeArrowheads="1"/>
          </p:cNvSpPr>
          <p:nvPr>
            <p:ph type="body" idx="1"/>
          </p:nvPr>
        </p:nvSpPr>
        <p:spPr>
          <a:noFill/>
        </p:spPr>
        <p:txBody>
          <a:bodyPr/>
          <a:lstStyle/>
          <a:p>
            <a:endParaRPr lang="en-US" altLang="en-US" smtClean="0"/>
          </a:p>
        </p:txBody>
      </p:sp>
    </p:spTree>
    <p:extLst>
      <p:ext uri="{BB962C8B-B14F-4D97-AF65-F5344CB8AC3E}">
        <p14:creationId xmlns:p14="http://schemas.microsoft.com/office/powerpoint/2010/main" val="802785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66563"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EA88AB73-B22F-4949-A6BA-CC1DEF5D77F7}" type="slidenum">
              <a:rPr lang="zh-CN" altLang="en-US" sz="1200" smtClean="0"/>
              <a:pPr/>
              <a:t>2</a:t>
            </a:fld>
            <a:endParaRPr lang="en-US" altLang="zh-CN" sz="1200" smtClean="0"/>
          </a:p>
        </p:txBody>
      </p:sp>
      <p:sp>
        <p:nvSpPr>
          <p:cNvPr id="66564" name="Rectangle 2"/>
          <p:cNvSpPr>
            <a:spLocks noGrp="1" noRot="1" noChangeAspect="1" noChangeArrowheads="1" noTextEdit="1"/>
          </p:cNvSpPr>
          <p:nvPr>
            <p:ph type="sldImg"/>
          </p:nvPr>
        </p:nvSpPr>
        <p:spPr>
          <a:ln/>
        </p:spPr>
      </p:sp>
      <p:sp>
        <p:nvSpPr>
          <p:cNvPr id="66565"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29950174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67587"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25586AED-BDE8-4844-A01F-F1FE1FEE9EFE}" type="slidenum">
              <a:rPr lang="zh-CN" altLang="en-US" sz="1200" smtClean="0"/>
              <a:pPr/>
              <a:t>3</a:t>
            </a:fld>
            <a:endParaRPr lang="en-US" altLang="zh-CN" sz="1200" smtClean="0"/>
          </a:p>
        </p:txBody>
      </p:sp>
      <p:sp>
        <p:nvSpPr>
          <p:cNvPr id="67588" name="Rectangle 2"/>
          <p:cNvSpPr>
            <a:spLocks noGrp="1" noRot="1" noChangeAspect="1" noChangeArrowheads="1" noTextEdit="1"/>
          </p:cNvSpPr>
          <p:nvPr>
            <p:ph type="sldImg"/>
          </p:nvPr>
        </p:nvSpPr>
        <p:spPr>
          <a:ln/>
        </p:spPr>
      </p:sp>
      <p:sp>
        <p:nvSpPr>
          <p:cNvPr id="67589"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19598106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68611"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C9A5F787-59B0-4F65-8A5C-02B8A765D366}" type="slidenum">
              <a:rPr lang="zh-CN" altLang="en-US" sz="1200" smtClean="0"/>
              <a:pPr/>
              <a:t>4</a:t>
            </a:fld>
            <a:endParaRPr lang="en-US" altLang="zh-CN" sz="1200" smtClean="0"/>
          </a:p>
        </p:txBody>
      </p:sp>
      <p:sp>
        <p:nvSpPr>
          <p:cNvPr id="68612" name="Rectangle 2"/>
          <p:cNvSpPr>
            <a:spLocks noGrp="1" noRot="1" noChangeAspect="1" noChangeArrowheads="1" noTextEdit="1"/>
          </p:cNvSpPr>
          <p:nvPr>
            <p:ph type="sldImg"/>
          </p:nvPr>
        </p:nvSpPr>
        <p:spPr>
          <a:solidFill>
            <a:srgbClr val="FFFFFF"/>
          </a:solidFill>
          <a:ln/>
        </p:spPr>
      </p:sp>
      <p:sp>
        <p:nvSpPr>
          <p:cNvPr id="68613" name="Rectangle 3"/>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zh-CN" altLang="en-US" smtClean="0"/>
          </a:p>
        </p:txBody>
      </p:sp>
    </p:spTree>
    <p:extLst>
      <p:ext uri="{BB962C8B-B14F-4D97-AF65-F5344CB8AC3E}">
        <p14:creationId xmlns:p14="http://schemas.microsoft.com/office/powerpoint/2010/main" val="3386656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69635"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72CDF116-86FF-4D9A-B28D-353F0637DB24}" type="slidenum">
              <a:rPr lang="zh-CN" altLang="en-US" sz="1200" smtClean="0"/>
              <a:pPr/>
              <a:t>5</a:t>
            </a:fld>
            <a:endParaRPr lang="en-US" altLang="zh-CN" sz="1200" smtClean="0"/>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p:spPr>
        <p:txBody>
          <a:bodyPr/>
          <a:lstStyle/>
          <a:p>
            <a:endParaRPr lang="zh-CN" altLang="en-US" sz="1800" b="1" smtClean="0">
              <a:solidFill>
                <a:srgbClr val="FF3300"/>
              </a:solidFill>
            </a:endParaRPr>
          </a:p>
        </p:txBody>
      </p:sp>
    </p:spTree>
    <p:extLst>
      <p:ext uri="{BB962C8B-B14F-4D97-AF65-F5344CB8AC3E}">
        <p14:creationId xmlns:p14="http://schemas.microsoft.com/office/powerpoint/2010/main" val="3229532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0659"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39636770-A0EF-4129-A87D-384AC18FF6FB}" type="slidenum">
              <a:rPr lang="zh-CN" altLang="en-US" sz="1200" smtClean="0"/>
              <a:pPr/>
              <a:t>6</a:t>
            </a:fld>
            <a:endParaRPr lang="en-US" altLang="zh-CN" sz="1200" smtClean="0"/>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3090620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1683"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AD346B9F-EFE8-4C5F-A28E-C40C9CA77A82}" type="slidenum">
              <a:rPr lang="zh-CN" altLang="en-US" sz="1200" smtClean="0"/>
              <a:pPr/>
              <a:t>7</a:t>
            </a:fld>
            <a:endParaRPr lang="en-US" altLang="zh-CN" sz="1200" smtClean="0"/>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3693988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2707"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9BCEDD04-5AD7-4CC7-AA5C-8A2F2B8F2A30}" type="slidenum">
              <a:rPr lang="zh-CN" altLang="en-US" sz="1200" smtClean="0"/>
              <a:pPr/>
              <a:t>8</a:t>
            </a:fld>
            <a:endParaRPr lang="en-US" altLang="zh-CN" sz="1200" smtClean="0"/>
          </a:p>
        </p:txBody>
      </p:sp>
      <p:sp>
        <p:nvSpPr>
          <p:cNvPr id="72708" name="Rectangle 2"/>
          <p:cNvSpPr>
            <a:spLocks noGrp="1" noRot="1" noChangeAspect="1" noChangeArrowheads="1" noTextEdit="1"/>
          </p:cNvSpPr>
          <p:nvPr>
            <p:ph type="sldImg"/>
          </p:nvPr>
        </p:nvSpPr>
        <p:spPr>
          <a:xfrm>
            <a:off x="-153988" y="711200"/>
            <a:ext cx="4573588" cy="3430588"/>
          </a:xfrm>
          <a:solidFill>
            <a:srgbClr val="FFFFFF"/>
          </a:solidFill>
          <a:ln/>
        </p:spPr>
      </p:sp>
      <p:sp>
        <p:nvSpPr>
          <p:cNvPr id="72709" name="Rectangle 3"/>
          <p:cNvSpPr>
            <a:spLocks noGrp="1" noChangeArrowheads="1"/>
          </p:cNvSpPr>
          <p:nvPr>
            <p:ph type="body" idx="1"/>
          </p:nvPr>
        </p:nvSpPr>
        <p:spPr>
          <a:xfrm>
            <a:off x="3494088" y="711200"/>
            <a:ext cx="2667000" cy="3354388"/>
          </a:xfrm>
          <a:solidFill>
            <a:srgbClr val="FFFFFF"/>
          </a:solidFill>
          <a:ln w="12700">
            <a:solidFill>
              <a:srgbClr val="000000"/>
            </a:solidFill>
            <a:miter lim="800000"/>
            <a:headEnd/>
            <a:tailEnd/>
          </a:ln>
        </p:spPr>
        <p:txBody>
          <a:bodyPr/>
          <a:lstStyle/>
          <a:p>
            <a:endParaRPr lang="zh-CN" altLang="en-US" smtClean="0"/>
          </a:p>
        </p:txBody>
      </p:sp>
    </p:spTree>
    <p:extLst>
      <p:ext uri="{BB962C8B-B14F-4D97-AF65-F5344CB8AC3E}">
        <p14:creationId xmlns:p14="http://schemas.microsoft.com/office/powerpoint/2010/main" val="1812619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3731"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705911DE-999E-4512-AB6D-9C4A9937D989}" type="slidenum">
              <a:rPr lang="zh-CN" altLang="en-US" sz="1200" smtClean="0"/>
              <a:pPr/>
              <a:t>10</a:t>
            </a:fld>
            <a:endParaRPr lang="en-US" altLang="zh-CN" sz="1200" smtClean="0"/>
          </a:p>
        </p:txBody>
      </p:sp>
      <p:sp>
        <p:nvSpPr>
          <p:cNvPr id="73732" name="Rectangle 2"/>
          <p:cNvSpPr>
            <a:spLocks noGrp="1" noRot="1" noChangeAspect="1" noChangeArrowheads="1" noTextEdit="1"/>
          </p:cNvSpPr>
          <p:nvPr>
            <p:ph type="sldImg"/>
          </p:nvPr>
        </p:nvSpPr>
        <p:spPr>
          <a:xfrm>
            <a:off x="1141413" y="685800"/>
            <a:ext cx="4573587" cy="3430588"/>
          </a:xfrm>
          <a:solidFill>
            <a:srgbClr val="FFFFFF"/>
          </a:solidFill>
          <a:ln/>
        </p:spPr>
      </p:sp>
      <p:sp>
        <p:nvSpPr>
          <p:cNvPr id="73733" name="Rectangle 3"/>
          <p:cNvSpPr>
            <a:spLocks noGrp="1" noChangeArrowheads="1"/>
          </p:cNvSpPr>
          <p:nvPr>
            <p:ph type="body" idx="1"/>
          </p:nvPr>
        </p:nvSpPr>
        <p:spPr>
          <a:xfrm>
            <a:off x="914400" y="4344988"/>
            <a:ext cx="5029200" cy="4113212"/>
          </a:xfrm>
          <a:solidFill>
            <a:srgbClr val="FFFFFF"/>
          </a:solidFill>
          <a:ln w="12700">
            <a:solidFill>
              <a:srgbClr val="000000"/>
            </a:solidFill>
            <a:miter lim="800000"/>
            <a:headEnd/>
            <a:tailEnd/>
          </a:ln>
        </p:spPr>
        <p:txBody>
          <a:bodyPr/>
          <a:lstStyle/>
          <a:p>
            <a:endParaRPr lang="zh-CN" altLang="en-US" smtClean="0"/>
          </a:p>
        </p:txBody>
      </p:sp>
    </p:spTree>
    <p:extLst>
      <p:ext uri="{BB962C8B-B14F-4D97-AF65-F5344CB8AC3E}">
        <p14:creationId xmlns:p14="http://schemas.microsoft.com/office/powerpoint/2010/main" val="4759214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4755"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056BFF9A-AB11-4088-943C-37CBAE09917D}" type="slidenum">
              <a:rPr lang="zh-CN" altLang="en-US" sz="1200" smtClean="0"/>
              <a:pPr/>
              <a:t>11</a:t>
            </a:fld>
            <a:endParaRPr lang="en-US" altLang="zh-CN" sz="1200" smtClean="0"/>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6163393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5779"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A7A663CC-8D5D-48AF-84F7-4F84988AA39E}" type="slidenum">
              <a:rPr lang="zh-CN" altLang="en-US" sz="1200" smtClean="0"/>
              <a:pPr/>
              <a:t>12</a:t>
            </a:fld>
            <a:endParaRPr lang="en-US" altLang="zh-CN" sz="1200" smtClean="0"/>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p:spPr>
        <p:txBody>
          <a:bodyPr/>
          <a:lstStyle/>
          <a:p>
            <a:endParaRPr lang="zh-CN" altLang="en-US" dirty="0" smtClean="0"/>
          </a:p>
        </p:txBody>
      </p:sp>
    </p:spTree>
    <p:extLst>
      <p:ext uri="{BB962C8B-B14F-4D97-AF65-F5344CB8AC3E}">
        <p14:creationId xmlns:p14="http://schemas.microsoft.com/office/powerpoint/2010/main" val="934026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6803"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B864A7E4-B394-4789-85E9-BBBC9C0E6E2C}" type="slidenum">
              <a:rPr lang="zh-CN" altLang="en-US" sz="1200" smtClean="0"/>
              <a:pPr/>
              <a:t>13</a:t>
            </a:fld>
            <a:endParaRPr lang="en-US" altLang="zh-CN" sz="1200" smtClean="0"/>
          </a:p>
        </p:txBody>
      </p:sp>
      <p:sp>
        <p:nvSpPr>
          <p:cNvPr id="76804" name="Rectangle 2"/>
          <p:cNvSpPr>
            <a:spLocks noGrp="1" noRot="1" noChangeAspect="1" noChangeArrowheads="1" noTextEdit="1"/>
          </p:cNvSpPr>
          <p:nvPr>
            <p:ph type="sldImg"/>
          </p:nvPr>
        </p:nvSpPr>
        <p:spPr>
          <a:ln/>
        </p:spPr>
      </p:sp>
      <p:sp>
        <p:nvSpPr>
          <p:cNvPr id="76805"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28980146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7827"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519AA286-A067-4880-A652-3ECD6480374C}" type="slidenum">
              <a:rPr lang="zh-CN" altLang="en-US" sz="1200" smtClean="0"/>
              <a:pPr/>
              <a:t>14</a:t>
            </a:fld>
            <a:endParaRPr lang="en-US" altLang="zh-CN" sz="1200" smtClean="0"/>
          </a:p>
        </p:txBody>
      </p:sp>
      <p:sp>
        <p:nvSpPr>
          <p:cNvPr id="77828" name="Rectangle 2"/>
          <p:cNvSpPr>
            <a:spLocks noGrp="1" noRot="1" noChangeAspect="1" noChangeArrowheads="1" noTextEdit="1"/>
          </p:cNvSpPr>
          <p:nvPr>
            <p:ph type="sldImg"/>
          </p:nvPr>
        </p:nvSpPr>
        <p:spPr>
          <a:ln/>
        </p:spPr>
      </p:sp>
      <p:sp>
        <p:nvSpPr>
          <p:cNvPr id="77829"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932044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8851"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DE5F1A46-F8FF-4EC8-881C-1EA00CD9C969}" type="slidenum">
              <a:rPr lang="zh-CN" altLang="en-US" sz="1200" smtClean="0"/>
              <a:pPr/>
              <a:t>16</a:t>
            </a:fld>
            <a:endParaRPr lang="en-US" altLang="zh-CN" sz="1200" smtClean="0"/>
          </a:p>
        </p:txBody>
      </p:sp>
      <p:sp>
        <p:nvSpPr>
          <p:cNvPr id="78852" name="Rectangle 2"/>
          <p:cNvSpPr>
            <a:spLocks noGrp="1" noRot="1" noChangeAspect="1" noChangeArrowheads="1" noTextEdit="1"/>
          </p:cNvSpPr>
          <p:nvPr>
            <p:ph type="sldImg"/>
          </p:nvPr>
        </p:nvSpPr>
        <p:spPr>
          <a:ln/>
        </p:spPr>
      </p:sp>
      <p:sp>
        <p:nvSpPr>
          <p:cNvPr id="78853" name="Rectangle 3"/>
          <p:cNvSpPr>
            <a:spLocks noGrp="1" noChangeArrowheads="1"/>
          </p:cNvSpPr>
          <p:nvPr>
            <p:ph type="body" idx="1"/>
          </p:nvPr>
        </p:nvSpPr>
        <p:spPr>
          <a:noFill/>
        </p:spPr>
        <p:txBody>
          <a:bodyPr/>
          <a:lstStyle/>
          <a:p>
            <a:r>
              <a:rPr lang="zh-CN" altLang="en-US" smtClean="0">
                <a:latin typeface="宋体" pitchFamily="2" charset="-122"/>
              </a:rPr>
              <a:t>在已知</a:t>
            </a:r>
            <a:r>
              <a:rPr lang="en-US" altLang="zh-CN" i="1" smtClean="0"/>
              <a:t>l</a:t>
            </a:r>
            <a:r>
              <a:rPr lang="en-US" altLang="zh-CN" baseline="-25000" smtClean="0"/>
              <a:t>ij</a:t>
            </a:r>
            <a:r>
              <a:rPr lang="zh-CN" altLang="en-US" smtClean="0">
                <a:latin typeface="宋体" pitchFamily="2" charset="-122"/>
              </a:rPr>
              <a:t>的基础上，可建立求解</a:t>
            </a:r>
            <a:r>
              <a:rPr lang="en-US" altLang="zh-CN" i="1" smtClean="0"/>
              <a:t>z</a:t>
            </a:r>
            <a:r>
              <a:rPr lang="en-US" altLang="zh-CN" baseline="-25000" smtClean="0"/>
              <a:t>1</a:t>
            </a:r>
            <a:r>
              <a:rPr lang="zh-CN" altLang="en-US" smtClean="0">
                <a:latin typeface="宋体" pitchFamily="2" charset="-122"/>
              </a:rPr>
              <a:t>,</a:t>
            </a:r>
            <a:r>
              <a:rPr lang="en-US" altLang="zh-CN" i="1" smtClean="0"/>
              <a:t>z</a:t>
            </a:r>
            <a:r>
              <a:rPr lang="en-US" altLang="zh-CN" baseline="-25000" smtClean="0"/>
              <a:t>2 </a:t>
            </a:r>
            <a:r>
              <a:rPr lang="zh-CN" altLang="en-US" smtClean="0">
                <a:latin typeface="宋体" pitchFamily="2" charset="-122"/>
              </a:rPr>
              <a:t>,</a:t>
            </a:r>
            <a:r>
              <a:rPr lang="zh-CN" altLang="en-US" smtClean="0"/>
              <a:t>…</a:t>
            </a:r>
            <a:r>
              <a:rPr lang="zh-CN" altLang="en-US" smtClean="0">
                <a:latin typeface="宋体" pitchFamily="2" charset="-122"/>
              </a:rPr>
              <a:t>,</a:t>
            </a:r>
            <a:r>
              <a:rPr lang="en-US" altLang="zh-CN" i="1" smtClean="0"/>
              <a:t>z</a:t>
            </a:r>
            <a:r>
              <a:rPr lang="en-US" altLang="zh-CN" baseline="-25000" smtClean="0"/>
              <a:t>n</a:t>
            </a:r>
            <a:r>
              <a:rPr lang="zh-CN" altLang="en-US" smtClean="0">
                <a:latin typeface="宋体" pitchFamily="2" charset="-122"/>
              </a:rPr>
              <a:t>的三角形线组</a:t>
            </a:r>
            <a:r>
              <a:rPr lang="zh-CN" altLang="en-US" smtClean="0"/>
              <a:t>，</a:t>
            </a:r>
            <a:r>
              <a:rPr lang="zh-CN" altLang="en-US" smtClean="0">
                <a:latin typeface="宋体" pitchFamily="2" charset="-122"/>
              </a:rPr>
              <a:t>按由上而下的方程次序解出</a:t>
            </a:r>
            <a:r>
              <a:rPr lang="en-US" altLang="zh-CN" i="1" smtClean="0"/>
              <a:t>z</a:t>
            </a:r>
            <a:r>
              <a:rPr lang="en-US" altLang="zh-CN" baseline="-25000" smtClean="0"/>
              <a:t>1</a:t>
            </a:r>
            <a:r>
              <a:rPr lang="zh-CN" altLang="en-US" smtClean="0">
                <a:latin typeface="宋体" pitchFamily="2" charset="-122"/>
              </a:rPr>
              <a:t>,</a:t>
            </a:r>
            <a:r>
              <a:rPr lang="en-US" altLang="zh-CN" i="1" smtClean="0"/>
              <a:t>z</a:t>
            </a:r>
            <a:r>
              <a:rPr lang="en-US" altLang="zh-CN" baseline="-25000" smtClean="0"/>
              <a:t>2 </a:t>
            </a:r>
            <a:r>
              <a:rPr lang="zh-CN" altLang="en-US" smtClean="0">
                <a:latin typeface="宋体" pitchFamily="2" charset="-122"/>
              </a:rPr>
              <a:t>,</a:t>
            </a:r>
            <a:r>
              <a:rPr lang="zh-CN" altLang="en-US" smtClean="0"/>
              <a:t>…</a:t>
            </a:r>
            <a:r>
              <a:rPr lang="zh-CN" altLang="en-US" smtClean="0">
                <a:latin typeface="宋体" pitchFamily="2" charset="-122"/>
              </a:rPr>
              <a:t>,</a:t>
            </a:r>
            <a:r>
              <a:rPr lang="en-US" altLang="zh-CN" i="1" smtClean="0"/>
              <a:t>z</a:t>
            </a:r>
            <a:r>
              <a:rPr lang="en-US" altLang="zh-CN" baseline="-25000" smtClean="0"/>
              <a:t>n</a:t>
            </a:r>
            <a:r>
              <a:rPr lang="zh-CN" altLang="en-US" smtClean="0"/>
              <a:t>。</a:t>
            </a:r>
          </a:p>
          <a:p>
            <a:r>
              <a:rPr lang="zh-CN" altLang="en-US" smtClean="0">
                <a:latin typeface="宋体" pitchFamily="2" charset="-122"/>
              </a:rPr>
              <a:t>在</a:t>
            </a:r>
            <a:r>
              <a:rPr lang="en-US" altLang="zh-CN" i="1" smtClean="0"/>
              <a:t>u</a:t>
            </a:r>
            <a:r>
              <a:rPr lang="en-US" altLang="zh-CN" baseline="-25000" smtClean="0"/>
              <a:t>ij</a:t>
            </a:r>
            <a:r>
              <a:rPr lang="zh-CN" altLang="en-US" smtClean="0">
                <a:latin typeface="宋体" pitchFamily="2" charset="-122"/>
              </a:rPr>
              <a:t>及</a:t>
            </a:r>
            <a:r>
              <a:rPr lang="en-US" altLang="zh-CN" i="1" smtClean="0"/>
              <a:t>z</a:t>
            </a:r>
            <a:r>
              <a:rPr lang="en-US" altLang="zh-CN" baseline="-25000" smtClean="0"/>
              <a:t>i</a:t>
            </a:r>
            <a:r>
              <a:rPr lang="zh-CN" altLang="en-US" smtClean="0">
                <a:latin typeface="宋体" pitchFamily="2" charset="-122"/>
              </a:rPr>
              <a:t>已知的基础上，可建立求解</a:t>
            </a:r>
            <a:r>
              <a:rPr lang="en-US" altLang="zh-CN" i="1" smtClean="0"/>
              <a:t>x</a:t>
            </a:r>
            <a:r>
              <a:rPr lang="en-US" altLang="zh-CN" baseline="-25000" smtClean="0"/>
              <a:t>1</a:t>
            </a:r>
            <a:r>
              <a:rPr lang="zh-CN" altLang="en-US" smtClean="0">
                <a:latin typeface="宋体" pitchFamily="2" charset="-122"/>
              </a:rPr>
              <a:t>,</a:t>
            </a:r>
            <a:r>
              <a:rPr lang="en-US" altLang="zh-CN" i="1" smtClean="0"/>
              <a:t>x</a:t>
            </a:r>
            <a:r>
              <a:rPr lang="en-US" altLang="zh-CN" baseline="-25000" smtClean="0"/>
              <a:t>2 </a:t>
            </a:r>
            <a:r>
              <a:rPr lang="zh-CN" altLang="en-US" smtClean="0">
                <a:latin typeface="宋体" pitchFamily="2" charset="-122"/>
              </a:rPr>
              <a:t>,</a:t>
            </a:r>
            <a:r>
              <a:rPr lang="zh-CN" altLang="en-US" smtClean="0"/>
              <a:t>…</a:t>
            </a:r>
            <a:r>
              <a:rPr lang="zh-CN" altLang="en-US" smtClean="0">
                <a:latin typeface="宋体" pitchFamily="2" charset="-122"/>
              </a:rPr>
              <a:t>,</a:t>
            </a:r>
            <a:r>
              <a:rPr lang="en-US" altLang="zh-CN" i="1" smtClean="0"/>
              <a:t>x</a:t>
            </a:r>
            <a:r>
              <a:rPr lang="en-US" altLang="zh-CN" baseline="-25000" smtClean="0"/>
              <a:t>n</a:t>
            </a:r>
            <a:r>
              <a:rPr lang="zh-CN" altLang="en-US" smtClean="0">
                <a:latin typeface="宋体" pitchFamily="2" charset="-122"/>
              </a:rPr>
              <a:t>的三角形线组</a:t>
            </a:r>
            <a:r>
              <a:rPr lang="zh-CN" altLang="en-US" smtClean="0"/>
              <a:t>，</a:t>
            </a:r>
            <a:r>
              <a:rPr lang="zh-CN" altLang="en-US" smtClean="0">
                <a:latin typeface="宋体" pitchFamily="2" charset="-122"/>
              </a:rPr>
              <a:t>按由下而上的方程次序解出</a:t>
            </a:r>
            <a:r>
              <a:rPr lang="en-US" altLang="zh-CN" i="1" smtClean="0"/>
              <a:t>x</a:t>
            </a:r>
            <a:r>
              <a:rPr lang="en-US" altLang="zh-CN" smtClean="0"/>
              <a:t>。</a:t>
            </a:r>
          </a:p>
          <a:p>
            <a:r>
              <a:rPr lang="zh-CN" altLang="en-US" smtClean="0"/>
              <a:t>在上述消元过程中， </a:t>
            </a:r>
            <a:r>
              <a:rPr lang="en-US" altLang="zh-CN" i="1" smtClean="0"/>
              <a:t>l</a:t>
            </a:r>
            <a:r>
              <a:rPr lang="en-US" altLang="zh-CN" baseline="-25000" smtClean="0"/>
              <a:t>ij</a:t>
            </a:r>
            <a:r>
              <a:rPr lang="zh-CN" altLang="en-US" smtClean="0">
                <a:latin typeface="宋体" pitchFamily="2" charset="-122"/>
              </a:rPr>
              <a:t>的数值是可以任意取定的。对于</a:t>
            </a:r>
            <a:r>
              <a:rPr lang="en-US" altLang="zh-CN" i="1" smtClean="0"/>
              <a:t>l</a:t>
            </a:r>
            <a:r>
              <a:rPr lang="en-US" altLang="zh-CN" baseline="-25000" smtClean="0"/>
              <a:t>ij</a:t>
            </a:r>
            <a:r>
              <a:rPr lang="zh-CN" altLang="en-US" smtClean="0">
                <a:latin typeface="宋体" pitchFamily="2" charset="-122"/>
              </a:rPr>
              <a:t>的值得不同选定方法就产生了不同的消元法</a:t>
            </a:r>
          </a:p>
          <a:p>
            <a:endParaRPr lang="zh-CN" altLang="en-US" smtClean="0"/>
          </a:p>
        </p:txBody>
      </p:sp>
    </p:spTree>
    <p:extLst>
      <p:ext uri="{BB962C8B-B14F-4D97-AF65-F5344CB8AC3E}">
        <p14:creationId xmlns:p14="http://schemas.microsoft.com/office/powerpoint/2010/main" val="9127404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79875"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A3B4351F-534E-4A96-AEAE-6E1FCE055266}" type="slidenum">
              <a:rPr lang="zh-CN" altLang="en-US" sz="1200" smtClean="0"/>
              <a:pPr/>
              <a:t>17</a:t>
            </a:fld>
            <a:endParaRPr lang="en-US" altLang="zh-CN" sz="1200" smtClean="0"/>
          </a:p>
        </p:txBody>
      </p:sp>
      <p:sp>
        <p:nvSpPr>
          <p:cNvPr id="79876" name="Rectangle 2"/>
          <p:cNvSpPr>
            <a:spLocks noGrp="1" noRot="1" noChangeAspect="1" noChangeArrowheads="1" noTextEdit="1"/>
          </p:cNvSpPr>
          <p:nvPr>
            <p:ph type="sldImg"/>
          </p:nvPr>
        </p:nvSpPr>
        <p:spPr>
          <a:ln/>
        </p:spPr>
      </p:sp>
      <p:sp>
        <p:nvSpPr>
          <p:cNvPr id="79877" name="Rectangle 3"/>
          <p:cNvSpPr>
            <a:spLocks noGrp="1" noChangeArrowheads="1"/>
          </p:cNvSpPr>
          <p:nvPr>
            <p:ph type="body" idx="1"/>
          </p:nvPr>
        </p:nvSpPr>
        <p:spPr>
          <a:noFill/>
        </p:spPr>
        <p:txBody>
          <a:bodyPr/>
          <a:lstStyle/>
          <a:p>
            <a:endParaRPr lang="zh-CN" altLang="en-US" smtClean="0">
              <a:latin typeface="宋体" pitchFamily="2" charset="-122"/>
            </a:endParaRPr>
          </a:p>
        </p:txBody>
      </p:sp>
    </p:spTree>
    <p:extLst>
      <p:ext uri="{BB962C8B-B14F-4D97-AF65-F5344CB8AC3E}">
        <p14:creationId xmlns:p14="http://schemas.microsoft.com/office/powerpoint/2010/main" val="1050781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0899"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0FFADA45-C75F-42A6-80BB-8869A724D0A8}" type="slidenum">
              <a:rPr lang="zh-CN" altLang="en-US" sz="1200" smtClean="0"/>
              <a:pPr/>
              <a:t>19</a:t>
            </a:fld>
            <a:endParaRPr lang="en-US" altLang="zh-CN" sz="1200" smtClean="0"/>
          </a:p>
        </p:txBody>
      </p:sp>
      <p:sp>
        <p:nvSpPr>
          <p:cNvPr id="80900" name="Rectangle 2"/>
          <p:cNvSpPr>
            <a:spLocks noGrp="1" noRot="1" noChangeAspect="1" noChangeArrowheads="1" noTextEdit="1"/>
          </p:cNvSpPr>
          <p:nvPr>
            <p:ph type="sldImg"/>
          </p:nvPr>
        </p:nvSpPr>
        <p:spPr>
          <a:ln/>
        </p:spPr>
      </p:sp>
      <p:sp>
        <p:nvSpPr>
          <p:cNvPr id="80901"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3482757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1923"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A5F0AC9A-82A3-4F81-B47F-5061F95D21F0}" type="slidenum">
              <a:rPr lang="zh-CN" altLang="en-US" sz="1200" smtClean="0"/>
              <a:pPr/>
              <a:t>20</a:t>
            </a:fld>
            <a:endParaRPr lang="en-US" altLang="zh-CN" sz="1200" smtClean="0"/>
          </a:p>
        </p:txBody>
      </p:sp>
      <p:sp>
        <p:nvSpPr>
          <p:cNvPr id="81924" name="Rectangle 2"/>
          <p:cNvSpPr>
            <a:spLocks noGrp="1" noRot="1" noChangeAspect="1" noChangeArrowheads="1" noTextEdit="1"/>
          </p:cNvSpPr>
          <p:nvPr>
            <p:ph type="sldImg"/>
          </p:nvPr>
        </p:nvSpPr>
        <p:spPr>
          <a:ln/>
        </p:spPr>
      </p:sp>
      <p:sp>
        <p:nvSpPr>
          <p:cNvPr id="81925" name="Rectangle 3"/>
          <p:cNvSpPr>
            <a:spLocks noGrp="1" noChangeArrowheads="1"/>
          </p:cNvSpPr>
          <p:nvPr>
            <p:ph type="body" idx="1"/>
          </p:nvPr>
        </p:nvSpPr>
        <p:spPr>
          <a:noFill/>
        </p:spPr>
        <p:txBody>
          <a:bodyPr/>
          <a:lstStyle/>
          <a:p>
            <a:endParaRPr lang="zh-CN" altLang="en-US" sz="1400" smtClean="0"/>
          </a:p>
        </p:txBody>
      </p:sp>
    </p:spTree>
    <p:extLst>
      <p:ext uri="{BB962C8B-B14F-4D97-AF65-F5344CB8AC3E}">
        <p14:creationId xmlns:p14="http://schemas.microsoft.com/office/powerpoint/2010/main" val="38233350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2947"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0566220C-072B-49AC-8103-E11B7BC6DC36}" type="slidenum">
              <a:rPr lang="zh-CN" altLang="en-US" sz="1200" smtClean="0"/>
              <a:pPr/>
              <a:t>23</a:t>
            </a:fld>
            <a:endParaRPr lang="en-US" altLang="zh-CN" sz="1200" smtClean="0"/>
          </a:p>
        </p:txBody>
      </p:sp>
      <p:sp>
        <p:nvSpPr>
          <p:cNvPr id="82948" name="Rectangle 2"/>
          <p:cNvSpPr>
            <a:spLocks noGrp="1" noRot="1" noChangeAspect="1" noChangeArrowheads="1" noTextEdit="1"/>
          </p:cNvSpPr>
          <p:nvPr>
            <p:ph type="sldImg"/>
          </p:nvPr>
        </p:nvSpPr>
        <p:spPr>
          <a:ln/>
        </p:spPr>
      </p:sp>
      <p:sp>
        <p:nvSpPr>
          <p:cNvPr id="82949"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3315986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3971"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DE8F8EE2-85B0-4818-BC04-547A8E4231C6}" type="slidenum">
              <a:rPr lang="zh-CN" altLang="en-US" sz="1200" smtClean="0"/>
              <a:pPr/>
              <a:t>24</a:t>
            </a:fld>
            <a:endParaRPr lang="en-US" altLang="zh-CN" sz="1200" smtClean="0"/>
          </a:p>
        </p:txBody>
      </p:sp>
      <p:sp>
        <p:nvSpPr>
          <p:cNvPr id="83972" name="Rectangle 2"/>
          <p:cNvSpPr>
            <a:spLocks noGrp="1" noRot="1" noChangeAspect="1" noChangeArrowheads="1" noTextEdit="1"/>
          </p:cNvSpPr>
          <p:nvPr>
            <p:ph type="sldImg"/>
          </p:nvPr>
        </p:nvSpPr>
        <p:spPr>
          <a:ln/>
        </p:spPr>
      </p:sp>
      <p:sp>
        <p:nvSpPr>
          <p:cNvPr id="83973"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4173513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4995"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BB6E1429-7394-47FB-AD22-5BB7493177B4}" type="slidenum">
              <a:rPr lang="zh-CN" altLang="en-US" sz="1200" smtClean="0"/>
              <a:pPr/>
              <a:t>25</a:t>
            </a:fld>
            <a:endParaRPr lang="en-US" altLang="zh-CN" sz="1200" smtClean="0"/>
          </a:p>
        </p:txBody>
      </p:sp>
      <p:sp>
        <p:nvSpPr>
          <p:cNvPr id="84996" name="Rectangle 2"/>
          <p:cNvSpPr>
            <a:spLocks noGrp="1" noRot="1" noChangeAspect="1" noChangeArrowheads="1" noTextEdit="1"/>
          </p:cNvSpPr>
          <p:nvPr>
            <p:ph type="sldImg"/>
          </p:nvPr>
        </p:nvSpPr>
        <p:spPr>
          <a:ln/>
        </p:spPr>
      </p:sp>
      <p:sp>
        <p:nvSpPr>
          <p:cNvPr id="84997"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1635613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6019"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BA1747D1-AB7E-47A3-813B-9B30608ED708}" type="slidenum">
              <a:rPr lang="zh-CN" altLang="en-US" sz="1200" smtClean="0"/>
              <a:pPr/>
              <a:t>27</a:t>
            </a:fld>
            <a:endParaRPr lang="en-US" altLang="zh-CN" sz="1200" smtClean="0"/>
          </a:p>
        </p:txBody>
      </p:sp>
      <p:sp>
        <p:nvSpPr>
          <p:cNvPr id="86020" name="Rectangle 2"/>
          <p:cNvSpPr>
            <a:spLocks noGrp="1" noRot="1" noChangeAspect="1" noChangeArrowheads="1" noTextEdit="1"/>
          </p:cNvSpPr>
          <p:nvPr>
            <p:ph type="sldImg"/>
          </p:nvPr>
        </p:nvSpPr>
        <p:spPr>
          <a:ln/>
        </p:spPr>
      </p:sp>
      <p:sp>
        <p:nvSpPr>
          <p:cNvPr id="86021"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2439490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7043"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6D72679C-C3D0-45F9-A37F-96EFA5888F14}" type="slidenum">
              <a:rPr lang="zh-CN" altLang="en-US" sz="1200" smtClean="0"/>
              <a:pPr/>
              <a:t>28</a:t>
            </a:fld>
            <a:endParaRPr lang="en-US" altLang="zh-CN" sz="1200" smtClean="0"/>
          </a:p>
        </p:txBody>
      </p:sp>
      <p:sp>
        <p:nvSpPr>
          <p:cNvPr id="87044" name="Rectangle 2"/>
          <p:cNvSpPr>
            <a:spLocks noGrp="1" noRot="1" noChangeAspect="1" noChangeArrowheads="1" noTextEdit="1"/>
          </p:cNvSpPr>
          <p:nvPr>
            <p:ph type="sldImg"/>
          </p:nvPr>
        </p:nvSpPr>
        <p:spPr>
          <a:ln/>
        </p:spPr>
      </p:sp>
      <p:sp>
        <p:nvSpPr>
          <p:cNvPr id="87045" name="Rectangle 3"/>
          <p:cNvSpPr>
            <a:spLocks noGrp="1" noChangeArrowheads="1"/>
          </p:cNvSpPr>
          <p:nvPr>
            <p:ph type="body" idx="1"/>
          </p:nvPr>
        </p:nvSpPr>
        <p:spPr>
          <a:noFill/>
        </p:spPr>
        <p:txBody>
          <a:bodyPr/>
          <a:lstStyle/>
          <a:p>
            <a:endParaRPr lang="zh-CN" altLang="en-US" sz="2800" b="1" smtClean="0"/>
          </a:p>
        </p:txBody>
      </p:sp>
    </p:spTree>
    <p:extLst>
      <p:ext uri="{BB962C8B-B14F-4D97-AF65-F5344CB8AC3E}">
        <p14:creationId xmlns:p14="http://schemas.microsoft.com/office/powerpoint/2010/main" val="12035700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8067"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8E8625B7-6391-4915-80C9-AC0BE406A7DD}" type="slidenum">
              <a:rPr lang="zh-CN" altLang="en-US" sz="1200" smtClean="0"/>
              <a:pPr/>
              <a:t>29</a:t>
            </a:fld>
            <a:endParaRPr lang="en-US" altLang="zh-CN" sz="1200" smtClean="0"/>
          </a:p>
        </p:txBody>
      </p:sp>
      <p:sp>
        <p:nvSpPr>
          <p:cNvPr id="88068" name="Rectangle 2"/>
          <p:cNvSpPr>
            <a:spLocks noGrp="1" noRot="1" noChangeAspect="1" noChangeArrowheads="1" noTextEdit="1"/>
          </p:cNvSpPr>
          <p:nvPr>
            <p:ph type="sldImg"/>
          </p:nvPr>
        </p:nvSpPr>
        <p:spPr>
          <a:ln/>
        </p:spPr>
      </p:sp>
      <p:sp>
        <p:nvSpPr>
          <p:cNvPr id="88069" name="Rectangle 3"/>
          <p:cNvSpPr>
            <a:spLocks noGrp="1" noChangeArrowheads="1"/>
          </p:cNvSpPr>
          <p:nvPr>
            <p:ph type="body" idx="1"/>
          </p:nvPr>
        </p:nvSpPr>
        <p:spPr>
          <a:noFill/>
        </p:spPr>
        <p:txBody>
          <a:bodyPr/>
          <a:lstStyle/>
          <a:p>
            <a:endParaRPr lang="zh-CN" altLang="en-US" sz="2800" b="1" smtClean="0"/>
          </a:p>
        </p:txBody>
      </p:sp>
    </p:spTree>
    <p:extLst>
      <p:ext uri="{BB962C8B-B14F-4D97-AF65-F5344CB8AC3E}">
        <p14:creationId xmlns:p14="http://schemas.microsoft.com/office/powerpoint/2010/main" val="29449246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89091"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D59239DB-61BB-4FCE-BCD5-DA79E7ABF8A4}" type="slidenum">
              <a:rPr lang="zh-CN" altLang="en-US" sz="1200" smtClean="0"/>
              <a:pPr/>
              <a:t>30</a:t>
            </a:fld>
            <a:endParaRPr lang="en-US" altLang="zh-CN" sz="1200" smtClean="0"/>
          </a:p>
        </p:txBody>
      </p:sp>
      <p:sp>
        <p:nvSpPr>
          <p:cNvPr id="89092" name="Rectangle 2"/>
          <p:cNvSpPr>
            <a:spLocks noGrp="1" noRot="1" noChangeAspect="1" noChangeArrowheads="1" noTextEdit="1"/>
          </p:cNvSpPr>
          <p:nvPr>
            <p:ph type="sldImg"/>
          </p:nvPr>
        </p:nvSpPr>
        <p:spPr>
          <a:ln/>
        </p:spPr>
      </p:sp>
      <p:sp>
        <p:nvSpPr>
          <p:cNvPr id="89093" name="Rectangle 3"/>
          <p:cNvSpPr>
            <a:spLocks noGrp="1" noChangeArrowheads="1"/>
          </p:cNvSpPr>
          <p:nvPr>
            <p:ph type="body" idx="1"/>
          </p:nvPr>
        </p:nvSpPr>
        <p:spPr>
          <a:noFill/>
        </p:spPr>
        <p:txBody>
          <a:bodyPr/>
          <a:lstStyle/>
          <a:p>
            <a:endParaRPr lang="zh-CN" altLang="en-US" sz="2800" b="1" smtClean="0"/>
          </a:p>
        </p:txBody>
      </p:sp>
    </p:spTree>
    <p:extLst>
      <p:ext uri="{BB962C8B-B14F-4D97-AF65-F5344CB8AC3E}">
        <p14:creationId xmlns:p14="http://schemas.microsoft.com/office/powerpoint/2010/main" val="3721403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0115"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2BEAE146-9BA7-489E-B9A4-4B2605A1F7C9}" type="slidenum">
              <a:rPr lang="zh-CN" altLang="en-US" sz="1200" smtClean="0"/>
              <a:pPr/>
              <a:t>35</a:t>
            </a:fld>
            <a:endParaRPr lang="en-US" altLang="zh-CN" sz="1200" smtClean="0"/>
          </a:p>
        </p:txBody>
      </p:sp>
      <p:sp>
        <p:nvSpPr>
          <p:cNvPr id="90116" name="Rectangle 2"/>
          <p:cNvSpPr>
            <a:spLocks noGrp="1" noRot="1" noChangeAspect="1" noChangeArrowheads="1" noTextEdit="1"/>
          </p:cNvSpPr>
          <p:nvPr>
            <p:ph type="sldImg"/>
          </p:nvPr>
        </p:nvSpPr>
        <p:spPr>
          <a:ln/>
        </p:spPr>
      </p:sp>
      <p:sp>
        <p:nvSpPr>
          <p:cNvPr id="90117"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3561521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1139"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E269E845-6A9D-4779-BDCA-A6E248284031}" type="slidenum">
              <a:rPr lang="zh-CN" altLang="en-US" sz="1200" smtClean="0"/>
              <a:pPr/>
              <a:t>37</a:t>
            </a:fld>
            <a:endParaRPr lang="en-US" altLang="zh-CN" sz="1200" smtClean="0"/>
          </a:p>
        </p:txBody>
      </p:sp>
      <p:sp>
        <p:nvSpPr>
          <p:cNvPr id="91140" name="Rectangle 2"/>
          <p:cNvSpPr>
            <a:spLocks noGrp="1" noRot="1" noChangeAspect="1" noChangeArrowheads="1" noTextEdit="1"/>
          </p:cNvSpPr>
          <p:nvPr>
            <p:ph type="sldImg"/>
          </p:nvPr>
        </p:nvSpPr>
        <p:spPr>
          <a:ln/>
        </p:spPr>
      </p:sp>
      <p:sp>
        <p:nvSpPr>
          <p:cNvPr id="91141" name="Rectangle 3"/>
          <p:cNvSpPr>
            <a:spLocks noGrp="1" noChangeArrowheads="1"/>
          </p:cNvSpPr>
          <p:nvPr>
            <p:ph type="body" idx="1"/>
          </p:nvPr>
        </p:nvSpPr>
        <p:spPr>
          <a:noFill/>
        </p:spPr>
        <p:txBody>
          <a:bodyPr/>
          <a:lstStyle/>
          <a:p>
            <a:r>
              <a:rPr lang="en-US" altLang="zh-CN" smtClean="0"/>
              <a:t>N</a:t>
            </a:r>
            <a:r>
              <a:rPr lang="zh-CN" altLang="en-US" smtClean="0"/>
              <a:t>阶方阵（矩阵）和</a:t>
            </a:r>
            <a:r>
              <a:rPr lang="en-US" altLang="zh-CN" smtClean="0"/>
              <a:t>N</a:t>
            </a:r>
            <a:r>
              <a:rPr lang="zh-CN" altLang="en-US" smtClean="0"/>
              <a:t>阶行列式是两个完全不同的概念，必须分清。矩阵是一个数表，而行列式是一个数值</a:t>
            </a:r>
          </a:p>
        </p:txBody>
      </p:sp>
    </p:spTree>
    <p:extLst>
      <p:ext uri="{BB962C8B-B14F-4D97-AF65-F5344CB8AC3E}">
        <p14:creationId xmlns:p14="http://schemas.microsoft.com/office/powerpoint/2010/main" val="37898710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2163"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0E9735ED-2C0E-4200-924B-B019C5E90C7E}" type="slidenum">
              <a:rPr lang="zh-CN" altLang="en-US" sz="1200" smtClean="0"/>
              <a:pPr/>
              <a:t>39</a:t>
            </a:fld>
            <a:endParaRPr lang="en-US" altLang="zh-CN" sz="1200" smtClean="0"/>
          </a:p>
        </p:txBody>
      </p:sp>
      <p:sp>
        <p:nvSpPr>
          <p:cNvPr id="92164" name="Rectangle 2"/>
          <p:cNvSpPr>
            <a:spLocks noGrp="1" noRot="1" noChangeAspect="1" noChangeArrowheads="1" noTextEdit="1"/>
          </p:cNvSpPr>
          <p:nvPr>
            <p:ph type="sldImg"/>
          </p:nvPr>
        </p:nvSpPr>
        <p:spPr>
          <a:ln/>
        </p:spPr>
      </p:sp>
      <p:sp>
        <p:nvSpPr>
          <p:cNvPr id="92165"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28828242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3187"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5F3EEBC0-FCF2-43D4-87EB-858A660A162F}" type="slidenum">
              <a:rPr lang="zh-CN" altLang="en-US" sz="1200" smtClean="0"/>
              <a:pPr/>
              <a:t>42</a:t>
            </a:fld>
            <a:endParaRPr lang="en-US" altLang="zh-CN" sz="1200" smtClean="0"/>
          </a:p>
        </p:txBody>
      </p:sp>
      <p:sp>
        <p:nvSpPr>
          <p:cNvPr id="93188" name="Rectangle 2"/>
          <p:cNvSpPr>
            <a:spLocks noGrp="1" noRot="1" noChangeAspect="1" noChangeArrowheads="1" noTextEdit="1"/>
          </p:cNvSpPr>
          <p:nvPr>
            <p:ph type="sldImg"/>
          </p:nvPr>
        </p:nvSpPr>
        <p:spPr>
          <a:solidFill>
            <a:srgbClr val="FFFFFF"/>
          </a:solidFill>
          <a:ln/>
        </p:spPr>
      </p:sp>
      <p:sp>
        <p:nvSpPr>
          <p:cNvPr id="93189" name="Rectangle 3"/>
          <p:cNvSpPr>
            <a:spLocks noGrp="1" noChangeArrowheads="1"/>
          </p:cNvSpPr>
          <p:nvPr>
            <p:ph type="body" idx="1"/>
          </p:nvPr>
        </p:nvSpPr>
        <p:spPr>
          <a:solidFill>
            <a:srgbClr val="FFFFFF"/>
          </a:solidFill>
          <a:ln w="12700">
            <a:solidFill>
              <a:srgbClr val="000000"/>
            </a:solidFill>
            <a:miter lim="800000"/>
            <a:headEnd/>
            <a:tailEnd/>
          </a:ln>
        </p:spPr>
        <p:txBody>
          <a:bodyPr/>
          <a:lstStyle/>
          <a:p>
            <a:r>
              <a:rPr lang="zh-CN" altLang="en-US" smtClean="0"/>
              <a:t>克莱姆法则，我们知道它是在线性代数种求解方程组的常规方法</a:t>
            </a:r>
          </a:p>
          <a:p>
            <a:endParaRPr lang="zh-CN" altLang="en-US" smtClean="0"/>
          </a:p>
        </p:txBody>
      </p:sp>
    </p:spTree>
    <p:extLst>
      <p:ext uri="{BB962C8B-B14F-4D97-AF65-F5344CB8AC3E}">
        <p14:creationId xmlns:p14="http://schemas.microsoft.com/office/powerpoint/2010/main" val="2450568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4211"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24932A1C-9E0C-436E-9B30-6B9C7D20882E}" type="slidenum">
              <a:rPr lang="zh-CN" altLang="en-US" sz="1200" smtClean="0"/>
              <a:pPr/>
              <a:t>43</a:t>
            </a:fld>
            <a:endParaRPr lang="en-US" altLang="zh-CN" sz="1200" smtClean="0"/>
          </a:p>
        </p:txBody>
      </p:sp>
      <p:sp>
        <p:nvSpPr>
          <p:cNvPr id="94212" name="Rectangle 2"/>
          <p:cNvSpPr>
            <a:spLocks noGrp="1" noRot="1" noChangeAspect="1" noChangeArrowheads="1" noTextEdit="1"/>
          </p:cNvSpPr>
          <p:nvPr>
            <p:ph type="sldImg"/>
          </p:nvPr>
        </p:nvSpPr>
        <p:spPr>
          <a:ln/>
        </p:spPr>
      </p:sp>
      <p:sp>
        <p:nvSpPr>
          <p:cNvPr id="94213" name="Rectangle 3"/>
          <p:cNvSpPr>
            <a:spLocks noGrp="1" noChangeArrowheads="1"/>
          </p:cNvSpPr>
          <p:nvPr>
            <p:ph type="body" idx="1"/>
          </p:nvPr>
        </p:nvSpPr>
        <p:spPr>
          <a:noFill/>
        </p:spPr>
        <p:txBody>
          <a:bodyPr/>
          <a:lstStyle/>
          <a:p>
            <a:r>
              <a:rPr lang="zh-CN" altLang="en-US" smtClean="0"/>
              <a:t>克莱姆法则，我们知道它是在线性代数种求解方程组的常规方法</a:t>
            </a:r>
          </a:p>
        </p:txBody>
      </p:sp>
    </p:spTree>
    <p:extLst>
      <p:ext uri="{BB962C8B-B14F-4D97-AF65-F5344CB8AC3E}">
        <p14:creationId xmlns:p14="http://schemas.microsoft.com/office/powerpoint/2010/main" val="39937746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5235"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EF96D552-8E2C-4006-9FBA-8815605D490C}" type="slidenum">
              <a:rPr lang="zh-CN" altLang="en-US" sz="1200" smtClean="0"/>
              <a:pPr/>
              <a:t>47</a:t>
            </a:fld>
            <a:endParaRPr lang="en-US" altLang="zh-CN" sz="1200" smtClean="0"/>
          </a:p>
        </p:txBody>
      </p:sp>
      <p:sp>
        <p:nvSpPr>
          <p:cNvPr id="95236" name="Rectangle 2"/>
          <p:cNvSpPr>
            <a:spLocks noGrp="1" noRot="1" noChangeAspect="1" noChangeArrowheads="1" noTextEdit="1"/>
          </p:cNvSpPr>
          <p:nvPr>
            <p:ph type="sldImg"/>
          </p:nvPr>
        </p:nvSpPr>
        <p:spPr>
          <a:solidFill>
            <a:srgbClr val="FFFFFF"/>
          </a:solidFill>
          <a:ln/>
        </p:spPr>
      </p:sp>
      <p:sp>
        <p:nvSpPr>
          <p:cNvPr id="95237" name="Rectangle 3"/>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zh-CN" altLang="en-US" sz="2000" b="1" smtClean="0">
              <a:sym typeface="Symbol" pitchFamily="18" charset="2"/>
            </a:endParaRPr>
          </a:p>
        </p:txBody>
      </p:sp>
    </p:spTree>
    <p:extLst>
      <p:ext uri="{BB962C8B-B14F-4D97-AF65-F5344CB8AC3E}">
        <p14:creationId xmlns:p14="http://schemas.microsoft.com/office/powerpoint/2010/main" val="352467696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6259"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5CC65A82-2257-491A-8F92-80F7B96C2AA4}" type="slidenum">
              <a:rPr lang="zh-CN" altLang="en-US" sz="1200" smtClean="0"/>
              <a:pPr/>
              <a:t>48</a:t>
            </a:fld>
            <a:endParaRPr lang="en-US" altLang="zh-CN" sz="1200" smtClean="0"/>
          </a:p>
        </p:txBody>
      </p:sp>
      <p:sp>
        <p:nvSpPr>
          <p:cNvPr id="96260" name="Rectangle 2"/>
          <p:cNvSpPr>
            <a:spLocks noGrp="1" noRot="1" noChangeAspect="1" noChangeArrowheads="1" noTextEdit="1"/>
          </p:cNvSpPr>
          <p:nvPr>
            <p:ph type="sldImg"/>
          </p:nvPr>
        </p:nvSpPr>
        <p:spPr>
          <a:ln/>
        </p:spPr>
      </p:sp>
      <p:sp>
        <p:nvSpPr>
          <p:cNvPr id="96261"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38435515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7283"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800C03FE-B617-42B2-8B5B-B6EBA453AFF9}" type="slidenum">
              <a:rPr lang="zh-CN" altLang="en-US" sz="1200" smtClean="0"/>
              <a:pPr/>
              <a:t>49</a:t>
            </a:fld>
            <a:endParaRPr lang="en-US" altLang="zh-CN" sz="1200" smtClean="0"/>
          </a:p>
        </p:txBody>
      </p:sp>
      <p:sp>
        <p:nvSpPr>
          <p:cNvPr id="97284" name="Rectangle 2"/>
          <p:cNvSpPr>
            <a:spLocks noGrp="1" noRot="1" noChangeAspect="1" noChangeArrowheads="1" noTextEdit="1"/>
          </p:cNvSpPr>
          <p:nvPr>
            <p:ph type="sldImg"/>
          </p:nvPr>
        </p:nvSpPr>
        <p:spPr>
          <a:ln/>
        </p:spPr>
      </p:sp>
      <p:sp>
        <p:nvSpPr>
          <p:cNvPr id="97285"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7008965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8307"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114E9D26-DAA5-4C9C-B6E1-0AE497478688}" type="slidenum">
              <a:rPr lang="zh-CN" altLang="en-US" sz="1200" smtClean="0"/>
              <a:pPr/>
              <a:t>50</a:t>
            </a:fld>
            <a:endParaRPr lang="en-US" altLang="zh-CN" sz="1200" smtClean="0"/>
          </a:p>
        </p:txBody>
      </p:sp>
      <p:sp>
        <p:nvSpPr>
          <p:cNvPr id="98308" name="Rectangle 2"/>
          <p:cNvSpPr>
            <a:spLocks noGrp="1" noRot="1" noChangeAspect="1" noChangeArrowheads="1" noTextEdit="1"/>
          </p:cNvSpPr>
          <p:nvPr>
            <p:ph type="sldImg"/>
          </p:nvPr>
        </p:nvSpPr>
        <p:spPr>
          <a:ln/>
        </p:spPr>
      </p:sp>
      <p:sp>
        <p:nvSpPr>
          <p:cNvPr id="98309"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38338120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99331"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D789BC55-030E-4A3D-9528-B802C6376511}" type="slidenum">
              <a:rPr lang="zh-CN" altLang="en-US" sz="1200" smtClean="0"/>
              <a:pPr/>
              <a:t>51</a:t>
            </a:fld>
            <a:endParaRPr lang="en-US" altLang="zh-CN" sz="1200" smtClean="0"/>
          </a:p>
        </p:txBody>
      </p:sp>
      <p:sp>
        <p:nvSpPr>
          <p:cNvPr id="99332" name="Rectangle 2"/>
          <p:cNvSpPr>
            <a:spLocks noGrp="1" noRot="1" noChangeAspect="1" noChangeArrowheads="1" noTextEdit="1"/>
          </p:cNvSpPr>
          <p:nvPr>
            <p:ph type="sldImg"/>
          </p:nvPr>
        </p:nvSpPr>
        <p:spPr>
          <a:ln/>
        </p:spPr>
      </p:sp>
      <p:sp>
        <p:nvSpPr>
          <p:cNvPr id="99333"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37907574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100355"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9CB2DDF8-062C-4B2B-AEB6-5D1FE3A8E4AC}" type="slidenum">
              <a:rPr lang="zh-CN" altLang="en-US" sz="1200" smtClean="0"/>
              <a:pPr/>
              <a:t>52</a:t>
            </a:fld>
            <a:endParaRPr lang="en-US" altLang="zh-CN" sz="1200" smtClean="0"/>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p:spPr>
        <p:txBody>
          <a:bodyPr/>
          <a:lstStyle/>
          <a:p>
            <a:endParaRPr lang="zh-CN" altLang="en-US" u="sng" smtClean="0">
              <a:solidFill>
                <a:srgbClr val="FF3300"/>
              </a:solidFill>
              <a:sym typeface="Symbol" pitchFamily="18" charset="2"/>
            </a:endParaRPr>
          </a:p>
        </p:txBody>
      </p:sp>
    </p:spTree>
    <p:extLst>
      <p:ext uri="{BB962C8B-B14F-4D97-AF65-F5344CB8AC3E}">
        <p14:creationId xmlns:p14="http://schemas.microsoft.com/office/powerpoint/2010/main" val="1430172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101379"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B7DC1796-A2F4-4ABB-9A24-D98B51174D8B}" type="slidenum">
              <a:rPr lang="zh-CN" altLang="en-US" sz="1200" smtClean="0"/>
              <a:pPr/>
              <a:t>53</a:t>
            </a:fld>
            <a:endParaRPr lang="en-US" altLang="zh-CN" sz="1200" smtClean="0"/>
          </a:p>
        </p:txBody>
      </p:sp>
      <p:sp>
        <p:nvSpPr>
          <p:cNvPr id="101380" name="Rectangle 1026"/>
          <p:cNvSpPr>
            <a:spLocks noGrp="1" noRot="1" noChangeAspect="1" noChangeArrowheads="1" noTextEdit="1"/>
          </p:cNvSpPr>
          <p:nvPr>
            <p:ph type="sldImg"/>
          </p:nvPr>
        </p:nvSpPr>
        <p:spPr>
          <a:ln/>
        </p:spPr>
      </p:sp>
      <p:sp>
        <p:nvSpPr>
          <p:cNvPr id="101381" name="Rectangle 1027"/>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155176040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102403"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4BDAEEC0-C48A-45BB-8766-FE44BD6C5D3A}" type="slidenum">
              <a:rPr lang="zh-CN" altLang="en-US" sz="1200" smtClean="0"/>
              <a:pPr/>
              <a:t>56</a:t>
            </a:fld>
            <a:endParaRPr lang="en-US" altLang="zh-CN" sz="1200" smtClean="0"/>
          </a:p>
        </p:txBody>
      </p:sp>
      <p:sp>
        <p:nvSpPr>
          <p:cNvPr id="102404" name="Rectangle 2"/>
          <p:cNvSpPr>
            <a:spLocks noGrp="1" noRot="1" noChangeAspect="1" noChangeArrowheads="1" noTextEdit="1"/>
          </p:cNvSpPr>
          <p:nvPr>
            <p:ph type="sldImg"/>
          </p:nvPr>
        </p:nvSpPr>
        <p:spPr>
          <a:ln/>
        </p:spPr>
      </p:sp>
      <p:sp>
        <p:nvSpPr>
          <p:cNvPr id="102405" name="Rectangle 3"/>
          <p:cNvSpPr>
            <a:spLocks noGrp="1" noChangeArrowheads="1"/>
          </p:cNvSpPr>
          <p:nvPr>
            <p:ph type="body" idx="1"/>
          </p:nvPr>
        </p:nvSpPr>
        <p:spPr>
          <a:noFill/>
        </p:spPr>
        <p:txBody>
          <a:bodyPr/>
          <a:lstStyle/>
          <a:p>
            <a:endParaRPr lang="zh-CN" altLang="en-US" smtClean="0">
              <a:sym typeface="Symbol" pitchFamily="18" charset="2"/>
            </a:endParaRPr>
          </a:p>
        </p:txBody>
      </p:sp>
    </p:spTree>
    <p:extLst>
      <p:ext uri="{BB962C8B-B14F-4D97-AF65-F5344CB8AC3E}">
        <p14:creationId xmlns:p14="http://schemas.microsoft.com/office/powerpoint/2010/main" val="104625973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103427"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38D8928E-17C1-445F-A507-999D1A39DE05}" type="slidenum">
              <a:rPr lang="zh-CN" altLang="en-US" sz="1200" smtClean="0"/>
              <a:pPr/>
              <a:t>58</a:t>
            </a:fld>
            <a:endParaRPr lang="en-US" altLang="zh-CN" sz="1200" smtClean="0"/>
          </a:p>
        </p:txBody>
      </p:sp>
      <p:sp>
        <p:nvSpPr>
          <p:cNvPr id="103428" name="Rectangle 2"/>
          <p:cNvSpPr>
            <a:spLocks noGrp="1" noRot="1" noChangeAspect="1" noChangeArrowheads="1" noTextEdit="1"/>
          </p:cNvSpPr>
          <p:nvPr>
            <p:ph type="sldImg"/>
          </p:nvPr>
        </p:nvSpPr>
        <p:spPr>
          <a:ln/>
        </p:spPr>
      </p:sp>
      <p:sp>
        <p:nvSpPr>
          <p:cNvPr id="103429" name="Rectangle 3"/>
          <p:cNvSpPr>
            <a:spLocks noGrp="1" noChangeArrowheads="1"/>
          </p:cNvSpPr>
          <p:nvPr>
            <p:ph type="body" idx="1"/>
          </p:nvPr>
        </p:nvSpPr>
        <p:spPr>
          <a:noFill/>
        </p:spPr>
        <p:txBody>
          <a:bodyPr/>
          <a:lstStyle/>
          <a:p>
            <a:endParaRPr lang="zh-CN" altLang="en-US" smtClean="0"/>
          </a:p>
        </p:txBody>
      </p:sp>
    </p:spTree>
    <p:extLst>
      <p:ext uri="{BB962C8B-B14F-4D97-AF65-F5344CB8AC3E}">
        <p14:creationId xmlns:p14="http://schemas.microsoft.com/office/powerpoint/2010/main" val="25878059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030"/>
          <p:cNvSpPr>
            <a:spLocks noGrp="1" noChangeArrowheads="1"/>
          </p:cNvSpPr>
          <p:nvPr>
            <p:ph type="ftr" sz="quarter" idx="4"/>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r>
              <a:rPr lang="zh-CN" altLang="en-US" sz="1200" smtClean="0"/>
              <a:t>Confidential, for review only</a:t>
            </a:r>
            <a:r>
              <a:rPr lang="en-US" altLang="en-US" sz="1200" smtClean="0"/>
              <a:t>Borland</a:t>
            </a:r>
          </a:p>
        </p:txBody>
      </p:sp>
      <p:sp>
        <p:nvSpPr>
          <p:cNvPr id="104451" name="Rectangle 1031"/>
          <p:cNvSpPr>
            <a:spLocks noGrp="1" noChangeArrowheads="1"/>
          </p:cNvSpPr>
          <p:nvPr>
            <p:ph type="sldNum" sz="quarter" idx="5"/>
          </p:nvPr>
        </p:nvSpPr>
        <p:spPr>
          <a:noFill/>
        </p:spPr>
        <p:txBody>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fld id="{5826DE5B-29C2-45AE-A77C-93C1557C4413}" type="slidenum">
              <a:rPr lang="zh-CN" altLang="en-US" sz="1200" smtClean="0"/>
              <a:pPr/>
              <a:t>60</a:t>
            </a:fld>
            <a:endParaRPr lang="en-US" altLang="zh-CN" sz="1200" smtClean="0"/>
          </a:p>
        </p:txBody>
      </p:sp>
      <p:sp>
        <p:nvSpPr>
          <p:cNvPr id="104452" name="Rectangle 2"/>
          <p:cNvSpPr>
            <a:spLocks noGrp="1" noRot="1" noChangeAspect="1" noChangeArrowheads="1" noTextEdit="1"/>
          </p:cNvSpPr>
          <p:nvPr>
            <p:ph type="sldImg"/>
          </p:nvPr>
        </p:nvSpPr>
        <p:spPr>
          <a:solidFill>
            <a:srgbClr val="FFFFFF"/>
          </a:solidFill>
          <a:ln/>
        </p:spPr>
      </p:sp>
      <p:sp>
        <p:nvSpPr>
          <p:cNvPr id="104453" name="Rectangle 3"/>
          <p:cNvSpPr>
            <a:spLocks noGrp="1" noChangeArrowheads="1"/>
          </p:cNvSpPr>
          <p:nvPr>
            <p:ph type="body" idx="1"/>
          </p:nvPr>
        </p:nvSpPr>
        <p:spPr>
          <a:solidFill>
            <a:srgbClr val="FFFFFF"/>
          </a:solidFill>
          <a:ln w="12700">
            <a:solidFill>
              <a:srgbClr val="000000"/>
            </a:solidFill>
            <a:miter lim="800000"/>
            <a:headEnd/>
            <a:tailEnd/>
          </a:ln>
        </p:spPr>
        <p:txBody>
          <a:bodyPr/>
          <a:lstStyle/>
          <a:p>
            <a:endParaRPr lang="zh-CN" altLang="en-US" smtClean="0"/>
          </a:p>
        </p:txBody>
      </p:sp>
    </p:spTree>
    <p:extLst>
      <p:ext uri="{BB962C8B-B14F-4D97-AF65-F5344CB8AC3E}">
        <p14:creationId xmlns:p14="http://schemas.microsoft.com/office/powerpoint/2010/main" val="20953717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pic>
        <p:nvPicPr>
          <p:cNvPr id="4" name="Picture 11" descr="BorlandTitle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5" name="Rectangle 3"/>
          <p:cNvSpPr>
            <a:spLocks noGrp="1" noChangeArrowheads="1"/>
          </p:cNvSpPr>
          <p:nvPr>
            <p:ph type="subTitle" sz="quarter" idx="1"/>
          </p:nvPr>
        </p:nvSpPr>
        <p:spPr>
          <a:xfrm>
            <a:off x="1981200" y="3505200"/>
            <a:ext cx="5303838" cy="976313"/>
          </a:xfrm>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1"/>
                  </a:outerShdw>
                </a:effectLst>
              </a14:hiddenEffects>
            </a:ext>
          </a:extLst>
        </p:spPr>
        <p:txBody>
          <a:bodyPr/>
          <a:lstStyle>
            <a:lvl1pPr marL="0" indent="0" algn="ctr">
              <a:lnSpc>
                <a:spcPct val="95000"/>
              </a:lnSpc>
              <a:spcBef>
                <a:spcPct val="10000"/>
              </a:spcBef>
              <a:buFont typeface="Wingdings" pitchFamily="2" charset="2"/>
              <a:buNone/>
              <a:defRPr sz="3200">
                <a:solidFill>
                  <a:srgbClr val="C1C4DD"/>
                </a:solidFill>
              </a:defRPr>
            </a:lvl1pPr>
          </a:lstStyle>
          <a:p>
            <a:pPr lvl="0"/>
            <a:r>
              <a:rPr lang="en-US" altLang="en-US" noProof="0" smtClean="0"/>
              <a:t>Speaker’s Name,</a:t>
            </a:r>
          </a:p>
          <a:p>
            <a:pPr lvl="0"/>
            <a:r>
              <a:rPr lang="en-US" altLang="en-US" noProof="0" smtClean="0"/>
              <a:t>Speaker’s Title</a:t>
            </a:r>
          </a:p>
        </p:txBody>
      </p:sp>
      <p:sp>
        <p:nvSpPr>
          <p:cNvPr id="105476" name="Rectangle 4"/>
          <p:cNvSpPr>
            <a:spLocks noGrp="1" noChangeArrowheads="1"/>
          </p:cNvSpPr>
          <p:nvPr>
            <p:ph type="ctrTitle" sz="quarter"/>
          </p:nvPr>
        </p:nvSpPr>
        <p:spPr>
          <a:xfrm>
            <a:off x="1012825" y="2136775"/>
            <a:ext cx="7023100" cy="1793875"/>
          </a:xfrm>
          <a:effectLst/>
          <a:extLst>
            <a:ext uri="{AF507438-7753-43E0-B8FC-AC1667EBCBE1}">
              <a14:hiddenEffects xmlns:a14="http://schemas.microsoft.com/office/drawing/2010/main">
                <a:effectLst>
                  <a:outerShdw dist="17961" dir="2700000" algn="ctr" rotWithShape="0">
                    <a:schemeClr val="bg1"/>
                  </a:outerShdw>
                </a:effectLst>
              </a14:hiddenEffects>
            </a:ext>
          </a:extLst>
        </p:spPr>
        <p:txBody>
          <a:bodyPr anchor="t"/>
          <a:lstStyle>
            <a:lvl1pPr algn="ctr">
              <a:lnSpc>
                <a:spcPct val="95000"/>
              </a:lnSpc>
              <a:buClr>
                <a:schemeClr val="folHlink"/>
              </a:buClr>
              <a:buSzPct val="95000"/>
              <a:defRPr sz="6200"/>
            </a:lvl1pPr>
          </a:lstStyle>
          <a:p>
            <a:pPr lvl="0"/>
            <a:r>
              <a:rPr lang="en-US" altLang="en-US" noProof="0" smtClean="0"/>
              <a:t>Click to edit Master title style</a:t>
            </a:r>
          </a:p>
        </p:txBody>
      </p:sp>
    </p:spTree>
    <p:extLst>
      <p:ext uri="{BB962C8B-B14F-4D97-AF65-F5344CB8AC3E}">
        <p14:creationId xmlns:p14="http://schemas.microsoft.com/office/powerpoint/2010/main" val="537914930"/>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sldNum" sz="quarter" idx="10"/>
          </p:nvPr>
        </p:nvSpPr>
        <p:spPr>
          <a:ln/>
        </p:spPr>
        <p:txBody>
          <a:bodyPr/>
          <a:lstStyle>
            <a:lvl1pPr>
              <a:defRPr/>
            </a:lvl1pPr>
          </a:lstStyle>
          <a:p>
            <a:pPr>
              <a:defRPr/>
            </a:pPr>
            <a:fld id="{B21E6DEE-4EFF-44D9-B48A-246AB685693A}"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7B437C99-8EE1-4D43-B67F-2DF8910C2010}" type="datetime1">
              <a:rPr lang="zh-CN" altLang="en-US"/>
              <a:pPr>
                <a:defRPr/>
              </a:pPr>
              <a:t>2024/9/23</a:t>
            </a:fld>
            <a:endParaRPr lang="en-US" altLang="zh-CN"/>
          </a:p>
        </p:txBody>
      </p:sp>
    </p:spTree>
    <p:extLst>
      <p:ext uri="{BB962C8B-B14F-4D97-AF65-F5344CB8AC3E}">
        <p14:creationId xmlns:p14="http://schemas.microsoft.com/office/powerpoint/2010/main" val="25498175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8"/>
          <p:cNvSpPr>
            <a:spLocks noGrp="1" noChangeArrowheads="1"/>
          </p:cNvSpPr>
          <p:nvPr>
            <p:ph type="sldNum" sz="quarter" idx="10"/>
          </p:nvPr>
        </p:nvSpPr>
        <p:spPr>
          <a:ln/>
        </p:spPr>
        <p:txBody>
          <a:bodyPr/>
          <a:lstStyle>
            <a:lvl1pPr>
              <a:defRPr/>
            </a:lvl1pPr>
          </a:lstStyle>
          <a:p>
            <a:pPr>
              <a:defRPr/>
            </a:pPr>
            <a:fld id="{6BA4181A-5064-46F1-B0DE-C6F2591DAABA}"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931E4F72-7688-4EE8-A693-D7ADA24D811B}" type="datetime1">
              <a:rPr lang="zh-CN" altLang="en-US"/>
              <a:pPr>
                <a:defRPr/>
              </a:pPr>
              <a:t>2024/9/23</a:t>
            </a:fld>
            <a:endParaRPr lang="en-US" altLang="zh-CN"/>
          </a:p>
        </p:txBody>
      </p:sp>
    </p:spTree>
    <p:extLst>
      <p:ext uri="{BB962C8B-B14F-4D97-AF65-F5344CB8AC3E}">
        <p14:creationId xmlns:p14="http://schemas.microsoft.com/office/powerpoint/2010/main" val="294884369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0075" y="1292225"/>
            <a:ext cx="3994150" cy="228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46625" y="1292225"/>
            <a:ext cx="3995738" cy="228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8"/>
          <p:cNvSpPr>
            <a:spLocks noGrp="1" noChangeArrowheads="1"/>
          </p:cNvSpPr>
          <p:nvPr>
            <p:ph type="sldNum" sz="quarter" idx="10"/>
          </p:nvPr>
        </p:nvSpPr>
        <p:spPr>
          <a:ln/>
        </p:spPr>
        <p:txBody>
          <a:bodyPr/>
          <a:lstStyle>
            <a:lvl1pPr>
              <a:defRPr/>
            </a:lvl1pPr>
          </a:lstStyle>
          <a:p>
            <a:pPr>
              <a:defRPr/>
            </a:pPr>
            <a:fld id="{44B740C9-EEF2-4D29-83D2-2C266C1A20C4}"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9CA23EFF-C29D-48F6-AF61-B34DB64040FE}" type="datetime1">
              <a:rPr lang="zh-CN" altLang="en-US"/>
              <a:pPr>
                <a:defRPr/>
              </a:pPr>
              <a:t>2024/9/23</a:t>
            </a:fld>
            <a:endParaRPr lang="en-US" altLang="zh-CN"/>
          </a:p>
        </p:txBody>
      </p:sp>
    </p:spTree>
    <p:extLst>
      <p:ext uri="{BB962C8B-B14F-4D97-AF65-F5344CB8AC3E}">
        <p14:creationId xmlns:p14="http://schemas.microsoft.com/office/powerpoint/2010/main" val="226640359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8"/>
          <p:cNvSpPr>
            <a:spLocks noGrp="1" noChangeArrowheads="1"/>
          </p:cNvSpPr>
          <p:nvPr>
            <p:ph type="sldNum" sz="quarter" idx="10"/>
          </p:nvPr>
        </p:nvSpPr>
        <p:spPr>
          <a:ln/>
        </p:spPr>
        <p:txBody>
          <a:bodyPr/>
          <a:lstStyle>
            <a:lvl1pPr>
              <a:defRPr/>
            </a:lvl1pPr>
          </a:lstStyle>
          <a:p>
            <a:pPr>
              <a:defRPr/>
            </a:pPr>
            <a:fld id="{939BBD1E-36FE-42A1-9CF9-0C67E2201DD3}" type="slidenum">
              <a:rPr lang="zh-CN" altLang="en-US"/>
              <a:pPr>
                <a:defRPr/>
              </a:pPr>
              <a:t>‹#›</a:t>
            </a:fld>
            <a:endParaRPr lang="en-US" altLang="zh-CN"/>
          </a:p>
        </p:txBody>
      </p:sp>
      <p:sp>
        <p:nvSpPr>
          <p:cNvPr id="8" name="Rectangle 7"/>
          <p:cNvSpPr>
            <a:spLocks noGrp="1" noChangeArrowheads="1"/>
          </p:cNvSpPr>
          <p:nvPr>
            <p:ph type="dt" sz="half" idx="11"/>
          </p:nvPr>
        </p:nvSpPr>
        <p:spPr>
          <a:ln/>
        </p:spPr>
        <p:txBody>
          <a:bodyPr/>
          <a:lstStyle>
            <a:lvl1pPr>
              <a:defRPr/>
            </a:lvl1pPr>
          </a:lstStyle>
          <a:p>
            <a:pPr>
              <a:defRPr/>
            </a:pPr>
            <a:fld id="{C3065715-C1AE-4EAF-A21F-C1312C38D388}" type="datetime1">
              <a:rPr lang="zh-CN" altLang="en-US"/>
              <a:pPr>
                <a:defRPr/>
              </a:pPr>
              <a:t>2024/9/23</a:t>
            </a:fld>
            <a:endParaRPr lang="en-US" altLang="zh-CN"/>
          </a:p>
        </p:txBody>
      </p:sp>
    </p:spTree>
    <p:extLst>
      <p:ext uri="{BB962C8B-B14F-4D97-AF65-F5344CB8AC3E}">
        <p14:creationId xmlns:p14="http://schemas.microsoft.com/office/powerpoint/2010/main" val="134655647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8"/>
          <p:cNvSpPr>
            <a:spLocks noGrp="1" noChangeArrowheads="1"/>
          </p:cNvSpPr>
          <p:nvPr>
            <p:ph type="sldNum" sz="quarter" idx="10"/>
          </p:nvPr>
        </p:nvSpPr>
        <p:spPr>
          <a:ln/>
        </p:spPr>
        <p:txBody>
          <a:bodyPr/>
          <a:lstStyle>
            <a:lvl1pPr>
              <a:defRPr/>
            </a:lvl1pPr>
          </a:lstStyle>
          <a:p>
            <a:pPr>
              <a:defRPr/>
            </a:pPr>
            <a:fld id="{02443E66-A5D6-4CA4-8B14-960D394858D2}" type="slidenum">
              <a:rPr lang="zh-CN" altLang="en-US"/>
              <a:pPr>
                <a:defRPr/>
              </a:pPr>
              <a:t>‹#›</a:t>
            </a:fld>
            <a:endParaRPr lang="en-US" altLang="zh-CN"/>
          </a:p>
        </p:txBody>
      </p:sp>
      <p:sp>
        <p:nvSpPr>
          <p:cNvPr id="4" name="Rectangle 7"/>
          <p:cNvSpPr>
            <a:spLocks noGrp="1" noChangeArrowheads="1"/>
          </p:cNvSpPr>
          <p:nvPr>
            <p:ph type="dt" sz="half" idx="11"/>
          </p:nvPr>
        </p:nvSpPr>
        <p:spPr>
          <a:ln/>
        </p:spPr>
        <p:txBody>
          <a:bodyPr/>
          <a:lstStyle>
            <a:lvl1pPr>
              <a:defRPr/>
            </a:lvl1pPr>
          </a:lstStyle>
          <a:p>
            <a:pPr>
              <a:defRPr/>
            </a:pPr>
            <a:fld id="{308DD798-C0EE-4306-A02A-E7A66BC71DF2}" type="datetime1">
              <a:rPr lang="zh-CN" altLang="en-US"/>
              <a:pPr>
                <a:defRPr/>
              </a:pPr>
              <a:t>2024/9/23</a:t>
            </a:fld>
            <a:endParaRPr lang="en-US" altLang="zh-CN"/>
          </a:p>
        </p:txBody>
      </p:sp>
    </p:spTree>
    <p:extLst>
      <p:ext uri="{BB962C8B-B14F-4D97-AF65-F5344CB8AC3E}">
        <p14:creationId xmlns:p14="http://schemas.microsoft.com/office/powerpoint/2010/main" val="428019558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8"/>
          <p:cNvSpPr>
            <a:spLocks noGrp="1" noChangeArrowheads="1"/>
          </p:cNvSpPr>
          <p:nvPr>
            <p:ph type="sldNum" sz="quarter" idx="10"/>
          </p:nvPr>
        </p:nvSpPr>
        <p:spPr>
          <a:ln/>
        </p:spPr>
        <p:txBody>
          <a:bodyPr/>
          <a:lstStyle>
            <a:lvl1pPr>
              <a:defRPr/>
            </a:lvl1pPr>
          </a:lstStyle>
          <a:p>
            <a:pPr>
              <a:defRPr/>
            </a:pPr>
            <a:fld id="{A8413BBE-2478-4A20-9878-049A28EA0300}" type="slidenum">
              <a:rPr lang="zh-CN" altLang="en-US"/>
              <a:pPr>
                <a:defRPr/>
              </a:pPr>
              <a:t>‹#›</a:t>
            </a:fld>
            <a:endParaRPr lang="en-US" altLang="zh-CN"/>
          </a:p>
        </p:txBody>
      </p:sp>
      <p:sp>
        <p:nvSpPr>
          <p:cNvPr id="3" name="Rectangle 7"/>
          <p:cNvSpPr>
            <a:spLocks noGrp="1" noChangeArrowheads="1"/>
          </p:cNvSpPr>
          <p:nvPr>
            <p:ph type="dt" sz="half" idx="11"/>
          </p:nvPr>
        </p:nvSpPr>
        <p:spPr>
          <a:ln/>
        </p:spPr>
        <p:txBody>
          <a:bodyPr/>
          <a:lstStyle>
            <a:lvl1pPr>
              <a:defRPr/>
            </a:lvl1pPr>
          </a:lstStyle>
          <a:p>
            <a:pPr>
              <a:defRPr/>
            </a:pPr>
            <a:fld id="{73404385-FCDF-4063-8256-0F8B867D18AC}" type="datetime1">
              <a:rPr lang="zh-CN" altLang="en-US"/>
              <a:pPr>
                <a:defRPr/>
              </a:pPr>
              <a:t>2024/9/23</a:t>
            </a:fld>
            <a:endParaRPr lang="en-US" altLang="zh-CN"/>
          </a:p>
        </p:txBody>
      </p:sp>
    </p:spTree>
    <p:extLst>
      <p:ext uri="{BB962C8B-B14F-4D97-AF65-F5344CB8AC3E}">
        <p14:creationId xmlns:p14="http://schemas.microsoft.com/office/powerpoint/2010/main" val="1904738415"/>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BFE919B7-CAA1-42D5-BB3B-44A430A22614}"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87B616F7-F37E-4ED7-8AD8-620D686B5310}" type="datetime1">
              <a:rPr lang="zh-CN" altLang="en-US"/>
              <a:pPr>
                <a:defRPr/>
              </a:pPr>
              <a:t>2024/9/23</a:t>
            </a:fld>
            <a:endParaRPr lang="en-US" altLang="zh-CN"/>
          </a:p>
        </p:txBody>
      </p:sp>
    </p:spTree>
    <p:extLst>
      <p:ext uri="{BB962C8B-B14F-4D97-AF65-F5344CB8AC3E}">
        <p14:creationId xmlns:p14="http://schemas.microsoft.com/office/powerpoint/2010/main" val="390154180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8"/>
          <p:cNvSpPr>
            <a:spLocks noGrp="1" noChangeArrowheads="1"/>
          </p:cNvSpPr>
          <p:nvPr>
            <p:ph type="sldNum" sz="quarter" idx="10"/>
          </p:nvPr>
        </p:nvSpPr>
        <p:spPr>
          <a:ln/>
        </p:spPr>
        <p:txBody>
          <a:bodyPr/>
          <a:lstStyle>
            <a:lvl1pPr>
              <a:defRPr/>
            </a:lvl1pPr>
          </a:lstStyle>
          <a:p>
            <a:pPr>
              <a:defRPr/>
            </a:pPr>
            <a:fld id="{7340931F-97EF-4F5C-A64D-3C61D2353937}" type="slidenum">
              <a:rPr lang="zh-CN" altLang="en-US"/>
              <a:pPr>
                <a:defRPr/>
              </a:pPr>
              <a:t>‹#›</a:t>
            </a:fld>
            <a:endParaRPr lang="en-US" altLang="zh-CN"/>
          </a:p>
        </p:txBody>
      </p:sp>
      <p:sp>
        <p:nvSpPr>
          <p:cNvPr id="6" name="Rectangle 7"/>
          <p:cNvSpPr>
            <a:spLocks noGrp="1" noChangeArrowheads="1"/>
          </p:cNvSpPr>
          <p:nvPr>
            <p:ph type="dt" sz="half" idx="11"/>
          </p:nvPr>
        </p:nvSpPr>
        <p:spPr>
          <a:ln/>
        </p:spPr>
        <p:txBody>
          <a:bodyPr/>
          <a:lstStyle>
            <a:lvl1pPr>
              <a:defRPr/>
            </a:lvl1pPr>
          </a:lstStyle>
          <a:p>
            <a:pPr>
              <a:defRPr/>
            </a:pPr>
            <a:fld id="{CAA50F6C-E64F-414C-AEAE-01D988F6F6B8}" type="datetime1">
              <a:rPr lang="zh-CN" altLang="en-US"/>
              <a:pPr>
                <a:defRPr/>
              </a:pPr>
              <a:t>2024/9/23</a:t>
            </a:fld>
            <a:endParaRPr lang="en-US" altLang="zh-CN"/>
          </a:p>
        </p:txBody>
      </p:sp>
    </p:spTree>
    <p:extLst>
      <p:ext uri="{BB962C8B-B14F-4D97-AF65-F5344CB8AC3E}">
        <p14:creationId xmlns:p14="http://schemas.microsoft.com/office/powerpoint/2010/main" val="305335740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sldNum" sz="quarter" idx="10"/>
          </p:nvPr>
        </p:nvSpPr>
        <p:spPr>
          <a:ln/>
        </p:spPr>
        <p:txBody>
          <a:bodyPr/>
          <a:lstStyle>
            <a:lvl1pPr>
              <a:defRPr/>
            </a:lvl1pPr>
          </a:lstStyle>
          <a:p>
            <a:pPr>
              <a:defRPr/>
            </a:pPr>
            <a:fld id="{DD5BF7FB-51A1-4E65-9475-E928EC44BA85}"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8A27EFA6-8C44-424A-9147-CDDA1EBA1601}" type="datetime1">
              <a:rPr lang="zh-CN" altLang="en-US"/>
              <a:pPr>
                <a:defRPr/>
              </a:pPr>
              <a:t>2024/9/23</a:t>
            </a:fld>
            <a:endParaRPr lang="en-US" altLang="zh-CN"/>
          </a:p>
        </p:txBody>
      </p:sp>
    </p:spTree>
    <p:extLst>
      <p:ext uri="{BB962C8B-B14F-4D97-AF65-F5344CB8AC3E}">
        <p14:creationId xmlns:p14="http://schemas.microsoft.com/office/powerpoint/2010/main" val="415085482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311150"/>
            <a:ext cx="2035175" cy="32702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0075" y="311150"/>
            <a:ext cx="5954713" cy="32702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8"/>
          <p:cNvSpPr>
            <a:spLocks noGrp="1" noChangeArrowheads="1"/>
          </p:cNvSpPr>
          <p:nvPr>
            <p:ph type="sldNum" sz="quarter" idx="10"/>
          </p:nvPr>
        </p:nvSpPr>
        <p:spPr>
          <a:ln/>
        </p:spPr>
        <p:txBody>
          <a:bodyPr/>
          <a:lstStyle>
            <a:lvl1pPr>
              <a:defRPr/>
            </a:lvl1pPr>
          </a:lstStyle>
          <a:p>
            <a:pPr>
              <a:defRPr/>
            </a:pPr>
            <a:fld id="{65C072F6-6360-456C-8270-60839A54298B}" type="slidenum">
              <a:rPr lang="zh-CN" altLang="en-US"/>
              <a:pPr>
                <a:defRPr/>
              </a:pPr>
              <a:t>‹#›</a:t>
            </a:fld>
            <a:endParaRPr lang="en-US" altLang="zh-CN"/>
          </a:p>
        </p:txBody>
      </p:sp>
      <p:sp>
        <p:nvSpPr>
          <p:cNvPr id="5" name="Rectangle 7"/>
          <p:cNvSpPr>
            <a:spLocks noGrp="1" noChangeArrowheads="1"/>
          </p:cNvSpPr>
          <p:nvPr>
            <p:ph type="dt" sz="half" idx="11"/>
          </p:nvPr>
        </p:nvSpPr>
        <p:spPr>
          <a:ln/>
        </p:spPr>
        <p:txBody>
          <a:bodyPr/>
          <a:lstStyle>
            <a:lvl1pPr>
              <a:defRPr/>
            </a:lvl1pPr>
          </a:lstStyle>
          <a:p>
            <a:pPr>
              <a:defRPr/>
            </a:pPr>
            <a:fld id="{AA392513-19AD-4814-9FCE-9039C624A8B9}" type="datetime1">
              <a:rPr lang="zh-CN" altLang="en-US"/>
              <a:pPr>
                <a:defRPr/>
              </a:pPr>
              <a:t>2024/9/23</a:t>
            </a:fld>
            <a:endParaRPr lang="en-US" altLang="zh-CN"/>
          </a:p>
        </p:txBody>
      </p:sp>
    </p:spTree>
    <p:extLst>
      <p:ext uri="{BB962C8B-B14F-4D97-AF65-F5344CB8AC3E}">
        <p14:creationId xmlns:p14="http://schemas.microsoft.com/office/powerpoint/2010/main" val="310132335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body" idx="1"/>
          </p:nvPr>
        </p:nvSpPr>
        <p:spPr bwMode="auto">
          <a:xfrm>
            <a:off x="600075" y="1292225"/>
            <a:ext cx="8142288"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p>
            <a:pPr lvl="0"/>
            <a:r>
              <a:rPr lang="en-US" altLang="en-US" smtClean="0"/>
              <a:t>Body Text</a:t>
            </a:r>
          </a:p>
          <a:p>
            <a:pPr lvl="1"/>
            <a:r>
              <a:rPr lang="en-US" altLang="en-US" smtClean="0"/>
              <a:t> 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7" name="Rectangle 3"/>
          <p:cNvSpPr>
            <a:spLocks noChangeArrowheads="1"/>
          </p:cNvSpPr>
          <p:nvPr/>
        </p:nvSpPr>
        <p:spPr bwMode="auto">
          <a:xfrm>
            <a:off x="4479925" y="2967038"/>
            <a:ext cx="180975" cy="65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104452" name="Rectangle 4"/>
          <p:cNvSpPr>
            <a:spLocks noGrp="1" noChangeArrowheads="1"/>
          </p:cNvSpPr>
          <p:nvPr>
            <p:ph type="title"/>
          </p:nvPr>
        </p:nvSpPr>
        <p:spPr bwMode="auto">
          <a:xfrm>
            <a:off x="600075" y="311150"/>
            <a:ext cx="8142288" cy="603250"/>
          </a:xfrm>
          <a:prstGeom prst="rect">
            <a:avLst/>
          </a:prstGeom>
          <a:noFill/>
          <a:ln>
            <a:noFill/>
          </a:ln>
          <a:effectLst>
            <a:outerShdw dist="1796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vert="horz" wrap="square" lIns="0" tIns="0" rIns="0" bIns="0" numCol="1" anchor="b" anchorCtr="0" compatLnSpc="1">
            <a:prstTxWarp prst="textNoShape">
              <a:avLst/>
            </a:prstTxWarp>
            <a:spAutoFit/>
          </a:bodyPr>
          <a:lstStyle/>
          <a:p>
            <a:pPr lvl="0"/>
            <a:r>
              <a:rPr lang="en-US" altLang="en-US" smtClean="0"/>
              <a:t>Slide Title</a:t>
            </a:r>
          </a:p>
        </p:txBody>
      </p:sp>
      <p:sp>
        <p:nvSpPr>
          <p:cNvPr id="104456" name="Rectangle 8"/>
          <p:cNvSpPr>
            <a:spLocks noGrp="1" noChangeArrowheads="1"/>
          </p:cNvSpPr>
          <p:nvPr>
            <p:ph type="sldNum" sz="quarter" idx="4"/>
          </p:nvPr>
        </p:nvSpPr>
        <p:spPr bwMode="auto">
          <a:xfrm>
            <a:off x="6757988" y="6248400"/>
            <a:ext cx="2309812" cy="527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r" defTabSz="1157288">
              <a:defRPr b="0"/>
            </a:lvl1pPr>
          </a:lstStyle>
          <a:p>
            <a:pPr>
              <a:defRPr/>
            </a:pPr>
            <a:fld id="{B4CCEB15-FDBD-46E0-8DD5-23A310991CE6}" type="slidenum">
              <a:rPr lang="zh-CN" altLang="en-US"/>
              <a:pPr>
                <a:defRPr/>
              </a:pPr>
              <a:t>‹#›</a:t>
            </a:fld>
            <a:endParaRPr lang="en-US" altLang="zh-CN"/>
          </a:p>
        </p:txBody>
      </p:sp>
      <p:sp>
        <p:nvSpPr>
          <p:cNvPr id="104455" name="Rectangle 7"/>
          <p:cNvSpPr>
            <a:spLocks noGrp="1" noChangeArrowheads="1"/>
          </p:cNvSpPr>
          <p:nvPr>
            <p:ph type="dt" sz="half" idx="2"/>
          </p:nvPr>
        </p:nvSpPr>
        <p:spPr bwMode="auto">
          <a:xfrm>
            <a:off x="12700" y="6350000"/>
            <a:ext cx="2120900"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vert="horz" wrap="square" lIns="115646" tIns="57824" rIns="115646" bIns="57824" numCol="1" anchor="t" anchorCtr="0" compatLnSpc="1">
            <a:prstTxWarp prst="textNoShape">
              <a:avLst/>
            </a:prstTxWarp>
          </a:bodyPr>
          <a:lstStyle>
            <a:lvl1pPr algn="l" defTabSz="1157288">
              <a:defRPr sz="1800" b="0"/>
            </a:lvl1pPr>
          </a:lstStyle>
          <a:p>
            <a:pPr>
              <a:defRPr/>
            </a:pPr>
            <a:fld id="{B0A13526-B58D-4F94-A328-82D62710C8E3}" type="datetime1">
              <a:rPr lang="zh-CN" altLang="en-US"/>
              <a:pPr>
                <a:defRPr/>
              </a:pPr>
              <a:t>2024/9/23</a:t>
            </a:fld>
            <a:endParaRPr lang="en-US" altLang="zh-CN"/>
          </a:p>
        </p:txBody>
      </p:sp>
    </p:spTree>
  </p:cSld>
  <p:clrMap bg1="lt1" tx1="dk1" bg2="lt2" tx2="dk2" accent1="accent1" accent2="accent2" accent3="accent3" accent4="accent4" accent5="accent5" accent6="accent6" hlink="hlink" folHlink="folHlink"/>
  <p:sldLayoutIdLst>
    <p:sldLayoutId id="2147483685"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104450">
                                            <p:txEl>
                                              <p:pRg st="0" end="0"/>
                                            </p:txEl>
                                          </p:spTgt>
                                        </p:tgtEl>
                                        <p:attrNameLst>
                                          <p:attrName>style.visibility</p:attrName>
                                        </p:attrNameLst>
                                      </p:cBhvr>
                                      <p:to>
                                        <p:strVal val="visible"/>
                                      </p:to>
                                    </p:set>
                                    <p:animEffect transition="in" filter="wipe(up)">
                                      <p:cBhvr>
                                        <p:cTn id="7" dur="75"/>
                                        <p:tgtEl>
                                          <p:spTgt spid="104450">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104450">
                                            <p:txEl>
                                              <p:pRg st="1" end="1"/>
                                            </p:txEl>
                                          </p:spTgt>
                                        </p:tgtEl>
                                        <p:attrNameLst>
                                          <p:attrName>style.visibility</p:attrName>
                                        </p:attrNameLst>
                                      </p:cBhvr>
                                      <p:to>
                                        <p:strVal val="visible"/>
                                      </p:to>
                                    </p:set>
                                    <p:animEffect transition="in" filter="wipe(up)">
                                      <p:cBhvr>
                                        <p:cTn id="12" dur="75"/>
                                        <p:tgtEl>
                                          <p:spTgt spid="104450">
                                            <p:txEl>
                                              <p:pRg st="1" end="1"/>
                                            </p:txEl>
                                          </p:spTgt>
                                        </p:tgtEl>
                                      </p:cBhvr>
                                    </p:animEffect>
                                  </p:childTnLst>
                                </p:cTn>
                              </p:par>
                              <p:par>
                                <p:cTn id="13" presetID="22" presetClass="entr" presetSubtype="1" fill="hold" grpId="0" nodeType="withEffect">
                                  <p:stCondLst>
                                    <p:cond delay="0"/>
                                  </p:stCondLst>
                                  <p:iterate type="lt">
                                    <p:tmPct val="100000"/>
                                  </p:iterate>
                                  <p:childTnLst>
                                    <p:set>
                                      <p:cBhvr>
                                        <p:cTn id="14" dur="1" fill="hold">
                                          <p:stCondLst>
                                            <p:cond delay="0"/>
                                          </p:stCondLst>
                                        </p:cTn>
                                        <p:tgtEl>
                                          <p:spTgt spid="104450">
                                            <p:txEl>
                                              <p:pRg st="2" end="2"/>
                                            </p:txEl>
                                          </p:spTgt>
                                        </p:tgtEl>
                                        <p:attrNameLst>
                                          <p:attrName>style.visibility</p:attrName>
                                        </p:attrNameLst>
                                      </p:cBhvr>
                                      <p:to>
                                        <p:strVal val="visible"/>
                                      </p:to>
                                    </p:set>
                                    <p:animEffect transition="in" filter="wipe(up)">
                                      <p:cBhvr>
                                        <p:cTn id="15" dur="75"/>
                                        <p:tgtEl>
                                          <p:spTgt spid="104450">
                                            <p:txEl>
                                              <p:pRg st="2" end="2"/>
                                            </p:txEl>
                                          </p:spTgt>
                                        </p:tgtEl>
                                      </p:cBhvr>
                                    </p:animEffect>
                                  </p:childTnLst>
                                </p:cTn>
                              </p:par>
                              <p:par>
                                <p:cTn id="16" presetID="22" presetClass="entr" presetSubtype="1" fill="hold" grpId="0" nodeType="withEffect">
                                  <p:stCondLst>
                                    <p:cond delay="0"/>
                                  </p:stCondLst>
                                  <p:iterate type="lt">
                                    <p:tmPct val="100000"/>
                                  </p:iterate>
                                  <p:childTnLst>
                                    <p:set>
                                      <p:cBhvr>
                                        <p:cTn id="17" dur="1" fill="hold">
                                          <p:stCondLst>
                                            <p:cond delay="0"/>
                                          </p:stCondLst>
                                        </p:cTn>
                                        <p:tgtEl>
                                          <p:spTgt spid="104450">
                                            <p:txEl>
                                              <p:pRg st="3" end="3"/>
                                            </p:txEl>
                                          </p:spTgt>
                                        </p:tgtEl>
                                        <p:attrNameLst>
                                          <p:attrName>style.visibility</p:attrName>
                                        </p:attrNameLst>
                                      </p:cBhvr>
                                      <p:to>
                                        <p:strVal val="visible"/>
                                      </p:to>
                                    </p:set>
                                    <p:animEffect transition="in" filter="wipe(up)">
                                      <p:cBhvr>
                                        <p:cTn id="18" dur="75"/>
                                        <p:tgtEl>
                                          <p:spTgt spid="104450">
                                            <p:txEl>
                                              <p:pRg st="3" end="3"/>
                                            </p:txEl>
                                          </p:spTgt>
                                        </p:tgtEl>
                                      </p:cBhvr>
                                    </p:animEffect>
                                  </p:childTnLst>
                                </p:cTn>
                              </p:par>
                              <p:par>
                                <p:cTn id="19" presetID="22" presetClass="entr" presetSubtype="1" fill="hold" grpId="0" nodeType="withEffect">
                                  <p:stCondLst>
                                    <p:cond delay="0"/>
                                  </p:stCondLst>
                                  <p:iterate type="lt">
                                    <p:tmPct val="100000"/>
                                  </p:iterate>
                                  <p:childTnLst>
                                    <p:set>
                                      <p:cBhvr>
                                        <p:cTn id="20" dur="1" fill="hold">
                                          <p:stCondLst>
                                            <p:cond delay="0"/>
                                          </p:stCondLst>
                                        </p:cTn>
                                        <p:tgtEl>
                                          <p:spTgt spid="104450">
                                            <p:txEl>
                                              <p:pRg st="4" end="4"/>
                                            </p:txEl>
                                          </p:spTgt>
                                        </p:tgtEl>
                                        <p:attrNameLst>
                                          <p:attrName>style.visibility</p:attrName>
                                        </p:attrNameLst>
                                      </p:cBhvr>
                                      <p:to>
                                        <p:strVal val="visible"/>
                                      </p:to>
                                    </p:set>
                                    <p:animEffect transition="in" filter="wipe(up)">
                                      <p:cBhvr>
                                        <p:cTn id="21" dur="75"/>
                                        <p:tgtEl>
                                          <p:spTgt spid="1044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0" grpId="0" build="p" bldLvl="2" autoUpdateAnimBg="0">
        <p:tmplLst>
          <p:tmpl lvl="1">
            <p:tnLst>
              <p:par>
                <p:cTn presetID="22" presetClass="entr" presetSubtype="1" fill="hold" nodeType="clickEffect">
                  <p:stCondLst>
                    <p:cond delay="0"/>
                  </p:stCondLst>
                  <p:iterate type="lt">
                    <p:tmPct val="100000"/>
                  </p:iterate>
                  <p:childTnLst>
                    <p:set>
                      <p:cBhvr>
                        <p:cTn dur="1" fill="hold">
                          <p:stCondLst>
                            <p:cond delay="0"/>
                          </p:stCondLst>
                        </p:cTn>
                        <p:tgtEl>
                          <p:spTgt spid="104450"/>
                        </p:tgtEl>
                        <p:attrNameLst>
                          <p:attrName>style.visibility</p:attrName>
                        </p:attrNameLst>
                      </p:cBhvr>
                      <p:to>
                        <p:strVal val="visible"/>
                      </p:to>
                    </p:set>
                    <p:animEffect transition="in" filter="wipe(up)">
                      <p:cBhvr>
                        <p:cTn dur="75"/>
                        <p:tgtEl>
                          <p:spTgt spid="104450"/>
                        </p:tgtEl>
                      </p:cBhvr>
                    </p:animEffect>
                  </p:childTnLst>
                </p:cTn>
              </p:par>
            </p:tnLst>
          </p:tmpl>
          <p:tmpl lvl="2">
            <p:tnLst>
              <p:par>
                <p:cTn presetID="22" presetClass="entr" presetSubtype="1" fill="hold" nodeType="clickEffect">
                  <p:stCondLst>
                    <p:cond delay="0"/>
                  </p:stCondLst>
                  <p:iterate type="lt">
                    <p:tmPct val="100000"/>
                  </p:iterate>
                  <p:childTnLst>
                    <p:set>
                      <p:cBhvr>
                        <p:cTn dur="1" fill="hold">
                          <p:stCondLst>
                            <p:cond delay="0"/>
                          </p:stCondLst>
                        </p:cTn>
                        <p:tgtEl>
                          <p:spTgt spid="104450"/>
                        </p:tgtEl>
                        <p:attrNameLst>
                          <p:attrName>style.visibility</p:attrName>
                        </p:attrNameLst>
                      </p:cBhvr>
                      <p:to>
                        <p:strVal val="visible"/>
                      </p:to>
                    </p:set>
                    <p:animEffect transition="in" filter="wipe(up)">
                      <p:cBhvr>
                        <p:cTn dur="75"/>
                        <p:tgtEl>
                          <p:spTgt spid="104450"/>
                        </p:tgtEl>
                      </p:cBhvr>
                    </p:animEffect>
                  </p:childTnLst>
                </p:cTn>
              </p:par>
            </p:tnLst>
          </p:tmpl>
          <p:tmpl lvl="3">
            <p:tnLst>
              <p:par>
                <p:cTn presetID="22" presetClass="entr" presetSubtype="1" fill="hold" nodeType="withEffect">
                  <p:stCondLst>
                    <p:cond delay="0"/>
                  </p:stCondLst>
                  <p:iterate type="lt">
                    <p:tmPct val="100000"/>
                  </p:iterate>
                  <p:childTnLst>
                    <p:set>
                      <p:cBhvr>
                        <p:cTn dur="1" fill="hold">
                          <p:stCondLst>
                            <p:cond delay="0"/>
                          </p:stCondLst>
                        </p:cTn>
                        <p:tgtEl>
                          <p:spTgt spid="104450"/>
                        </p:tgtEl>
                        <p:attrNameLst>
                          <p:attrName>style.visibility</p:attrName>
                        </p:attrNameLst>
                      </p:cBhvr>
                      <p:to>
                        <p:strVal val="visible"/>
                      </p:to>
                    </p:set>
                    <p:animEffect transition="in" filter="wipe(up)">
                      <p:cBhvr>
                        <p:cTn dur="75"/>
                        <p:tgtEl>
                          <p:spTgt spid="104450"/>
                        </p:tgtEl>
                      </p:cBhvr>
                    </p:animEffect>
                  </p:childTnLst>
                </p:cTn>
              </p:par>
            </p:tnLst>
          </p:tmpl>
          <p:tmpl lvl="4">
            <p:tnLst>
              <p:par>
                <p:cTn presetID="22" presetClass="entr" presetSubtype="1" fill="hold" nodeType="withEffect">
                  <p:stCondLst>
                    <p:cond delay="0"/>
                  </p:stCondLst>
                  <p:iterate type="lt">
                    <p:tmPct val="100000"/>
                  </p:iterate>
                  <p:childTnLst>
                    <p:set>
                      <p:cBhvr>
                        <p:cTn dur="1" fill="hold">
                          <p:stCondLst>
                            <p:cond delay="0"/>
                          </p:stCondLst>
                        </p:cTn>
                        <p:tgtEl>
                          <p:spTgt spid="104450"/>
                        </p:tgtEl>
                        <p:attrNameLst>
                          <p:attrName>style.visibility</p:attrName>
                        </p:attrNameLst>
                      </p:cBhvr>
                      <p:to>
                        <p:strVal val="visible"/>
                      </p:to>
                    </p:set>
                    <p:animEffect transition="in" filter="wipe(up)">
                      <p:cBhvr>
                        <p:cTn dur="75"/>
                        <p:tgtEl>
                          <p:spTgt spid="104450"/>
                        </p:tgtEl>
                      </p:cBhvr>
                    </p:animEffect>
                  </p:childTnLst>
                </p:cTn>
              </p:par>
            </p:tnLst>
          </p:tmpl>
          <p:tmpl lvl="5">
            <p:tnLst>
              <p:par>
                <p:cTn presetID="22" presetClass="entr" presetSubtype="1" fill="hold" nodeType="withEffect">
                  <p:stCondLst>
                    <p:cond delay="0"/>
                  </p:stCondLst>
                  <p:iterate type="lt">
                    <p:tmPct val="100000"/>
                  </p:iterate>
                  <p:childTnLst>
                    <p:set>
                      <p:cBhvr>
                        <p:cTn dur="1" fill="hold">
                          <p:stCondLst>
                            <p:cond delay="0"/>
                          </p:stCondLst>
                        </p:cTn>
                        <p:tgtEl>
                          <p:spTgt spid="104450"/>
                        </p:tgtEl>
                        <p:attrNameLst>
                          <p:attrName>style.visibility</p:attrName>
                        </p:attrNameLst>
                      </p:cBhvr>
                      <p:to>
                        <p:strVal val="visible"/>
                      </p:to>
                    </p:set>
                    <p:animEffect transition="in" filter="wipe(up)">
                      <p:cBhvr>
                        <p:cTn dur="75"/>
                        <p:tgtEl>
                          <p:spTgt spid="104450"/>
                        </p:tgtEl>
                      </p:cBhvr>
                    </p:animEffect>
                  </p:childTnLst>
                </p:cTn>
              </p:par>
            </p:tnLst>
          </p:tmpl>
        </p:tmplLst>
      </p:bldP>
    </p:bldLst>
  </p:timing>
  <p:hf hdr="0" ftr="0"/>
  <p:txStyles>
    <p:titleStyle>
      <a:lvl1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mj-lt"/>
          <a:ea typeface="+mj-ea"/>
          <a:cs typeface="+mj-cs"/>
        </a:defRPr>
      </a:lvl1pPr>
      <a:lvl2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2pPr>
      <a:lvl3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3pPr>
      <a:lvl4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4pPr>
      <a:lvl5pPr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5pPr>
      <a:lvl6pPr marL="4572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6pPr>
      <a:lvl7pPr marL="9144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7pPr>
      <a:lvl8pPr marL="13716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8pPr>
      <a:lvl9pPr marL="1828800" algn="l" defTabSz="814388" rtl="0" eaLnBrk="0" fontAlgn="base" hangingPunct="0">
        <a:lnSpc>
          <a:spcPct val="90000"/>
        </a:lnSpc>
        <a:spcBef>
          <a:spcPct val="0"/>
        </a:spcBef>
        <a:spcAft>
          <a:spcPct val="0"/>
        </a:spcAft>
        <a:defRPr sz="4400" b="1">
          <a:solidFill>
            <a:schemeClr val="bg1"/>
          </a:solidFill>
          <a:effectLst>
            <a:outerShdw blurRad="38100" dist="38100" dir="2700000" algn="tl">
              <a:srgbClr val="C0C0C0"/>
            </a:outerShdw>
          </a:effectLst>
          <a:latin typeface="Arial" charset="0"/>
          <a:ea typeface="宋体" pitchFamily="2" charset="-122"/>
        </a:defRPr>
      </a:lvl9pPr>
    </p:titleStyle>
    <p:body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2.xml"/><Relationship Id="rId7" Type="http://schemas.openxmlformats.org/officeDocument/2006/relationships/image" Target="../media/image3.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microsoft.com/office/2007/relationships/hdphoto" Target="../media/hdphoto1.wdp"/><Relationship Id="rId4" Type="http://schemas.openxmlformats.org/officeDocument/2006/relationships/image" Target="../media/image5.png"/><Relationship Id="rId9" Type="http://schemas.openxmlformats.org/officeDocument/2006/relationships/image" Target="../media/image4.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6.wmf"/><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6.xml"/><Relationship Id="rId7"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image" Target="../media/image7.wmf"/><Relationship Id="rId4" Type="http://schemas.openxmlformats.org/officeDocument/2006/relationships/oleObject" Target="../embeddings/oleObject4.bin"/><Relationship Id="rId9" Type="http://schemas.openxmlformats.org/officeDocument/2006/relationships/image" Target="../media/image9.wm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8.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8.bin"/><Relationship Id="rId5" Type="http://schemas.openxmlformats.org/officeDocument/2006/relationships/image" Target="../media/image10.wmf"/><Relationship Id="rId4" Type="http://schemas.openxmlformats.org/officeDocument/2006/relationships/oleObject" Target="../embeddings/oleObject7.bin"/><Relationship Id="rId9" Type="http://schemas.openxmlformats.org/officeDocument/2006/relationships/image" Target="../media/image12.wmf"/></Relationships>
</file>

<file path=ppt/slides/_rels/slide9.xml.rels><?xml version="1.0" encoding="UTF-8" standalone="yes"?>
<Relationships xmlns="http://schemas.openxmlformats.org/package/2006/relationships"><Relationship Id="rId8" Type="http://schemas.openxmlformats.org/officeDocument/2006/relationships/image" Target="../media/image15.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14.wmf"/><Relationship Id="rId5" Type="http://schemas.openxmlformats.org/officeDocument/2006/relationships/oleObject" Target="../embeddings/oleObject11.bin"/><Relationship Id="rId4" Type="http://schemas.openxmlformats.org/officeDocument/2006/relationships/image" Target="../media/image13.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20.wmf"/><Relationship Id="rId18" Type="http://schemas.openxmlformats.org/officeDocument/2006/relationships/oleObject" Target="../embeddings/oleObject20.bin"/><Relationship Id="rId3" Type="http://schemas.openxmlformats.org/officeDocument/2006/relationships/notesSlide" Target="../notesSlides/notesSlide9.xml"/><Relationship Id="rId21" Type="http://schemas.openxmlformats.org/officeDocument/2006/relationships/image" Target="../media/image24.wmf"/><Relationship Id="rId7" Type="http://schemas.openxmlformats.org/officeDocument/2006/relationships/image" Target="../media/image17.wmf"/><Relationship Id="rId12" Type="http://schemas.openxmlformats.org/officeDocument/2006/relationships/oleObject" Target="../embeddings/oleObject17.bin"/><Relationship Id="rId17" Type="http://schemas.openxmlformats.org/officeDocument/2006/relationships/image" Target="../media/image22.wmf"/><Relationship Id="rId2" Type="http://schemas.openxmlformats.org/officeDocument/2006/relationships/slideLayout" Target="../slideLayouts/slideLayout2.xml"/><Relationship Id="rId16" Type="http://schemas.openxmlformats.org/officeDocument/2006/relationships/oleObject" Target="../embeddings/oleObject19.bin"/><Relationship Id="rId20" Type="http://schemas.openxmlformats.org/officeDocument/2006/relationships/oleObject" Target="../embeddings/oleObject21.bin"/><Relationship Id="rId1" Type="http://schemas.openxmlformats.org/officeDocument/2006/relationships/vmlDrawing" Target="../drawings/vmlDrawing6.vml"/><Relationship Id="rId6" Type="http://schemas.openxmlformats.org/officeDocument/2006/relationships/oleObject" Target="../embeddings/oleObject14.bin"/><Relationship Id="rId11" Type="http://schemas.openxmlformats.org/officeDocument/2006/relationships/image" Target="../media/image19.wmf"/><Relationship Id="rId5" Type="http://schemas.openxmlformats.org/officeDocument/2006/relationships/image" Target="../media/image16.wmf"/><Relationship Id="rId15" Type="http://schemas.openxmlformats.org/officeDocument/2006/relationships/image" Target="../media/image21.wmf"/><Relationship Id="rId10" Type="http://schemas.openxmlformats.org/officeDocument/2006/relationships/oleObject" Target="../embeddings/oleObject16.bin"/><Relationship Id="rId19" Type="http://schemas.openxmlformats.org/officeDocument/2006/relationships/image" Target="../media/image23.wmf"/><Relationship Id="rId4" Type="http://schemas.openxmlformats.org/officeDocument/2006/relationships/oleObject" Target="../embeddings/oleObject13.bin"/><Relationship Id="rId9" Type="http://schemas.openxmlformats.org/officeDocument/2006/relationships/image" Target="../media/image18.wmf"/><Relationship Id="rId14" Type="http://schemas.openxmlformats.org/officeDocument/2006/relationships/oleObject" Target="../embeddings/oleObject18.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25.wmf"/><Relationship Id="rId4" Type="http://schemas.openxmlformats.org/officeDocument/2006/relationships/oleObject" Target="../embeddings/oleObject22.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11.xml"/><Relationship Id="rId7" Type="http://schemas.openxmlformats.org/officeDocument/2006/relationships/image" Target="../media/image27.w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4.bin"/><Relationship Id="rId5" Type="http://schemas.openxmlformats.org/officeDocument/2006/relationships/image" Target="../media/image26.wmf"/><Relationship Id="rId4" Type="http://schemas.openxmlformats.org/officeDocument/2006/relationships/oleObject" Target="../embeddings/oleObject23.bin"/><Relationship Id="rId9" Type="http://schemas.openxmlformats.org/officeDocument/2006/relationships/image" Target="../media/image28.wmf"/></Relationships>
</file>

<file path=ppt/slides/_rels/slide13.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notesSlide" Target="../notesSlides/notesSlide12.xml"/><Relationship Id="rId7" Type="http://schemas.openxmlformats.org/officeDocument/2006/relationships/image" Target="../media/image27.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7.bin"/><Relationship Id="rId5" Type="http://schemas.openxmlformats.org/officeDocument/2006/relationships/image" Target="../media/image3.wmf"/><Relationship Id="rId4" Type="http://schemas.openxmlformats.org/officeDocument/2006/relationships/oleObject" Target="../embeddings/oleObject26.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30.wmf"/><Relationship Id="rId4" Type="http://schemas.openxmlformats.org/officeDocument/2006/relationships/oleObject" Target="../embeddings/oleObject28.bin"/></Relationships>
</file>

<file path=ppt/slides/_rels/slide15.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29.bin"/><Relationship Id="rId7"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image" Target="../media/image32.emf"/><Relationship Id="rId5" Type="http://schemas.openxmlformats.org/officeDocument/2006/relationships/oleObject" Target="../embeddings/oleObject30.bin"/><Relationship Id="rId10" Type="http://schemas.openxmlformats.org/officeDocument/2006/relationships/image" Target="../media/image34.wmf"/><Relationship Id="rId4" Type="http://schemas.openxmlformats.org/officeDocument/2006/relationships/image" Target="../media/image31.emf"/><Relationship Id="rId9" Type="http://schemas.openxmlformats.org/officeDocument/2006/relationships/oleObject" Target="../embeddings/oleObject32.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12.vml"/><Relationship Id="rId5" Type="http://schemas.openxmlformats.org/officeDocument/2006/relationships/image" Target="../media/image35.wmf"/><Relationship Id="rId4" Type="http://schemas.openxmlformats.org/officeDocument/2006/relationships/oleObject" Target="../embeddings/oleObject33.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7.wmf"/><Relationship Id="rId5" Type="http://schemas.openxmlformats.org/officeDocument/2006/relationships/oleObject" Target="../embeddings/oleObject35.bin"/><Relationship Id="rId4" Type="http://schemas.openxmlformats.org/officeDocument/2006/relationships/image" Target="../media/image36.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notesSlide" Target="../notesSlides/notesSlide17.xml"/><Relationship Id="rId7" Type="http://schemas.openxmlformats.org/officeDocument/2006/relationships/image" Target="../media/image39.emf"/><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37.bin"/><Relationship Id="rId5" Type="http://schemas.openxmlformats.org/officeDocument/2006/relationships/image" Target="../media/image38.wmf"/><Relationship Id="rId4" Type="http://schemas.openxmlformats.org/officeDocument/2006/relationships/oleObject" Target="../embeddings/oleObject36.bin"/><Relationship Id="rId9" Type="http://schemas.openxmlformats.org/officeDocument/2006/relationships/image" Target="../media/image40.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image" Target="../media/image38.wmf"/><Relationship Id="rId5" Type="http://schemas.openxmlformats.org/officeDocument/2006/relationships/oleObject" Target="../embeddings/oleObject40.bin"/><Relationship Id="rId4" Type="http://schemas.openxmlformats.org/officeDocument/2006/relationships/image" Target="../media/image41.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42.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notesSlide" Target="../notesSlides/notesSlide19.xml"/><Relationship Id="rId7" Type="http://schemas.openxmlformats.org/officeDocument/2006/relationships/image" Target="../media/image44.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43.bin"/><Relationship Id="rId11" Type="http://schemas.openxmlformats.org/officeDocument/2006/relationships/image" Target="../media/image46.wmf"/><Relationship Id="rId5" Type="http://schemas.openxmlformats.org/officeDocument/2006/relationships/image" Target="../media/image43.wmf"/><Relationship Id="rId10" Type="http://schemas.openxmlformats.org/officeDocument/2006/relationships/oleObject" Target="../embeddings/oleObject45.bin"/><Relationship Id="rId4" Type="http://schemas.openxmlformats.org/officeDocument/2006/relationships/oleObject" Target="../embeddings/oleObject42.bin"/><Relationship Id="rId9" Type="http://schemas.openxmlformats.org/officeDocument/2006/relationships/image" Target="../media/image45.wmf"/></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7" Type="http://schemas.openxmlformats.org/officeDocument/2006/relationships/image" Target="../media/image48.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47.bin"/><Relationship Id="rId5" Type="http://schemas.openxmlformats.org/officeDocument/2006/relationships/image" Target="../media/image47.wmf"/><Relationship Id="rId4" Type="http://schemas.openxmlformats.org/officeDocument/2006/relationships/oleObject" Target="../embeddings/oleObject46.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0.wmf"/><Relationship Id="rId5" Type="http://schemas.openxmlformats.org/officeDocument/2006/relationships/oleObject" Target="../embeddings/oleObject49.bin"/><Relationship Id="rId4" Type="http://schemas.openxmlformats.org/officeDocument/2006/relationships/image" Target="../media/image49.wmf"/></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53.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52.wmf"/><Relationship Id="rId5" Type="http://schemas.openxmlformats.org/officeDocument/2006/relationships/oleObject" Target="../embeddings/oleObject51.bin"/><Relationship Id="rId4" Type="http://schemas.openxmlformats.org/officeDocument/2006/relationships/image" Target="../media/image51.w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53.bin"/><Relationship Id="rId7"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55.wmf"/><Relationship Id="rId5" Type="http://schemas.openxmlformats.org/officeDocument/2006/relationships/oleObject" Target="../embeddings/oleObject54.bin"/><Relationship Id="rId4" Type="http://schemas.openxmlformats.org/officeDocument/2006/relationships/image" Target="../media/image54.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58.emf"/><Relationship Id="rId5" Type="http://schemas.openxmlformats.org/officeDocument/2006/relationships/oleObject" Target="../embeddings/oleObject57.bin"/><Relationship Id="rId4" Type="http://schemas.openxmlformats.org/officeDocument/2006/relationships/image" Target="../media/image57.wmf"/></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57.wmf"/><Relationship Id="rId4" Type="http://schemas.openxmlformats.org/officeDocument/2006/relationships/oleObject" Target="../embeddings/oleObject58.bin"/></Relationships>
</file>

<file path=ppt/slides/_rels/slide36.xml.rels><?xml version="1.0" encoding="UTF-8" standalone="yes"?>
<Relationships xmlns="http://schemas.openxmlformats.org/package/2006/relationships"><Relationship Id="rId8" Type="http://schemas.openxmlformats.org/officeDocument/2006/relationships/image" Target="../media/image33.wmf"/><Relationship Id="rId3" Type="http://schemas.openxmlformats.org/officeDocument/2006/relationships/oleObject" Target="../embeddings/oleObject59.bin"/><Relationship Id="rId7"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60.emf"/><Relationship Id="rId5" Type="http://schemas.openxmlformats.org/officeDocument/2006/relationships/oleObject" Target="../embeddings/oleObject60.bin"/><Relationship Id="rId10" Type="http://schemas.openxmlformats.org/officeDocument/2006/relationships/image" Target="../media/image34.wmf"/><Relationship Id="rId4" Type="http://schemas.openxmlformats.org/officeDocument/2006/relationships/image" Target="../media/image59.emf"/><Relationship Id="rId9" Type="http://schemas.openxmlformats.org/officeDocument/2006/relationships/oleObject" Target="../embeddings/oleObject62.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62.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64.bin"/><Relationship Id="rId5" Type="http://schemas.openxmlformats.org/officeDocument/2006/relationships/image" Target="../media/image61.wmf"/><Relationship Id="rId4" Type="http://schemas.openxmlformats.org/officeDocument/2006/relationships/oleObject" Target="../embeddings/oleObject63.bin"/></Relationships>
</file>

<file path=ppt/slides/_rels/slide38.xml.rels><?xml version="1.0" encoding="UTF-8" standalone="yes"?>
<Relationships xmlns="http://schemas.openxmlformats.org/package/2006/relationships"><Relationship Id="rId8" Type="http://schemas.openxmlformats.org/officeDocument/2006/relationships/image" Target="../media/image65.emf"/><Relationship Id="rId3" Type="http://schemas.openxmlformats.org/officeDocument/2006/relationships/oleObject" Target="../embeddings/oleObject65.bin"/><Relationship Id="rId7" Type="http://schemas.openxmlformats.org/officeDocument/2006/relationships/oleObject" Target="../embeddings/oleObject67.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64.wmf"/><Relationship Id="rId5" Type="http://schemas.openxmlformats.org/officeDocument/2006/relationships/oleObject" Target="../embeddings/oleObject66.bin"/><Relationship Id="rId10" Type="http://schemas.openxmlformats.org/officeDocument/2006/relationships/image" Target="../media/image66.wmf"/><Relationship Id="rId4" Type="http://schemas.openxmlformats.org/officeDocument/2006/relationships/image" Target="../media/image63.emf"/><Relationship Id="rId9" Type="http://schemas.openxmlformats.org/officeDocument/2006/relationships/oleObject" Target="../embeddings/oleObject68.bin"/></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68.wmf"/><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70.bin"/><Relationship Id="rId5" Type="http://schemas.openxmlformats.org/officeDocument/2006/relationships/image" Target="../media/image67.emf"/><Relationship Id="rId4" Type="http://schemas.openxmlformats.org/officeDocument/2006/relationships/oleObject" Target="../embeddings/oleObject69.bin"/></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69.wmf"/></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28.xml"/><Relationship Id="rId7" Type="http://schemas.openxmlformats.org/officeDocument/2006/relationships/image" Target="../media/image70.wmf"/><Relationship Id="rId2" Type="http://schemas.openxmlformats.org/officeDocument/2006/relationships/slideLayout" Target="../slideLayouts/slideLayout2.xml"/><Relationship Id="rId1" Type="http://schemas.openxmlformats.org/officeDocument/2006/relationships/vmlDrawing" Target="../drawings/vmlDrawing29.vml"/><Relationship Id="rId6" Type="http://schemas.openxmlformats.org/officeDocument/2006/relationships/oleObject" Target="../embeddings/oleObject73.bin"/><Relationship Id="rId5" Type="http://schemas.openxmlformats.org/officeDocument/2006/relationships/image" Target="../media/image3.wmf"/><Relationship Id="rId4" Type="http://schemas.openxmlformats.org/officeDocument/2006/relationships/oleObject" Target="../embeddings/oleObject72.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71.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75.bin"/><Relationship Id="rId5" Type="http://schemas.openxmlformats.org/officeDocument/2006/relationships/image" Target="../media/image3.wmf"/><Relationship Id="rId4" Type="http://schemas.openxmlformats.org/officeDocument/2006/relationships/oleObject" Target="../embeddings/oleObject74.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72.wmf"/></Relationships>
</file>

<file path=ppt/slides/_rels/slide45.xml.rels><?xml version="1.0" encoding="UTF-8" standalone="yes"?>
<Relationships xmlns="http://schemas.openxmlformats.org/package/2006/relationships"><Relationship Id="rId8" Type="http://schemas.openxmlformats.org/officeDocument/2006/relationships/image" Target="../media/image75.emf"/><Relationship Id="rId3" Type="http://schemas.openxmlformats.org/officeDocument/2006/relationships/oleObject" Target="../embeddings/oleObject77.bin"/><Relationship Id="rId7" Type="http://schemas.openxmlformats.org/officeDocument/2006/relationships/oleObject" Target="../embeddings/oleObject79.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74.wmf"/><Relationship Id="rId5" Type="http://schemas.openxmlformats.org/officeDocument/2006/relationships/oleObject" Target="../embeddings/oleObject78.bin"/><Relationship Id="rId10" Type="http://schemas.openxmlformats.org/officeDocument/2006/relationships/image" Target="../media/image76.wmf"/><Relationship Id="rId4" Type="http://schemas.openxmlformats.org/officeDocument/2006/relationships/image" Target="../media/image73.wmf"/><Relationship Id="rId9" Type="http://schemas.openxmlformats.org/officeDocument/2006/relationships/oleObject" Target="../embeddings/oleObject80.bin"/></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72.wmf"/></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84.bin"/><Relationship Id="rId13" Type="http://schemas.openxmlformats.org/officeDocument/2006/relationships/image" Target="../media/image81.wmf"/><Relationship Id="rId3" Type="http://schemas.openxmlformats.org/officeDocument/2006/relationships/notesSlide" Target="../notesSlides/notesSlide32.xml"/><Relationship Id="rId7" Type="http://schemas.openxmlformats.org/officeDocument/2006/relationships/image" Target="../media/image78.wmf"/><Relationship Id="rId12" Type="http://schemas.openxmlformats.org/officeDocument/2006/relationships/oleObject" Target="../embeddings/oleObject86.bin"/><Relationship Id="rId17" Type="http://schemas.openxmlformats.org/officeDocument/2006/relationships/image" Target="../media/image83.wmf"/><Relationship Id="rId2" Type="http://schemas.openxmlformats.org/officeDocument/2006/relationships/slideLayout" Target="../slideLayouts/slideLayout2.xml"/><Relationship Id="rId16" Type="http://schemas.openxmlformats.org/officeDocument/2006/relationships/oleObject" Target="../embeddings/oleObject88.bin"/><Relationship Id="rId1" Type="http://schemas.openxmlformats.org/officeDocument/2006/relationships/vmlDrawing" Target="../drawings/vmlDrawing34.vml"/><Relationship Id="rId6" Type="http://schemas.openxmlformats.org/officeDocument/2006/relationships/oleObject" Target="../embeddings/oleObject83.bin"/><Relationship Id="rId11" Type="http://schemas.openxmlformats.org/officeDocument/2006/relationships/image" Target="../media/image80.wmf"/><Relationship Id="rId5" Type="http://schemas.openxmlformats.org/officeDocument/2006/relationships/image" Target="../media/image77.wmf"/><Relationship Id="rId15" Type="http://schemas.openxmlformats.org/officeDocument/2006/relationships/image" Target="../media/image82.wmf"/><Relationship Id="rId10" Type="http://schemas.openxmlformats.org/officeDocument/2006/relationships/oleObject" Target="../embeddings/oleObject85.bin"/><Relationship Id="rId4" Type="http://schemas.openxmlformats.org/officeDocument/2006/relationships/oleObject" Target="../embeddings/oleObject82.bin"/><Relationship Id="rId9" Type="http://schemas.openxmlformats.org/officeDocument/2006/relationships/image" Target="../media/image79.wmf"/><Relationship Id="rId14" Type="http://schemas.openxmlformats.org/officeDocument/2006/relationships/oleObject" Target="../embeddings/oleObject87.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image" Target="../media/image87.wmf"/><Relationship Id="rId3" Type="http://schemas.openxmlformats.org/officeDocument/2006/relationships/notesSlide" Target="../notesSlides/notesSlide33.xml"/><Relationship Id="rId7" Type="http://schemas.openxmlformats.org/officeDocument/2006/relationships/image" Target="../media/image85.wmf"/><Relationship Id="rId12"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oleObject" Target="../embeddings/oleObject90.bin"/><Relationship Id="rId11" Type="http://schemas.openxmlformats.org/officeDocument/2006/relationships/image" Target="../media/image77.wmf"/><Relationship Id="rId5" Type="http://schemas.openxmlformats.org/officeDocument/2006/relationships/image" Target="../media/image84.wmf"/><Relationship Id="rId10" Type="http://schemas.openxmlformats.org/officeDocument/2006/relationships/oleObject" Target="../embeddings/oleObject92.bin"/><Relationship Id="rId4" Type="http://schemas.openxmlformats.org/officeDocument/2006/relationships/oleObject" Target="../embeddings/oleObject89.bin"/><Relationship Id="rId9" Type="http://schemas.openxmlformats.org/officeDocument/2006/relationships/image" Target="../media/image86.wmf"/></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95" name="Rectangle 23"/>
          <p:cNvSpPr>
            <a:spLocks noGrp="1" noChangeArrowheads="1"/>
          </p:cNvSpPr>
          <p:nvPr>
            <p:ph type="ctrTitle"/>
          </p:nvPr>
        </p:nvSpPr>
        <p:spPr>
          <a:xfrm>
            <a:off x="762000" y="1447800"/>
            <a:ext cx="7696200" cy="2101850"/>
          </a:xfrm>
        </p:spPr>
        <p:txBody>
          <a:bodyPr/>
          <a:lstStyle/>
          <a:p>
            <a:pPr>
              <a:lnSpc>
                <a:spcPct val="115000"/>
              </a:lnSpc>
              <a:defRPr/>
            </a:pPr>
            <a:r>
              <a:rPr lang="zh-CN" altLang="en-US" sz="6000" dirty="0" smtClean="0"/>
              <a:t>第三章 </a:t>
            </a:r>
            <a:br>
              <a:rPr lang="zh-CN" altLang="en-US" sz="6000" dirty="0" smtClean="0"/>
            </a:br>
            <a:r>
              <a:rPr lang="zh-CN" altLang="en-US" sz="6000" dirty="0" smtClean="0"/>
              <a:t>解线性方程组的直接法</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BEBA8EAE-BF5A-486C-A8C5-ECC9F3942E4B}">
                <a14:imgProps xmlns:a14="http://schemas.microsoft.com/office/drawing/2010/main">
                  <a14:imgLayer r:embed="rId5">
                    <a14:imgEffect>
                      <a14:brightnessContrast bright="22000"/>
                    </a14:imgEffect>
                  </a14:imgLayer>
                </a14:imgProps>
              </a:ext>
            </a:extLst>
          </a:blip>
          <a:stretch>
            <a:fillRect/>
          </a:stretch>
        </p:blipFill>
        <p:spPr>
          <a:xfrm>
            <a:off x="5220072" y="5392035"/>
            <a:ext cx="3723933" cy="1356839"/>
          </a:xfrm>
          <a:prstGeom prst="rect">
            <a:avLst/>
          </a:prstGeom>
        </p:spPr>
      </p:pic>
      <p:sp>
        <p:nvSpPr>
          <p:cNvPr id="409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1B07751-0DBA-472A-8C27-BD342CFBBF4E}" type="slidenum">
              <a:rPr lang="zh-CN" altLang="en-US" b="0" smtClean="0"/>
              <a:pPr/>
              <a:t>2</a:t>
            </a:fld>
            <a:endParaRPr lang="en-US" altLang="zh-CN" b="0" smtClean="0"/>
          </a:p>
        </p:txBody>
      </p:sp>
      <p:sp>
        <p:nvSpPr>
          <p:cNvPr id="409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0EB86C54-8D80-4A1C-920C-136CA49879F7}" type="datetime1">
              <a:rPr lang="zh-CN" altLang="en-US" sz="1800" b="0" smtClean="0"/>
              <a:pPr/>
              <a:t>2024/9/23</a:t>
            </a:fld>
            <a:endParaRPr lang="en-US" altLang="zh-CN" sz="1800" b="0" smtClean="0"/>
          </a:p>
        </p:txBody>
      </p:sp>
      <p:sp>
        <p:nvSpPr>
          <p:cNvPr id="4100" name="Rectangle 3"/>
          <p:cNvSpPr>
            <a:spLocks noGrp="1" noChangeArrowheads="1"/>
          </p:cNvSpPr>
          <p:nvPr>
            <p:ph type="body" idx="1"/>
          </p:nvPr>
        </p:nvSpPr>
        <p:spPr>
          <a:xfrm>
            <a:off x="488851" y="1114022"/>
            <a:ext cx="8142288" cy="384175"/>
          </a:xfrm>
        </p:spPr>
        <p:txBody>
          <a:bodyPr/>
          <a:lstStyle/>
          <a:p>
            <a:r>
              <a:rPr lang="zh-CN" altLang="en-US" dirty="0" smtClean="0"/>
              <a:t>线性方程组：</a:t>
            </a:r>
          </a:p>
        </p:txBody>
      </p:sp>
      <p:graphicFrame>
        <p:nvGraphicFramePr>
          <p:cNvPr id="4101" name="Object 4"/>
          <p:cNvGraphicFramePr>
            <a:graphicFrameLocks noChangeAspect="1"/>
          </p:cNvGraphicFramePr>
          <p:nvPr>
            <p:extLst>
              <p:ext uri="{D42A27DB-BD31-4B8C-83A1-F6EECF244321}">
                <p14:modId xmlns:p14="http://schemas.microsoft.com/office/powerpoint/2010/main" val="1862944470"/>
              </p:ext>
            </p:extLst>
          </p:nvPr>
        </p:nvGraphicFramePr>
        <p:xfrm>
          <a:off x="2816240" y="1052736"/>
          <a:ext cx="4122738" cy="1970087"/>
        </p:xfrm>
        <a:graphic>
          <a:graphicData uri="http://schemas.openxmlformats.org/presentationml/2006/ole">
            <mc:AlternateContent xmlns:mc="http://schemas.openxmlformats.org/markup-compatibility/2006">
              <mc:Choice xmlns:v="urn:schemas-microsoft-com:vml" Requires="v">
                <p:oleObj spid="_x0000_s4111" name="Equation" r:id="rId6" imgW="1968500" imgH="939800" progId="Equation.3">
                  <p:embed/>
                </p:oleObj>
              </mc:Choice>
              <mc:Fallback>
                <p:oleObj name="Equation" r:id="rId6" imgW="1968500" imgH="939800"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6240" y="1052736"/>
                        <a:ext cx="4122738" cy="1970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2330" name="Rectangle 10"/>
          <p:cNvSpPr>
            <a:spLocks noGrp="1" noChangeArrowheads="1"/>
          </p:cNvSpPr>
          <p:nvPr>
            <p:ph type="title"/>
          </p:nvPr>
        </p:nvSpPr>
        <p:spPr/>
        <p:txBody>
          <a:bodyPr/>
          <a:lstStyle/>
          <a:p>
            <a:pPr>
              <a:defRPr/>
            </a:pPr>
            <a:endParaRPr lang="zh-CN" altLang="en-US" smtClean="0"/>
          </a:p>
        </p:txBody>
      </p:sp>
      <p:sp>
        <p:nvSpPr>
          <p:cNvPr id="312331" name="Rectangle 11"/>
          <p:cNvSpPr>
            <a:spLocks noChangeArrowheads="1"/>
          </p:cNvSpPr>
          <p:nvPr/>
        </p:nvSpPr>
        <p:spPr bwMode="auto">
          <a:xfrm>
            <a:off x="549449" y="3070135"/>
            <a:ext cx="8523287"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dirty="0">
                <a:latin typeface="Times New Roman" pitchFamily="18" charset="0"/>
                <a:ea typeface="黑体" pitchFamily="2" charset="-122"/>
              </a:rPr>
              <a:t>或简记为</a:t>
            </a:r>
            <a:r>
              <a:rPr lang="en-US" altLang="zh-CN" sz="2800" dirty="0">
                <a:latin typeface="Times New Roman" pitchFamily="18" charset="0"/>
                <a:ea typeface="黑体" pitchFamily="2" charset="-122"/>
              </a:rPr>
              <a:t>AX=B，</a:t>
            </a:r>
            <a:r>
              <a:rPr lang="zh-CN" altLang="en-US" sz="2800" dirty="0">
                <a:latin typeface="Times New Roman" pitchFamily="18" charset="0"/>
                <a:ea typeface="黑体" pitchFamily="2" charset="-122"/>
              </a:rPr>
              <a:t>这里假定|</a:t>
            </a:r>
            <a:r>
              <a:rPr lang="en-US" altLang="zh-CN" sz="2800" dirty="0">
                <a:latin typeface="Times New Roman" pitchFamily="18" charset="0"/>
                <a:ea typeface="黑体" pitchFamily="2" charset="-122"/>
              </a:rPr>
              <a:t>A|≠0，</a:t>
            </a:r>
            <a:r>
              <a:rPr lang="zh-CN" altLang="en-US" sz="2800" dirty="0">
                <a:latin typeface="Times New Roman" pitchFamily="18" charset="0"/>
                <a:ea typeface="黑体" pitchFamily="2" charset="-122"/>
              </a:rPr>
              <a:t>方程组的解唯一。其中</a:t>
            </a:r>
          </a:p>
        </p:txBody>
      </p:sp>
      <p:graphicFrame>
        <p:nvGraphicFramePr>
          <p:cNvPr id="312333" name="Object 13"/>
          <p:cNvGraphicFramePr>
            <a:graphicFrameLocks noChangeAspect="1"/>
          </p:cNvGraphicFramePr>
          <p:nvPr>
            <p:extLst>
              <p:ext uri="{D42A27DB-BD31-4B8C-83A1-F6EECF244321}">
                <p14:modId xmlns:p14="http://schemas.microsoft.com/office/powerpoint/2010/main" val="3025584290"/>
              </p:ext>
            </p:extLst>
          </p:nvPr>
        </p:nvGraphicFramePr>
        <p:xfrm>
          <a:off x="899592" y="3640104"/>
          <a:ext cx="5228206" cy="1950914"/>
        </p:xfrm>
        <a:graphic>
          <a:graphicData uri="http://schemas.openxmlformats.org/presentationml/2006/ole">
            <mc:AlternateContent xmlns:mc="http://schemas.openxmlformats.org/markup-compatibility/2006">
              <mc:Choice xmlns:v="urn:schemas-microsoft-com:vml" Requires="v">
                <p:oleObj spid="_x0000_s4112" name="Equation" r:id="rId8" imgW="2362200" imgH="939800" progId="Equation.3">
                  <p:embed/>
                </p:oleObj>
              </mc:Choice>
              <mc:Fallback>
                <p:oleObj name="Equation" r:id="rId8" imgW="2362200" imgH="9398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9592" y="3640104"/>
                        <a:ext cx="5228206" cy="1950914"/>
                      </a:xfrm>
                      <a:prstGeom prst="rect">
                        <a:avLst/>
                      </a:prstGeom>
                      <a:noFill/>
                      <a:ln>
                        <a:noFill/>
                      </a:ln>
                      <a:effectLs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12331"/>
                                        </p:tgtEl>
                                        <p:attrNameLst>
                                          <p:attrName>style.visibility</p:attrName>
                                        </p:attrNameLst>
                                      </p:cBhvr>
                                      <p:to>
                                        <p:strVal val="visible"/>
                                      </p:to>
                                    </p:set>
                                    <p:animEffect transition="in" filter="wipe(up)">
                                      <p:cBhvr>
                                        <p:cTn id="7" dur="75"/>
                                        <p:tgtEl>
                                          <p:spTgt spid="312331"/>
                                        </p:tgtEl>
                                      </p:cBhvr>
                                    </p:animEffect>
                                  </p:childTnLst>
                                </p:cTn>
                              </p:par>
                            </p:childTnLst>
                          </p:cTn>
                        </p:par>
                        <p:par>
                          <p:cTn id="8" fill="hold" nodeType="afterGroup">
                            <p:stCondLst>
                              <p:cond delay="2175"/>
                            </p:stCondLst>
                            <p:childTnLst>
                              <p:par>
                                <p:cTn id="9" presetID="9" presetClass="entr" presetSubtype="0" fill="hold" nodeType="afterEffect">
                                  <p:stCondLst>
                                    <p:cond delay="0"/>
                                  </p:stCondLst>
                                  <p:childTnLst>
                                    <p:set>
                                      <p:cBhvr>
                                        <p:cTn id="10" dur="1" fill="hold">
                                          <p:stCondLst>
                                            <p:cond delay="0"/>
                                          </p:stCondLst>
                                        </p:cTn>
                                        <p:tgtEl>
                                          <p:spTgt spid="312333"/>
                                        </p:tgtEl>
                                        <p:attrNameLst>
                                          <p:attrName>style.visibility</p:attrName>
                                        </p:attrNameLst>
                                      </p:cBhvr>
                                      <p:to>
                                        <p:strVal val="visible"/>
                                      </p:to>
                                    </p:set>
                                    <p:animEffect transition="in" filter="dissolve">
                                      <p:cBhvr>
                                        <p:cTn id="11" dur="500"/>
                                        <p:tgtEl>
                                          <p:spTgt spid="312333"/>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up)">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233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5B70ACE-CD0C-4C21-9C0C-7405D95BE5B2}" type="slidenum">
              <a:rPr lang="zh-CN" altLang="en-US" b="0" smtClean="0"/>
              <a:pPr/>
              <a:t>3</a:t>
            </a:fld>
            <a:endParaRPr lang="en-US" altLang="zh-CN" b="0" smtClean="0"/>
          </a:p>
        </p:txBody>
      </p:sp>
      <p:sp>
        <p:nvSpPr>
          <p:cNvPr id="512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7462D0E-A854-4276-A488-A31B172B1133}" type="datetime1">
              <a:rPr lang="zh-CN" altLang="en-US" sz="1800" b="0" smtClean="0"/>
              <a:pPr/>
              <a:t>2024/9/23</a:t>
            </a:fld>
            <a:endParaRPr lang="en-US" altLang="zh-CN" sz="1800" b="0" smtClean="0"/>
          </a:p>
        </p:txBody>
      </p:sp>
      <p:sp>
        <p:nvSpPr>
          <p:cNvPr id="376834" name="Rectangle 2"/>
          <p:cNvSpPr>
            <a:spLocks noGrp="1" noChangeArrowheads="1"/>
          </p:cNvSpPr>
          <p:nvPr>
            <p:ph type="title"/>
          </p:nvPr>
        </p:nvSpPr>
        <p:spPr/>
        <p:txBody>
          <a:bodyPr/>
          <a:lstStyle/>
          <a:p>
            <a:pPr>
              <a:defRPr/>
            </a:pPr>
            <a:endParaRPr lang="zh-CN" altLang="en-US" smtClean="0"/>
          </a:p>
        </p:txBody>
      </p:sp>
      <p:sp>
        <p:nvSpPr>
          <p:cNvPr id="376835" name="Rectangle 3"/>
          <p:cNvSpPr>
            <a:spLocks noGrp="1" noChangeArrowheads="1"/>
          </p:cNvSpPr>
          <p:nvPr>
            <p:ph type="body" idx="1"/>
          </p:nvPr>
        </p:nvSpPr>
        <p:spPr>
          <a:xfrm>
            <a:off x="600075" y="1292225"/>
            <a:ext cx="8142288" cy="4924425"/>
          </a:xfrm>
        </p:spPr>
        <p:txBody>
          <a:bodyPr/>
          <a:lstStyle/>
          <a:p>
            <a:pPr>
              <a:lnSpc>
                <a:spcPct val="80000"/>
              </a:lnSpc>
            </a:pPr>
            <a:r>
              <a:rPr lang="zh-CN" altLang="en-US" sz="3200" smtClean="0">
                <a:latin typeface="Arial" charset="0"/>
              </a:rPr>
              <a:t>低阶稠密矩阵方程组</a:t>
            </a:r>
          </a:p>
          <a:p>
            <a:pPr>
              <a:lnSpc>
                <a:spcPct val="80000"/>
              </a:lnSpc>
            </a:pPr>
            <a:r>
              <a:rPr lang="zh-CN" altLang="en-US" sz="3200" smtClean="0">
                <a:latin typeface="Arial" charset="0"/>
              </a:rPr>
              <a:t>大型稀疏矩阵方程组</a:t>
            </a:r>
            <a:endParaRPr lang="zh-CN" altLang="en-US" sz="3200" smtClean="0"/>
          </a:p>
          <a:p>
            <a:pPr>
              <a:lnSpc>
                <a:spcPct val="80000"/>
              </a:lnSpc>
            </a:pPr>
            <a:r>
              <a:rPr lang="zh-CN" altLang="en-US" sz="3200" smtClean="0"/>
              <a:t>关于线性方程组的数值方法一般有两类：</a:t>
            </a:r>
          </a:p>
          <a:p>
            <a:pPr lvl="1">
              <a:lnSpc>
                <a:spcPct val="80000"/>
              </a:lnSpc>
            </a:pPr>
            <a:r>
              <a:rPr lang="zh-CN" altLang="en-US" sz="3200" smtClean="0"/>
              <a:t>1. 直接法</a:t>
            </a:r>
          </a:p>
          <a:p>
            <a:pPr lvl="2">
              <a:lnSpc>
                <a:spcPct val="80000"/>
              </a:lnSpc>
            </a:pPr>
            <a:r>
              <a:rPr lang="zh-CN" altLang="en-US" sz="3200" smtClean="0"/>
              <a:t>就是在不考虑舍入误差的情况下，经过有限步运算后能求得方程组准确解的方法。</a:t>
            </a:r>
          </a:p>
          <a:p>
            <a:pPr lvl="1">
              <a:lnSpc>
                <a:spcPct val="80000"/>
              </a:lnSpc>
            </a:pPr>
            <a:r>
              <a:rPr lang="zh-CN" altLang="en-US" sz="3200" smtClean="0"/>
              <a:t>2. 迭代法</a:t>
            </a:r>
          </a:p>
          <a:p>
            <a:pPr lvl="2">
              <a:lnSpc>
                <a:spcPct val="80000"/>
              </a:lnSpc>
            </a:pPr>
            <a:r>
              <a:rPr lang="zh-CN" altLang="en-US" sz="3200" smtClean="0"/>
              <a:t>就是用某种极限过程去逐步逼近线性方程组精确解的方法。</a:t>
            </a:r>
          </a:p>
        </p:txBody>
      </p:sp>
      <p:grpSp>
        <p:nvGrpSpPr>
          <p:cNvPr id="376838" name="Group 6"/>
          <p:cNvGrpSpPr>
            <a:grpSpLocks/>
          </p:cNvGrpSpPr>
          <p:nvPr/>
        </p:nvGrpSpPr>
        <p:grpSpPr bwMode="auto">
          <a:xfrm>
            <a:off x="5257800" y="2209800"/>
            <a:ext cx="3352800" cy="2209800"/>
            <a:chOff x="3408" y="2688"/>
            <a:chExt cx="2112" cy="1392"/>
          </a:xfrm>
        </p:grpSpPr>
        <p:sp>
          <p:nvSpPr>
            <p:cNvPr id="5130" name="AutoShape 4"/>
            <p:cNvSpPr>
              <a:spLocks noChangeArrowheads="1"/>
            </p:cNvSpPr>
            <p:nvPr/>
          </p:nvSpPr>
          <p:spPr bwMode="auto">
            <a:xfrm>
              <a:off x="3408" y="2688"/>
              <a:ext cx="2112" cy="1392"/>
            </a:xfrm>
            <a:prstGeom prst="irregularSeal2">
              <a:avLst/>
            </a:prstGeom>
            <a:solidFill>
              <a:schemeClr val="accent2"/>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5131" name="Text Box 5"/>
            <p:cNvSpPr txBox="1">
              <a:spLocks noChangeArrowheads="1"/>
            </p:cNvSpPr>
            <p:nvPr/>
          </p:nvSpPr>
          <p:spPr bwMode="auto">
            <a:xfrm>
              <a:off x="3696" y="3120"/>
              <a:ext cx="129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r>
                <a:rPr lang="zh-CN" altLang="en-US" sz="2800"/>
                <a:t>低阶稠密矩阵方程组</a:t>
              </a:r>
            </a:p>
          </p:txBody>
        </p:sp>
      </p:grpSp>
      <p:grpSp>
        <p:nvGrpSpPr>
          <p:cNvPr id="376839" name="Group 7"/>
          <p:cNvGrpSpPr>
            <a:grpSpLocks/>
          </p:cNvGrpSpPr>
          <p:nvPr/>
        </p:nvGrpSpPr>
        <p:grpSpPr bwMode="auto">
          <a:xfrm>
            <a:off x="2743200" y="4343400"/>
            <a:ext cx="3352800" cy="2209800"/>
            <a:chOff x="3408" y="2688"/>
            <a:chExt cx="2112" cy="1392"/>
          </a:xfrm>
        </p:grpSpPr>
        <p:sp>
          <p:nvSpPr>
            <p:cNvPr id="5128" name="AutoShape 8"/>
            <p:cNvSpPr>
              <a:spLocks noChangeArrowheads="1"/>
            </p:cNvSpPr>
            <p:nvPr/>
          </p:nvSpPr>
          <p:spPr bwMode="auto">
            <a:xfrm>
              <a:off x="3408" y="2688"/>
              <a:ext cx="2112" cy="1392"/>
            </a:xfrm>
            <a:prstGeom prst="irregularSeal2">
              <a:avLst/>
            </a:prstGeom>
            <a:solidFill>
              <a:schemeClr val="accent2"/>
            </a:solidFill>
            <a:ln w="381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5129" name="Text Box 9"/>
            <p:cNvSpPr txBox="1">
              <a:spLocks noChangeArrowheads="1"/>
            </p:cNvSpPr>
            <p:nvPr/>
          </p:nvSpPr>
          <p:spPr bwMode="auto">
            <a:xfrm>
              <a:off x="3696" y="3120"/>
              <a:ext cx="1296"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r>
                <a:rPr lang="zh-CN" altLang="en-US" sz="2800"/>
                <a:t>大型稀疏矩阵方程组</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76835">
                                            <p:txEl>
                                              <p:pRg st="0" end="0"/>
                                            </p:txEl>
                                          </p:spTgt>
                                        </p:tgtEl>
                                        <p:attrNameLst>
                                          <p:attrName>style.visibility</p:attrName>
                                        </p:attrNameLst>
                                      </p:cBhvr>
                                      <p:to>
                                        <p:strVal val="visible"/>
                                      </p:to>
                                    </p:set>
                                    <p:animEffect transition="in" filter="wipe(up)">
                                      <p:cBhvr>
                                        <p:cTn id="7" dur="75"/>
                                        <p:tgtEl>
                                          <p:spTgt spid="3768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76835">
                                            <p:txEl>
                                              <p:pRg st="1" end="1"/>
                                            </p:txEl>
                                          </p:spTgt>
                                        </p:tgtEl>
                                        <p:attrNameLst>
                                          <p:attrName>style.visibility</p:attrName>
                                        </p:attrNameLst>
                                      </p:cBhvr>
                                      <p:to>
                                        <p:strVal val="visible"/>
                                      </p:to>
                                    </p:set>
                                    <p:animEffect transition="in" filter="wipe(up)">
                                      <p:cBhvr>
                                        <p:cTn id="12" dur="75"/>
                                        <p:tgtEl>
                                          <p:spTgt spid="3768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376835">
                                            <p:txEl>
                                              <p:pRg st="2" end="2"/>
                                            </p:txEl>
                                          </p:spTgt>
                                        </p:tgtEl>
                                        <p:attrNameLst>
                                          <p:attrName>style.visibility</p:attrName>
                                        </p:attrNameLst>
                                      </p:cBhvr>
                                      <p:to>
                                        <p:strVal val="visible"/>
                                      </p:to>
                                    </p:set>
                                    <p:animEffect transition="in" filter="wipe(up)">
                                      <p:cBhvr>
                                        <p:cTn id="17" dur="75"/>
                                        <p:tgtEl>
                                          <p:spTgt spid="376835">
                                            <p:txEl>
                                              <p:pRg st="2" end="2"/>
                                            </p:txEl>
                                          </p:spTgt>
                                        </p:tgtEl>
                                      </p:cBhvr>
                                    </p:animEffect>
                                  </p:childTnLst>
                                </p:cTn>
                              </p:par>
                              <p:par>
                                <p:cTn id="18" presetID="22" presetClass="entr" presetSubtype="1" fill="hold" grpId="0" nodeType="withEffect">
                                  <p:stCondLst>
                                    <p:cond delay="0"/>
                                  </p:stCondLst>
                                  <p:iterate type="lt">
                                    <p:tmPct val="100000"/>
                                  </p:iterate>
                                  <p:childTnLst>
                                    <p:set>
                                      <p:cBhvr>
                                        <p:cTn id="19" dur="1" fill="hold">
                                          <p:stCondLst>
                                            <p:cond delay="0"/>
                                          </p:stCondLst>
                                        </p:cTn>
                                        <p:tgtEl>
                                          <p:spTgt spid="376835">
                                            <p:txEl>
                                              <p:pRg st="3" end="3"/>
                                            </p:txEl>
                                          </p:spTgt>
                                        </p:tgtEl>
                                        <p:attrNameLst>
                                          <p:attrName>style.visibility</p:attrName>
                                        </p:attrNameLst>
                                      </p:cBhvr>
                                      <p:to>
                                        <p:strVal val="visible"/>
                                      </p:to>
                                    </p:set>
                                    <p:animEffect transition="in" filter="wipe(up)">
                                      <p:cBhvr>
                                        <p:cTn id="20" dur="75"/>
                                        <p:tgtEl>
                                          <p:spTgt spid="376835">
                                            <p:txEl>
                                              <p:pRg st="3" end="3"/>
                                            </p:txEl>
                                          </p:spTgt>
                                        </p:tgtEl>
                                      </p:cBhvr>
                                    </p:animEffect>
                                  </p:childTnLst>
                                </p:cTn>
                              </p:par>
                              <p:par>
                                <p:cTn id="21" presetID="22" presetClass="entr" presetSubtype="1" fill="hold" grpId="0" nodeType="withEffect">
                                  <p:stCondLst>
                                    <p:cond delay="0"/>
                                  </p:stCondLst>
                                  <p:iterate type="lt">
                                    <p:tmPct val="100000"/>
                                  </p:iterate>
                                  <p:childTnLst>
                                    <p:set>
                                      <p:cBhvr>
                                        <p:cTn id="22" dur="1" fill="hold">
                                          <p:stCondLst>
                                            <p:cond delay="0"/>
                                          </p:stCondLst>
                                        </p:cTn>
                                        <p:tgtEl>
                                          <p:spTgt spid="376835">
                                            <p:txEl>
                                              <p:pRg st="4" end="4"/>
                                            </p:txEl>
                                          </p:spTgt>
                                        </p:tgtEl>
                                        <p:attrNameLst>
                                          <p:attrName>style.visibility</p:attrName>
                                        </p:attrNameLst>
                                      </p:cBhvr>
                                      <p:to>
                                        <p:strVal val="visible"/>
                                      </p:to>
                                    </p:set>
                                    <p:animEffect transition="in" filter="wipe(up)">
                                      <p:cBhvr>
                                        <p:cTn id="23" dur="75"/>
                                        <p:tgtEl>
                                          <p:spTgt spid="376835">
                                            <p:txEl>
                                              <p:pRg st="4" end="4"/>
                                            </p:txEl>
                                          </p:spTgt>
                                        </p:tgtEl>
                                      </p:cBhvr>
                                    </p:animEffect>
                                  </p:childTnLst>
                                </p:cTn>
                              </p:par>
                              <p:par>
                                <p:cTn id="24" presetID="22" presetClass="entr" presetSubtype="1" fill="hold" grpId="0" nodeType="withEffect">
                                  <p:stCondLst>
                                    <p:cond delay="0"/>
                                  </p:stCondLst>
                                  <p:iterate type="lt">
                                    <p:tmPct val="100000"/>
                                  </p:iterate>
                                  <p:childTnLst>
                                    <p:set>
                                      <p:cBhvr>
                                        <p:cTn id="25" dur="1" fill="hold">
                                          <p:stCondLst>
                                            <p:cond delay="0"/>
                                          </p:stCondLst>
                                        </p:cTn>
                                        <p:tgtEl>
                                          <p:spTgt spid="376835">
                                            <p:txEl>
                                              <p:pRg st="5" end="5"/>
                                            </p:txEl>
                                          </p:spTgt>
                                        </p:tgtEl>
                                        <p:attrNameLst>
                                          <p:attrName>style.visibility</p:attrName>
                                        </p:attrNameLst>
                                      </p:cBhvr>
                                      <p:to>
                                        <p:strVal val="visible"/>
                                      </p:to>
                                    </p:set>
                                    <p:animEffect transition="in" filter="wipe(up)">
                                      <p:cBhvr>
                                        <p:cTn id="26" dur="75"/>
                                        <p:tgtEl>
                                          <p:spTgt spid="376835">
                                            <p:txEl>
                                              <p:pRg st="5" end="5"/>
                                            </p:txEl>
                                          </p:spTgt>
                                        </p:tgtEl>
                                      </p:cBhvr>
                                    </p:animEffect>
                                  </p:childTnLst>
                                </p:cTn>
                              </p:par>
                              <p:par>
                                <p:cTn id="27" presetID="22" presetClass="entr" presetSubtype="1" fill="hold" grpId="0" nodeType="withEffect">
                                  <p:stCondLst>
                                    <p:cond delay="0"/>
                                  </p:stCondLst>
                                  <p:iterate type="lt">
                                    <p:tmPct val="100000"/>
                                  </p:iterate>
                                  <p:childTnLst>
                                    <p:set>
                                      <p:cBhvr>
                                        <p:cTn id="28" dur="1" fill="hold">
                                          <p:stCondLst>
                                            <p:cond delay="0"/>
                                          </p:stCondLst>
                                        </p:cTn>
                                        <p:tgtEl>
                                          <p:spTgt spid="376835">
                                            <p:txEl>
                                              <p:pRg st="6" end="6"/>
                                            </p:txEl>
                                          </p:spTgt>
                                        </p:tgtEl>
                                        <p:attrNameLst>
                                          <p:attrName>style.visibility</p:attrName>
                                        </p:attrNameLst>
                                      </p:cBhvr>
                                      <p:to>
                                        <p:strVal val="visible"/>
                                      </p:to>
                                    </p:set>
                                    <p:animEffect transition="in" filter="wipe(up)">
                                      <p:cBhvr>
                                        <p:cTn id="29" dur="75"/>
                                        <p:tgtEl>
                                          <p:spTgt spid="376835">
                                            <p:txEl>
                                              <p:pRg st="6" end="6"/>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528" fill="hold" nodeType="clickEffect">
                                  <p:stCondLst>
                                    <p:cond delay="0"/>
                                  </p:stCondLst>
                                  <p:childTnLst>
                                    <p:set>
                                      <p:cBhvr>
                                        <p:cTn id="33" dur="1" fill="hold">
                                          <p:stCondLst>
                                            <p:cond delay="0"/>
                                          </p:stCondLst>
                                        </p:cTn>
                                        <p:tgtEl>
                                          <p:spTgt spid="376838"/>
                                        </p:tgtEl>
                                        <p:attrNameLst>
                                          <p:attrName>style.visibility</p:attrName>
                                        </p:attrNameLst>
                                      </p:cBhvr>
                                      <p:to>
                                        <p:strVal val="visible"/>
                                      </p:to>
                                    </p:set>
                                    <p:anim calcmode="lin" valueType="num">
                                      <p:cBhvr>
                                        <p:cTn id="34" dur="500" fill="hold"/>
                                        <p:tgtEl>
                                          <p:spTgt spid="376838"/>
                                        </p:tgtEl>
                                        <p:attrNameLst>
                                          <p:attrName>ppt_w</p:attrName>
                                        </p:attrNameLst>
                                      </p:cBhvr>
                                      <p:tavLst>
                                        <p:tav tm="0">
                                          <p:val>
                                            <p:fltVal val="0"/>
                                          </p:val>
                                        </p:tav>
                                        <p:tav tm="100000">
                                          <p:val>
                                            <p:strVal val="#ppt_w"/>
                                          </p:val>
                                        </p:tav>
                                      </p:tavLst>
                                    </p:anim>
                                    <p:anim calcmode="lin" valueType="num">
                                      <p:cBhvr>
                                        <p:cTn id="35" dur="500" fill="hold"/>
                                        <p:tgtEl>
                                          <p:spTgt spid="376838"/>
                                        </p:tgtEl>
                                        <p:attrNameLst>
                                          <p:attrName>ppt_h</p:attrName>
                                        </p:attrNameLst>
                                      </p:cBhvr>
                                      <p:tavLst>
                                        <p:tav tm="0">
                                          <p:val>
                                            <p:fltVal val="0"/>
                                          </p:val>
                                        </p:tav>
                                        <p:tav tm="100000">
                                          <p:val>
                                            <p:strVal val="#ppt_h"/>
                                          </p:val>
                                        </p:tav>
                                      </p:tavLst>
                                    </p:anim>
                                    <p:anim calcmode="lin" valueType="num">
                                      <p:cBhvr>
                                        <p:cTn id="36" dur="500" fill="hold"/>
                                        <p:tgtEl>
                                          <p:spTgt spid="376838"/>
                                        </p:tgtEl>
                                        <p:attrNameLst>
                                          <p:attrName>ppt_x</p:attrName>
                                        </p:attrNameLst>
                                      </p:cBhvr>
                                      <p:tavLst>
                                        <p:tav tm="0">
                                          <p:val>
                                            <p:fltVal val="0.5"/>
                                          </p:val>
                                        </p:tav>
                                        <p:tav tm="100000">
                                          <p:val>
                                            <p:strVal val="#ppt_x"/>
                                          </p:val>
                                        </p:tav>
                                      </p:tavLst>
                                    </p:anim>
                                    <p:anim calcmode="lin" valueType="num">
                                      <p:cBhvr>
                                        <p:cTn id="37" dur="500" fill="hold"/>
                                        <p:tgtEl>
                                          <p:spTgt spid="376838"/>
                                        </p:tgtEl>
                                        <p:attrNameLst>
                                          <p:attrName>ppt_y</p:attrName>
                                        </p:attrNameLst>
                                      </p:cBhvr>
                                      <p:tavLst>
                                        <p:tav tm="0">
                                          <p:val>
                                            <p:fltVal val="0.5"/>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528" fill="hold" nodeType="clickEffect">
                                  <p:stCondLst>
                                    <p:cond delay="0"/>
                                  </p:stCondLst>
                                  <p:childTnLst>
                                    <p:set>
                                      <p:cBhvr>
                                        <p:cTn id="41" dur="1" fill="hold">
                                          <p:stCondLst>
                                            <p:cond delay="0"/>
                                          </p:stCondLst>
                                        </p:cTn>
                                        <p:tgtEl>
                                          <p:spTgt spid="376839"/>
                                        </p:tgtEl>
                                        <p:attrNameLst>
                                          <p:attrName>style.visibility</p:attrName>
                                        </p:attrNameLst>
                                      </p:cBhvr>
                                      <p:to>
                                        <p:strVal val="visible"/>
                                      </p:to>
                                    </p:set>
                                    <p:anim calcmode="lin" valueType="num">
                                      <p:cBhvr>
                                        <p:cTn id="42" dur="500" fill="hold"/>
                                        <p:tgtEl>
                                          <p:spTgt spid="376839"/>
                                        </p:tgtEl>
                                        <p:attrNameLst>
                                          <p:attrName>ppt_w</p:attrName>
                                        </p:attrNameLst>
                                      </p:cBhvr>
                                      <p:tavLst>
                                        <p:tav tm="0">
                                          <p:val>
                                            <p:fltVal val="0"/>
                                          </p:val>
                                        </p:tav>
                                        <p:tav tm="100000">
                                          <p:val>
                                            <p:strVal val="#ppt_w"/>
                                          </p:val>
                                        </p:tav>
                                      </p:tavLst>
                                    </p:anim>
                                    <p:anim calcmode="lin" valueType="num">
                                      <p:cBhvr>
                                        <p:cTn id="43" dur="500" fill="hold"/>
                                        <p:tgtEl>
                                          <p:spTgt spid="376839"/>
                                        </p:tgtEl>
                                        <p:attrNameLst>
                                          <p:attrName>ppt_h</p:attrName>
                                        </p:attrNameLst>
                                      </p:cBhvr>
                                      <p:tavLst>
                                        <p:tav tm="0">
                                          <p:val>
                                            <p:fltVal val="0"/>
                                          </p:val>
                                        </p:tav>
                                        <p:tav tm="100000">
                                          <p:val>
                                            <p:strVal val="#ppt_h"/>
                                          </p:val>
                                        </p:tav>
                                      </p:tavLst>
                                    </p:anim>
                                    <p:anim calcmode="lin" valueType="num">
                                      <p:cBhvr>
                                        <p:cTn id="44" dur="500" fill="hold"/>
                                        <p:tgtEl>
                                          <p:spTgt spid="376839"/>
                                        </p:tgtEl>
                                        <p:attrNameLst>
                                          <p:attrName>ppt_x</p:attrName>
                                        </p:attrNameLst>
                                      </p:cBhvr>
                                      <p:tavLst>
                                        <p:tav tm="0">
                                          <p:val>
                                            <p:fltVal val="0.5"/>
                                          </p:val>
                                        </p:tav>
                                        <p:tav tm="100000">
                                          <p:val>
                                            <p:strVal val="#ppt_x"/>
                                          </p:val>
                                        </p:tav>
                                      </p:tavLst>
                                    </p:anim>
                                    <p:anim calcmode="lin" valueType="num">
                                      <p:cBhvr>
                                        <p:cTn id="45" dur="500" fill="hold"/>
                                        <p:tgtEl>
                                          <p:spTgt spid="376839"/>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6835"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2"/>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CE00BE7-2CD0-4C1B-B738-177761AE3BBD}" type="slidenum">
              <a:rPr lang="zh-CN" altLang="en-US" b="0" smtClean="0"/>
              <a:pPr/>
              <a:t>4</a:t>
            </a:fld>
            <a:endParaRPr lang="en-US" altLang="zh-CN" b="0" smtClean="0"/>
          </a:p>
        </p:txBody>
      </p:sp>
      <p:sp>
        <p:nvSpPr>
          <p:cNvPr id="6147" name="日期占位符 3"/>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124492DA-7622-487E-A90C-49BB1A82EC4D}" type="datetime1">
              <a:rPr lang="zh-CN" altLang="en-US" sz="1800" b="0" smtClean="0"/>
              <a:pPr/>
              <a:t>2024/9/23</a:t>
            </a:fld>
            <a:endParaRPr lang="en-US" altLang="zh-CN" sz="1800" b="0" smtClean="0"/>
          </a:p>
        </p:txBody>
      </p:sp>
      <p:grpSp>
        <p:nvGrpSpPr>
          <p:cNvPr id="6148" name="Group 2"/>
          <p:cNvGrpSpPr>
            <a:grpSpLocks/>
          </p:cNvGrpSpPr>
          <p:nvPr/>
        </p:nvGrpSpPr>
        <p:grpSpPr bwMode="auto">
          <a:xfrm>
            <a:off x="555625" y="2036763"/>
            <a:ext cx="7945438" cy="2608262"/>
            <a:chOff x="350" y="1283"/>
            <a:chExt cx="5005" cy="1643"/>
          </a:xfrm>
        </p:grpSpPr>
        <p:sp>
          <p:nvSpPr>
            <p:cNvPr id="6150" name="Rectangle 3"/>
            <p:cNvSpPr>
              <a:spLocks noChangeArrowheads="1"/>
            </p:cNvSpPr>
            <p:nvPr/>
          </p:nvSpPr>
          <p:spPr bwMode="auto">
            <a:xfrm>
              <a:off x="483" y="1325"/>
              <a:ext cx="4780" cy="1564"/>
            </a:xfrm>
            <a:prstGeom prst="rect">
              <a:avLst/>
            </a:prstGeom>
            <a:solidFill>
              <a:srgbClr val="969696"/>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135003" dir="2471156" algn="ctr" rotWithShape="0">
                      <a:srgbClr val="DDDDDD"/>
                    </a:outerShdw>
                  </a:effectLst>
                </a14:hiddenEffects>
              </a:ext>
            </a:extLst>
          </p:spPr>
          <p:txBody>
            <a:bodyPr anchor="ctr">
              <a:spAutoFit/>
            </a:bodyPr>
            <a:lstStyle/>
            <a:p>
              <a:endParaRPr lang="zh-CN" altLang="en-US"/>
            </a:p>
          </p:txBody>
        </p:sp>
        <p:sp>
          <p:nvSpPr>
            <p:cNvPr id="6151"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2"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3" name="AutoShape 6"/>
            <p:cNvSpPr>
              <a:spLocks noChangeArrowheads="1"/>
            </p:cNvSpPr>
            <p:nvPr/>
          </p:nvSpPr>
          <p:spPr bwMode="auto">
            <a:xfrm>
              <a:off x="377" y="1283"/>
              <a:ext cx="4974" cy="98"/>
            </a:xfrm>
            <a:custGeom>
              <a:avLst/>
              <a:gdLst>
                <a:gd name="T0" fmla="*/ 1132 w 21600"/>
                <a:gd name="T1" fmla="*/ 0 h 21600"/>
                <a:gd name="T2" fmla="*/ 573 w 21600"/>
                <a:gd name="T3" fmla="*/ 0 h 21600"/>
                <a:gd name="T4" fmla="*/ 14 w 21600"/>
                <a:gd name="T5" fmla="*/ 0 h 21600"/>
                <a:gd name="T6" fmla="*/ 573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4" name="AutoShape 7"/>
            <p:cNvSpPr>
              <a:spLocks noChangeArrowheads="1"/>
            </p:cNvSpPr>
            <p:nvPr/>
          </p:nvSpPr>
          <p:spPr bwMode="auto">
            <a:xfrm flipV="1">
              <a:off x="350" y="2828"/>
              <a:ext cx="5005" cy="98"/>
            </a:xfrm>
            <a:custGeom>
              <a:avLst/>
              <a:gdLst>
                <a:gd name="T0" fmla="*/ 1143 w 21600"/>
                <a:gd name="T1" fmla="*/ 0 h 21600"/>
                <a:gd name="T2" fmla="*/ 580 w 21600"/>
                <a:gd name="T3" fmla="*/ 0 h 21600"/>
                <a:gd name="T4" fmla="*/ 16 w 21600"/>
                <a:gd name="T5" fmla="*/ 0 h 21600"/>
                <a:gd name="T6" fmla="*/ 58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55"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318473" name="Rectangle 9"/>
          <p:cNvSpPr>
            <a:spLocks noChangeArrowheads="1"/>
          </p:cNvSpPr>
          <p:nvPr/>
        </p:nvSpPr>
        <p:spPr bwMode="auto">
          <a:xfrm>
            <a:off x="609600" y="2801938"/>
            <a:ext cx="7585075" cy="855662"/>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spAutoFit/>
          </a:bodyPr>
          <a:lstStyle>
            <a:lvl1pPr marL="290513" indent="-290513" algn="l" defTabSz="915988">
              <a:defRPr sz="2400">
                <a:solidFill>
                  <a:schemeClr val="tx1"/>
                </a:solidFill>
                <a:latin typeface="Arial" charset="0"/>
                <a:ea typeface="宋体" pitchFamily="2" charset="-122"/>
              </a:defRPr>
            </a:lvl1pPr>
            <a:lvl2pPr algn="l" defTabSz="915988">
              <a:defRPr sz="2400">
                <a:solidFill>
                  <a:schemeClr val="tx1"/>
                </a:solidFill>
                <a:latin typeface="Arial" charset="0"/>
                <a:ea typeface="宋体" pitchFamily="2" charset="-122"/>
              </a:defRPr>
            </a:lvl2pPr>
            <a:lvl3pPr algn="l" defTabSz="915988">
              <a:defRPr sz="2400">
                <a:solidFill>
                  <a:schemeClr val="tx1"/>
                </a:solidFill>
                <a:latin typeface="Arial" charset="0"/>
                <a:ea typeface="宋体" pitchFamily="2" charset="-122"/>
              </a:defRPr>
            </a:lvl3pPr>
            <a:lvl4pPr algn="l" defTabSz="915988">
              <a:defRPr sz="2400">
                <a:solidFill>
                  <a:schemeClr val="tx1"/>
                </a:solidFill>
                <a:latin typeface="Arial" charset="0"/>
                <a:ea typeface="宋体" pitchFamily="2" charset="-122"/>
              </a:defRPr>
            </a:lvl4pPr>
            <a:lvl5pPr algn="l" defTabSz="915988">
              <a:defRPr sz="2400">
                <a:solidFill>
                  <a:schemeClr val="tx1"/>
                </a:solidFill>
                <a:latin typeface="Arial" charset="0"/>
                <a:ea typeface="宋体" pitchFamily="2" charset="-122"/>
              </a:defRPr>
            </a:lvl5pPr>
            <a:lvl6pPr defTabSz="915988" eaLnBrk="0" fontAlgn="base" hangingPunct="0">
              <a:spcBef>
                <a:spcPct val="0"/>
              </a:spcBef>
              <a:spcAft>
                <a:spcPct val="0"/>
              </a:spcAft>
              <a:defRPr sz="2400">
                <a:solidFill>
                  <a:schemeClr val="tx1"/>
                </a:solidFill>
                <a:latin typeface="Arial" charset="0"/>
                <a:ea typeface="宋体" pitchFamily="2" charset="-122"/>
              </a:defRPr>
            </a:lvl6pPr>
            <a:lvl7pPr defTabSz="915988" eaLnBrk="0" fontAlgn="base" hangingPunct="0">
              <a:spcBef>
                <a:spcPct val="0"/>
              </a:spcBef>
              <a:spcAft>
                <a:spcPct val="0"/>
              </a:spcAft>
              <a:defRPr sz="2400">
                <a:solidFill>
                  <a:schemeClr val="tx1"/>
                </a:solidFill>
                <a:latin typeface="Arial" charset="0"/>
                <a:ea typeface="宋体" pitchFamily="2" charset="-122"/>
              </a:defRPr>
            </a:lvl7pPr>
            <a:lvl8pPr defTabSz="915988" eaLnBrk="0" fontAlgn="base" hangingPunct="0">
              <a:spcBef>
                <a:spcPct val="0"/>
              </a:spcBef>
              <a:spcAft>
                <a:spcPct val="0"/>
              </a:spcAft>
              <a:defRPr sz="2400">
                <a:solidFill>
                  <a:schemeClr val="tx1"/>
                </a:solidFill>
                <a:latin typeface="Arial" charset="0"/>
                <a:ea typeface="宋体" pitchFamily="2" charset="-122"/>
              </a:defRPr>
            </a:lvl8pPr>
            <a:lvl9pPr defTabSz="915988" eaLnBrk="0" fontAlgn="base" hangingPunct="0">
              <a:spcBef>
                <a:spcPct val="0"/>
              </a:spcBef>
              <a:spcAft>
                <a:spcPct val="0"/>
              </a:spcAft>
              <a:defRPr sz="2400">
                <a:solidFill>
                  <a:schemeClr val="tx1"/>
                </a:solidFill>
                <a:latin typeface="Arial" charset="0"/>
                <a:ea typeface="宋体" pitchFamily="2" charset="-122"/>
              </a:defRPr>
            </a:lvl9pPr>
          </a:lstStyle>
          <a:p>
            <a:pPr algn="ctr">
              <a:lnSpc>
                <a:spcPct val="85000"/>
              </a:lnSpc>
              <a:spcBef>
                <a:spcPct val="35000"/>
              </a:spcBef>
              <a:buClr>
                <a:srgbClr val="FF0000"/>
              </a:buClr>
              <a:buSzPct val="95000"/>
              <a:defRPr/>
            </a:pPr>
            <a:r>
              <a:rPr lang="zh-CN" altLang="en-US" sz="6600" smtClean="0">
                <a:solidFill>
                  <a:schemeClr val="bg1"/>
                </a:solidFill>
                <a:effectLst>
                  <a:outerShdw blurRad="38100" dist="38100" dir="2700000" algn="tl">
                    <a:srgbClr val="C0C0C0"/>
                  </a:outerShdw>
                </a:effectLst>
              </a:rPr>
              <a:t>§1   消 元 法</a:t>
            </a:r>
            <a:endParaRPr lang="zh-CN" altLang="en-US" sz="4800" i="1" smtClean="0">
              <a:solidFill>
                <a:schemeClr val="bg1"/>
              </a:solidFill>
              <a:effectLst>
                <a:outerShdw blurRad="38100" dist="38100" dir="2700000" algn="tl">
                  <a:srgbClr val="C0C0C0"/>
                </a:outerShdw>
              </a:effectLst>
              <a:ea typeface="楷体_GB2312" pitchFamily="49" charset="-122"/>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E9DD882-7DDA-433F-BEEA-C5854FC92844}" type="slidenum">
              <a:rPr lang="zh-CN" altLang="en-US" b="0" smtClean="0"/>
              <a:pPr/>
              <a:t>5</a:t>
            </a:fld>
            <a:endParaRPr lang="en-US" altLang="zh-CN" b="0" smtClean="0"/>
          </a:p>
        </p:txBody>
      </p:sp>
      <p:sp>
        <p:nvSpPr>
          <p:cNvPr id="717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21F2E5A-019A-4047-A2DF-1E15220EB19A}" type="datetime1">
              <a:rPr lang="zh-CN" altLang="en-US" sz="1800" b="0" smtClean="0"/>
              <a:pPr/>
              <a:t>2024/9/23</a:t>
            </a:fld>
            <a:endParaRPr lang="en-US" altLang="zh-CN" sz="1800" b="0" smtClean="0"/>
          </a:p>
        </p:txBody>
      </p:sp>
      <p:sp>
        <p:nvSpPr>
          <p:cNvPr id="378882" name="Rectangle 2"/>
          <p:cNvSpPr>
            <a:spLocks noGrp="1" noChangeArrowheads="1"/>
          </p:cNvSpPr>
          <p:nvPr>
            <p:ph type="title"/>
          </p:nvPr>
        </p:nvSpPr>
        <p:spPr/>
        <p:txBody>
          <a:bodyPr/>
          <a:lstStyle/>
          <a:p>
            <a:pPr>
              <a:defRPr/>
            </a:pPr>
            <a:r>
              <a:rPr lang="zh-CN" altLang="en-US" smtClean="0"/>
              <a:t>1  消元法</a:t>
            </a:r>
          </a:p>
        </p:txBody>
      </p:sp>
      <p:graphicFrame>
        <p:nvGraphicFramePr>
          <p:cNvPr id="378884" name="Object 4"/>
          <p:cNvGraphicFramePr>
            <a:graphicFrameLocks noChangeAspect="1"/>
          </p:cNvGraphicFramePr>
          <p:nvPr>
            <p:extLst>
              <p:ext uri="{D42A27DB-BD31-4B8C-83A1-F6EECF244321}">
                <p14:modId xmlns:p14="http://schemas.microsoft.com/office/powerpoint/2010/main" val="662340704"/>
              </p:ext>
            </p:extLst>
          </p:nvPr>
        </p:nvGraphicFramePr>
        <p:xfrm>
          <a:off x="1039649" y="2713509"/>
          <a:ext cx="5159375" cy="1970088"/>
        </p:xfrm>
        <a:graphic>
          <a:graphicData uri="http://schemas.openxmlformats.org/presentationml/2006/ole">
            <mc:AlternateContent xmlns:mc="http://schemas.openxmlformats.org/markup-compatibility/2006">
              <mc:Choice xmlns:v="urn:schemas-microsoft-com:vml" Requires="v">
                <p:oleObj spid="_x0000_s7188" name="Equation" r:id="rId4" imgW="2463800" imgH="939800" progId="Equation.3">
                  <p:embed/>
                </p:oleObj>
              </mc:Choice>
              <mc:Fallback>
                <p:oleObj name="Equation" r:id="rId4" imgW="2463800" imgH="9398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39649" y="2713509"/>
                        <a:ext cx="5159375"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8885" name="AutoShape 5"/>
          <p:cNvSpPr>
            <a:spLocks noChangeArrowheads="1"/>
          </p:cNvSpPr>
          <p:nvPr/>
        </p:nvSpPr>
        <p:spPr bwMode="auto">
          <a:xfrm>
            <a:off x="179224" y="3399309"/>
            <a:ext cx="762000" cy="2743200"/>
          </a:xfrm>
          <a:prstGeom prst="curvedRightArrow">
            <a:avLst>
              <a:gd name="adj1" fmla="val 72000"/>
              <a:gd name="adj2" fmla="val 144000"/>
              <a:gd name="adj3" fmla="val 33333"/>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nvGrpSpPr>
          <p:cNvPr id="378886" name="Group 6"/>
          <p:cNvGrpSpPr>
            <a:grpSpLocks/>
          </p:cNvGrpSpPr>
          <p:nvPr/>
        </p:nvGrpSpPr>
        <p:grpSpPr bwMode="auto">
          <a:xfrm>
            <a:off x="1017424" y="4847109"/>
            <a:ext cx="5486400" cy="1651000"/>
            <a:chOff x="912" y="1296"/>
            <a:chExt cx="3696" cy="1040"/>
          </a:xfrm>
        </p:grpSpPr>
        <p:sp>
          <p:nvSpPr>
            <p:cNvPr id="7183" name="Rectangle 7"/>
            <p:cNvSpPr>
              <a:spLocks noChangeArrowheads="1"/>
            </p:cNvSpPr>
            <p:nvPr/>
          </p:nvSpPr>
          <p:spPr bwMode="auto">
            <a:xfrm>
              <a:off x="1152" y="1296"/>
              <a:ext cx="3456" cy="10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70000"/>
                </a:lnSpc>
                <a:spcBef>
                  <a:spcPts val="1200"/>
                </a:spcBef>
                <a:buClr>
                  <a:srgbClr val="27305F"/>
                </a:buClr>
                <a:buSzPct val="60000"/>
                <a:buFont typeface="Wingdings" pitchFamily="2" charset="2"/>
                <a:buNone/>
              </a:pPr>
              <a:r>
                <a:rPr lang="en-US" altLang="zh-CN" sz="2800" i="1">
                  <a:latin typeface="Times New Roman" pitchFamily="18" charset="0"/>
                </a:rPr>
                <a:t>u</a:t>
              </a:r>
              <a:r>
                <a:rPr lang="en-US" altLang="zh-CN" sz="2800" baseline="-25000">
                  <a:latin typeface="Times New Roman" pitchFamily="18" charset="0"/>
                </a:rPr>
                <a:t>11</a:t>
              </a: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12</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1n</a:t>
              </a: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1</a:t>
              </a:r>
              <a:endParaRPr lang="en-US" altLang="zh-CN" sz="2800">
                <a:latin typeface="Times New Roman" pitchFamily="18" charset="0"/>
              </a:endParaRPr>
            </a:p>
            <a:p>
              <a:pPr marL="258763" indent="-258763" algn="l" defTabSz="814388">
                <a:lnSpc>
                  <a:spcPct val="70000"/>
                </a:lnSpc>
                <a:spcBef>
                  <a:spcPts val="1200"/>
                </a:spcBef>
                <a:buClr>
                  <a:srgbClr val="27305F"/>
                </a:buClr>
                <a:buSzPct val="60000"/>
                <a:buFont typeface="Wingdings" pitchFamily="2" charset="2"/>
                <a:buNone/>
              </a:pP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22</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2n</a:t>
              </a: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2</a:t>
              </a:r>
              <a:endParaRPr lang="en-US" altLang="zh-CN" sz="2800">
                <a:latin typeface="Times New Roman" pitchFamily="18" charset="0"/>
              </a:endParaRPr>
            </a:p>
            <a:p>
              <a:pPr marL="258763" indent="-258763" algn="l" defTabSz="814388">
                <a:lnSpc>
                  <a:spcPct val="70000"/>
                </a:lnSpc>
                <a:spcBef>
                  <a:spcPts val="1200"/>
                </a:spcBef>
                <a:buClr>
                  <a:srgbClr val="27305F"/>
                </a:buClr>
                <a:buSzPct val="60000"/>
                <a:buFont typeface="Wingdings" pitchFamily="2" charset="2"/>
                <a:buNone/>
              </a:pPr>
              <a:r>
                <a:rPr lang="en-US" altLang="zh-CN" sz="2800">
                  <a:latin typeface="Times New Roman" pitchFamily="18" charset="0"/>
                </a:rPr>
                <a:t>                           …….             (2)</a:t>
              </a:r>
            </a:p>
            <a:p>
              <a:pPr marL="258763" indent="-258763" algn="l" defTabSz="814388">
                <a:lnSpc>
                  <a:spcPct val="70000"/>
                </a:lnSpc>
                <a:spcBef>
                  <a:spcPts val="1200"/>
                </a:spcBef>
                <a:buClr>
                  <a:srgbClr val="27305F"/>
                </a:buClr>
                <a:buSzPct val="60000"/>
                <a:buFont typeface="Wingdings" pitchFamily="2" charset="2"/>
                <a:buNone/>
              </a:pPr>
              <a:r>
                <a:rPr lang="en-US" altLang="zh-CN" sz="2800" i="1">
                  <a:latin typeface="Times New Roman" pitchFamily="18" charset="0"/>
                </a:rPr>
                <a:t>                           u</a:t>
              </a:r>
              <a:r>
                <a:rPr lang="en-US" altLang="zh-CN" sz="2800" baseline="-25000">
                  <a:latin typeface="Times New Roman" pitchFamily="18" charset="0"/>
                </a:rPr>
                <a:t>nn</a:t>
              </a: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n</a:t>
              </a:r>
            </a:p>
          </p:txBody>
        </p:sp>
        <p:sp>
          <p:nvSpPr>
            <p:cNvPr id="7184" name="AutoShape 8"/>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78889" name="Rectangle 9"/>
          <p:cNvSpPr>
            <a:spLocks noChangeArrowheads="1"/>
          </p:cNvSpPr>
          <p:nvPr/>
        </p:nvSpPr>
        <p:spPr bwMode="auto">
          <a:xfrm>
            <a:off x="103024" y="2865909"/>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solidFill>
                  <a:srgbClr val="FF3300"/>
                </a:solidFill>
                <a:latin typeface="Times New Roman" pitchFamily="18" charset="0"/>
                <a:ea typeface="黑体" pitchFamily="2" charset="-122"/>
              </a:rPr>
              <a:t>消元</a:t>
            </a:r>
          </a:p>
        </p:txBody>
      </p:sp>
      <p:sp>
        <p:nvSpPr>
          <p:cNvPr id="378890" name="AutoShape 10"/>
          <p:cNvSpPr>
            <a:spLocks noChangeArrowheads="1"/>
          </p:cNvSpPr>
          <p:nvPr/>
        </p:nvSpPr>
        <p:spPr bwMode="auto">
          <a:xfrm>
            <a:off x="6199024" y="4999509"/>
            <a:ext cx="838200" cy="609600"/>
          </a:xfrm>
          <a:prstGeom prst="rightArrow">
            <a:avLst>
              <a:gd name="adj1" fmla="val 50000"/>
              <a:gd name="adj2" fmla="val 34375"/>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nvGrpSpPr>
          <p:cNvPr id="378891" name="Group 11"/>
          <p:cNvGrpSpPr>
            <a:grpSpLocks/>
          </p:cNvGrpSpPr>
          <p:nvPr/>
        </p:nvGrpSpPr>
        <p:grpSpPr bwMode="auto">
          <a:xfrm>
            <a:off x="7265824" y="4542309"/>
            <a:ext cx="1905000" cy="1600200"/>
            <a:chOff x="912" y="1296"/>
            <a:chExt cx="3696" cy="1008"/>
          </a:xfrm>
        </p:grpSpPr>
        <p:sp>
          <p:nvSpPr>
            <p:cNvPr id="7181" name="Rectangle 12"/>
            <p:cNvSpPr>
              <a:spLocks noChangeArrowheads="1"/>
            </p:cNvSpPr>
            <p:nvPr/>
          </p:nvSpPr>
          <p:spPr bwMode="auto">
            <a:xfrm>
              <a:off x="1152" y="1296"/>
              <a:ext cx="3456" cy="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a:t>
              </a:r>
              <a:r>
                <a:rPr lang="en-US" altLang="zh-CN" sz="2800" i="1">
                  <a:latin typeface="Times New Roman" pitchFamily="18" charset="0"/>
                </a:rPr>
                <a:t>…</a:t>
              </a:r>
              <a:endParaRPr lang="en-US" altLang="zh-CN" sz="2800">
                <a:latin typeface="Times New Roman" pitchFamily="18" charset="0"/>
              </a:endParaRP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a:t>
              </a:r>
              <a:r>
                <a:rPr lang="en-US" altLang="zh-CN" sz="2800" i="1">
                  <a:latin typeface="Times New Roman" pitchFamily="18" charset="0"/>
                </a:rPr>
                <a:t>…</a:t>
              </a:r>
              <a:endParaRPr lang="en-US" altLang="zh-CN" sz="2800" baseline="-25000">
                <a:latin typeface="Times New Roman" pitchFamily="18" charset="0"/>
              </a:endParaRPr>
            </a:p>
          </p:txBody>
        </p:sp>
        <p:sp>
          <p:nvSpPr>
            <p:cNvPr id="7182" name="AutoShape 13"/>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78894" name="Rectangle 14"/>
          <p:cNvSpPr>
            <a:spLocks noChangeArrowheads="1"/>
          </p:cNvSpPr>
          <p:nvPr/>
        </p:nvSpPr>
        <p:spPr bwMode="auto">
          <a:xfrm>
            <a:off x="6046624" y="4542309"/>
            <a:ext cx="8985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r>
              <a:rPr lang="zh-CN" altLang="en-US" sz="2800">
                <a:solidFill>
                  <a:srgbClr val="FF3300"/>
                </a:solidFill>
                <a:latin typeface="Times New Roman" pitchFamily="18" charset="0"/>
                <a:ea typeface="黑体" pitchFamily="2" charset="-122"/>
              </a:rPr>
              <a:t>回代</a:t>
            </a:r>
          </a:p>
        </p:txBody>
      </p:sp>
      <p:sp>
        <p:nvSpPr>
          <p:cNvPr id="7180" name="Rectangle 15"/>
          <p:cNvSpPr>
            <a:spLocks noGrp="1" noChangeArrowheads="1"/>
          </p:cNvSpPr>
          <p:nvPr>
            <p:ph type="body" idx="1"/>
          </p:nvPr>
        </p:nvSpPr>
        <p:spPr>
          <a:xfrm>
            <a:off x="616243" y="1121093"/>
            <a:ext cx="7934325" cy="1702004"/>
          </a:xfrm>
          <a:noFill/>
        </p:spPr>
        <p:txBody>
          <a:bodyPr/>
          <a:lstStyle/>
          <a:p>
            <a:r>
              <a:rPr lang="zh-CN" altLang="en-US" dirty="0"/>
              <a:t>什么形式的方程组容易求解</a:t>
            </a:r>
            <a:r>
              <a:rPr lang="zh-CN" altLang="en-US" dirty="0" smtClean="0"/>
              <a:t>？</a:t>
            </a:r>
            <a:endParaRPr lang="en-US" altLang="zh-CN" dirty="0" smtClean="0"/>
          </a:p>
          <a:p>
            <a:r>
              <a:rPr lang="zh-CN" altLang="en-US" dirty="0" smtClean="0"/>
              <a:t>思路</a:t>
            </a:r>
            <a:r>
              <a:rPr lang="zh-CN" altLang="en-US" dirty="0" smtClean="0"/>
              <a:t>:  通过组合方程的方法实现逐步消元,达到将原方程组化为三角形方程组的目的,然后用回代法解此三角形方程组即可获得原方程组的解.</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78884"/>
                                        </p:tgtEl>
                                        <p:attrNameLst>
                                          <p:attrName>style.visibility</p:attrName>
                                        </p:attrNameLst>
                                      </p:cBhvr>
                                      <p:to>
                                        <p:strVal val="visible"/>
                                      </p:to>
                                    </p:set>
                                    <p:animEffect transition="in" filter="wipe(up)">
                                      <p:cBhvr>
                                        <p:cTn id="7" dur="500"/>
                                        <p:tgtEl>
                                          <p:spTgt spid="37888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78885"/>
                                        </p:tgtEl>
                                        <p:attrNameLst>
                                          <p:attrName>style.visibility</p:attrName>
                                        </p:attrNameLst>
                                      </p:cBhvr>
                                      <p:to>
                                        <p:strVal val="visible"/>
                                      </p:to>
                                    </p:set>
                                    <p:animEffect transition="in" filter="wipe(up)">
                                      <p:cBhvr>
                                        <p:cTn id="12" dur="500"/>
                                        <p:tgtEl>
                                          <p:spTgt spid="378885"/>
                                        </p:tgtEl>
                                      </p:cBhvr>
                                    </p:animEffect>
                                  </p:childTnLst>
                                </p:cTn>
                              </p:par>
                            </p:childTnLst>
                          </p:cTn>
                        </p:par>
                        <p:par>
                          <p:cTn id="13" fill="hold">
                            <p:stCondLst>
                              <p:cond delay="500"/>
                            </p:stCondLst>
                            <p:childTnLst>
                              <p:par>
                                <p:cTn id="14" presetID="22" presetClass="entr" presetSubtype="1" fill="hold" nodeType="afterEffect">
                                  <p:stCondLst>
                                    <p:cond delay="0"/>
                                  </p:stCondLst>
                                  <p:childTnLst>
                                    <p:set>
                                      <p:cBhvr>
                                        <p:cTn id="15" dur="1" fill="hold">
                                          <p:stCondLst>
                                            <p:cond delay="0"/>
                                          </p:stCondLst>
                                        </p:cTn>
                                        <p:tgtEl>
                                          <p:spTgt spid="378886"/>
                                        </p:tgtEl>
                                        <p:attrNameLst>
                                          <p:attrName>style.visibility</p:attrName>
                                        </p:attrNameLst>
                                      </p:cBhvr>
                                      <p:to>
                                        <p:strVal val="visible"/>
                                      </p:to>
                                    </p:set>
                                    <p:animEffect transition="in" filter="wipe(up)">
                                      <p:cBhvr>
                                        <p:cTn id="16" dur="500"/>
                                        <p:tgtEl>
                                          <p:spTgt spid="37888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7180">
                                            <p:txEl>
                                              <p:pRg st="1" end="1"/>
                                            </p:txEl>
                                          </p:spTgt>
                                        </p:tgtEl>
                                        <p:attrNameLst>
                                          <p:attrName>style.visibility</p:attrName>
                                        </p:attrNameLst>
                                      </p:cBhvr>
                                      <p:to>
                                        <p:strVal val="visible"/>
                                      </p:to>
                                    </p:set>
                                    <p:animEffect transition="in" filter="wipe(up)">
                                      <p:cBhvr>
                                        <p:cTn id="21" dur="500"/>
                                        <p:tgtEl>
                                          <p:spTgt spid="7180">
                                            <p:txEl>
                                              <p:pRg st="1" end="1"/>
                                            </p:txEl>
                                          </p:spTgt>
                                        </p:tgtEl>
                                      </p:cBhvr>
                                    </p:animEffect>
                                  </p:childTnLst>
                                </p:cTn>
                              </p:par>
                            </p:childTnLst>
                          </p:cTn>
                        </p:par>
                        <p:par>
                          <p:cTn id="22" fill="hold">
                            <p:stCondLst>
                              <p:cond delay="500"/>
                            </p:stCondLst>
                            <p:childTnLst>
                              <p:par>
                                <p:cTn id="23" presetID="22" presetClass="entr" presetSubtype="1" fill="hold" grpId="0" nodeType="afterEffect">
                                  <p:stCondLst>
                                    <p:cond delay="0"/>
                                  </p:stCondLst>
                                  <p:childTnLst>
                                    <p:set>
                                      <p:cBhvr>
                                        <p:cTn id="24" dur="1" fill="hold">
                                          <p:stCondLst>
                                            <p:cond delay="0"/>
                                          </p:stCondLst>
                                        </p:cTn>
                                        <p:tgtEl>
                                          <p:spTgt spid="378889"/>
                                        </p:tgtEl>
                                        <p:attrNameLst>
                                          <p:attrName>style.visibility</p:attrName>
                                        </p:attrNameLst>
                                      </p:cBhvr>
                                      <p:to>
                                        <p:strVal val="visible"/>
                                      </p:to>
                                    </p:set>
                                    <p:animEffect transition="in" filter="wipe(up)">
                                      <p:cBhvr>
                                        <p:cTn id="25" dur="500"/>
                                        <p:tgtEl>
                                          <p:spTgt spid="378889"/>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378890"/>
                                        </p:tgtEl>
                                        <p:attrNameLst>
                                          <p:attrName>style.visibility</p:attrName>
                                        </p:attrNameLst>
                                      </p:cBhvr>
                                      <p:to>
                                        <p:strVal val="visible"/>
                                      </p:to>
                                    </p:set>
                                    <p:animEffect transition="in" filter="wipe(up)">
                                      <p:cBhvr>
                                        <p:cTn id="30" dur="500"/>
                                        <p:tgtEl>
                                          <p:spTgt spid="378890"/>
                                        </p:tgtEl>
                                      </p:cBhvr>
                                    </p:animEffect>
                                  </p:childTnLst>
                                </p:cTn>
                              </p:par>
                            </p:childTnLst>
                          </p:cTn>
                        </p:par>
                        <p:par>
                          <p:cTn id="31" fill="hold">
                            <p:stCondLst>
                              <p:cond delay="500"/>
                            </p:stCondLst>
                            <p:childTnLst>
                              <p:par>
                                <p:cTn id="32" presetID="22" presetClass="entr" presetSubtype="1" fill="hold" nodeType="afterEffect">
                                  <p:stCondLst>
                                    <p:cond delay="0"/>
                                  </p:stCondLst>
                                  <p:childTnLst>
                                    <p:set>
                                      <p:cBhvr>
                                        <p:cTn id="33" dur="1" fill="hold">
                                          <p:stCondLst>
                                            <p:cond delay="0"/>
                                          </p:stCondLst>
                                        </p:cTn>
                                        <p:tgtEl>
                                          <p:spTgt spid="378891"/>
                                        </p:tgtEl>
                                        <p:attrNameLst>
                                          <p:attrName>style.visibility</p:attrName>
                                        </p:attrNameLst>
                                      </p:cBhvr>
                                      <p:to>
                                        <p:strVal val="visible"/>
                                      </p:to>
                                    </p:set>
                                    <p:animEffect transition="in" filter="wipe(up)">
                                      <p:cBhvr>
                                        <p:cTn id="34" dur="500"/>
                                        <p:tgtEl>
                                          <p:spTgt spid="378891"/>
                                        </p:tgtEl>
                                      </p:cBhvr>
                                    </p:animEffect>
                                  </p:childTnLst>
                                </p:cTn>
                              </p:par>
                            </p:childTnLst>
                          </p:cTn>
                        </p:par>
                        <p:par>
                          <p:cTn id="35" fill="hold">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378894"/>
                                        </p:tgtEl>
                                        <p:attrNameLst>
                                          <p:attrName>style.visibility</p:attrName>
                                        </p:attrNameLst>
                                      </p:cBhvr>
                                      <p:to>
                                        <p:strVal val="visible"/>
                                      </p:to>
                                    </p:set>
                                    <p:animEffect transition="in" filter="wipe(up)">
                                      <p:cBhvr>
                                        <p:cTn id="38" dur="500"/>
                                        <p:tgtEl>
                                          <p:spTgt spid="3788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5" grpId="0" animBg="1"/>
      <p:bldP spid="378889" grpId="0" autoUpdateAnimBg="0"/>
      <p:bldP spid="378890" grpId="0" animBg="1"/>
      <p:bldP spid="37889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1CE1CAF-DF24-4659-89EB-35F53AF59D69}" type="slidenum">
              <a:rPr lang="zh-CN" altLang="en-US" b="0" smtClean="0"/>
              <a:pPr/>
              <a:t>6</a:t>
            </a:fld>
            <a:endParaRPr lang="en-US" altLang="zh-CN" b="0" smtClean="0"/>
          </a:p>
        </p:txBody>
      </p:sp>
      <p:sp>
        <p:nvSpPr>
          <p:cNvPr id="819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08EE3F4-E615-498F-87B7-65FF5C136F66}" type="datetime1">
              <a:rPr lang="zh-CN" altLang="en-US" sz="1800" b="0" smtClean="0"/>
              <a:pPr/>
              <a:t>2024/9/23</a:t>
            </a:fld>
            <a:endParaRPr lang="en-US" altLang="zh-CN" sz="1800" b="0" smtClean="0"/>
          </a:p>
        </p:txBody>
      </p:sp>
      <p:sp>
        <p:nvSpPr>
          <p:cNvPr id="313346" name="Rectangle 2"/>
          <p:cNvSpPr>
            <a:spLocks noGrp="1" noChangeArrowheads="1"/>
          </p:cNvSpPr>
          <p:nvPr>
            <p:ph type="title"/>
          </p:nvPr>
        </p:nvSpPr>
        <p:spPr/>
        <p:txBody>
          <a:bodyPr/>
          <a:lstStyle/>
          <a:p>
            <a:pPr>
              <a:defRPr/>
            </a:pPr>
            <a:r>
              <a:rPr lang="zh-CN" altLang="en-US" smtClean="0">
                <a:latin typeface="宋体" pitchFamily="2" charset="-122"/>
              </a:rPr>
              <a:t>1.1 方法描述</a:t>
            </a:r>
            <a:r>
              <a:rPr lang="zh-CN" altLang="en-US" smtClean="0">
                <a:latin typeface="Times New Roman" pitchFamily="18" charset="0"/>
              </a:rPr>
              <a:t> </a:t>
            </a:r>
          </a:p>
        </p:txBody>
      </p:sp>
      <p:graphicFrame>
        <p:nvGraphicFramePr>
          <p:cNvPr id="8197" name="Object 6"/>
          <p:cNvGraphicFramePr>
            <a:graphicFrameLocks noChangeAspect="1"/>
          </p:cNvGraphicFramePr>
          <p:nvPr/>
        </p:nvGraphicFramePr>
        <p:xfrm>
          <a:off x="4298950" y="985838"/>
          <a:ext cx="3519488" cy="1966912"/>
        </p:xfrm>
        <a:graphic>
          <a:graphicData uri="http://schemas.openxmlformats.org/presentationml/2006/ole">
            <mc:AlternateContent xmlns:mc="http://schemas.openxmlformats.org/markup-compatibility/2006">
              <mc:Choice xmlns:v="urn:schemas-microsoft-com:vml" Requires="v">
                <p:oleObj spid="_x0000_s8213" name="Equation" r:id="rId4" imgW="1447800" imgH="838200" progId="Equation.3">
                  <p:embed/>
                </p:oleObj>
              </mc:Choice>
              <mc:Fallback>
                <p:oleObj name="Equation" r:id="rId4" imgW="1447800" imgH="8382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98950" y="985838"/>
                        <a:ext cx="3519488" cy="19669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Rectangle 10"/>
          <p:cNvSpPr>
            <a:spLocks noGrp="1" noChangeArrowheads="1"/>
          </p:cNvSpPr>
          <p:nvPr>
            <p:ph type="body" idx="1"/>
          </p:nvPr>
        </p:nvSpPr>
        <p:spPr>
          <a:xfrm>
            <a:off x="600075" y="1292225"/>
            <a:ext cx="8142288" cy="384175"/>
          </a:xfrm>
        </p:spPr>
        <p:txBody>
          <a:bodyPr/>
          <a:lstStyle/>
          <a:p>
            <a:r>
              <a:rPr lang="zh-CN" altLang="en-US" smtClean="0"/>
              <a:t>例 用消元法解方程组</a:t>
            </a:r>
          </a:p>
        </p:txBody>
      </p:sp>
      <p:sp>
        <p:nvSpPr>
          <p:cNvPr id="313355" name="Rectangle 11"/>
          <p:cNvSpPr>
            <a:spLocks noChangeArrowheads="1"/>
          </p:cNvSpPr>
          <p:nvPr/>
        </p:nvSpPr>
        <p:spPr bwMode="auto">
          <a:xfrm>
            <a:off x="609600" y="2952750"/>
            <a:ext cx="7772400" cy="1457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Char char="n"/>
            </a:pPr>
            <a:r>
              <a:rPr lang="zh-CN" altLang="en-US" sz="2800">
                <a:latin typeface="Times New Roman" pitchFamily="18" charset="0"/>
                <a:ea typeface="黑体" pitchFamily="2" charset="-122"/>
              </a:rPr>
              <a:t>消去(2) (3)式中的</a:t>
            </a:r>
            <a:r>
              <a:rPr lang="en-US" altLang="zh-CN" sz="2800" i="1">
                <a:latin typeface="Times New Roman" pitchFamily="18" charset="0"/>
                <a:ea typeface="黑体" pitchFamily="2" charset="-122"/>
              </a:rPr>
              <a:t>x</a:t>
            </a:r>
            <a:r>
              <a:rPr lang="en-US" altLang="zh-CN" sz="2800" baseline="-25000">
                <a:latin typeface="Times New Roman" pitchFamily="18" charset="0"/>
                <a:ea typeface="黑体" pitchFamily="2" charset="-122"/>
              </a:rPr>
              <a:t>1</a:t>
            </a:r>
            <a:r>
              <a:rPr lang="zh-CN" altLang="en-US" sz="2800">
                <a:latin typeface="Times New Roman" pitchFamily="18" charset="0"/>
                <a:ea typeface="黑体" pitchFamily="2" charset="-122"/>
              </a:rPr>
              <a:t>项：</a:t>
            </a:r>
          </a:p>
          <a:p>
            <a:pPr marL="258763" indent="-258763" algn="l" defTabSz="814388">
              <a:lnSpc>
                <a:spcPct val="90000"/>
              </a:lnSpc>
              <a:spcBef>
                <a:spcPts val="1200"/>
              </a:spcBef>
              <a:buClr>
                <a:srgbClr val="27305F"/>
              </a:buClr>
              <a:buSzPct val="60000"/>
              <a:buFont typeface="Wingdings" pitchFamily="2" charset="2"/>
              <a:buNone/>
            </a:pPr>
            <a:r>
              <a:rPr lang="zh-CN" altLang="en-US" sz="2800">
                <a:latin typeface="Times New Roman" pitchFamily="18" charset="0"/>
                <a:ea typeface="黑体" pitchFamily="2" charset="-122"/>
              </a:rPr>
              <a:t>(2)-</a:t>
            </a:r>
            <a:r>
              <a:rPr lang="en-US" altLang="zh-CN" sz="2800">
                <a:latin typeface="Times New Roman" pitchFamily="18" charset="0"/>
                <a:ea typeface="黑体" pitchFamily="2" charset="-122"/>
              </a:rPr>
              <a:t> (1) :  0+(4-1) </a:t>
            </a:r>
            <a:r>
              <a:rPr lang="en-US" altLang="zh-CN" sz="2800" i="1">
                <a:latin typeface="Times New Roman" pitchFamily="18" charset="0"/>
                <a:ea typeface="黑体" pitchFamily="2" charset="-122"/>
              </a:rPr>
              <a:t>x</a:t>
            </a:r>
            <a:r>
              <a:rPr lang="en-US" altLang="zh-CN" sz="2800" baseline="-25000">
                <a:latin typeface="Times New Roman" pitchFamily="18" charset="0"/>
                <a:ea typeface="黑体" pitchFamily="2" charset="-122"/>
              </a:rPr>
              <a:t>2</a:t>
            </a:r>
            <a:r>
              <a:rPr lang="en-US" altLang="zh-CN" sz="2800">
                <a:latin typeface="Times New Roman" pitchFamily="18" charset="0"/>
                <a:ea typeface="黑体" pitchFamily="2" charset="-122"/>
              </a:rPr>
              <a:t>+(-1-1)</a:t>
            </a:r>
            <a:r>
              <a:rPr lang="en-US" altLang="zh-CN" sz="2800" i="1">
                <a:latin typeface="Times New Roman" pitchFamily="18" charset="0"/>
                <a:ea typeface="黑体" pitchFamily="2" charset="-122"/>
              </a:rPr>
              <a:t>x</a:t>
            </a:r>
            <a:r>
              <a:rPr lang="en-US" altLang="zh-CN" sz="2800" baseline="-25000">
                <a:latin typeface="Times New Roman" pitchFamily="18" charset="0"/>
                <a:ea typeface="黑体" pitchFamily="2" charset="-122"/>
              </a:rPr>
              <a:t>3</a:t>
            </a:r>
            <a:r>
              <a:rPr lang="zh-CN" altLang="en-US" sz="2800">
                <a:latin typeface="Times New Roman" pitchFamily="18" charset="0"/>
                <a:ea typeface="黑体" pitchFamily="2" charset="-122"/>
              </a:rPr>
              <a:t>=</a:t>
            </a:r>
            <a:r>
              <a:rPr lang="en-US" altLang="zh-CN" sz="2800">
                <a:latin typeface="Times New Roman" pitchFamily="18" charset="0"/>
                <a:ea typeface="黑体" pitchFamily="2" charset="-122"/>
              </a:rPr>
              <a:t>0</a:t>
            </a:r>
            <a:endParaRPr lang="en-US" altLang="zh-CN" sz="2800" baseline="-25000">
              <a:latin typeface="Times New Roman" pitchFamily="18" charset="0"/>
              <a:ea typeface="黑体" pitchFamily="2" charset="-122"/>
            </a:endParaRPr>
          </a:p>
          <a:p>
            <a:pPr marL="258763" indent="-258763" algn="l" defTabSz="814388">
              <a:lnSpc>
                <a:spcPct val="90000"/>
              </a:lnSpc>
              <a:spcBef>
                <a:spcPts val="1200"/>
              </a:spcBef>
              <a:buClr>
                <a:srgbClr val="27305F"/>
              </a:buClr>
              <a:buSzPct val="60000"/>
              <a:buFont typeface="Wingdings" pitchFamily="2" charset="2"/>
              <a:buNone/>
            </a:pPr>
            <a:r>
              <a:rPr lang="zh-CN" altLang="en-US" sz="2800">
                <a:latin typeface="Times New Roman" pitchFamily="18" charset="0"/>
                <a:ea typeface="黑体" pitchFamily="2" charset="-122"/>
              </a:rPr>
              <a:t>(3)-</a:t>
            </a:r>
            <a:r>
              <a:rPr lang="en-US" altLang="zh-CN" sz="2800">
                <a:latin typeface="Times New Roman" pitchFamily="18" charset="0"/>
                <a:ea typeface="黑体" pitchFamily="2" charset="-122"/>
              </a:rPr>
              <a:t>2*(1) :  0+(</a:t>
            </a:r>
            <a:r>
              <a:rPr lang="en-US" altLang="zh-CN" sz="2800" i="1">
                <a:latin typeface="Times New Roman" pitchFamily="18" charset="0"/>
                <a:ea typeface="黑体" pitchFamily="2" charset="-122"/>
              </a:rPr>
              <a:t>-</a:t>
            </a:r>
            <a:r>
              <a:rPr lang="en-US" altLang="zh-CN" sz="2800">
                <a:latin typeface="Times New Roman" pitchFamily="18" charset="0"/>
                <a:ea typeface="黑体" pitchFamily="2" charset="-122"/>
              </a:rPr>
              <a:t>2-2) </a:t>
            </a:r>
            <a:r>
              <a:rPr lang="en-US" altLang="zh-CN" sz="2800" i="1">
                <a:latin typeface="Times New Roman" pitchFamily="18" charset="0"/>
                <a:ea typeface="黑体" pitchFamily="2" charset="-122"/>
              </a:rPr>
              <a:t>x</a:t>
            </a:r>
            <a:r>
              <a:rPr lang="en-US" altLang="zh-CN" sz="2800" baseline="-25000">
                <a:latin typeface="Times New Roman" pitchFamily="18" charset="0"/>
                <a:ea typeface="黑体" pitchFamily="2" charset="-122"/>
              </a:rPr>
              <a:t>2</a:t>
            </a:r>
            <a:r>
              <a:rPr lang="en-US" altLang="zh-CN" sz="2800">
                <a:latin typeface="Times New Roman" pitchFamily="18" charset="0"/>
                <a:ea typeface="黑体" pitchFamily="2" charset="-122"/>
              </a:rPr>
              <a:t>+(1-2)</a:t>
            </a:r>
            <a:r>
              <a:rPr lang="en-US" altLang="zh-CN" sz="2800" i="1">
                <a:latin typeface="Times New Roman" pitchFamily="18" charset="0"/>
                <a:ea typeface="黑体" pitchFamily="2" charset="-122"/>
              </a:rPr>
              <a:t>x</a:t>
            </a:r>
            <a:r>
              <a:rPr lang="en-US" altLang="zh-CN" sz="2800" baseline="-25000">
                <a:latin typeface="Times New Roman" pitchFamily="18" charset="0"/>
                <a:ea typeface="黑体" pitchFamily="2" charset="-122"/>
              </a:rPr>
              <a:t>3</a:t>
            </a:r>
            <a:r>
              <a:rPr lang="zh-CN" altLang="en-US" sz="2800">
                <a:latin typeface="Times New Roman" pitchFamily="18" charset="0"/>
                <a:ea typeface="黑体" pitchFamily="2" charset="-122"/>
              </a:rPr>
              <a:t>=</a:t>
            </a:r>
            <a:r>
              <a:rPr lang="en-US" altLang="zh-CN" sz="2800">
                <a:latin typeface="Times New Roman" pitchFamily="18" charset="0"/>
                <a:ea typeface="黑体" pitchFamily="2" charset="-122"/>
              </a:rPr>
              <a:t>1-2*6</a:t>
            </a:r>
            <a:endParaRPr lang="en-US" altLang="zh-CN" sz="2800" baseline="-25000">
              <a:latin typeface="Times New Roman" pitchFamily="18" charset="0"/>
              <a:ea typeface="黑体" pitchFamily="2" charset="-122"/>
            </a:endParaRPr>
          </a:p>
        </p:txBody>
      </p:sp>
      <p:graphicFrame>
        <p:nvGraphicFramePr>
          <p:cNvPr id="313356" name="Object 12"/>
          <p:cNvGraphicFramePr>
            <a:graphicFrameLocks noChangeAspect="1"/>
          </p:cNvGraphicFramePr>
          <p:nvPr/>
        </p:nvGraphicFramePr>
        <p:xfrm>
          <a:off x="555625" y="4876800"/>
          <a:ext cx="8262938" cy="923925"/>
        </p:xfrm>
        <a:graphic>
          <a:graphicData uri="http://schemas.openxmlformats.org/presentationml/2006/ole">
            <mc:AlternateContent xmlns:mc="http://schemas.openxmlformats.org/markup-compatibility/2006">
              <mc:Choice xmlns:v="urn:schemas-microsoft-com:vml" Requires="v">
                <p:oleObj spid="_x0000_s8214" name="公式" r:id="rId6" imgW="3822700" imgH="393700" progId="Equation.3">
                  <p:embed/>
                </p:oleObj>
              </mc:Choice>
              <mc:Fallback>
                <p:oleObj name="公式" r:id="rId6" imgW="3822700" imgH="393700"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625" y="4876800"/>
                        <a:ext cx="8262938" cy="92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3357" name="Rectangle 13"/>
          <p:cNvSpPr>
            <a:spLocks noChangeArrowheads="1"/>
          </p:cNvSpPr>
          <p:nvPr/>
        </p:nvSpPr>
        <p:spPr bwMode="auto">
          <a:xfrm>
            <a:off x="6400800" y="3421063"/>
            <a:ext cx="2895600" cy="1074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lnSpc>
                <a:spcPct val="90000"/>
              </a:lnSpc>
              <a:spcBef>
                <a:spcPct val="50000"/>
              </a:spcBef>
              <a:buClr>
                <a:srgbClr val="27305F"/>
              </a:buClr>
              <a:buSzPct val="60000"/>
              <a:buFont typeface="Wingdings" pitchFamily="2" charset="2"/>
              <a:buNone/>
            </a:pPr>
            <a:r>
              <a:rPr lang="en-US" altLang="zh-CN" sz="2800">
                <a:latin typeface="Times New Roman" pitchFamily="18" charset="0"/>
              </a:rPr>
              <a:t>3</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-2</a:t>
            </a:r>
            <a:r>
              <a:rPr lang="en-US" altLang="zh-CN" sz="2800" i="1">
                <a:latin typeface="Times New Roman" pitchFamily="18" charset="0"/>
              </a:rPr>
              <a:t>x</a:t>
            </a:r>
            <a:r>
              <a:rPr lang="en-US" altLang="zh-CN" sz="2800" baseline="-25000">
                <a:latin typeface="Times New Roman" pitchFamily="18" charset="0"/>
              </a:rPr>
              <a:t>3</a:t>
            </a:r>
            <a:r>
              <a:rPr lang="zh-CN" altLang="en-US" sz="2800">
                <a:latin typeface="Times New Roman" pitchFamily="18" charset="0"/>
              </a:rPr>
              <a:t>=</a:t>
            </a:r>
            <a:r>
              <a:rPr lang="en-US" altLang="zh-CN" sz="2800">
                <a:latin typeface="Times New Roman" pitchFamily="18" charset="0"/>
              </a:rPr>
              <a:t>0</a:t>
            </a:r>
            <a:r>
              <a:rPr lang="en-US" altLang="zh-CN" sz="2800" baseline="30000">
                <a:latin typeface="Times New Roman" pitchFamily="18" charset="0"/>
              </a:rPr>
              <a:t>        </a:t>
            </a:r>
            <a:r>
              <a:rPr lang="en-US" altLang="zh-CN" sz="2800" baseline="-25000">
                <a:latin typeface="Times New Roman" pitchFamily="18" charset="0"/>
              </a:rPr>
              <a:t> </a:t>
            </a:r>
            <a:r>
              <a:rPr lang="zh-CN" altLang="en-US" sz="2800">
                <a:latin typeface="Times New Roman" pitchFamily="18" charset="0"/>
              </a:rPr>
              <a:t>(4)</a:t>
            </a:r>
          </a:p>
          <a:p>
            <a:pPr algn="l">
              <a:lnSpc>
                <a:spcPct val="90000"/>
              </a:lnSpc>
              <a:spcBef>
                <a:spcPct val="50000"/>
              </a:spcBef>
              <a:buClr>
                <a:srgbClr val="27305F"/>
              </a:buClr>
              <a:buSzPct val="60000"/>
              <a:buFont typeface="Wingdings" pitchFamily="2" charset="2"/>
              <a:buNone/>
            </a:pPr>
            <a:r>
              <a:rPr lang="en-US" altLang="zh-CN" sz="2800">
                <a:latin typeface="Times New Roman" pitchFamily="18" charset="0"/>
              </a:rPr>
              <a:t>-4</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x</a:t>
            </a:r>
            <a:r>
              <a:rPr lang="en-US" altLang="zh-CN" sz="2800" baseline="-25000">
                <a:latin typeface="Times New Roman" pitchFamily="18" charset="0"/>
              </a:rPr>
              <a:t>3</a:t>
            </a:r>
            <a:r>
              <a:rPr lang="zh-CN" altLang="en-US" sz="2800">
                <a:latin typeface="Times New Roman" pitchFamily="18" charset="0"/>
              </a:rPr>
              <a:t>=</a:t>
            </a:r>
            <a:r>
              <a:rPr lang="en-US" altLang="zh-CN" sz="2800">
                <a:latin typeface="Times New Roman" pitchFamily="18" charset="0"/>
              </a:rPr>
              <a:t>-11</a:t>
            </a:r>
            <a:r>
              <a:rPr lang="en-US" altLang="zh-CN" sz="2800" baseline="30000">
                <a:latin typeface="Times New Roman" pitchFamily="18" charset="0"/>
              </a:rPr>
              <a:t>     </a:t>
            </a:r>
            <a:r>
              <a:rPr lang="en-US" altLang="zh-CN" sz="2800" baseline="-25000">
                <a:latin typeface="Times New Roman" pitchFamily="18" charset="0"/>
              </a:rPr>
              <a:t> </a:t>
            </a:r>
            <a:r>
              <a:rPr lang="zh-CN" altLang="en-US" sz="2800">
                <a:latin typeface="Times New Roman" pitchFamily="18" charset="0"/>
              </a:rPr>
              <a:t>(5)</a:t>
            </a:r>
          </a:p>
        </p:txBody>
      </p:sp>
      <p:sp>
        <p:nvSpPr>
          <p:cNvPr id="313359" name="Rectangle 15"/>
          <p:cNvSpPr>
            <a:spLocks noChangeArrowheads="1"/>
          </p:cNvSpPr>
          <p:nvPr/>
        </p:nvSpPr>
        <p:spPr bwMode="auto">
          <a:xfrm>
            <a:off x="-152400" y="4495800"/>
            <a:ext cx="440213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gn="l">
              <a:lnSpc>
                <a:spcPct val="90000"/>
              </a:lnSpc>
              <a:spcBef>
                <a:spcPts val="1200"/>
              </a:spcBef>
              <a:buClr>
                <a:srgbClr val="27305F"/>
              </a:buClr>
              <a:buSzPct val="60000"/>
              <a:buFont typeface="Wingdings" pitchFamily="2" charset="2"/>
              <a:buNone/>
            </a:pPr>
            <a:r>
              <a:rPr lang="en-US" altLang="zh-CN" sz="2800" baseline="-25000">
                <a:latin typeface="Times New Roman" pitchFamily="18" charset="0"/>
                <a:ea typeface="黑体" pitchFamily="2" charset="-122"/>
              </a:rPr>
              <a:t>	</a:t>
            </a:r>
            <a:r>
              <a:rPr lang="zh-CN" altLang="en-US" sz="2800">
                <a:latin typeface="Times New Roman" pitchFamily="18" charset="0"/>
                <a:ea typeface="黑体" pitchFamily="2" charset="-122"/>
              </a:rPr>
              <a:t>消去(5) 式中的</a:t>
            </a:r>
            <a:r>
              <a:rPr lang="en-US" altLang="zh-CN" sz="2800" i="1">
                <a:latin typeface="Times New Roman" pitchFamily="18" charset="0"/>
                <a:ea typeface="黑体" pitchFamily="2" charset="-122"/>
              </a:rPr>
              <a:t>x</a:t>
            </a:r>
            <a:r>
              <a:rPr lang="en-US" altLang="zh-CN" sz="2800" baseline="-25000">
                <a:latin typeface="Times New Roman" pitchFamily="18" charset="0"/>
                <a:ea typeface="黑体" pitchFamily="2" charset="-122"/>
              </a:rPr>
              <a:t>2</a:t>
            </a:r>
            <a:r>
              <a:rPr lang="zh-CN" altLang="en-US" sz="2800">
                <a:latin typeface="Times New Roman" pitchFamily="18" charset="0"/>
                <a:ea typeface="黑体" pitchFamily="2" charset="-122"/>
              </a:rPr>
              <a:t>项：</a:t>
            </a:r>
            <a:endParaRPr lang="en-US" altLang="zh-CN" sz="2800">
              <a:latin typeface="Times New Roman" pitchFamily="18" charset="0"/>
              <a:ea typeface="黑体" pitchFamily="2" charset="-122"/>
            </a:endParaRPr>
          </a:p>
        </p:txBody>
      </p:sp>
      <p:graphicFrame>
        <p:nvGraphicFramePr>
          <p:cNvPr id="313360" name="Object 16"/>
          <p:cNvGraphicFramePr>
            <a:graphicFrameLocks noChangeAspect="1"/>
          </p:cNvGraphicFramePr>
          <p:nvPr/>
        </p:nvGraphicFramePr>
        <p:xfrm>
          <a:off x="2700338" y="5661025"/>
          <a:ext cx="4537075" cy="1009650"/>
        </p:xfrm>
        <a:graphic>
          <a:graphicData uri="http://schemas.openxmlformats.org/presentationml/2006/ole">
            <mc:AlternateContent xmlns:mc="http://schemas.openxmlformats.org/markup-compatibility/2006">
              <mc:Choice xmlns:v="urn:schemas-microsoft-com:vml" Requires="v">
                <p:oleObj spid="_x0000_s8215" name="公式" r:id="rId8" imgW="1346200" imgH="342900" progId="Equation.3">
                  <p:embed/>
                </p:oleObj>
              </mc:Choice>
              <mc:Fallback>
                <p:oleObj name="公式" r:id="rId8" imgW="1346200" imgH="34290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00338" y="5661025"/>
                        <a:ext cx="4537075" cy="100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13355">
                                            <p:txEl>
                                              <p:pRg st="0" end="0"/>
                                            </p:txEl>
                                          </p:spTgt>
                                        </p:tgtEl>
                                        <p:attrNameLst>
                                          <p:attrName>style.visibility</p:attrName>
                                        </p:attrNameLst>
                                      </p:cBhvr>
                                      <p:to>
                                        <p:strVal val="visible"/>
                                      </p:to>
                                    </p:set>
                                    <p:animEffect transition="in" filter="wipe(up)">
                                      <p:cBhvr>
                                        <p:cTn id="7" dur="75"/>
                                        <p:tgtEl>
                                          <p:spTgt spid="3133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13355">
                                            <p:txEl>
                                              <p:pRg st="1" end="1"/>
                                            </p:txEl>
                                          </p:spTgt>
                                        </p:tgtEl>
                                        <p:attrNameLst>
                                          <p:attrName>style.visibility</p:attrName>
                                        </p:attrNameLst>
                                      </p:cBhvr>
                                      <p:to>
                                        <p:strVal val="visible"/>
                                      </p:to>
                                    </p:set>
                                    <p:animEffect transition="in" filter="wipe(up)">
                                      <p:cBhvr>
                                        <p:cTn id="12" dur="75"/>
                                        <p:tgtEl>
                                          <p:spTgt spid="3133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313355">
                                            <p:txEl>
                                              <p:pRg st="2" end="2"/>
                                            </p:txEl>
                                          </p:spTgt>
                                        </p:tgtEl>
                                        <p:attrNameLst>
                                          <p:attrName>style.visibility</p:attrName>
                                        </p:attrNameLst>
                                      </p:cBhvr>
                                      <p:to>
                                        <p:strVal val="visible"/>
                                      </p:to>
                                    </p:set>
                                    <p:animEffect transition="in" filter="wipe(up)">
                                      <p:cBhvr>
                                        <p:cTn id="17" dur="75"/>
                                        <p:tgtEl>
                                          <p:spTgt spid="3133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313357">
                                            <p:txEl>
                                              <p:pRg st="0" end="0"/>
                                            </p:txEl>
                                          </p:spTgt>
                                        </p:tgtEl>
                                        <p:attrNameLst>
                                          <p:attrName>style.visibility</p:attrName>
                                        </p:attrNameLst>
                                      </p:cBhvr>
                                      <p:to>
                                        <p:strVal val="visible"/>
                                      </p:to>
                                    </p:set>
                                    <p:animEffect transition="in" filter="wipe(up)">
                                      <p:cBhvr>
                                        <p:cTn id="22" dur="75"/>
                                        <p:tgtEl>
                                          <p:spTgt spid="31335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313357">
                                            <p:txEl>
                                              <p:pRg st="1" end="1"/>
                                            </p:txEl>
                                          </p:spTgt>
                                        </p:tgtEl>
                                        <p:attrNameLst>
                                          <p:attrName>style.visibility</p:attrName>
                                        </p:attrNameLst>
                                      </p:cBhvr>
                                      <p:to>
                                        <p:strVal val="visible"/>
                                      </p:to>
                                    </p:set>
                                    <p:animEffect transition="in" filter="wipe(up)">
                                      <p:cBhvr>
                                        <p:cTn id="27" dur="75"/>
                                        <p:tgtEl>
                                          <p:spTgt spid="313357">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313359">
                                            <p:txEl>
                                              <p:pRg st="0" end="0"/>
                                            </p:txEl>
                                          </p:spTgt>
                                        </p:tgtEl>
                                        <p:attrNameLst>
                                          <p:attrName>style.visibility</p:attrName>
                                        </p:attrNameLst>
                                      </p:cBhvr>
                                      <p:to>
                                        <p:strVal val="visible"/>
                                      </p:to>
                                    </p:set>
                                    <p:animEffect transition="in" filter="wipe(up)">
                                      <p:cBhvr>
                                        <p:cTn id="32" dur="75"/>
                                        <p:tgtEl>
                                          <p:spTgt spid="313359">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313356"/>
                                        </p:tgtEl>
                                        <p:attrNameLst>
                                          <p:attrName>style.visibility</p:attrName>
                                        </p:attrNameLst>
                                      </p:cBhvr>
                                      <p:to>
                                        <p:strVal val="visible"/>
                                      </p:to>
                                    </p:set>
                                    <p:animEffect transition="in" filter="dissolve">
                                      <p:cBhvr>
                                        <p:cTn id="37" dur="500"/>
                                        <p:tgtEl>
                                          <p:spTgt spid="31335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313360"/>
                                        </p:tgtEl>
                                        <p:attrNameLst>
                                          <p:attrName>style.visibility</p:attrName>
                                        </p:attrNameLst>
                                      </p:cBhvr>
                                      <p:to>
                                        <p:strVal val="visible"/>
                                      </p:to>
                                    </p:set>
                                    <p:animEffect transition="in" filter="dissolve">
                                      <p:cBhvr>
                                        <p:cTn id="42" dur="500"/>
                                        <p:tgtEl>
                                          <p:spTgt spid="313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3355" grpId="0" build="p" autoUpdateAnimBg="0"/>
      <p:bldP spid="313357" grpId="0" build="p" autoUpdateAnimBg="0"/>
      <p:bldP spid="313359"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B0E4FB9-AB1C-4229-8DAD-E3DCD2CD191C}" type="slidenum">
              <a:rPr lang="zh-CN" altLang="en-US" b="0" smtClean="0"/>
              <a:pPr/>
              <a:t>7</a:t>
            </a:fld>
            <a:endParaRPr lang="en-US" altLang="zh-CN" b="0" smtClean="0"/>
          </a:p>
        </p:txBody>
      </p:sp>
      <p:sp>
        <p:nvSpPr>
          <p:cNvPr id="921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D3603D0-584B-488A-8F29-16D7CC7604BC}" type="datetime1">
              <a:rPr lang="zh-CN" altLang="en-US" sz="1800" b="0" smtClean="0"/>
              <a:pPr/>
              <a:t>2024/9/23</a:t>
            </a:fld>
            <a:endParaRPr lang="en-US" altLang="zh-CN" sz="1800" b="0" smtClean="0"/>
          </a:p>
        </p:txBody>
      </p:sp>
      <p:sp>
        <p:nvSpPr>
          <p:cNvPr id="382978" name="Rectangle 2"/>
          <p:cNvSpPr>
            <a:spLocks noGrp="1" noChangeArrowheads="1"/>
          </p:cNvSpPr>
          <p:nvPr>
            <p:ph type="title"/>
          </p:nvPr>
        </p:nvSpPr>
        <p:spPr/>
        <p:txBody>
          <a:bodyPr/>
          <a:lstStyle/>
          <a:p>
            <a:pPr>
              <a:defRPr/>
            </a:pPr>
            <a:r>
              <a:rPr lang="zh-CN" altLang="en-US" smtClean="0">
                <a:latin typeface="宋体" pitchFamily="2" charset="-122"/>
              </a:rPr>
              <a:t>1.1 方法描述</a:t>
            </a:r>
          </a:p>
        </p:txBody>
      </p:sp>
      <p:sp>
        <p:nvSpPr>
          <p:cNvPr id="9221" name="Rectangle 3"/>
          <p:cNvSpPr>
            <a:spLocks noGrp="1" noChangeArrowheads="1"/>
          </p:cNvSpPr>
          <p:nvPr>
            <p:ph type="body" idx="1"/>
          </p:nvPr>
        </p:nvSpPr>
        <p:spPr>
          <a:xfrm>
            <a:off x="600075" y="1292225"/>
            <a:ext cx="8142288" cy="384175"/>
          </a:xfrm>
        </p:spPr>
        <p:txBody>
          <a:bodyPr/>
          <a:lstStyle/>
          <a:p>
            <a:r>
              <a:rPr lang="zh-CN" altLang="en-US" smtClean="0"/>
              <a:t>得到以下方程组</a:t>
            </a:r>
          </a:p>
        </p:txBody>
      </p:sp>
      <p:grpSp>
        <p:nvGrpSpPr>
          <p:cNvPr id="382980" name="Group 4"/>
          <p:cNvGrpSpPr>
            <a:grpSpLocks/>
          </p:cNvGrpSpPr>
          <p:nvPr/>
        </p:nvGrpSpPr>
        <p:grpSpPr bwMode="auto">
          <a:xfrm>
            <a:off x="1447800" y="1828800"/>
            <a:ext cx="5867400" cy="1600200"/>
            <a:chOff x="912" y="1296"/>
            <a:chExt cx="3696" cy="1008"/>
          </a:xfrm>
        </p:grpSpPr>
        <p:sp>
          <p:nvSpPr>
            <p:cNvPr id="9226" name="Rectangle 5"/>
            <p:cNvSpPr>
              <a:spLocks noChangeArrowheads="1"/>
            </p:cNvSpPr>
            <p:nvPr/>
          </p:nvSpPr>
          <p:spPr bwMode="auto">
            <a:xfrm>
              <a:off x="1152" y="1296"/>
              <a:ext cx="3456" cy="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110000"/>
                </a:lnSpc>
              </a:pP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a:t>
              </a:r>
              <a:r>
                <a:rPr lang="en-US" altLang="zh-CN" sz="2800" i="1">
                  <a:latin typeface="Times New Roman" pitchFamily="18" charset="0"/>
                </a:rPr>
                <a:t>x</a:t>
              </a:r>
              <a:r>
                <a:rPr lang="en-US" altLang="zh-CN" sz="2800" baseline="-25000">
                  <a:latin typeface="Times New Roman" pitchFamily="18" charset="0"/>
                </a:rPr>
                <a:t>3 </a:t>
              </a:r>
              <a:r>
                <a:rPr lang="zh-CN" altLang="en-US" sz="2800">
                  <a:latin typeface="Times New Roman" pitchFamily="18" charset="0"/>
                </a:rPr>
                <a:t>=</a:t>
              </a:r>
              <a:r>
                <a:rPr lang="en-US" altLang="zh-CN" sz="2800">
                  <a:latin typeface="Times New Roman" pitchFamily="18" charset="0"/>
                </a:rPr>
                <a:t>6</a:t>
              </a:r>
              <a:r>
                <a:rPr lang="en-US" altLang="zh-CN" sz="2800" baseline="30000">
                  <a:latin typeface="Times New Roman" pitchFamily="18" charset="0"/>
                </a:rPr>
                <a:t>        </a:t>
              </a:r>
              <a:r>
                <a:rPr lang="en-US" altLang="zh-CN" sz="2800" baseline="-25000">
                  <a:latin typeface="Times New Roman" pitchFamily="18" charset="0"/>
                </a:rPr>
                <a:t>  </a:t>
              </a:r>
              <a:r>
                <a:rPr lang="zh-CN" altLang="en-US" sz="2800">
                  <a:latin typeface="Times New Roman" pitchFamily="18" charset="0"/>
                </a:rPr>
                <a:t>(1)</a:t>
              </a:r>
            </a:p>
            <a:p>
              <a:pPr marL="258763" indent="-258763" algn="l" defTabSz="814388">
                <a:lnSpc>
                  <a:spcPct val="110000"/>
                </a:lnSpc>
              </a:pPr>
              <a:r>
                <a:rPr lang="en-US" altLang="zh-CN" sz="2800">
                  <a:latin typeface="Times New Roman" pitchFamily="18" charset="0"/>
                </a:rPr>
                <a:t>    -4</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x</a:t>
              </a:r>
              <a:r>
                <a:rPr lang="en-US" altLang="zh-CN" sz="2800" baseline="-25000">
                  <a:latin typeface="Times New Roman" pitchFamily="18" charset="0"/>
                </a:rPr>
                <a:t>3</a:t>
              </a:r>
              <a:r>
                <a:rPr lang="zh-CN" altLang="en-US" sz="2800">
                  <a:latin typeface="Times New Roman" pitchFamily="18" charset="0"/>
                </a:rPr>
                <a:t>=</a:t>
              </a:r>
              <a:r>
                <a:rPr lang="en-US" altLang="zh-CN" sz="2800">
                  <a:latin typeface="Times New Roman" pitchFamily="18" charset="0"/>
                </a:rPr>
                <a:t>-11</a:t>
              </a:r>
              <a:r>
                <a:rPr lang="en-US" altLang="zh-CN" sz="2800" baseline="30000">
                  <a:latin typeface="Times New Roman" pitchFamily="18" charset="0"/>
                </a:rPr>
                <a:t>     </a:t>
              </a:r>
              <a:r>
                <a:rPr lang="en-US" altLang="zh-CN" sz="2800" baseline="-25000">
                  <a:latin typeface="Times New Roman" pitchFamily="18" charset="0"/>
                </a:rPr>
                <a:t> </a:t>
              </a:r>
              <a:r>
                <a:rPr lang="zh-CN" altLang="en-US" sz="2800">
                  <a:latin typeface="Times New Roman" pitchFamily="18" charset="0"/>
                </a:rPr>
                <a:t>(5)</a:t>
              </a:r>
              <a:endParaRPr lang="en-US" altLang="zh-CN" sz="2800">
                <a:latin typeface="Times New Roman" pitchFamily="18" charset="0"/>
              </a:endParaRPr>
            </a:p>
            <a:p>
              <a:pPr marL="258763" indent="-258763" algn="l" defTabSz="814388">
                <a:lnSpc>
                  <a:spcPct val="11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3</a:t>
              </a:r>
              <a:r>
                <a:rPr lang="zh-CN" altLang="en-US" sz="2800">
                  <a:latin typeface="Times New Roman" pitchFamily="18" charset="0"/>
                </a:rPr>
                <a:t>=</a:t>
              </a:r>
              <a:r>
                <a:rPr lang="en-US" altLang="zh-CN" sz="2800">
                  <a:latin typeface="Times New Roman" pitchFamily="18" charset="0"/>
                </a:rPr>
                <a:t>3</a:t>
              </a:r>
              <a:r>
                <a:rPr lang="en-US" altLang="zh-CN" sz="2800" baseline="30000">
                  <a:latin typeface="Times New Roman" pitchFamily="18" charset="0"/>
                </a:rPr>
                <a:t>     </a:t>
              </a:r>
              <a:r>
                <a:rPr lang="en-US" altLang="zh-CN" sz="2800" baseline="-25000">
                  <a:latin typeface="Times New Roman" pitchFamily="18" charset="0"/>
                </a:rPr>
                <a:t>      </a:t>
              </a:r>
              <a:r>
                <a:rPr lang="zh-CN" altLang="en-US" sz="2800">
                  <a:latin typeface="Times New Roman" pitchFamily="18" charset="0"/>
                </a:rPr>
                <a:t>(6)</a:t>
              </a:r>
              <a:endParaRPr lang="en-US" altLang="zh-CN" sz="2800" baseline="-25000">
                <a:latin typeface="Times New Roman" pitchFamily="18" charset="0"/>
              </a:endParaRPr>
            </a:p>
          </p:txBody>
        </p:sp>
        <p:sp>
          <p:nvSpPr>
            <p:cNvPr id="9227" name="AutoShape 6"/>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pSp>
        <p:nvGrpSpPr>
          <p:cNvPr id="382983" name="Group 7"/>
          <p:cNvGrpSpPr>
            <a:grpSpLocks/>
          </p:cNvGrpSpPr>
          <p:nvPr/>
        </p:nvGrpSpPr>
        <p:grpSpPr bwMode="auto">
          <a:xfrm>
            <a:off x="1447800" y="3962400"/>
            <a:ext cx="5867400" cy="1600200"/>
            <a:chOff x="912" y="1296"/>
            <a:chExt cx="3696" cy="1008"/>
          </a:xfrm>
        </p:grpSpPr>
        <p:sp>
          <p:nvSpPr>
            <p:cNvPr id="9224" name="Rectangle 8"/>
            <p:cNvSpPr>
              <a:spLocks noChangeArrowheads="1"/>
            </p:cNvSpPr>
            <p:nvPr/>
          </p:nvSpPr>
          <p:spPr bwMode="auto">
            <a:xfrm>
              <a:off x="1152" y="1296"/>
              <a:ext cx="3456" cy="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1</a:t>
              </a:r>
            </a:p>
            <a:p>
              <a:pPr marL="258763" indent="-258763" algn="l" defTabSz="814388">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 2</a:t>
              </a:r>
            </a:p>
            <a:p>
              <a:pPr marL="258763" indent="-258763" algn="l" defTabSz="814388">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 3</a:t>
              </a:r>
              <a:endParaRPr lang="en-US" altLang="zh-CN" sz="2800" baseline="-25000">
                <a:latin typeface="Times New Roman" pitchFamily="18" charset="0"/>
              </a:endParaRPr>
            </a:p>
          </p:txBody>
        </p:sp>
        <p:sp>
          <p:nvSpPr>
            <p:cNvPr id="9225" name="AutoShape 9"/>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382980"/>
                                        </p:tgtEl>
                                        <p:attrNameLst>
                                          <p:attrName>style.visibility</p:attrName>
                                        </p:attrNameLst>
                                      </p:cBhvr>
                                      <p:to>
                                        <p:strVal val="visible"/>
                                      </p:to>
                                    </p:set>
                                    <p:animEffect transition="in" filter="wipe(up)">
                                      <p:cBhvr>
                                        <p:cTn id="7" dur="500"/>
                                        <p:tgtEl>
                                          <p:spTgt spid="3829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82983"/>
                                        </p:tgtEl>
                                        <p:attrNameLst>
                                          <p:attrName>style.visibility</p:attrName>
                                        </p:attrNameLst>
                                      </p:cBhvr>
                                      <p:to>
                                        <p:strVal val="visible"/>
                                      </p:to>
                                    </p:set>
                                    <p:animEffect transition="in" filter="wipe(up)">
                                      <p:cBhvr>
                                        <p:cTn id="12" dur="500"/>
                                        <p:tgtEl>
                                          <p:spTgt spid="3829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9BA135D-9672-49C4-9E52-F20B3754BE7F}" type="slidenum">
              <a:rPr lang="zh-CN" altLang="en-US" b="0" smtClean="0"/>
              <a:pPr/>
              <a:t>8</a:t>
            </a:fld>
            <a:endParaRPr lang="en-US" altLang="zh-CN" b="0" smtClean="0"/>
          </a:p>
        </p:txBody>
      </p:sp>
      <p:sp>
        <p:nvSpPr>
          <p:cNvPr id="1024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922F835-FFFD-4C43-9BB6-C6666F5FBC2A}" type="datetime1">
              <a:rPr lang="zh-CN" altLang="en-US" sz="1800" b="0" smtClean="0"/>
              <a:pPr/>
              <a:t>2024/9/23</a:t>
            </a:fld>
            <a:endParaRPr lang="en-US" altLang="zh-CN" sz="1800" b="0" smtClean="0"/>
          </a:p>
        </p:txBody>
      </p:sp>
      <p:sp>
        <p:nvSpPr>
          <p:cNvPr id="476162" name="Rectangle 2"/>
          <p:cNvSpPr>
            <a:spLocks noGrp="1" noChangeArrowheads="1"/>
          </p:cNvSpPr>
          <p:nvPr>
            <p:ph type="title"/>
          </p:nvPr>
        </p:nvSpPr>
        <p:spPr>
          <a:xfrm>
            <a:off x="600075" y="255588"/>
            <a:ext cx="8543925" cy="658812"/>
          </a:xfrm>
        </p:spPr>
        <p:txBody>
          <a:bodyPr/>
          <a:lstStyle/>
          <a:p>
            <a:pPr>
              <a:defRPr/>
            </a:pPr>
            <a:r>
              <a:rPr lang="zh-CN" altLang="en-US" smtClean="0"/>
              <a:t>消元法综述</a:t>
            </a:r>
          </a:p>
        </p:txBody>
      </p:sp>
      <p:graphicFrame>
        <p:nvGraphicFramePr>
          <p:cNvPr id="476163" name="Object 3"/>
          <p:cNvGraphicFramePr>
            <a:graphicFrameLocks noChangeAspect="1"/>
          </p:cNvGraphicFramePr>
          <p:nvPr/>
        </p:nvGraphicFramePr>
        <p:xfrm>
          <a:off x="973138" y="914400"/>
          <a:ext cx="6411912" cy="1806575"/>
        </p:xfrm>
        <a:graphic>
          <a:graphicData uri="http://schemas.openxmlformats.org/presentationml/2006/ole">
            <mc:AlternateContent xmlns:mc="http://schemas.openxmlformats.org/markup-compatibility/2006">
              <mc:Choice xmlns:v="urn:schemas-microsoft-com:vml" Requires="v">
                <p:oleObj spid="_x0000_s10272" name="Equation" r:id="rId4" imgW="2463800" imgH="711200" progId="Equation.3">
                  <p:embed/>
                </p:oleObj>
              </mc:Choice>
              <mc:Fallback>
                <p:oleObj name="Equation" r:id="rId4" imgW="2463800" imgH="7112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73138" y="914400"/>
                        <a:ext cx="6411912" cy="180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76164" name="Group 4"/>
          <p:cNvGrpSpPr>
            <a:grpSpLocks/>
          </p:cNvGrpSpPr>
          <p:nvPr/>
        </p:nvGrpSpPr>
        <p:grpSpPr bwMode="auto">
          <a:xfrm>
            <a:off x="122238" y="2619375"/>
            <a:ext cx="2813050" cy="885825"/>
            <a:chOff x="-43" y="1602"/>
            <a:chExt cx="1771" cy="558"/>
          </a:xfrm>
        </p:grpSpPr>
        <p:sp>
          <p:nvSpPr>
            <p:cNvPr id="10261" name="Rectangle 5"/>
            <p:cNvSpPr>
              <a:spLocks noChangeArrowheads="1"/>
            </p:cNvSpPr>
            <p:nvPr/>
          </p:nvSpPr>
          <p:spPr bwMode="auto">
            <a:xfrm>
              <a:off x="-43" y="1602"/>
              <a:ext cx="1771"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3200">
                  <a:latin typeface="黑体" pitchFamily="2" charset="-122"/>
                  <a:ea typeface="黑体" pitchFamily="2" charset="-122"/>
                </a:rPr>
                <a:t>用</a:t>
              </a:r>
              <a:r>
                <a:rPr lang="en-US" altLang="zh-CN" sz="3200" i="1">
                  <a:latin typeface="Times New Roman" pitchFamily="18" charset="0"/>
                  <a:ea typeface="黑体" pitchFamily="2" charset="-122"/>
                </a:rPr>
                <a:t>l</a:t>
              </a:r>
              <a:r>
                <a:rPr lang="en-US" altLang="zh-CN" sz="3200" baseline="-25000">
                  <a:latin typeface="黑体" pitchFamily="2" charset="-122"/>
                  <a:ea typeface="黑体" pitchFamily="2" charset="-122"/>
                </a:rPr>
                <a:t>11</a:t>
              </a:r>
              <a:r>
                <a:rPr lang="zh-CN" altLang="en-US" sz="3200">
                  <a:latin typeface="黑体" pitchFamily="2" charset="-122"/>
                  <a:ea typeface="黑体" pitchFamily="2" charset="-122"/>
                </a:rPr>
                <a:t>除(1)式得</a:t>
              </a:r>
              <a:endParaRPr lang="zh-CN" altLang="en-US" sz="3200">
                <a:latin typeface="Times New Roman" pitchFamily="18" charset="0"/>
              </a:endParaRPr>
            </a:p>
          </p:txBody>
        </p:sp>
        <p:sp>
          <p:nvSpPr>
            <p:cNvPr id="10262" name="AutoShape 6"/>
            <p:cNvSpPr>
              <a:spLocks noChangeArrowheads="1"/>
            </p:cNvSpPr>
            <p:nvPr/>
          </p:nvSpPr>
          <p:spPr bwMode="auto">
            <a:xfrm>
              <a:off x="192" y="1920"/>
              <a:ext cx="1344" cy="240"/>
            </a:xfrm>
            <a:prstGeom prst="rightArrow">
              <a:avLst>
                <a:gd name="adj1" fmla="val 62500"/>
                <a:gd name="adj2" fmla="val 81252"/>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aphicFrame>
        <p:nvGraphicFramePr>
          <p:cNvPr id="476167" name="Object 7"/>
          <p:cNvGraphicFramePr>
            <a:graphicFrameLocks noChangeAspect="1"/>
          </p:cNvGraphicFramePr>
          <p:nvPr/>
        </p:nvGraphicFramePr>
        <p:xfrm>
          <a:off x="3232150" y="2667000"/>
          <a:ext cx="4191000" cy="1044575"/>
        </p:xfrm>
        <a:graphic>
          <a:graphicData uri="http://schemas.openxmlformats.org/presentationml/2006/ole">
            <mc:AlternateContent xmlns:mc="http://schemas.openxmlformats.org/markup-compatibility/2006">
              <mc:Choice xmlns:v="urn:schemas-microsoft-com:vml" Requires="v">
                <p:oleObj spid="_x0000_s10273" name="Equation" r:id="rId6" imgW="1955800" imgH="431800" progId="Equation.3">
                  <p:embed/>
                </p:oleObj>
              </mc:Choice>
              <mc:Fallback>
                <p:oleObj name="Equation" r:id="rId6" imgW="1955800" imgH="4318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32150" y="2667000"/>
                        <a:ext cx="4191000" cy="104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68" name="Text Box 8"/>
          <p:cNvSpPr txBox="1">
            <a:spLocks noChangeArrowheads="1"/>
          </p:cNvSpPr>
          <p:nvPr/>
        </p:nvSpPr>
        <p:spPr bwMode="auto">
          <a:xfrm>
            <a:off x="3003550" y="2838450"/>
            <a:ext cx="762000" cy="1087438"/>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3200" i="1">
                <a:solidFill>
                  <a:srgbClr val="FF3300"/>
                </a:solidFill>
                <a:latin typeface="Times New Roman" pitchFamily="18" charset="0"/>
              </a:rPr>
              <a:t>u</a:t>
            </a:r>
            <a:r>
              <a:rPr lang="en-US" altLang="zh-CN" sz="2800" baseline="-25000">
                <a:solidFill>
                  <a:srgbClr val="FF3300"/>
                </a:solidFill>
              </a:rPr>
              <a:t>11</a:t>
            </a:r>
          </a:p>
        </p:txBody>
      </p:sp>
      <p:sp>
        <p:nvSpPr>
          <p:cNvPr id="476169" name="Text Box 9"/>
          <p:cNvSpPr txBox="1">
            <a:spLocks noChangeArrowheads="1"/>
          </p:cNvSpPr>
          <p:nvPr/>
        </p:nvSpPr>
        <p:spPr bwMode="auto">
          <a:xfrm>
            <a:off x="4070350" y="2838450"/>
            <a:ext cx="762000" cy="1087438"/>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3200" i="1">
                <a:solidFill>
                  <a:srgbClr val="FF3300"/>
                </a:solidFill>
                <a:latin typeface="Times New Roman" pitchFamily="18" charset="0"/>
              </a:rPr>
              <a:t>u</a:t>
            </a:r>
            <a:r>
              <a:rPr lang="en-US" altLang="zh-CN" sz="2800" baseline="-25000">
                <a:solidFill>
                  <a:srgbClr val="FF3300"/>
                </a:solidFill>
              </a:rPr>
              <a:t>12</a:t>
            </a:r>
          </a:p>
        </p:txBody>
      </p:sp>
      <p:sp>
        <p:nvSpPr>
          <p:cNvPr id="476170" name="Text Box 10"/>
          <p:cNvSpPr txBox="1">
            <a:spLocks noChangeArrowheads="1"/>
          </p:cNvSpPr>
          <p:nvPr/>
        </p:nvSpPr>
        <p:spPr bwMode="auto">
          <a:xfrm>
            <a:off x="5213350" y="2838450"/>
            <a:ext cx="762000" cy="1087438"/>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3200" i="1">
                <a:solidFill>
                  <a:srgbClr val="FF3300"/>
                </a:solidFill>
                <a:latin typeface="Times New Roman" pitchFamily="18" charset="0"/>
              </a:rPr>
              <a:t>u</a:t>
            </a:r>
            <a:r>
              <a:rPr lang="en-US" altLang="zh-CN" sz="2800" baseline="-25000">
                <a:solidFill>
                  <a:srgbClr val="FF3300"/>
                </a:solidFill>
              </a:rPr>
              <a:t>13</a:t>
            </a:r>
          </a:p>
        </p:txBody>
      </p:sp>
      <p:sp>
        <p:nvSpPr>
          <p:cNvPr id="476171" name="Text Box 11"/>
          <p:cNvSpPr txBox="1">
            <a:spLocks noChangeArrowheads="1"/>
          </p:cNvSpPr>
          <p:nvPr/>
        </p:nvSpPr>
        <p:spPr bwMode="auto">
          <a:xfrm>
            <a:off x="6280150" y="2819400"/>
            <a:ext cx="762000" cy="996950"/>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2800" i="1">
                <a:solidFill>
                  <a:srgbClr val="FF3300"/>
                </a:solidFill>
              </a:rPr>
              <a:t>z</a:t>
            </a:r>
            <a:r>
              <a:rPr lang="en-US" altLang="zh-CN" sz="2800" baseline="-25000">
                <a:solidFill>
                  <a:srgbClr val="FF3300"/>
                </a:solidFill>
              </a:rPr>
              <a:t>1</a:t>
            </a:r>
          </a:p>
        </p:txBody>
      </p:sp>
      <p:grpSp>
        <p:nvGrpSpPr>
          <p:cNvPr id="476172" name="Group 12"/>
          <p:cNvGrpSpPr>
            <a:grpSpLocks/>
          </p:cNvGrpSpPr>
          <p:nvPr/>
        </p:nvGrpSpPr>
        <p:grpSpPr bwMode="auto">
          <a:xfrm>
            <a:off x="76200" y="4295775"/>
            <a:ext cx="2625725" cy="885825"/>
            <a:chOff x="14" y="1602"/>
            <a:chExt cx="1654" cy="558"/>
          </a:xfrm>
        </p:grpSpPr>
        <p:sp>
          <p:nvSpPr>
            <p:cNvPr id="10259" name="Rectangle 13"/>
            <p:cNvSpPr>
              <a:spLocks noChangeArrowheads="1"/>
            </p:cNvSpPr>
            <p:nvPr/>
          </p:nvSpPr>
          <p:spPr bwMode="auto">
            <a:xfrm>
              <a:off x="14" y="1602"/>
              <a:ext cx="165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3200">
                  <a:latin typeface="Times New Roman" pitchFamily="18" charset="0"/>
                  <a:ea typeface="黑体" pitchFamily="2" charset="-122"/>
                </a:rPr>
                <a:t>消去(2)式中</a:t>
              </a:r>
              <a:r>
                <a:rPr lang="en-US" altLang="zh-CN" sz="3200" i="1">
                  <a:latin typeface="Times New Roman" pitchFamily="18" charset="0"/>
                  <a:ea typeface="黑体" pitchFamily="2" charset="-122"/>
                </a:rPr>
                <a:t>x</a:t>
              </a:r>
              <a:r>
                <a:rPr lang="en-US" altLang="zh-CN" sz="3200" baseline="-25000">
                  <a:latin typeface="Times New Roman" pitchFamily="18" charset="0"/>
                  <a:ea typeface="黑体" pitchFamily="2" charset="-122"/>
                </a:rPr>
                <a:t>1</a:t>
              </a:r>
              <a:endParaRPr lang="zh-CN" altLang="en-US" sz="3200" baseline="-25000">
                <a:latin typeface="Times New Roman" pitchFamily="18" charset="0"/>
                <a:ea typeface="黑体" pitchFamily="2" charset="-122"/>
              </a:endParaRPr>
            </a:p>
          </p:txBody>
        </p:sp>
        <p:sp>
          <p:nvSpPr>
            <p:cNvPr id="10260" name="AutoShape 14"/>
            <p:cNvSpPr>
              <a:spLocks noChangeArrowheads="1"/>
            </p:cNvSpPr>
            <p:nvPr/>
          </p:nvSpPr>
          <p:spPr bwMode="auto">
            <a:xfrm>
              <a:off x="192" y="1920"/>
              <a:ext cx="1344" cy="240"/>
            </a:xfrm>
            <a:prstGeom prst="rightArrow">
              <a:avLst>
                <a:gd name="adj1" fmla="val 62500"/>
                <a:gd name="adj2" fmla="val 81252"/>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aphicFrame>
        <p:nvGraphicFramePr>
          <p:cNvPr id="476175" name="Object 15"/>
          <p:cNvGraphicFramePr>
            <a:graphicFrameLocks noChangeAspect="1"/>
          </p:cNvGraphicFramePr>
          <p:nvPr/>
        </p:nvGraphicFramePr>
        <p:xfrm>
          <a:off x="2566988" y="4038600"/>
          <a:ext cx="6370637" cy="1887538"/>
        </p:xfrm>
        <a:graphic>
          <a:graphicData uri="http://schemas.openxmlformats.org/presentationml/2006/ole">
            <mc:AlternateContent xmlns:mc="http://schemas.openxmlformats.org/markup-compatibility/2006">
              <mc:Choice xmlns:v="urn:schemas-microsoft-com:vml" Requires="v">
                <p:oleObj spid="_x0000_s10274" name="Equation" r:id="rId8" imgW="2400300" imgH="711200" progId="Equation.3">
                  <p:embed/>
                </p:oleObj>
              </mc:Choice>
              <mc:Fallback>
                <p:oleObj name="Equation" r:id="rId8" imgW="2400300" imgH="711200" progId="Equation.3">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66988" y="4038600"/>
                        <a:ext cx="6370637" cy="1887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6176" name="Text Box 16"/>
          <p:cNvSpPr txBox="1">
            <a:spLocks noChangeArrowheads="1"/>
          </p:cNvSpPr>
          <p:nvPr/>
        </p:nvSpPr>
        <p:spPr bwMode="auto">
          <a:xfrm>
            <a:off x="2689225" y="4779963"/>
            <a:ext cx="1196975" cy="1087437"/>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r">
              <a:spcBef>
                <a:spcPct val="50000"/>
              </a:spcBef>
            </a:pPr>
            <a:r>
              <a:rPr lang="en-US" altLang="zh-CN" sz="3200" i="1">
                <a:solidFill>
                  <a:srgbClr val="FF3300"/>
                </a:solidFill>
                <a:latin typeface="Times New Roman" pitchFamily="18" charset="0"/>
              </a:rPr>
              <a:t>l</a:t>
            </a:r>
            <a:r>
              <a:rPr lang="en-US" altLang="zh-CN" sz="3200" baseline="-25000">
                <a:solidFill>
                  <a:srgbClr val="FF3300"/>
                </a:solidFill>
              </a:rPr>
              <a:t>21</a:t>
            </a:r>
          </a:p>
        </p:txBody>
      </p:sp>
      <p:grpSp>
        <p:nvGrpSpPr>
          <p:cNvPr id="476177" name="Group 17"/>
          <p:cNvGrpSpPr>
            <a:grpSpLocks/>
          </p:cNvGrpSpPr>
          <p:nvPr/>
        </p:nvGrpSpPr>
        <p:grpSpPr bwMode="auto">
          <a:xfrm>
            <a:off x="392113" y="5410200"/>
            <a:ext cx="1893887" cy="885825"/>
            <a:chOff x="192" y="1602"/>
            <a:chExt cx="1344" cy="558"/>
          </a:xfrm>
        </p:grpSpPr>
        <p:sp>
          <p:nvSpPr>
            <p:cNvPr id="10257" name="Rectangle 18"/>
            <p:cNvSpPr>
              <a:spLocks noChangeArrowheads="1"/>
            </p:cNvSpPr>
            <p:nvPr/>
          </p:nvSpPr>
          <p:spPr bwMode="auto">
            <a:xfrm>
              <a:off x="257" y="1602"/>
              <a:ext cx="116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3200">
                  <a:latin typeface="Times New Roman" pitchFamily="18" charset="0"/>
                </a:rPr>
                <a:t>(2)-</a:t>
              </a:r>
              <a:r>
                <a:rPr lang="en-US" altLang="zh-CN" sz="3200" i="1">
                  <a:latin typeface="Times New Roman" pitchFamily="18" charset="0"/>
                </a:rPr>
                <a:t>l</a:t>
              </a:r>
              <a:r>
                <a:rPr lang="en-US" altLang="zh-CN" sz="3200" baseline="-25000">
                  <a:latin typeface="Times New Roman" pitchFamily="18" charset="0"/>
                </a:rPr>
                <a:t>21</a:t>
              </a:r>
              <a:r>
                <a:rPr lang="en-US" altLang="zh-CN" sz="3200">
                  <a:latin typeface="Times New Roman" pitchFamily="18" charset="0"/>
                </a:rPr>
                <a:t>(4)</a:t>
              </a:r>
              <a:endParaRPr lang="zh-CN" altLang="en-US" sz="3200">
                <a:latin typeface="Times New Roman" pitchFamily="18" charset="0"/>
              </a:endParaRPr>
            </a:p>
          </p:txBody>
        </p:sp>
        <p:sp>
          <p:nvSpPr>
            <p:cNvPr id="10258" name="AutoShape 19"/>
            <p:cNvSpPr>
              <a:spLocks noChangeArrowheads="1"/>
            </p:cNvSpPr>
            <p:nvPr/>
          </p:nvSpPr>
          <p:spPr bwMode="auto">
            <a:xfrm>
              <a:off x="192" y="1920"/>
              <a:ext cx="1344" cy="240"/>
            </a:xfrm>
            <a:prstGeom prst="rightArrow">
              <a:avLst>
                <a:gd name="adj1" fmla="val 62500"/>
                <a:gd name="adj2" fmla="val 81252"/>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476180" name="Rectangle 20"/>
          <p:cNvSpPr>
            <a:spLocks noChangeArrowheads="1"/>
          </p:cNvSpPr>
          <p:nvPr/>
        </p:nvSpPr>
        <p:spPr bwMode="auto">
          <a:xfrm>
            <a:off x="2411413" y="5834063"/>
            <a:ext cx="65595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3200">
                <a:latin typeface="Times New Roman" pitchFamily="18" charset="0"/>
              </a:rPr>
              <a:t>0+(</a:t>
            </a:r>
            <a:r>
              <a:rPr lang="en-US" altLang="zh-CN" sz="3200" i="1">
                <a:latin typeface="Times New Roman" pitchFamily="18" charset="0"/>
              </a:rPr>
              <a:t>a</a:t>
            </a:r>
            <a:r>
              <a:rPr lang="en-US" altLang="zh-CN" sz="3200" baseline="-25000">
                <a:latin typeface="Times New Roman" pitchFamily="18" charset="0"/>
              </a:rPr>
              <a:t>22</a:t>
            </a:r>
            <a:r>
              <a:rPr lang="en-US" altLang="zh-CN" sz="3200">
                <a:latin typeface="Times New Roman" pitchFamily="18" charset="0"/>
              </a:rPr>
              <a:t>-</a:t>
            </a:r>
            <a:r>
              <a:rPr lang="en-US" altLang="zh-CN" sz="3200" i="1">
                <a:latin typeface="Times New Roman" pitchFamily="18" charset="0"/>
              </a:rPr>
              <a:t>l</a:t>
            </a:r>
            <a:r>
              <a:rPr lang="en-US" altLang="zh-CN" sz="3200" baseline="-25000">
                <a:latin typeface="Times New Roman" pitchFamily="18" charset="0"/>
              </a:rPr>
              <a:t>21</a:t>
            </a:r>
            <a:r>
              <a:rPr lang="en-US" altLang="zh-CN" sz="3200" i="1">
                <a:latin typeface="Times New Roman" pitchFamily="18" charset="0"/>
              </a:rPr>
              <a:t>u</a:t>
            </a:r>
            <a:r>
              <a:rPr lang="en-US" altLang="zh-CN" sz="3200" baseline="-25000">
                <a:latin typeface="Times New Roman" pitchFamily="18" charset="0"/>
              </a:rPr>
              <a:t>12</a:t>
            </a:r>
            <a:r>
              <a:rPr lang="en-US" altLang="zh-CN" sz="3200">
                <a:latin typeface="Times New Roman" pitchFamily="18" charset="0"/>
              </a:rPr>
              <a:t>) </a:t>
            </a:r>
            <a:r>
              <a:rPr lang="en-US" altLang="zh-CN" sz="3200" i="1">
                <a:latin typeface="Times New Roman" pitchFamily="18" charset="0"/>
              </a:rPr>
              <a:t>x</a:t>
            </a:r>
            <a:r>
              <a:rPr lang="en-US" altLang="zh-CN" sz="3200" baseline="-25000">
                <a:latin typeface="Times New Roman" pitchFamily="18" charset="0"/>
              </a:rPr>
              <a:t>2</a:t>
            </a:r>
            <a:r>
              <a:rPr lang="en-US" altLang="zh-CN" sz="3200">
                <a:latin typeface="Times New Roman" pitchFamily="18" charset="0"/>
              </a:rPr>
              <a:t>+(</a:t>
            </a:r>
            <a:r>
              <a:rPr lang="en-US" altLang="zh-CN" sz="3200" i="1">
                <a:latin typeface="Times New Roman" pitchFamily="18" charset="0"/>
              </a:rPr>
              <a:t>a</a:t>
            </a:r>
            <a:r>
              <a:rPr lang="en-US" altLang="zh-CN" sz="3200" baseline="-25000">
                <a:latin typeface="Times New Roman" pitchFamily="18" charset="0"/>
              </a:rPr>
              <a:t>23</a:t>
            </a:r>
            <a:r>
              <a:rPr lang="en-US" altLang="zh-CN" sz="3200">
                <a:latin typeface="Times New Roman" pitchFamily="18" charset="0"/>
              </a:rPr>
              <a:t>-</a:t>
            </a:r>
            <a:r>
              <a:rPr lang="en-US" altLang="zh-CN" sz="3200" i="1">
                <a:latin typeface="Times New Roman" pitchFamily="18" charset="0"/>
              </a:rPr>
              <a:t>l</a:t>
            </a:r>
            <a:r>
              <a:rPr lang="en-US" altLang="zh-CN" sz="3200" baseline="-25000">
                <a:latin typeface="Times New Roman" pitchFamily="18" charset="0"/>
              </a:rPr>
              <a:t>21</a:t>
            </a:r>
            <a:r>
              <a:rPr lang="en-US" altLang="zh-CN" sz="3200" i="1">
                <a:latin typeface="Times New Roman" pitchFamily="18" charset="0"/>
              </a:rPr>
              <a:t>u</a:t>
            </a:r>
            <a:r>
              <a:rPr lang="en-US" altLang="zh-CN" sz="3200" baseline="-25000">
                <a:latin typeface="Times New Roman" pitchFamily="18" charset="0"/>
              </a:rPr>
              <a:t>13</a:t>
            </a:r>
            <a:r>
              <a:rPr lang="en-US" altLang="zh-CN" sz="3200">
                <a:latin typeface="Times New Roman" pitchFamily="18" charset="0"/>
              </a:rPr>
              <a:t>)</a:t>
            </a:r>
            <a:r>
              <a:rPr lang="en-US" altLang="zh-CN" sz="3200" i="1">
                <a:latin typeface="Times New Roman" pitchFamily="18" charset="0"/>
              </a:rPr>
              <a:t>x</a:t>
            </a:r>
            <a:r>
              <a:rPr lang="en-US" altLang="zh-CN" sz="3200" baseline="-25000">
                <a:latin typeface="Times New Roman" pitchFamily="18" charset="0"/>
              </a:rPr>
              <a:t>3 </a:t>
            </a:r>
            <a:r>
              <a:rPr lang="zh-CN" altLang="en-US" sz="3200">
                <a:latin typeface="Times New Roman" pitchFamily="18" charset="0"/>
              </a:rPr>
              <a:t>=</a:t>
            </a:r>
            <a:r>
              <a:rPr lang="en-US" altLang="zh-CN" sz="3200" i="1">
                <a:latin typeface="Times New Roman" pitchFamily="18" charset="0"/>
              </a:rPr>
              <a:t>b</a:t>
            </a:r>
            <a:r>
              <a:rPr lang="en-US" altLang="zh-CN" sz="3200" baseline="-25000">
                <a:latin typeface="Times New Roman" pitchFamily="18" charset="0"/>
              </a:rPr>
              <a:t>2</a:t>
            </a:r>
            <a:r>
              <a:rPr lang="en-US" altLang="zh-CN" sz="3200">
                <a:latin typeface="Times New Roman" pitchFamily="18" charset="0"/>
              </a:rPr>
              <a:t>-</a:t>
            </a:r>
            <a:r>
              <a:rPr lang="en-US" altLang="zh-CN" sz="3200" i="1">
                <a:latin typeface="Times New Roman" pitchFamily="18" charset="0"/>
              </a:rPr>
              <a:t>l</a:t>
            </a:r>
            <a:r>
              <a:rPr lang="en-US" altLang="zh-CN" sz="3200" baseline="-25000">
                <a:latin typeface="Times New Roman" pitchFamily="18" charset="0"/>
              </a:rPr>
              <a:t>21</a:t>
            </a:r>
            <a:r>
              <a:rPr lang="en-US" altLang="zh-CN" sz="3200" i="1">
                <a:latin typeface="Times New Roman" pitchFamily="18" charset="0"/>
              </a:rPr>
              <a:t>z</a:t>
            </a:r>
            <a:r>
              <a:rPr lang="en-US" altLang="zh-CN" sz="3200" baseline="-25000">
                <a:latin typeface="Times New Roman" pitchFamily="18" charset="0"/>
              </a:rPr>
              <a:t>1</a:t>
            </a:r>
            <a:endParaRPr lang="zh-CN" altLang="en-US" sz="3200" baseline="-250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76163"/>
                                        </p:tgtEl>
                                        <p:attrNameLst>
                                          <p:attrName>style.visibility</p:attrName>
                                        </p:attrNameLst>
                                      </p:cBhvr>
                                      <p:to>
                                        <p:strVal val="visible"/>
                                      </p:to>
                                    </p:set>
                                    <p:animEffect transition="in" filter="dissolve">
                                      <p:cBhvr>
                                        <p:cTn id="7" dur="500"/>
                                        <p:tgtEl>
                                          <p:spTgt spid="4761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76164"/>
                                        </p:tgtEl>
                                        <p:attrNameLst>
                                          <p:attrName>style.visibility</p:attrName>
                                        </p:attrNameLst>
                                      </p:cBhvr>
                                      <p:to>
                                        <p:strVal val="visible"/>
                                      </p:to>
                                    </p:set>
                                    <p:animEffect transition="in" filter="dissolve">
                                      <p:cBhvr>
                                        <p:cTn id="12" dur="500"/>
                                        <p:tgtEl>
                                          <p:spTgt spid="476164"/>
                                        </p:tgtEl>
                                      </p:cBhvr>
                                    </p:animEffect>
                                  </p:childTnLst>
                                </p:cTn>
                              </p:par>
                            </p:childTnLst>
                          </p:cTn>
                        </p:par>
                        <p:par>
                          <p:cTn id="13" fill="hold" nodeType="afterGroup">
                            <p:stCondLst>
                              <p:cond delay="500"/>
                            </p:stCondLst>
                            <p:childTnLst>
                              <p:par>
                                <p:cTn id="14" presetID="9" presetClass="entr" presetSubtype="0" fill="hold" nodeType="afterEffect">
                                  <p:stCondLst>
                                    <p:cond delay="2000"/>
                                  </p:stCondLst>
                                  <p:childTnLst>
                                    <p:set>
                                      <p:cBhvr>
                                        <p:cTn id="15" dur="1" fill="hold">
                                          <p:stCondLst>
                                            <p:cond delay="0"/>
                                          </p:stCondLst>
                                        </p:cTn>
                                        <p:tgtEl>
                                          <p:spTgt spid="476167"/>
                                        </p:tgtEl>
                                        <p:attrNameLst>
                                          <p:attrName>style.visibility</p:attrName>
                                        </p:attrNameLst>
                                      </p:cBhvr>
                                      <p:to>
                                        <p:strVal val="visible"/>
                                      </p:to>
                                    </p:set>
                                    <p:animEffect transition="in" filter="dissolve">
                                      <p:cBhvr>
                                        <p:cTn id="16" dur="500"/>
                                        <p:tgtEl>
                                          <p:spTgt spid="47616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76168"/>
                                        </p:tgtEl>
                                        <p:attrNameLst>
                                          <p:attrName>style.visibility</p:attrName>
                                        </p:attrNameLst>
                                      </p:cBhvr>
                                      <p:to>
                                        <p:strVal val="visible"/>
                                      </p:to>
                                    </p:set>
                                    <p:animEffect transition="in" filter="dissolve">
                                      <p:cBhvr>
                                        <p:cTn id="21" dur="500"/>
                                        <p:tgtEl>
                                          <p:spTgt spid="476168"/>
                                        </p:tgtEl>
                                      </p:cBhvr>
                                    </p:animEffect>
                                  </p:childTnLst>
                                </p:cTn>
                              </p:par>
                            </p:childTnLst>
                          </p:cTn>
                        </p:par>
                        <p:par>
                          <p:cTn id="22" fill="hold" nodeType="afterGroup">
                            <p:stCondLst>
                              <p:cond delay="500"/>
                            </p:stCondLst>
                            <p:childTnLst>
                              <p:par>
                                <p:cTn id="23" presetID="9" presetClass="entr" presetSubtype="0" fill="hold" grpId="0" nodeType="afterEffect">
                                  <p:stCondLst>
                                    <p:cond delay="2000"/>
                                  </p:stCondLst>
                                  <p:childTnLst>
                                    <p:set>
                                      <p:cBhvr>
                                        <p:cTn id="24" dur="1" fill="hold">
                                          <p:stCondLst>
                                            <p:cond delay="0"/>
                                          </p:stCondLst>
                                        </p:cTn>
                                        <p:tgtEl>
                                          <p:spTgt spid="476169"/>
                                        </p:tgtEl>
                                        <p:attrNameLst>
                                          <p:attrName>style.visibility</p:attrName>
                                        </p:attrNameLst>
                                      </p:cBhvr>
                                      <p:to>
                                        <p:strVal val="visible"/>
                                      </p:to>
                                    </p:set>
                                    <p:animEffect transition="in" filter="dissolve">
                                      <p:cBhvr>
                                        <p:cTn id="25" dur="500"/>
                                        <p:tgtEl>
                                          <p:spTgt spid="476169"/>
                                        </p:tgtEl>
                                      </p:cBhvr>
                                    </p:animEffect>
                                  </p:childTnLst>
                                </p:cTn>
                              </p:par>
                            </p:childTnLst>
                          </p:cTn>
                        </p:par>
                        <p:par>
                          <p:cTn id="26" fill="hold" nodeType="afterGroup">
                            <p:stCondLst>
                              <p:cond delay="3000"/>
                            </p:stCondLst>
                            <p:childTnLst>
                              <p:par>
                                <p:cTn id="27" presetID="9" presetClass="entr" presetSubtype="0" fill="hold" grpId="0" nodeType="afterEffect">
                                  <p:stCondLst>
                                    <p:cond delay="2000"/>
                                  </p:stCondLst>
                                  <p:childTnLst>
                                    <p:set>
                                      <p:cBhvr>
                                        <p:cTn id="28" dur="1" fill="hold">
                                          <p:stCondLst>
                                            <p:cond delay="0"/>
                                          </p:stCondLst>
                                        </p:cTn>
                                        <p:tgtEl>
                                          <p:spTgt spid="476170"/>
                                        </p:tgtEl>
                                        <p:attrNameLst>
                                          <p:attrName>style.visibility</p:attrName>
                                        </p:attrNameLst>
                                      </p:cBhvr>
                                      <p:to>
                                        <p:strVal val="visible"/>
                                      </p:to>
                                    </p:set>
                                    <p:animEffect transition="in" filter="dissolve">
                                      <p:cBhvr>
                                        <p:cTn id="29" dur="500"/>
                                        <p:tgtEl>
                                          <p:spTgt spid="476170"/>
                                        </p:tgtEl>
                                      </p:cBhvr>
                                    </p:animEffect>
                                  </p:childTnLst>
                                </p:cTn>
                              </p:par>
                            </p:childTnLst>
                          </p:cTn>
                        </p:par>
                        <p:par>
                          <p:cTn id="30" fill="hold" nodeType="afterGroup">
                            <p:stCondLst>
                              <p:cond delay="5500"/>
                            </p:stCondLst>
                            <p:childTnLst>
                              <p:par>
                                <p:cTn id="31" presetID="9" presetClass="entr" presetSubtype="0" fill="hold" grpId="0" nodeType="afterEffect">
                                  <p:stCondLst>
                                    <p:cond delay="2000"/>
                                  </p:stCondLst>
                                  <p:childTnLst>
                                    <p:set>
                                      <p:cBhvr>
                                        <p:cTn id="32" dur="1" fill="hold">
                                          <p:stCondLst>
                                            <p:cond delay="0"/>
                                          </p:stCondLst>
                                        </p:cTn>
                                        <p:tgtEl>
                                          <p:spTgt spid="476171"/>
                                        </p:tgtEl>
                                        <p:attrNameLst>
                                          <p:attrName>style.visibility</p:attrName>
                                        </p:attrNameLst>
                                      </p:cBhvr>
                                      <p:to>
                                        <p:strVal val="visible"/>
                                      </p:to>
                                    </p:set>
                                    <p:animEffect transition="in" filter="dissolve">
                                      <p:cBhvr>
                                        <p:cTn id="33" dur="500"/>
                                        <p:tgtEl>
                                          <p:spTgt spid="476171"/>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9" presetClass="entr" presetSubtype="0" fill="hold" nodeType="clickEffect">
                                  <p:stCondLst>
                                    <p:cond delay="0"/>
                                  </p:stCondLst>
                                  <p:childTnLst>
                                    <p:set>
                                      <p:cBhvr>
                                        <p:cTn id="37" dur="1" fill="hold">
                                          <p:stCondLst>
                                            <p:cond delay="0"/>
                                          </p:stCondLst>
                                        </p:cTn>
                                        <p:tgtEl>
                                          <p:spTgt spid="476172"/>
                                        </p:tgtEl>
                                        <p:attrNameLst>
                                          <p:attrName>style.visibility</p:attrName>
                                        </p:attrNameLst>
                                      </p:cBhvr>
                                      <p:to>
                                        <p:strVal val="visible"/>
                                      </p:to>
                                    </p:set>
                                    <p:animEffect transition="in" filter="dissolve">
                                      <p:cBhvr>
                                        <p:cTn id="38" dur="500"/>
                                        <p:tgtEl>
                                          <p:spTgt spid="476172"/>
                                        </p:tgtEl>
                                      </p:cBhvr>
                                    </p:animEffect>
                                  </p:childTnLst>
                                </p:cTn>
                              </p:par>
                            </p:childTnLst>
                          </p:cTn>
                        </p:par>
                        <p:par>
                          <p:cTn id="39" fill="hold" nodeType="afterGroup">
                            <p:stCondLst>
                              <p:cond delay="500"/>
                            </p:stCondLst>
                            <p:childTnLst>
                              <p:par>
                                <p:cTn id="40" presetID="9" presetClass="entr" presetSubtype="0" fill="hold" nodeType="afterEffect">
                                  <p:stCondLst>
                                    <p:cond delay="2000"/>
                                  </p:stCondLst>
                                  <p:childTnLst>
                                    <p:set>
                                      <p:cBhvr>
                                        <p:cTn id="41" dur="1" fill="hold">
                                          <p:stCondLst>
                                            <p:cond delay="0"/>
                                          </p:stCondLst>
                                        </p:cTn>
                                        <p:tgtEl>
                                          <p:spTgt spid="476175"/>
                                        </p:tgtEl>
                                        <p:attrNameLst>
                                          <p:attrName>style.visibility</p:attrName>
                                        </p:attrNameLst>
                                      </p:cBhvr>
                                      <p:to>
                                        <p:strVal val="visible"/>
                                      </p:to>
                                    </p:set>
                                    <p:animEffect transition="in" filter="dissolve">
                                      <p:cBhvr>
                                        <p:cTn id="42" dur="500"/>
                                        <p:tgtEl>
                                          <p:spTgt spid="47617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476176"/>
                                        </p:tgtEl>
                                        <p:attrNameLst>
                                          <p:attrName>style.visibility</p:attrName>
                                        </p:attrNameLst>
                                      </p:cBhvr>
                                      <p:to>
                                        <p:strVal val="visible"/>
                                      </p:to>
                                    </p:set>
                                    <p:animEffect transition="in" filter="dissolve">
                                      <p:cBhvr>
                                        <p:cTn id="47" dur="500"/>
                                        <p:tgtEl>
                                          <p:spTgt spid="47617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9" presetClass="entr" presetSubtype="0" fill="hold" nodeType="clickEffect">
                                  <p:stCondLst>
                                    <p:cond delay="0"/>
                                  </p:stCondLst>
                                  <p:childTnLst>
                                    <p:set>
                                      <p:cBhvr>
                                        <p:cTn id="51" dur="1" fill="hold">
                                          <p:stCondLst>
                                            <p:cond delay="0"/>
                                          </p:stCondLst>
                                        </p:cTn>
                                        <p:tgtEl>
                                          <p:spTgt spid="476177"/>
                                        </p:tgtEl>
                                        <p:attrNameLst>
                                          <p:attrName>style.visibility</p:attrName>
                                        </p:attrNameLst>
                                      </p:cBhvr>
                                      <p:to>
                                        <p:strVal val="visible"/>
                                      </p:to>
                                    </p:set>
                                    <p:animEffect transition="in" filter="dissolve">
                                      <p:cBhvr>
                                        <p:cTn id="52" dur="500"/>
                                        <p:tgtEl>
                                          <p:spTgt spid="476177"/>
                                        </p:tgtEl>
                                      </p:cBhvr>
                                    </p:animEffect>
                                  </p:childTnLst>
                                </p:cTn>
                              </p:par>
                            </p:childTnLst>
                          </p:cTn>
                        </p:par>
                        <p:par>
                          <p:cTn id="53" fill="hold" nodeType="afterGroup">
                            <p:stCondLst>
                              <p:cond delay="500"/>
                            </p:stCondLst>
                            <p:childTnLst>
                              <p:par>
                                <p:cTn id="54" presetID="9" presetClass="entr" presetSubtype="0" fill="hold" grpId="0" nodeType="afterEffect">
                                  <p:stCondLst>
                                    <p:cond delay="2000"/>
                                  </p:stCondLst>
                                  <p:childTnLst>
                                    <p:set>
                                      <p:cBhvr>
                                        <p:cTn id="55" dur="1" fill="hold">
                                          <p:stCondLst>
                                            <p:cond delay="0"/>
                                          </p:stCondLst>
                                        </p:cTn>
                                        <p:tgtEl>
                                          <p:spTgt spid="476180"/>
                                        </p:tgtEl>
                                        <p:attrNameLst>
                                          <p:attrName>style.visibility</p:attrName>
                                        </p:attrNameLst>
                                      </p:cBhvr>
                                      <p:to>
                                        <p:strVal val="visible"/>
                                      </p:to>
                                    </p:set>
                                    <p:animEffect transition="in" filter="dissolve">
                                      <p:cBhvr>
                                        <p:cTn id="56" dur="500"/>
                                        <p:tgtEl>
                                          <p:spTgt spid="4761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6168" grpId="0" animBg="1" autoUpdateAnimBg="0"/>
      <p:bldP spid="476169" grpId="0" animBg="1" autoUpdateAnimBg="0"/>
      <p:bldP spid="476170" grpId="0" animBg="1" autoUpdateAnimBg="0"/>
      <p:bldP spid="476171" grpId="0" animBg="1" autoUpdateAnimBg="0"/>
      <p:bldP spid="476176" grpId="0" animBg="1" autoUpdateAnimBg="0"/>
      <p:bldP spid="476180"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2745E731-D057-4219-8BEC-9DC19D13E4F4}" type="slidenum">
              <a:rPr lang="zh-CN" altLang="en-US" b="0" smtClean="0"/>
              <a:pPr/>
              <a:t>9</a:t>
            </a:fld>
            <a:endParaRPr lang="en-US" altLang="zh-CN" b="0" smtClean="0"/>
          </a:p>
        </p:txBody>
      </p:sp>
      <p:sp>
        <p:nvSpPr>
          <p:cNvPr id="1126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B5DF2D3-890A-4346-9DCA-83F24C610D27}" type="datetime1">
              <a:rPr lang="zh-CN" altLang="en-US" sz="1800" b="0" smtClean="0"/>
              <a:pPr/>
              <a:t>2024/9/23</a:t>
            </a:fld>
            <a:endParaRPr lang="en-US" altLang="zh-CN" sz="1800" b="0" smtClean="0"/>
          </a:p>
        </p:txBody>
      </p:sp>
      <p:sp>
        <p:nvSpPr>
          <p:cNvPr id="478210" name="Rectangle 2"/>
          <p:cNvSpPr>
            <a:spLocks noGrp="1" noChangeArrowheads="1"/>
          </p:cNvSpPr>
          <p:nvPr>
            <p:ph type="title"/>
          </p:nvPr>
        </p:nvSpPr>
        <p:spPr>
          <a:xfrm>
            <a:off x="600075" y="255588"/>
            <a:ext cx="8543925" cy="658812"/>
          </a:xfrm>
        </p:spPr>
        <p:txBody>
          <a:bodyPr/>
          <a:lstStyle/>
          <a:p>
            <a:pPr>
              <a:defRPr/>
            </a:pPr>
            <a:r>
              <a:rPr lang="zh-CN" altLang="en-US" smtClean="0"/>
              <a:t>消元法综述</a:t>
            </a:r>
          </a:p>
        </p:txBody>
      </p:sp>
      <p:sp>
        <p:nvSpPr>
          <p:cNvPr id="478211" name="Rectangle 3"/>
          <p:cNvSpPr>
            <a:spLocks noChangeArrowheads="1"/>
          </p:cNvSpPr>
          <p:nvPr/>
        </p:nvSpPr>
        <p:spPr bwMode="auto">
          <a:xfrm>
            <a:off x="558800" y="2060575"/>
            <a:ext cx="8166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3600">
                <a:latin typeface="Times New Roman" pitchFamily="18" charset="0"/>
              </a:rPr>
              <a:t>0+(</a:t>
            </a:r>
            <a:r>
              <a:rPr lang="en-US" altLang="zh-CN" sz="3600" i="1">
                <a:latin typeface="Times New Roman" pitchFamily="18" charset="0"/>
              </a:rPr>
              <a:t>a</a:t>
            </a:r>
            <a:r>
              <a:rPr lang="en-US" altLang="zh-CN" sz="3600" baseline="-25000">
                <a:latin typeface="Times New Roman" pitchFamily="18" charset="0"/>
              </a:rPr>
              <a:t>22</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21</a:t>
            </a:r>
            <a:r>
              <a:rPr lang="en-US" altLang="zh-CN" sz="3600" i="1">
                <a:latin typeface="Times New Roman" pitchFamily="18" charset="0"/>
              </a:rPr>
              <a:t>u</a:t>
            </a:r>
            <a:r>
              <a:rPr lang="en-US" altLang="zh-CN" sz="3600" baseline="-25000">
                <a:latin typeface="Times New Roman" pitchFamily="18" charset="0"/>
              </a:rPr>
              <a:t>12</a:t>
            </a:r>
            <a:r>
              <a:rPr lang="en-US" altLang="zh-CN" sz="3600">
                <a:latin typeface="Times New Roman" pitchFamily="18" charset="0"/>
              </a:rPr>
              <a:t>) </a:t>
            </a:r>
            <a:r>
              <a:rPr lang="en-US" altLang="zh-CN" sz="3600" i="1">
                <a:latin typeface="Times New Roman" pitchFamily="18" charset="0"/>
              </a:rPr>
              <a:t>x</a:t>
            </a:r>
            <a:r>
              <a:rPr lang="en-US" altLang="zh-CN" sz="3600" baseline="-25000">
                <a:latin typeface="Times New Roman" pitchFamily="18" charset="0"/>
              </a:rPr>
              <a:t>2</a:t>
            </a:r>
            <a:r>
              <a:rPr lang="en-US" altLang="zh-CN" sz="3600">
                <a:latin typeface="Times New Roman" pitchFamily="18" charset="0"/>
              </a:rPr>
              <a:t>+(</a:t>
            </a:r>
            <a:r>
              <a:rPr lang="en-US" altLang="zh-CN" sz="3600" i="1">
                <a:latin typeface="Times New Roman" pitchFamily="18" charset="0"/>
              </a:rPr>
              <a:t>a</a:t>
            </a:r>
            <a:r>
              <a:rPr lang="en-US" altLang="zh-CN" sz="3600" baseline="-25000">
                <a:latin typeface="Times New Roman" pitchFamily="18" charset="0"/>
              </a:rPr>
              <a:t>23</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21</a:t>
            </a:r>
            <a:r>
              <a:rPr lang="en-US" altLang="zh-CN" sz="3600" i="1">
                <a:latin typeface="Times New Roman" pitchFamily="18" charset="0"/>
              </a:rPr>
              <a:t>u</a:t>
            </a:r>
            <a:r>
              <a:rPr lang="en-US" altLang="zh-CN" sz="3600" baseline="-25000">
                <a:latin typeface="Times New Roman" pitchFamily="18" charset="0"/>
              </a:rPr>
              <a:t>13</a:t>
            </a:r>
            <a:r>
              <a:rPr lang="en-US" altLang="zh-CN" sz="3600">
                <a:latin typeface="Times New Roman" pitchFamily="18" charset="0"/>
              </a:rPr>
              <a:t>)</a:t>
            </a:r>
            <a:r>
              <a:rPr lang="en-US" altLang="zh-CN" sz="3600" i="1">
                <a:latin typeface="Times New Roman" pitchFamily="18" charset="0"/>
              </a:rPr>
              <a:t>x</a:t>
            </a:r>
            <a:r>
              <a:rPr lang="en-US" altLang="zh-CN" sz="3600" baseline="-25000">
                <a:latin typeface="Times New Roman" pitchFamily="18" charset="0"/>
              </a:rPr>
              <a:t>3 </a:t>
            </a:r>
            <a:r>
              <a:rPr lang="zh-CN" altLang="en-US" sz="3600">
                <a:latin typeface="Times New Roman" pitchFamily="18" charset="0"/>
              </a:rPr>
              <a:t>=</a:t>
            </a:r>
            <a:r>
              <a:rPr lang="en-US" altLang="zh-CN" sz="3600" i="1">
                <a:latin typeface="Times New Roman" pitchFamily="18" charset="0"/>
              </a:rPr>
              <a:t>b</a:t>
            </a:r>
            <a:r>
              <a:rPr lang="en-US" altLang="zh-CN" sz="3600" baseline="-25000">
                <a:latin typeface="Times New Roman" pitchFamily="18" charset="0"/>
              </a:rPr>
              <a:t>2</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21</a:t>
            </a:r>
            <a:r>
              <a:rPr lang="en-US" altLang="zh-CN" sz="3600" b="0" i="1">
                <a:latin typeface="Times New Roman" pitchFamily="18" charset="0"/>
              </a:rPr>
              <a:t>z</a:t>
            </a:r>
            <a:r>
              <a:rPr lang="en-US" altLang="zh-CN" sz="3600" baseline="-25000">
                <a:latin typeface="Times New Roman" pitchFamily="18" charset="0"/>
              </a:rPr>
              <a:t>1   </a:t>
            </a:r>
            <a:r>
              <a:rPr lang="zh-CN" altLang="en-US" sz="3600">
                <a:latin typeface="Times New Roman" pitchFamily="18" charset="0"/>
              </a:rPr>
              <a:t>(5)</a:t>
            </a:r>
          </a:p>
        </p:txBody>
      </p:sp>
      <p:sp>
        <p:nvSpPr>
          <p:cNvPr id="478212" name="Rectangle 4"/>
          <p:cNvSpPr>
            <a:spLocks noChangeArrowheads="1"/>
          </p:cNvSpPr>
          <p:nvPr/>
        </p:nvSpPr>
        <p:spPr bwMode="auto">
          <a:xfrm>
            <a:off x="530225" y="2808288"/>
            <a:ext cx="81661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3600">
                <a:latin typeface="Times New Roman" pitchFamily="18" charset="0"/>
              </a:rPr>
              <a:t>0+(</a:t>
            </a:r>
            <a:r>
              <a:rPr lang="en-US" altLang="zh-CN" sz="3600" i="1">
                <a:latin typeface="Times New Roman" pitchFamily="18" charset="0"/>
              </a:rPr>
              <a:t>a</a:t>
            </a:r>
            <a:r>
              <a:rPr lang="en-US" altLang="zh-CN" sz="3600" baseline="-25000">
                <a:latin typeface="Times New Roman" pitchFamily="18" charset="0"/>
              </a:rPr>
              <a:t>32</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31</a:t>
            </a:r>
            <a:r>
              <a:rPr lang="en-US" altLang="zh-CN" sz="3600" i="1">
                <a:latin typeface="Times New Roman" pitchFamily="18" charset="0"/>
              </a:rPr>
              <a:t>u</a:t>
            </a:r>
            <a:r>
              <a:rPr lang="en-US" altLang="zh-CN" sz="3600" baseline="-25000">
                <a:latin typeface="Times New Roman" pitchFamily="18" charset="0"/>
              </a:rPr>
              <a:t>12</a:t>
            </a:r>
            <a:r>
              <a:rPr lang="en-US" altLang="zh-CN" sz="3600">
                <a:latin typeface="Times New Roman" pitchFamily="18" charset="0"/>
              </a:rPr>
              <a:t>) </a:t>
            </a:r>
            <a:r>
              <a:rPr lang="en-US" altLang="zh-CN" sz="3600" i="1">
                <a:latin typeface="Times New Roman" pitchFamily="18" charset="0"/>
              </a:rPr>
              <a:t>x</a:t>
            </a:r>
            <a:r>
              <a:rPr lang="en-US" altLang="zh-CN" sz="3600" baseline="-25000">
                <a:latin typeface="Times New Roman" pitchFamily="18" charset="0"/>
              </a:rPr>
              <a:t>2</a:t>
            </a:r>
            <a:r>
              <a:rPr lang="en-US" altLang="zh-CN" sz="3600">
                <a:latin typeface="Times New Roman" pitchFamily="18" charset="0"/>
              </a:rPr>
              <a:t>+(</a:t>
            </a:r>
            <a:r>
              <a:rPr lang="en-US" altLang="zh-CN" sz="3600" i="1">
                <a:latin typeface="Times New Roman" pitchFamily="18" charset="0"/>
              </a:rPr>
              <a:t>a</a:t>
            </a:r>
            <a:r>
              <a:rPr lang="en-US" altLang="zh-CN" sz="3600" baseline="-25000">
                <a:latin typeface="Times New Roman" pitchFamily="18" charset="0"/>
              </a:rPr>
              <a:t>33</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31</a:t>
            </a:r>
            <a:r>
              <a:rPr lang="en-US" altLang="zh-CN" sz="3600" i="1">
                <a:latin typeface="Times New Roman" pitchFamily="18" charset="0"/>
              </a:rPr>
              <a:t>u</a:t>
            </a:r>
            <a:r>
              <a:rPr lang="en-US" altLang="zh-CN" sz="3600" baseline="-25000">
                <a:latin typeface="Times New Roman" pitchFamily="18" charset="0"/>
              </a:rPr>
              <a:t>13</a:t>
            </a:r>
            <a:r>
              <a:rPr lang="en-US" altLang="zh-CN" sz="3600">
                <a:latin typeface="Times New Roman" pitchFamily="18" charset="0"/>
              </a:rPr>
              <a:t>)</a:t>
            </a:r>
            <a:r>
              <a:rPr lang="en-US" altLang="zh-CN" sz="3600" i="1">
                <a:latin typeface="Times New Roman" pitchFamily="18" charset="0"/>
              </a:rPr>
              <a:t>x</a:t>
            </a:r>
            <a:r>
              <a:rPr lang="en-US" altLang="zh-CN" sz="3600" baseline="-25000">
                <a:latin typeface="Times New Roman" pitchFamily="18" charset="0"/>
              </a:rPr>
              <a:t>3</a:t>
            </a:r>
            <a:r>
              <a:rPr lang="zh-CN" altLang="en-US" sz="3600">
                <a:latin typeface="Times New Roman" pitchFamily="18" charset="0"/>
              </a:rPr>
              <a:t>=</a:t>
            </a:r>
            <a:r>
              <a:rPr lang="en-US" altLang="zh-CN" sz="3600" i="1">
                <a:latin typeface="Times New Roman" pitchFamily="18" charset="0"/>
              </a:rPr>
              <a:t>b</a:t>
            </a:r>
            <a:r>
              <a:rPr lang="en-US" altLang="zh-CN" sz="3600" baseline="-25000">
                <a:latin typeface="Times New Roman" pitchFamily="18" charset="0"/>
              </a:rPr>
              <a:t>3</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31</a:t>
            </a:r>
            <a:r>
              <a:rPr lang="en-US" altLang="zh-CN" sz="3600" b="0" i="1">
                <a:latin typeface="Times New Roman" pitchFamily="18" charset="0"/>
              </a:rPr>
              <a:t>z</a:t>
            </a:r>
            <a:r>
              <a:rPr lang="en-US" altLang="zh-CN" sz="3600" baseline="-25000">
                <a:latin typeface="Times New Roman" pitchFamily="18" charset="0"/>
              </a:rPr>
              <a:t>1    </a:t>
            </a:r>
            <a:r>
              <a:rPr lang="zh-CN" altLang="en-US" sz="3600">
                <a:latin typeface="Times New Roman" pitchFamily="18" charset="0"/>
              </a:rPr>
              <a:t>(6)</a:t>
            </a:r>
          </a:p>
        </p:txBody>
      </p:sp>
      <p:graphicFrame>
        <p:nvGraphicFramePr>
          <p:cNvPr id="478213" name="Object 5"/>
          <p:cNvGraphicFramePr>
            <a:graphicFrameLocks noChangeAspect="1"/>
          </p:cNvGraphicFramePr>
          <p:nvPr/>
        </p:nvGraphicFramePr>
        <p:xfrm>
          <a:off x="287338" y="993775"/>
          <a:ext cx="2455862" cy="1217613"/>
        </p:xfrm>
        <a:graphic>
          <a:graphicData uri="http://schemas.openxmlformats.org/presentationml/2006/ole">
            <mc:AlternateContent xmlns:mc="http://schemas.openxmlformats.org/markup-compatibility/2006">
              <mc:Choice xmlns:v="urn:schemas-microsoft-com:vml" Requires="v">
                <p:oleObj spid="_x0000_s11295" name="Equation" r:id="rId3" imgW="1143000" imgH="431800" progId="Equation.3">
                  <p:embed/>
                </p:oleObj>
              </mc:Choice>
              <mc:Fallback>
                <p:oleObj name="Equation" r:id="rId3" imgW="1143000" imgH="4318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7338" y="993775"/>
                        <a:ext cx="2455862" cy="1217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8214" name="Text Box 6"/>
          <p:cNvSpPr txBox="1">
            <a:spLocks noChangeArrowheads="1"/>
          </p:cNvSpPr>
          <p:nvPr/>
        </p:nvSpPr>
        <p:spPr bwMode="auto">
          <a:xfrm>
            <a:off x="1547813" y="2130425"/>
            <a:ext cx="1676400" cy="996950"/>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2800" i="1">
                <a:solidFill>
                  <a:srgbClr val="FF3300"/>
                </a:solidFill>
              </a:rPr>
              <a:t>a</a:t>
            </a:r>
            <a:r>
              <a:rPr lang="en-US" altLang="zh-CN" sz="2800" baseline="-25000">
                <a:solidFill>
                  <a:srgbClr val="FF3300"/>
                </a:solidFill>
              </a:rPr>
              <a:t>22</a:t>
            </a:r>
            <a:r>
              <a:rPr lang="en-US" altLang="zh-CN" sz="2800" baseline="30000">
                <a:solidFill>
                  <a:srgbClr val="FF3300"/>
                </a:solidFill>
              </a:rPr>
              <a:t>(1)</a:t>
            </a:r>
          </a:p>
        </p:txBody>
      </p:sp>
      <p:sp>
        <p:nvSpPr>
          <p:cNvPr id="478215" name="Text Box 7"/>
          <p:cNvSpPr txBox="1">
            <a:spLocks noChangeArrowheads="1"/>
          </p:cNvSpPr>
          <p:nvPr/>
        </p:nvSpPr>
        <p:spPr bwMode="auto">
          <a:xfrm>
            <a:off x="3892550" y="1984375"/>
            <a:ext cx="1676400" cy="996950"/>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2800" i="1">
                <a:solidFill>
                  <a:srgbClr val="FF3300"/>
                </a:solidFill>
              </a:rPr>
              <a:t>a</a:t>
            </a:r>
            <a:r>
              <a:rPr lang="en-US" altLang="zh-CN" sz="2800" baseline="-25000">
                <a:solidFill>
                  <a:srgbClr val="FF3300"/>
                </a:solidFill>
              </a:rPr>
              <a:t>23</a:t>
            </a:r>
            <a:r>
              <a:rPr lang="en-US" altLang="zh-CN" sz="2800" baseline="30000">
                <a:solidFill>
                  <a:srgbClr val="FF3300"/>
                </a:solidFill>
              </a:rPr>
              <a:t>(1)</a:t>
            </a:r>
          </a:p>
        </p:txBody>
      </p:sp>
      <p:grpSp>
        <p:nvGrpSpPr>
          <p:cNvPr id="478216" name="Group 8"/>
          <p:cNvGrpSpPr>
            <a:grpSpLocks/>
          </p:cNvGrpSpPr>
          <p:nvPr/>
        </p:nvGrpSpPr>
        <p:grpSpPr bwMode="auto">
          <a:xfrm>
            <a:off x="142875" y="3508375"/>
            <a:ext cx="1906588" cy="885825"/>
            <a:chOff x="185" y="1602"/>
            <a:chExt cx="1351" cy="558"/>
          </a:xfrm>
        </p:grpSpPr>
        <p:sp>
          <p:nvSpPr>
            <p:cNvPr id="11284" name="Rectangle 9"/>
            <p:cNvSpPr>
              <a:spLocks noChangeArrowheads="1"/>
            </p:cNvSpPr>
            <p:nvPr/>
          </p:nvSpPr>
          <p:spPr bwMode="auto">
            <a:xfrm>
              <a:off x="185" y="1602"/>
              <a:ext cx="1313"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3200">
                  <a:latin typeface="Times New Roman" pitchFamily="18" charset="0"/>
                  <a:ea typeface="黑体" pitchFamily="2" charset="-122"/>
                </a:rPr>
                <a:t>用</a:t>
              </a:r>
              <a:r>
                <a:rPr lang="en-US" altLang="zh-CN" sz="3200" i="1">
                  <a:latin typeface="Times New Roman" pitchFamily="18" charset="0"/>
                  <a:ea typeface="黑体" pitchFamily="2" charset="-122"/>
                </a:rPr>
                <a:t>l</a:t>
              </a:r>
              <a:r>
                <a:rPr lang="en-US" altLang="zh-CN" sz="3200" baseline="-25000">
                  <a:latin typeface="Times New Roman" pitchFamily="18" charset="0"/>
                  <a:ea typeface="黑体" pitchFamily="2" charset="-122"/>
                </a:rPr>
                <a:t>22</a:t>
              </a:r>
              <a:r>
                <a:rPr lang="zh-CN" altLang="en-US" sz="3200">
                  <a:latin typeface="Times New Roman" pitchFamily="18" charset="0"/>
                  <a:ea typeface="黑体" pitchFamily="2" charset="-122"/>
                </a:rPr>
                <a:t>除(5)</a:t>
              </a:r>
            </a:p>
          </p:txBody>
        </p:sp>
        <p:sp>
          <p:nvSpPr>
            <p:cNvPr id="11285" name="AutoShape 10"/>
            <p:cNvSpPr>
              <a:spLocks noChangeArrowheads="1"/>
            </p:cNvSpPr>
            <p:nvPr/>
          </p:nvSpPr>
          <p:spPr bwMode="auto">
            <a:xfrm>
              <a:off x="192" y="1920"/>
              <a:ext cx="1344" cy="240"/>
            </a:xfrm>
            <a:prstGeom prst="rightArrow">
              <a:avLst>
                <a:gd name="adj1" fmla="val 62500"/>
                <a:gd name="adj2" fmla="val 81252"/>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aphicFrame>
        <p:nvGraphicFramePr>
          <p:cNvPr id="478219" name="Object 11"/>
          <p:cNvGraphicFramePr>
            <a:graphicFrameLocks noChangeAspect="1"/>
          </p:cNvGraphicFramePr>
          <p:nvPr/>
        </p:nvGraphicFramePr>
        <p:xfrm>
          <a:off x="2362200" y="3476625"/>
          <a:ext cx="6781800" cy="1323975"/>
        </p:xfrm>
        <a:graphic>
          <a:graphicData uri="http://schemas.openxmlformats.org/presentationml/2006/ole">
            <mc:AlternateContent xmlns:mc="http://schemas.openxmlformats.org/markup-compatibility/2006">
              <mc:Choice xmlns:v="urn:schemas-microsoft-com:vml" Requires="v">
                <p:oleObj spid="_x0000_s11296" name="Equation" r:id="rId5" imgW="2806700" imgH="431800" progId="Equation.3">
                  <p:embed/>
                </p:oleObj>
              </mc:Choice>
              <mc:Fallback>
                <p:oleObj name="Equation" r:id="rId5" imgW="2806700" imgH="431800"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2200" y="3476625"/>
                        <a:ext cx="6781800" cy="1323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8220" name="Text Box 12"/>
          <p:cNvSpPr txBox="1">
            <a:spLocks noChangeArrowheads="1"/>
          </p:cNvSpPr>
          <p:nvPr/>
        </p:nvSpPr>
        <p:spPr bwMode="auto">
          <a:xfrm>
            <a:off x="2362200" y="3727450"/>
            <a:ext cx="1495425" cy="996950"/>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2800" i="1">
                <a:solidFill>
                  <a:srgbClr val="FF3300"/>
                </a:solidFill>
              </a:rPr>
              <a:t>u</a:t>
            </a:r>
            <a:r>
              <a:rPr lang="en-US" altLang="zh-CN" sz="2800" baseline="-25000">
                <a:solidFill>
                  <a:srgbClr val="FF3300"/>
                </a:solidFill>
              </a:rPr>
              <a:t>22</a:t>
            </a:r>
          </a:p>
        </p:txBody>
      </p:sp>
      <p:sp>
        <p:nvSpPr>
          <p:cNvPr id="478221" name="Text Box 13"/>
          <p:cNvSpPr txBox="1">
            <a:spLocks noChangeArrowheads="1"/>
          </p:cNvSpPr>
          <p:nvPr/>
        </p:nvSpPr>
        <p:spPr bwMode="auto">
          <a:xfrm>
            <a:off x="4699000" y="3727450"/>
            <a:ext cx="1349375" cy="996950"/>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2800" i="1">
                <a:solidFill>
                  <a:srgbClr val="FF3300"/>
                </a:solidFill>
              </a:rPr>
              <a:t>u</a:t>
            </a:r>
            <a:r>
              <a:rPr lang="en-US" altLang="zh-CN" sz="2800" baseline="-25000">
                <a:solidFill>
                  <a:srgbClr val="FF3300"/>
                </a:solidFill>
              </a:rPr>
              <a:t>23</a:t>
            </a:r>
          </a:p>
        </p:txBody>
      </p:sp>
      <p:sp>
        <p:nvSpPr>
          <p:cNvPr id="478222" name="Text Box 14"/>
          <p:cNvSpPr txBox="1">
            <a:spLocks noChangeArrowheads="1"/>
          </p:cNvSpPr>
          <p:nvPr/>
        </p:nvSpPr>
        <p:spPr bwMode="auto">
          <a:xfrm>
            <a:off x="7077075" y="3708400"/>
            <a:ext cx="1363663" cy="996950"/>
          </a:xfrm>
          <a:prstGeom prst="rect">
            <a:avLst/>
          </a:prstGeom>
          <a:noFill/>
          <a:ln w="50800">
            <a:solidFill>
              <a:srgbClr val="FF33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lvl1pPr>
              <a:defRPr sz="2000" b="1">
                <a:solidFill>
                  <a:schemeClr val="tx1"/>
                </a:solidFill>
                <a:latin typeface="Arial" charset="0"/>
                <a:ea typeface="宋体" pitchFamily="2" charset="-122"/>
              </a:defRPr>
            </a:lvl1pPr>
            <a:lvl2pPr marL="742950" indent="-285750">
              <a:defRPr sz="2000" b="1">
                <a:solidFill>
                  <a:schemeClr val="tx1"/>
                </a:solidFill>
                <a:latin typeface="Arial" charset="0"/>
                <a:ea typeface="宋体" pitchFamily="2" charset="-122"/>
              </a:defRPr>
            </a:lvl2pPr>
            <a:lvl3pPr marL="1143000" indent="-228600">
              <a:defRPr sz="2000" b="1">
                <a:solidFill>
                  <a:schemeClr val="tx1"/>
                </a:solidFill>
                <a:latin typeface="Arial" charset="0"/>
                <a:ea typeface="宋体" pitchFamily="2" charset="-122"/>
              </a:defRPr>
            </a:lvl3pPr>
            <a:lvl4pPr marL="1600200" indent="-228600">
              <a:defRPr sz="2000" b="1">
                <a:solidFill>
                  <a:schemeClr val="tx1"/>
                </a:solidFill>
                <a:latin typeface="Arial" charset="0"/>
                <a:ea typeface="宋体" pitchFamily="2" charset="-122"/>
              </a:defRPr>
            </a:lvl4pPr>
            <a:lvl5pPr marL="2057400" indent="-228600">
              <a:defRPr sz="2000" b="1">
                <a:solidFill>
                  <a:schemeClr val="tx1"/>
                </a:solidFill>
                <a:latin typeface="Arial" charset="0"/>
                <a:ea typeface="宋体" pitchFamily="2" charset="-122"/>
              </a:defRPr>
            </a:lvl5pPr>
            <a:lvl6pPr marL="2514600" indent="-228600" algn="ctr"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eaLnBrk="0" fontAlgn="base" hangingPunct="0">
              <a:spcBef>
                <a:spcPct val="0"/>
              </a:spcBef>
              <a:spcAft>
                <a:spcPct val="0"/>
              </a:spcAft>
              <a:defRPr sz="2000" b="1">
                <a:solidFill>
                  <a:schemeClr val="tx1"/>
                </a:solidFill>
                <a:latin typeface="Arial" charset="0"/>
                <a:ea typeface="宋体" pitchFamily="2" charset="-122"/>
              </a:defRPr>
            </a:lvl9pPr>
          </a:lstStyle>
          <a:p>
            <a:pPr>
              <a:spcBef>
                <a:spcPct val="50000"/>
              </a:spcBef>
            </a:pPr>
            <a:endParaRPr lang="en-US" altLang="zh-CN" sz="1400" i="1"/>
          </a:p>
          <a:p>
            <a:pPr algn="l">
              <a:spcBef>
                <a:spcPct val="50000"/>
              </a:spcBef>
            </a:pPr>
            <a:r>
              <a:rPr lang="en-US" altLang="zh-CN" sz="2800" i="1">
                <a:solidFill>
                  <a:srgbClr val="FF3300"/>
                </a:solidFill>
              </a:rPr>
              <a:t>z</a:t>
            </a:r>
            <a:r>
              <a:rPr lang="en-US" altLang="zh-CN" sz="2800" baseline="-25000">
                <a:solidFill>
                  <a:srgbClr val="FF3300"/>
                </a:solidFill>
              </a:rPr>
              <a:t>2</a:t>
            </a:r>
          </a:p>
        </p:txBody>
      </p:sp>
      <p:sp>
        <p:nvSpPr>
          <p:cNvPr id="478223" name="Rectangle 15"/>
          <p:cNvSpPr>
            <a:spLocks noChangeArrowheads="1"/>
          </p:cNvSpPr>
          <p:nvPr/>
        </p:nvSpPr>
        <p:spPr bwMode="auto">
          <a:xfrm>
            <a:off x="592138" y="4845050"/>
            <a:ext cx="83947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en-US" altLang="zh-CN" sz="3600">
                <a:latin typeface="Times New Roman" pitchFamily="18" charset="0"/>
              </a:rPr>
              <a:t>0+(</a:t>
            </a:r>
            <a:r>
              <a:rPr lang="en-US" altLang="zh-CN" sz="3600" i="1">
                <a:latin typeface="Times New Roman" pitchFamily="18" charset="0"/>
              </a:rPr>
              <a:t>a</a:t>
            </a:r>
            <a:r>
              <a:rPr lang="en-US" altLang="zh-CN" sz="3600" baseline="-25000">
                <a:latin typeface="Times New Roman" pitchFamily="18" charset="0"/>
              </a:rPr>
              <a:t>32</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31</a:t>
            </a:r>
            <a:r>
              <a:rPr lang="en-US" altLang="zh-CN" sz="3600" i="1">
                <a:latin typeface="Times New Roman" pitchFamily="18" charset="0"/>
              </a:rPr>
              <a:t>u</a:t>
            </a:r>
            <a:r>
              <a:rPr lang="en-US" altLang="zh-CN" sz="3600" baseline="-25000">
                <a:latin typeface="Times New Roman" pitchFamily="18" charset="0"/>
              </a:rPr>
              <a:t>12</a:t>
            </a:r>
            <a:r>
              <a:rPr lang="en-US" altLang="zh-CN" sz="3600">
                <a:latin typeface="Times New Roman" pitchFamily="18" charset="0"/>
              </a:rPr>
              <a:t>) </a:t>
            </a:r>
            <a:r>
              <a:rPr lang="en-US" altLang="zh-CN" sz="3600" i="1">
                <a:latin typeface="Times New Roman" pitchFamily="18" charset="0"/>
              </a:rPr>
              <a:t>x</a:t>
            </a:r>
            <a:r>
              <a:rPr lang="en-US" altLang="zh-CN" sz="3600" baseline="-25000">
                <a:latin typeface="Times New Roman" pitchFamily="18" charset="0"/>
              </a:rPr>
              <a:t>2</a:t>
            </a:r>
            <a:r>
              <a:rPr lang="en-US" altLang="zh-CN" sz="3600">
                <a:latin typeface="Times New Roman" pitchFamily="18" charset="0"/>
              </a:rPr>
              <a:t>+(</a:t>
            </a:r>
            <a:r>
              <a:rPr lang="en-US" altLang="zh-CN" sz="3600" i="1">
                <a:latin typeface="Times New Roman" pitchFamily="18" charset="0"/>
              </a:rPr>
              <a:t>a</a:t>
            </a:r>
            <a:r>
              <a:rPr lang="en-US" altLang="zh-CN" sz="3600" baseline="-25000">
                <a:latin typeface="Times New Roman" pitchFamily="18" charset="0"/>
              </a:rPr>
              <a:t>33</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31</a:t>
            </a:r>
            <a:r>
              <a:rPr lang="en-US" altLang="zh-CN" sz="3600" i="1">
                <a:latin typeface="Times New Roman" pitchFamily="18" charset="0"/>
              </a:rPr>
              <a:t>u</a:t>
            </a:r>
            <a:r>
              <a:rPr lang="en-US" altLang="zh-CN" sz="3600" baseline="-25000">
                <a:latin typeface="Times New Roman" pitchFamily="18" charset="0"/>
              </a:rPr>
              <a:t>13</a:t>
            </a:r>
            <a:r>
              <a:rPr lang="en-US" altLang="zh-CN" sz="3600">
                <a:latin typeface="Times New Roman" pitchFamily="18" charset="0"/>
              </a:rPr>
              <a:t>)</a:t>
            </a:r>
            <a:r>
              <a:rPr lang="en-US" altLang="zh-CN" sz="3600" i="1">
                <a:latin typeface="Times New Roman" pitchFamily="18" charset="0"/>
              </a:rPr>
              <a:t>x</a:t>
            </a:r>
            <a:r>
              <a:rPr lang="en-US" altLang="zh-CN" sz="3600" baseline="-25000">
                <a:latin typeface="Times New Roman" pitchFamily="18" charset="0"/>
              </a:rPr>
              <a:t>3</a:t>
            </a:r>
            <a:r>
              <a:rPr lang="zh-CN" altLang="en-US" sz="3600">
                <a:latin typeface="Times New Roman" pitchFamily="18" charset="0"/>
              </a:rPr>
              <a:t>=</a:t>
            </a:r>
            <a:r>
              <a:rPr lang="en-US" altLang="zh-CN" sz="3600" i="1">
                <a:latin typeface="Times New Roman" pitchFamily="18" charset="0"/>
              </a:rPr>
              <a:t>b</a:t>
            </a:r>
            <a:r>
              <a:rPr lang="en-US" altLang="zh-CN" sz="3600" baseline="-25000">
                <a:latin typeface="Times New Roman" pitchFamily="18" charset="0"/>
              </a:rPr>
              <a:t>3</a:t>
            </a:r>
            <a:r>
              <a:rPr lang="en-US" altLang="zh-CN" sz="3600">
                <a:latin typeface="Times New Roman" pitchFamily="18" charset="0"/>
              </a:rPr>
              <a:t>-</a:t>
            </a:r>
            <a:r>
              <a:rPr lang="en-US" altLang="zh-CN" sz="3600" i="1">
                <a:latin typeface="Times New Roman" pitchFamily="18" charset="0"/>
              </a:rPr>
              <a:t>l</a:t>
            </a:r>
            <a:r>
              <a:rPr lang="en-US" altLang="zh-CN" sz="3600" baseline="-25000">
                <a:latin typeface="Times New Roman" pitchFamily="18" charset="0"/>
              </a:rPr>
              <a:t>31</a:t>
            </a:r>
            <a:r>
              <a:rPr lang="en-US" altLang="zh-CN" sz="3600" i="1">
                <a:latin typeface="Times New Roman" pitchFamily="18" charset="0"/>
              </a:rPr>
              <a:t>z</a:t>
            </a:r>
            <a:r>
              <a:rPr lang="en-US" altLang="zh-CN" sz="3600" baseline="-25000">
                <a:latin typeface="Times New Roman" pitchFamily="18" charset="0"/>
              </a:rPr>
              <a:t>1       </a:t>
            </a:r>
            <a:r>
              <a:rPr lang="zh-CN" altLang="en-US" sz="3600">
                <a:latin typeface="Times New Roman" pitchFamily="18" charset="0"/>
              </a:rPr>
              <a:t>(6)</a:t>
            </a:r>
          </a:p>
        </p:txBody>
      </p:sp>
      <p:grpSp>
        <p:nvGrpSpPr>
          <p:cNvPr id="478224" name="Group 16"/>
          <p:cNvGrpSpPr>
            <a:grpSpLocks/>
          </p:cNvGrpSpPr>
          <p:nvPr/>
        </p:nvGrpSpPr>
        <p:grpSpPr bwMode="auto">
          <a:xfrm>
            <a:off x="55563" y="5514975"/>
            <a:ext cx="2217737" cy="885825"/>
            <a:chOff x="143" y="1602"/>
            <a:chExt cx="1397" cy="558"/>
          </a:xfrm>
        </p:grpSpPr>
        <p:sp>
          <p:nvSpPr>
            <p:cNvPr id="11282" name="Rectangle 17"/>
            <p:cNvSpPr>
              <a:spLocks noChangeArrowheads="1"/>
            </p:cNvSpPr>
            <p:nvPr/>
          </p:nvSpPr>
          <p:spPr bwMode="auto">
            <a:xfrm>
              <a:off x="143" y="1602"/>
              <a:ext cx="1397"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3200">
                  <a:latin typeface="Times New Roman" pitchFamily="18" charset="0"/>
                  <a:ea typeface="黑体" pitchFamily="2" charset="-122"/>
                </a:rPr>
                <a:t>消去(6)中</a:t>
              </a:r>
              <a:r>
                <a:rPr lang="en-US" altLang="zh-CN" sz="3200" i="1">
                  <a:latin typeface="Times New Roman" pitchFamily="18" charset="0"/>
                  <a:ea typeface="黑体" pitchFamily="2" charset="-122"/>
                </a:rPr>
                <a:t>x</a:t>
              </a:r>
              <a:r>
                <a:rPr lang="en-US" altLang="zh-CN" sz="3200" baseline="-25000">
                  <a:latin typeface="Times New Roman" pitchFamily="18" charset="0"/>
                  <a:ea typeface="黑体" pitchFamily="2" charset="-122"/>
                </a:rPr>
                <a:t>2</a:t>
              </a:r>
              <a:endParaRPr lang="zh-CN" altLang="en-US" sz="3200">
                <a:latin typeface="Times New Roman" pitchFamily="18" charset="0"/>
              </a:endParaRPr>
            </a:p>
          </p:txBody>
        </p:sp>
        <p:sp>
          <p:nvSpPr>
            <p:cNvPr id="11283" name="AutoShape 18"/>
            <p:cNvSpPr>
              <a:spLocks noChangeArrowheads="1"/>
            </p:cNvSpPr>
            <p:nvPr/>
          </p:nvSpPr>
          <p:spPr bwMode="auto">
            <a:xfrm>
              <a:off x="192" y="1920"/>
              <a:ext cx="1344" cy="240"/>
            </a:xfrm>
            <a:prstGeom prst="rightArrow">
              <a:avLst>
                <a:gd name="adj1" fmla="val 62500"/>
                <a:gd name="adj2" fmla="val 81252"/>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aphicFrame>
        <p:nvGraphicFramePr>
          <p:cNvPr id="478227" name="Object 19"/>
          <p:cNvGraphicFramePr>
            <a:graphicFrameLocks noChangeAspect="1"/>
          </p:cNvGraphicFramePr>
          <p:nvPr/>
        </p:nvGraphicFramePr>
        <p:xfrm>
          <a:off x="2362200" y="5402263"/>
          <a:ext cx="3476625" cy="1303337"/>
        </p:xfrm>
        <a:graphic>
          <a:graphicData uri="http://schemas.openxmlformats.org/presentationml/2006/ole">
            <mc:AlternateContent xmlns:mc="http://schemas.openxmlformats.org/markup-compatibility/2006">
              <mc:Choice xmlns:v="urn:schemas-microsoft-com:vml" Requires="v">
                <p:oleObj spid="_x0000_s11297" name="Equation" r:id="rId7" imgW="1511300" imgH="469900" progId="Equation.3">
                  <p:embed/>
                </p:oleObj>
              </mc:Choice>
              <mc:Fallback>
                <p:oleObj name="Equation" r:id="rId7" imgW="1511300" imgH="469900" progId="Equation.3">
                  <p:embed/>
                  <p:pic>
                    <p:nvPicPr>
                      <p:cNvPr id="0" name="Object 1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2200" y="5402263"/>
                        <a:ext cx="3476625" cy="1303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8211"/>
                                        </p:tgtEl>
                                        <p:attrNameLst>
                                          <p:attrName>style.visibility</p:attrName>
                                        </p:attrNameLst>
                                      </p:cBhvr>
                                      <p:to>
                                        <p:strVal val="visible"/>
                                      </p:to>
                                    </p:set>
                                    <p:animEffect transition="in" filter="dissolve">
                                      <p:cBhvr>
                                        <p:cTn id="7" dur="500"/>
                                        <p:tgtEl>
                                          <p:spTgt spid="4782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78212"/>
                                        </p:tgtEl>
                                        <p:attrNameLst>
                                          <p:attrName>style.visibility</p:attrName>
                                        </p:attrNameLst>
                                      </p:cBhvr>
                                      <p:to>
                                        <p:strVal val="visible"/>
                                      </p:to>
                                    </p:set>
                                    <p:animEffect transition="in" filter="dissolve">
                                      <p:cBhvr>
                                        <p:cTn id="12" dur="500"/>
                                        <p:tgtEl>
                                          <p:spTgt spid="478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78213"/>
                                        </p:tgtEl>
                                        <p:attrNameLst>
                                          <p:attrName>style.visibility</p:attrName>
                                        </p:attrNameLst>
                                      </p:cBhvr>
                                      <p:to>
                                        <p:strVal val="visible"/>
                                      </p:to>
                                    </p:set>
                                    <p:animEffect transition="in" filter="dissolve">
                                      <p:cBhvr>
                                        <p:cTn id="17" dur="500"/>
                                        <p:tgtEl>
                                          <p:spTgt spid="4782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78214"/>
                                        </p:tgtEl>
                                        <p:attrNameLst>
                                          <p:attrName>style.visibility</p:attrName>
                                        </p:attrNameLst>
                                      </p:cBhvr>
                                      <p:to>
                                        <p:strVal val="visible"/>
                                      </p:to>
                                    </p:set>
                                    <p:animEffect transition="in" filter="dissolve">
                                      <p:cBhvr>
                                        <p:cTn id="22" dur="500"/>
                                        <p:tgtEl>
                                          <p:spTgt spid="478214"/>
                                        </p:tgtEl>
                                      </p:cBhvr>
                                    </p:animEffect>
                                  </p:childTnLst>
                                </p:cTn>
                              </p:par>
                            </p:childTnLst>
                          </p:cTn>
                        </p:par>
                        <p:par>
                          <p:cTn id="23" fill="hold" nodeType="afterGroup">
                            <p:stCondLst>
                              <p:cond delay="500"/>
                            </p:stCondLst>
                            <p:childTnLst>
                              <p:par>
                                <p:cTn id="24" presetID="9" presetClass="entr" presetSubtype="0" fill="hold" grpId="0" nodeType="afterEffect">
                                  <p:stCondLst>
                                    <p:cond delay="2000"/>
                                  </p:stCondLst>
                                  <p:childTnLst>
                                    <p:set>
                                      <p:cBhvr>
                                        <p:cTn id="25" dur="1" fill="hold">
                                          <p:stCondLst>
                                            <p:cond delay="0"/>
                                          </p:stCondLst>
                                        </p:cTn>
                                        <p:tgtEl>
                                          <p:spTgt spid="478215"/>
                                        </p:tgtEl>
                                        <p:attrNameLst>
                                          <p:attrName>style.visibility</p:attrName>
                                        </p:attrNameLst>
                                      </p:cBhvr>
                                      <p:to>
                                        <p:strVal val="visible"/>
                                      </p:to>
                                    </p:set>
                                    <p:animEffect transition="in" filter="dissolve">
                                      <p:cBhvr>
                                        <p:cTn id="26" dur="500"/>
                                        <p:tgtEl>
                                          <p:spTgt spid="478215"/>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nodeType="clickEffect">
                                  <p:stCondLst>
                                    <p:cond delay="0"/>
                                  </p:stCondLst>
                                  <p:childTnLst>
                                    <p:set>
                                      <p:cBhvr>
                                        <p:cTn id="30" dur="1" fill="hold">
                                          <p:stCondLst>
                                            <p:cond delay="0"/>
                                          </p:stCondLst>
                                        </p:cTn>
                                        <p:tgtEl>
                                          <p:spTgt spid="478216"/>
                                        </p:tgtEl>
                                        <p:attrNameLst>
                                          <p:attrName>style.visibility</p:attrName>
                                        </p:attrNameLst>
                                      </p:cBhvr>
                                      <p:to>
                                        <p:strVal val="visible"/>
                                      </p:to>
                                    </p:set>
                                    <p:animEffect transition="in" filter="dissolve">
                                      <p:cBhvr>
                                        <p:cTn id="31" dur="500"/>
                                        <p:tgtEl>
                                          <p:spTgt spid="478216"/>
                                        </p:tgtEl>
                                      </p:cBhvr>
                                    </p:animEffect>
                                  </p:childTnLst>
                                </p:cTn>
                              </p:par>
                            </p:childTnLst>
                          </p:cTn>
                        </p:par>
                        <p:par>
                          <p:cTn id="32" fill="hold" nodeType="afterGroup">
                            <p:stCondLst>
                              <p:cond delay="500"/>
                            </p:stCondLst>
                            <p:childTnLst>
                              <p:par>
                                <p:cTn id="33" presetID="9" presetClass="entr" presetSubtype="0" fill="hold" nodeType="afterEffect">
                                  <p:stCondLst>
                                    <p:cond delay="1000"/>
                                  </p:stCondLst>
                                  <p:childTnLst>
                                    <p:set>
                                      <p:cBhvr>
                                        <p:cTn id="34" dur="1" fill="hold">
                                          <p:stCondLst>
                                            <p:cond delay="0"/>
                                          </p:stCondLst>
                                        </p:cTn>
                                        <p:tgtEl>
                                          <p:spTgt spid="478219"/>
                                        </p:tgtEl>
                                        <p:attrNameLst>
                                          <p:attrName>style.visibility</p:attrName>
                                        </p:attrNameLst>
                                      </p:cBhvr>
                                      <p:to>
                                        <p:strVal val="visible"/>
                                      </p:to>
                                    </p:set>
                                    <p:animEffect transition="in" filter="dissolve">
                                      <p:cBhvr>
                                        <p:cTn id="35" dur="500"/>
                                        <p:tgtEl>
                                          <p:spTgt spid="47821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478220"/>
                                        </p:tgtEl>
                                        <p:attrNameLst>
                                          <p:attrName>style.visibility</p:attrName>
                                        </p:attrNameLst>
                                      </p:cBhvr>
                                      <p:to>
                                        <p:strVal val="visible"/>
                                      </p:to>
                                    </p:set>
                                    <p:animEffect transition="in" filter="dissolve">
                                      <p:cBhvr>
                                        <p:cTn id="40" dur="500"/>
                                        <p:tgtEl>
                                          <p:spTgt spid="478220"/>
                                        </p:tgtEl>
                                      </p:cBhvr>
                                    </p:animEffect>
                                  </p:childTnLst>
                                </p:cTn>
                              </p:par>
                            </p:childTnLst>
                          </p:cTn>
                        </p:par>
                        <p:par>
                          <p:cTn id="41" fill="hold" nodeType="afterGroup">
                            <p:stCondLst>
                              <p:cond delay="500"/>
                            </p:stCondLst>
                            <p:childTnLst>
                              <p:par>
                                <p:cTn id="42" presetID="9" presetClass="entr" presetSubtype="0" fill="hold" grpId="0" nodeType="afterEffect">
                                  <p:stCondLst>
                                    <p:cond delay="2000"/>
                                  </p:stCondLst>
                                  <p:childTnLst>
                                    <p:set>
                                      <p:cBhvr>
                                        <p:cTn id="43" dur="1" fill="hold">
                                          <p:stCondLst>
                                            <p:cond delay="0"/>
                                          </p:stCondLst>
                                        </p:cTn>
                                        <p:tgtEl>
                                          <p:spTgt spid="478221"/>
                                        </p:tgtEl>
                                        <p:attrNameLst>
                                          <p:attrName>style.visibility</p:attrName>
                                        </p:attrNameLst>
                                      </p:cBhvr>
                                      <p:to>
                                        <p:strVal val="visible"/>
                                      </p:to>
                                    </p:set>
                                    <p:animEffect transition="in" filter="dissolve">
                                      <p:cBhvr>
                                        <p:cTn id="44" dur="500"/>
                                        <p:tgtEl>
                                          <p:spTgt spid="478221"/>
                                        </p:tgtEl>
                                      </p:cBhvr>
                                    </p:animEffect>
                                  </p:childTnLst>
                                </p:cTn>
                              </p:par>
                            </p:childTnLst>
                          </p:cTn>
                        </p:par>
                        <p:par>
                          <p:cTn id="45" fill="hold" nodeType="afterGroup">
                            <p:stCondLst>
                              <p:cond delay="3000"/>
                            </p:stCondLst>
                            <p:childTnLst>
                              <p:par>
                                <p:cTn id="46" presetID="9" presetClass="entr" presetSubtype="0" fill="hold" grpId="0" nodeType="afterEffect">
                                  <p:stCondLst>
                                    <p:cond delay="2000"/>
                                  </p:stCondLst>
                                  <p:childTnLst>
                                    <p:set>
                                      <p:cBhvr>
                                        <p:cTn id="47" dur="1" fill="hold">
                                          <p:stCondLst>
                                            <p:cond delay="0"/>
                                          </p:stCondLst>
                                        </p:cTn>
                                        <p:tgtEl>
                                          <p:spTgt spid="478222"/>
                                        </p:tgtEl>
                                        <p:attrNameLst>
                                          <p:attrName>style.visibility</p:attrName>
                                        </p:attrNameLst>
                                      </p:cBhvr>
                                      <p:to>
                                        <p:strVal val="visible"/>
                                      </p:to>
                                    </p:set>
                                    <p:animEffect transition="in" filter="dissolve">
                                      <p:cBhvr>
                                        <p:cTn id="48" dur="500"/>
                                        <p:tgtEl>
                                          <p:spTgt spid="47822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478223"/>
                                        </p:tgtEl>
                                        <p:attrNameLst>
                                          <p:attrName>style.visibility</p:attrName>
                                        </p:attrNameLst>
                                      </p:cBhvr>
                                      <p:to>
                                        <p:strVal val="visible"/>
                                      </p:to>
                                    </p:set>
                                    <p:animEffect transition="in" filter="dissolve">
                                      <p:cBhvr>
                                        <p:cTn id="53" dur="500"/>
                                        <p:tgtEl>
                                          <p:spTgt spid="47822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9" presetClass="entr" presetSubtype="0" fill="hold" nodeType="clickEffect">
                                  <p:stCondLst>
                                    <p:cond delay="0"/>
                                  </p:stCondLst>
                                  <p:childTnLst>
                                    <p:set>
                                      <p:cBhvr>
                                        <p:cTn id="57" dur="1" fill="hold">
                                          <p:stCondLst>
                                            <p:cond delay="0"/>
                                          </p:stCondLst>
                                        </p:cTn>
                                        <p:tgtEl>
                                          <p:spTgt spid="478224"/>
                                        </p:tgtEl>
                                        <p:attrNameLst>
                                          <p:attrName>style.visibility</p:attrName>
                                        </p:attrNameLst>
                                      </p:cBhvr>
                                      <p:to>
                                        <p:strVal val="visible"/>
                                      </p:to>
                                    </p:set>
                                    <p:animEffect transition="in" filter="dissolve">
                                      <p:cBhvr>
                                        <p:cTn id="58" dur="500"/>
                                        <p:tgtEl>
                                          <p:spTgt spid="478224"/>
                                        </p:tgtEl>
                                      </p:cBhvr>
                                    </p:animEffect>
                                  </p:childTnLst>
                                </p:cTn>
                              </p:par>
                            </p:childTnLst>
                          </p:cTn>
                        </p:par>
                        <p:par>
                          <p:cTn id="59" fill="hold" nodeType="afterGroup">
                            <p:stCondLst>
                              <p:cond delay="500"/>
                            </p:stCondLst>
                            <p:childTnLst>
                              <p:par>
                                <p:cTn id="60" presetID="9" presetClass="entr" presetSubtype="0" fill="hold" nodeType="afterEffect">
                                  <p:stCondLst>
                                    <p:cond delay="2000"/>
                                  </p:stCondLst>
                                  <p:childTnLst>
                                    <p:set>
                                      <p:cBhvr>
                                        <p:cTn id="61" dur="1" fill="hold">
                                          <p:stCondLst>
                                            <p:cond delay="0"/>
                                          </p:stCondLst>
                                        </p:cTn>
                                        <p:tgtEl>
                                          <p:spTgt spid="478227"/>
                                        </p:tgtEl>
                                        <p:attrNameLst>
                                          <p:attrName>style.visibility</p:attrName>
                                        </p:attrNameLst>
                                      </p:cBhvr>
                                      <p:to>
                                        <p:strVal val="visible"/>
                                      </p:to>
                                    </p:set>
                                    <p:animEffect transition="in" filter="dissolve">
                                      <p:cBhvr>
                                        <p:cTn id="62" dur="500"/>
                                        <p:tgtEl>
                                          <p:spTgt spid="4782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autoUpdateAnimBg="0"/>
      <p:bldP spid="478212" grpId="0" autoUpdateAnimBg="0"/>
      <p:bldP spid="478214" grpId="0" animBg="1" autoUpdateAnimBg="0"/>
      <p:bldP spid="478215" grpId="0" animBg="1" autoUpdateAnimBg="0"/>
      <p:bldP spid="478220" grpId="0" animBg="1" autoUpdateAnimBg="0"/>
      <p:bldP spid="478221" grpId="0" animBg="1" autoUpdateAnimBg="0"/>
      <p:bldP spid="478222" grpId="0" animBg="1" autoUpdateAnimBg="0"/>
      <p:bldP spid="47822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6081CF8-4D1F-4A34-B341-349DF82D946E}" type="slidenum">
              <a:rPr lang="zh-CN" altLang="en-US" b="0" smtClean="0"/>
              <a:pPr/>
              <a:t>10</a:t>
            </a:fld>
            <a:endParaRPr lang="en-US" altLang="zh-CN" b="0" smtClean="0"/>
          </a:p>
        </p:txBody>
      </p:sp>
      <p:sp>
        <p:nvSpPr>
          <p:cNvPr id="1229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D5B3100B-5D5D-4C04-9087-D6EBA12B3810}" type="datetime1">
              <a:rPr lang="zh-CN" altLang="en-US" sz="1800" b="0" smtClean="0"/>
              <a:pPr/>
              <a:t>2024/9/23</a:t>
            </a:fld>
            <a:endParaRPr lang="en-US" altLang="zh-CN" sz="1800" b="0" smtClean="0"/>
          </a:p>
        </p:txBody>
      </p:sp>
      <p:sp>
        <p:nvSpPr>
          <p:cNvPr id="479234" name="Rectangle 2"/>
          <p:cNvSpPr>
            <a:spLocks noGrp="1" noChangeArrowheads="1"/>
          </p:cNvSpPr>
          <p:nvPr>
            <p:ph type="title"/>
          </p:nvPr>
        </p:nvSpPr>
        <p:spPr/>
        <p:txBody>
          <a:bodyPr/>
          <a:lstStyle/>
          <a:p>
            <a:pPr>
              <a:defRPr/>
            </a:pPr>
            <a:r>
              <a:rPr lang="zh-CN" altLang="en-US" smtClean="0"/>
              <a:t>消元法综述</a:t>
            </a:r>
          </a:p>
        </p:txBody>
      </p:sp>
      <p:graphicFrame>
        <p:nvGraphicFramePr>
          <p:cNvPr id="12293" name="Object 3"/>
          <p:cNvGraphicFramePr>
            <a:graphicFrameLocks noChangeAspect="1"/>
          </p:cNvGraphicFramePr>
          <p:nvPr/>
        </p:nvGraphicFramePr>
        <p:xfrm>
          <a:off x="685800" y="1447800"/>
          <a:ext cx="1363663" cy="1597025"/>
        </p:xfrm>
        <a:graphic>
          <a:graphicData uri="http://schemas.openxmlformats.org/presentationml/2006/ole">
            <mc:AlternateContent xmlns:mc="http://schemas.openxmlformats.org/markup-compatibility/2006">
              <mc:Choice xmlns:v="urn:schemas-microsoft-com:vml" Requires="v">
                <p:oleObj spid="_x0000_s12353" name="Equation" r:id="rId4" imgW="609600" imgH="685800" progId="Equation.3">
                  <p:embed/>
                </p:oleObj>
              </mc:Choice>
              <mc:Fallback>
                <p:oleObj name="Equation" r:id="rId4" imgW="609600" imgH="685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1447800"/>
                        <a:ext cx="1363663" cy="159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4" name="Object 4"/>
          <p:cNvGraphicFramePr>
            <a:graphicFrameLocks noChangeAspect="1"/>
          </p:cNvGraphicFramePr>
          <p:nvPr/>
        </p:nvGraphicFramePr>
        <p:xfrm>
          <a:off x="2667000" y="1905000"/>
          <a:ext cx="1392238" cy="1035050"/>
        </p:xfrm>
        <a:graphic>
          <a:graphicData uri="http://schemas.openxmlformats.org/presentationml/2006/ole">
            <mc:AlternateContent xmlns:mc="http://schemas.openxmlformats.org/markup-compatibility/2006">
              <mc:Choice xmlns:v="urn:schemas-microsoft-com:vml" Requires="v">
                <p:oleObj spid="_x0000_s12354" name="Equation" r:id="rId6" imgW="622030" imgH="444307" progId="Equation.3">
                  <p:embed/>
                </p:oleObj>
              </mc:Choice>
              <mc:Fallback>
                <p:oleObj name="Equation" r:id="rId6" imgW="622030" imgH="444307"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7000" y="1905000"/>
                        <a:ext cx="1392238"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5" name="Object 5"/>
          <p:cNvGraphicFramePr>
            <a:graphicFrameLocks noChangeAspect="1"/>
          </p:cNvGraphicFramePr>
          <p:nvPr/>
        </p:nvGraphicFramePr>
        <p:xfrm>
          <a:off x="5715000" y="1981200"/>
          <a:ext cx="1392238" cy="1035050"/>
        </p:xfrm>
        <a:graphic>
          <a:graphicData uri="http://schemas.openxmlformats.org/presentationml/2006/ole">
            <mc:AlternateContent xmlns:mc="http://schemas.openxmlformats.org/markup-compatibility/2006">
              <mc:Choice xmlns:v="urn:schemas-microsoft-com:vml" Requires="v">
                <p:oleObj spid="_x0000_s12355" name="Equation" r:id="rId8" imgW="622030" imgH="444307" progId="Equation.3">
                  <p:embed/>
                </p:oleObj>
              </mc:Choice>
              <mc:Fallback>
                <p:oleObj name="Equation" r:id="rId8" imgW="622030" imgH="444307" progId="Equation.3">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5000" y="1981200"/>
                        <a:ext cx="1392238"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6" name="Object 6"/>
          <p:cNvGraphicFramePr>
            <a:graphicFrameLocks noChangeAspect="1"/>
          </p:cNvGraphicFramePr>
          <p:nvPr/>
        </p:nvGraphicFramePr>
        <p:xfrm>
          <a:off x="533400" y="3276600"/>
          <a:ext cx="1306513" cy="1035050"/>
        </p:xfrm>
        <a:graphic>
          <a:graphicData uri="http://schemas.openxmlformats.org/presentationml/2006/ole">
            <mc:AlternateContent xmlns:mc="http://schemas.openxmlformats.org/markup-compatibility/2006">
              <mc:Choice xmlns:v="urn:schemas-microsoft-com:vml" Requires="v">
                <p:oleObj spid="_x0000_s12356" name="Equation" r:id="rId10" imgW="583947" imgH="444307" progId="Equation.3">
                  <p:embed/>
                </p:oleObj>
              </mc:Choice>
              <mc:Fallback>
                <p:oleObj name="Equation" r:id="rId10" imgW="583947" imgH="444307" progId="Equation.3">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33400" y="3276600"/>
                        <a:ext cx="1306513"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7" name="Object 7"/>
          <p:cNvGraphicFramePr>
            <a:graphicFrameLocks noChangeAspect="1"/>
          </p:cNvGraphicFramePr>
          <p:nvPr/>
        </p:nvGraphicFramePr>
        <p:xfrm>
          <a:off x="609600" y="4572000"/>
          <a:ext cx="1306513" cy="1035050"/>
        </p:xfrm>
        <a:graphic>
          <a:graphicData uri="http://schemas.openxmlformats.org/presentationml/2006/ole">
            <mc:AlternateContent xmlns:mc="http://schemas.openxmlformats.org/markup-compatibility/2006">
              <mc:Choice xmlns:v="urn:schemas-microsoft-com:vml" Requires="v">
                <p:oleObj spid="_x0000_s12357" name="Equation" r:id="rId12" imgW="583947" imgH="444307" progId="Equation.3">
                  <p:embed/>
                </p:oleObj>
              </mc:Choice>
              <mc:Fallback>
                <p:oleObj name="Equation" r:id="rId12" imgW="583947" imgH="444307" progId="Equation.3">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09600" y="4572000"/>
                        <a:ext cx="1306513"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8" name="Object 8"/>
          <p:cNvGraphicFramePr>
            <a:graphicFrameLocks noChangeAspect="1"/>
          </p:cNvGraphicFramePr>
          <p:nvPr/>
        </p:nvGraphicFramePr>
        <p:xfrm>
          <a:off x="2667000" y="2990850"/>
          <a:ext cx="2500313" cy="1597025"/>
        </p:xfrm>
        <a:graphic>
          <a:graphicData uri="http://schemas.openxmlformats.org/presentationml/2006/ole">
            <mc:AlternateContent xmlns:mc="http://schemas.openxmlformats.org/markup-compatibility/2006">
              <mc:Choice xmlns:v="urn:schemas-microsoft-com:vml" Requires="v">
                <p:oleObj spid="_x0000_s12358" name="Equation" r:id="rId14" imgW="1117600" imgH="685800" progId="Equation.3">
                  <p:embed/>
                </p:oleObj>
              </mc:Choice>
              <mc:Fallback>
                <p:oleObj name="Equation" r:id="rId14" imgW="1117600" imgH="685800" progId="Equation.3">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667000" y="2990850"/>
                        <a:ext cx="2500313" cy="159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299" name="Object 9"/>
          <p:cNvGraphicFramePr>
            <a:graphicFrameLocks noChangeAspect="1"/>
          </p:cNvGraphicFramePr>
          <p:nvPr/>
        </p:nvGraphicFramePr>
        <p:xfrm>
          <a:off x="5729288" y="3232150"/>
          <a:ext cx="2500312" cy="1035050"/>
        </p:xfrm>
        <a:graphic>
          <a:graphicData uri="http://schemas.openxmlformats.org/presentationml/2006/ole">
            <mc:AlternateContent xmlns:mc="http://schemas.openxmlformats.org/markup-compatibility/2006">
              <mc:Choice xmlns:v="urn:schemas-microsoft-com:vml" Requires="v">
                <p:oleObj spid="_x0000_s12359" name="Equation" r:id="rId16" imgW="1117115" imgH="444307" progId="Equation.3">
                  <p:embed/>
                </p:oleObj>
              </mc:Choice>
              <mc:Fallback>
                <p:oleObj name="Equation" r:id="rId16" imgW="1117115" imgH="444307" progId="Equation.3">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729288" y="3232150"/>
                        <a:ext cx="2500312"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00" name="Object 10"/>
          <p:cNvGraphicFramePr>
            <a:graphicFrameLocks noChangeAspect="1"/>
          </p:cNvGraphicFramePr>
          <p:nvPr/>
        </p:nvGraphicFramePr>
        <p:xfrm>
          <a:off x="2667000" y="4527550"/>
          <a:ext cx="2443163" cy="1035050"/>
        </p:xfrm>
        <a:graphic>
          <a:graphicData uri="http://schemas.openxmlformats.org/presentationml/2006/ole">
            <mc:AlternateContent xmlns:mc="http://schemas.openxmlformats.org/markup-compatibility/2006">
              <mc:Choice xmlns:v="urn:schemas-microsoft-com:vml" Requires="v">
                <p:oleObj spid="_x0000_s12360" name="Equation" r:id="rId18" imgW="1091726" imgH="444307" progId="Equation.3">
                  <p:embed/>
                </p:oleObj>
              </mc:Choice>
              <mc:Fallback>
                <p:oleObj name="Equation" r:id="rId18" imgW="1091726" imgH="444307" progId="Equation.3">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667000" y="4527550"/>
                        <a:ext cx="2443163" cy="1035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301" name="Object 11"/>
          <p:cNvGraphicFramePr>
            <a:graphicFrameLocks noChangeAspect="1"/>
          </p:cNvGraphicFramePr>
          <p:nvPr/>
        </p:nvGraphicFramePr>
        <p:xfrm>
          <a:off x="5280025" y="4498975"/>
          <a:ext cx="3635375" cy="1597025"/>
        </p:xfrm>
        <a:graphic>
          <a:graphicData uri="http://schemas.openxmlformats.org/presentationml/2006/ole">
            <mc:AlternateContent xmlns:mc="http://schemas.openxmlformats.org/markup-compatibility/2006">
              <mc:Choice xmlns:v="urn:schemas-microsoft-com:vml" Requires="v">
                <p:oleObj spid="_x0000_s12361" name="Equation" r:id="rId20" imgW="1625600" imgH="685800" progId="Equation.3">
                  <p:embed/>
                </p:oleObj>
              </mc:Choice>
              <mc:Fallback>
                <p:oleObj name="Equation" r:id="rId20" imgW="1625600" imgH="685800" progId="Equation.3">
                  <p:embed/>
                  <p:pic>
                    <p:nvPicPr>
                      <p:cNvPr id="0"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280025" y="4498975"/>
                        <a:ext cx="3635375" cy="1597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9244" name="Group 12"/>
          <p:cNvGraphicFramePr>
            <a:graphicFrameLocks noGrp="1"/>
          </p:cNvGraphicFramePr>
          <p:nvPr/>
        </p:nvGraphicFramePr>
        <p:xfrm>
          <a:off x="304800" y="1524000"/>
          <a:ext cx="8534400" cy="4572000"/>
        </p:xfrm>
        <a:graphic>
          <a:graphicData uri="http://schemas.openxmlformats.org/drawingml/2006/table">
            <a:tbl>
              <a:tblPr/>
              <a:tblGrid>
                <a:gridCol w="2133600"/>
                <a:gridCol w="2819400"/>
                <a:gridCol w="3581400"/>
              </a:tblGrid>
              <a:tr h="1524000">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24000">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524000">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lgn="l" defTabSz="814388">
                        <a:lnSpc>
                          <a:spcPct val="90000"/>
                        </a:lnSpc>
                        <a:spcBef>
                          <a:spcPct val="35000"/>
                        </a:spcBef>
                        <a:buClr>
                          <a:srgbClr val="27305F"/>
                        </a:buClr>
                        <a:buSzPct val="60000"/>
                        <a:buFont typeface="Wingdings" pitchFamily="2" charset="2"/>
                        <a:defRPr sz="2400" b="1">
                          <a:solidFill>
                            <a:schemeClr val="tx1"/>
                          </a:solidFill>
                          <a:latin typeface="Times New Roman" pitchFamily="18" charset="0"/>
                          <a:ea typeface="黑体" pitchFamily="2" charset="-122"/>
                        </a:defRPr>
                      </a:lvl1pPr>
                      <a:lvl2pPr marL="387350" algn="l" defTabSz="814388">
                        <a:lnSpc>
                          <a:spcPct val="90000"/>
                        </a:lnSpc>
                        <a:spcBef>
                          <a:spcPct val="35000"/>
                        </a:spcBef>
                        <a:buClr>
                          <a:srgbClr val="27305F"/>
                        </a:buClr>
                        <a:defRPr sz="2400" b="1">
                          <a:solidFill>
                            <a:schemeClr val="tx1"/>
                          </a:solidFill>
                          <a:latin typeface="Times New Roman" pitchFamily="18" charset="0"/>
                          <a:ea typeface="黑体" pitchFamily="2" charset="-122"/>
                        </a:defRPr>
                      </a:lvl2pPr>
                      <a:lvl3pPr marL="777875" algn="l" defTabSz="814388">
                        <a:lnSpc>
                          <a:spcPct val="90000"/>
                        </a:lnSpc>
                        <a:spcBef>
                          <a:spcPct val="35000"/>
                        </a:spcBef>
                        <a:buClr>
                          <a:srgbClr val="27305F"/>
                        </a:buClr>
                        <a:defRPr sz="2000" b="1">
                          <a:solidFill>
                            <a:schemeClr val="tx1"/>
                          </a:solidFill>
                          <a:latin typeface="Times New Roman" pitchFamily="18" charset="0"/>
                          <a:ea typeface="黑体" pitchFamily="2" charset="-122"/>
                        </a:defRPr>
                      </a:lvl3pPr>
                      <a:lvl4pPr marL="1155700"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4pPr>
                      <a:lvl5pPr marL="1544638" algn="l" defTabSz="814388">
                        <a:lnSpc>
                          <a:spcPct val="90000"/>
                        </a:lnSpc>
                        <a:spcBef>
                          <a:spcPct val="35000"/>
                        </a:spcBef>
                        <a:buClr>
                          <a:srgbClr val="27305F"/>
                        </a:buClr>
                        <a:defRPr sz="2000" b="1">
                          <a:solidFill>
                            <a:schemeClr val="tx1"/>
                          </a:solidFill>
                          <a:latin typeface="Times New Roman" pitchFamily="18" charset="0"/>
                          <a:ea typeface="宋体" pitchFamily="2" charset="-122"/>
                        </a:defRPr>
                      </a:lvl5pPr>
                      <a:lvl6pPr marL="20018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6pPr>
                      <a:lvl7pPr marL="24590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7pPr>
                      <a:lvl8pPr marL="29162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8pPr>
                      <a:lvl9pPr marL="3373438" defTabSz="814388" eaLnBrk="0" fontAlgn="base" hangingPunct="0">
                        <a:lnSpc>
                          <a:spcPct val="90000"/>
                        </a:lnSpc>
                        <a:spcBef>
                          <a:spcPct val="35000"/>
                        </a:spcBef>
                        <a:spcAft>
                          <a:spcPct val="0"/>
                        </a:spcAft>
                        <a:buClr>
                          <a:srgbClr val="27305F"/>
                        </a:buClr>
                        <a:defRPr sz="2000" b="1">
                          <a:solidFill>
                            <a:schemeClr val="tx1"/>
                          </a:solidFill>
                          <a:latin typeface="Times New Roman" pitchFamily="18" charset="0"/>
                          <a:ea typeface="宋体" pitchFamily="2" charset="-122"/>
                        </a:defRPr>
                      </a:lvl9pPr>
                    </a:lstStyle>
                    <a:p>
                      <a:pPr marL="0" marR="0" lvl="0" indent="0" algn="l" defTabSz="814388" rtl="0" eaLnBrk="0" fontAlgn="base" latinLnBrk="0" hangingPunct="0">
                        <a:lnSpc>
                          <a:spcPct val="90000"/>
                        </a:lnSpc>
                        <a:spcBef>
                          <a:spcPct val="35000"/>
                        </a:spcBef>
                        <a:spcAft>
                          <a:spcPct val="0"/>
                        </a:spcAft>
                        <a:buClr>
                          <a:srgbClr val="27305F"/>
                        </a:buClr>
                        <a:buSzPct val="60000"/>
                        <a:buFont typeface="Wingdings" pitchFamily="2" charset="2"/>
                        <a:buNone/>
                        <a:tabLst/>
                      </a:pPr>
                      <a:endParaRPr kumimoji="0" lang="zh-CN" altLang="en-US" sz="2400" b="1" i="0" u="none" strike="noStrike" cap="none" normalizeH="0" baseline="0" smtClean="0">
                        <a:ln>
                          <a:noFill/>
                        </a:ln>
                        <a:solidFill>
                          <a:schemeClr val="tx1"/>
                        </a:solidFill>
                        <a:effectLst/>
                        <a:latin typeface="Times New Roman" pitchFamily="18" charset="0"/>
                        <a:ea typeface="黑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479262" name="AutoShape 30"/>
          <p:cNvSpPr>
            <a:spLocks noChangeArrowheads="1"/>
          </p:cNvSpPr>
          <p:nvPr/>
        </p:nvSpPr>
        <p:spPr bwMode="auto">
          <a:xfrm>
            <a:off x="1406525" y="1905000"/>
            <a:ext cx="7204075" cy="914400"/>
          </a:xfrm>
          <a:prstGeom prst="rightArrow">
            <a:avLst>
              <a:gd name="adj1" fmla="val 50000"/>
              <a:gd name="adj2" fmla="val 122335"/>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63" name="AutoShape 31"/>
          <p:cNvSpPr>
            <a:spLocks noChangeArrowheads="1"/>
          </p:cNvSpPr>
          <p:nvPr/>
        </p:nvSpPr>
        <p:spPr bwMode="auto">
          <a:xfrm>
            <a:off x="1123950" y="3352800"/>
            <a:ext cx="985838" cy="2743200"/>
          </a:xfrm>
          <a:prstGeom prst="downArrow">
            <a:avLst>
              <a:gd name="adj1" fmla="val 50000"/>
              <a:gd name="adj2" fmla="val 69565"/>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64" name="AutoShape 32"/>
          <p:cNvSpPr>
            <a:spLocks noChangeArrowheads="1"/>
          </p:cNvSpPr>
          <p:nvPr/>
        </p:nvSpPr>
        <p:spPr bwMode="auto">
          <a:xfrm>
            <a:off x="2952750" y="3276600"/>
            <a:ext cx="5657850" cy="914400"/>
          </a:xfrm>
          <a:prstGeom prst="rightArrow">
            <a:avLst>
              <a:gd name="adj1" fmla="val 45833"/>
              <a:gd name="adj2" fmla="val 123320"/>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65" name="AutoShape 33"/>
          <p:cNvSpPr>
            <a:spLocks noChangeArrowheads="1"/>
          </p:cNvSpPr>
          <p:nvPr/>
        </p:nvSpPr>
        <p:spPr bwMode="auto">
          <a:xfrm>
            <a:off x="2819400" y="4724400"/>
            <a:ext cx="984250" cy="1295400"/>
          </a:xfrm>
          <a:prstGeom prst="downArrow">
            <a:avLst>
              <a:gd name="adj1" fmla="val 50000"/>
              <a:gd name="adj2" fmla="val 56130"/>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66" name="AutoShape 34"/>
          <p:cNvSpPr>
            <a:spLocks noChangeArrowheads="1"/>
          </p:cNvSpPr>
          <p:nvPr/>
        </p:nvSpPr>
        <p:spPr bwMode="auto">
          <a:xfrm>
            <a:off x="5416550" y="4724400"/>
            <a:ext cx="3117850" cy="914400"/>
          </a:xfrm>
          <a:prstGeom prst="rightArrow">
            <a:avLst>
              <a:gd name="adj1" fmla="val 45833"/>
              <a:gd name="adj2" fmla="val 102639"/>
            </a:avLst>
          </a:prstGeom>
          <a:noFill/>
          <a:ln w="50800">
            <a:solidFill>
              <a:srgbClr val="FF33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9267" name="Rectangle 35"/>
          <p:cNvSpPr>
            <a:spLocks noChangeArrowheads="1"/>
          </p:cNvSpPr>
          <p:nvPr/>
        </p:nvSpPr>
        <p:spPr bwMode="auto">
          <a:xfrm>
            <a:off x="1535113" y="6245225"/>
            <a:ext cx="7227887"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Char char="n"/>
            </a:pPr>
            <a:r>
              <a:rPr lang="zh-CN" altLang="en-US" sz="2800">
                <a:latin typeface="Times New Roman" pitchFamily="18" charset="0"/>
                <a:ea typeface="黑体" pitchFamily="2" charset="-122"/>
              </a:rPr>
              <a:t>以上的计算过程称为</a:t>
            </a:r>
            <a:r>
              <a:rPr lang="zh-CN" altLang="en-US" sz="2800" u="sng">
                <a:solidFill>
                  <a:srgbClr val="FF3300"/>
                </a:solidFill>
                <a:latin typeface="Times New Roman" pitchFamily="18" charset="0"/>
                <a:ea typeface="黑体" pitchFamily="2" charset="-122"/>
              </a:rPr>
              <a:t>消元过程</a:t>
            </a:r>
            <a:r>
              <a:rPr lang="zh-CN" altLang="en-US" sz="2800">
                <a:latin typeface="Times New Roman" pitchFamily="18" charset="0"/>
                <a:ea typeface="黑体" pitchFamily="2"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479267">
                                            <p:txEl>
                                              <p:pRg st="0" end="0"/>
                                            </p:txEl>
                                          </p:spTgt>
                                        </p:tgtEl>
                                        <p:attrNameLst>
                                          <p:attrName>style.visibility</p:attrName>
                                        </p:attrNameLst>
                                      </p:cBhvr>
                                      <p:to>
                                        <p:strVal val="visible"/>
                                      </p:to>
                                    </p:set>
                                    <p:animEffect transition="in" filter="wipe(up)">
                                      <p:cBhvr>
                                        <p:cTn id="7" dur="75"/>
                                        <p:tgtEl>
                                          <p:spTgt spid="479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8" fill="hold" grpId="0" nodeType="clickEffect">
                                  <p:stCondLst>
                                    <p:cond delay="0"/>
                                  </p:stCondLst>
                                  <p:childTnLst>
                                    <p:set>
                                      <p:cBhvr>
                                        <p:cTn id="11" dur="1" fill="hold">
                                          <p:stCondLst>
                                            <p:cond delay="0"/>
                                          </p:stCondLst>
                                        </p:cTn>
                                        <p:tgtEl>
                                          <p:spTgt spid="479262"/>
                                        </p:tgtEl>
                                        <p:attrNameLst>
                                          <p:attrName>style.visibility</p:attrName>
                                        </p:attrNameLst>
                                      </p:cBhvr>
                                      <p:to>
                                        <p:strVal val="visible"/>
                                      </p:to>
                                    </p:set>
                                    <p:anim calcmode="lin" valueType="num">
                                      <p:cBhvr>
                                        <p:cTn id="12" dur="500" fill="hold"/>
                                        <p:tgtEl>
                                          <p:spTgt spid="479262"/>
                                        </p:tgtEl>
                                        <p:attrNameLst>
                                          <p:attrName>ppt_x</p:attrName>
                                        </p:attrNameLst>
                                      </p:cBhvr>
                                      <p:tavLst>
                                        <p:tav tm="0">
                                          <p:val>
                                            <p:strVal val="#ppt_x-#ppt_w/2"/>
                                          </p:val>
                                        </p:tav>
                                        <p:tav tm="100000">
                                          <p:val>
                                            <p:strVal val="#ppt_x"/>
                                          </p:val>
                                        </p:tav>
                                      </p:tavLst>
                                    </p:anim>
                                    <p:anim calcmode="lin" valueType="num">
                                      <p:cBhvr>
                                        <p:cTn id="13" dur="500" fill="hold"/>
                                        <p:tgtEl>
                                          <p:spTgt spid="479262"/>
                                        </p:tgtEl>
                                        <p:attrNameLst>
                                          <p:attrName>ppt_y</p:attrName>
                                        </p:attrNameLst>
                                      </p:cBhvr>
                                      <p:tavLst>
                                        <p:tav tm="0">
                                          <p:val>
                                            <p:strVal val="#ppt_y"/>
                                          </p:val>
                                        </p:tav>
                                        <p:tav tm="100000">
                                          <p:val>
                                            <p:strVal val="#ppt_y"/>
                                          </p:val>
                                        </p:tav>
                                      </p:tavLst>
                                    </p:anim>
                                    <p:anim calcmode="lin" valueType="num">
                                      <p:cBhvr>
                                        <p:cTn id="14" dur="500" fill="hold"/>
                                        <p:tgtEl>
                                          <p:spTgt spid="479262"/>
                                        </p:tgtEl>
                                        <p:attrNameLst>
                                          <p:attrName>ppt_w</p:attrName>
                                        </p:attrNameLst>
                                      </p:cBhvr>
                                      <p:tavLst>
                                        <p:tav tm="0">
                                          <p:val>
                                            <p:fltVal val="0"/>
                                          </p:val>
                                        </p:tav>
                                        <p:tav tm="100000">
                                          <p:val>
                                            <p:strVal val="#ppt_w"/>
                                          </p:val>
                                        </p:tav>
                                      </p:tavLst>
                                    </p:anim>
                                    <p:anim calcmode="lin" valueType="num">
                                      <p:cBhvr>
                                        <p:cTn id="15" dur="500" fill="hold"/>
                                        <p:tgtEl>
                                          <p:spTgt spid="479262"/>
                                        </p:tgtEl>
                                        <p:attrNameLst>
                                          <p:attrName>ppt_h</p:attrName>
                                        </p:attrNameLst>
                                      </p:cBhvr>
                                      <p:tavLst>
                                        <p:tav tm="0">
                                          <p:val>
                                            <p:strVal val="#ppt_h"/>
                                          </p:val>
                                        </p:tav>
                                        <p:tav tm="100000">
                                          <p:val>
                                            <p:strVal val="#ppt_h"/>
                                          </p:val>
                                        </p:tav>
                                      </p:tavLst>
                                    </p:anim>
                                  </p:childTnLst>
                                </p:cTn>
                              </p:par>
                            </p:childTnLst>
                          </p:cTn>
                        </p:par>
                        <p:par>
                          <p:cTn id="16" fill="hold" nodeType="afterGroup">
                            <p:stCondLst>
                              <p:cond delay="500"/>
                            </p:stCondLst>
                            <p:childTnLst>
                              <p:par>
                                <p:cTn id="17" presetID="17" presetClass="entr" presetSubtype="1" fill="hold" grpId="0" nodeType="afterEffect">
                                  <p:stCondLst>
                                    <p:cond delay="2000"/>
                                  </p:stCondLst>
                                  <p:childTnLst>
                                    <p:set>
                                      <p:cBhvr>
                                        <p:cTn id="18" dur="1" fill="hold">
                                          <p:stCondLst>
                                            <p:cond delay="0"/>
                                          </p:stCondLst>
                                        </p:cTn>
                                        <p:tgtEl>
                                          <p:spTgt spid="479263"/>
                                        </p:tgtEl>
                                        <p:attrNameLst>
                                          <p:attrName>style.visibility</p:attrName>
                                        </p:attrNameLst>
                                      </p:cBhvr>
                                      <p:to>
                                        <p:strVal val="visible"/>
                                      </p:to>
                                    </p:set>
                                    <p:anim calcmode="lin" valueType="num">
                                      <p:cBhvr>
                                        <p:cTn id="19" dur="500" fill="hold"/>
                                        <p:tgtEl>
                                          <p:spTgt spid="479263"/>
                                        </p:tgtEl>
                                        <p:attrNameLst>
                                          <p:attrName>ppt_x</p:attrName>
                                        </p:attrNameLst>
                                      </p:cBhvr>
                                      <p:tavLst>
                                        <p:tav tm="0">
                                          <p:val>
                                            <p:strVal val="#ppt_x"/>
                                          </p:val>
                                        </p:tav>
                                        <p:tav tm="100000">
                                          <p:val>
                                            <p:strVal val="#ppt_x"/>
                                          </p:val>
                                        </p:tav>
                                      </p:tavLst>
                                    </p:anim>
                                    <p:anim calcmode="lin" valueType="num">
                                      <p:cBhvr>
                                        <p:cTn id="20" dur="500" fill="hold"/>
                                        <p:tgtEl>
                                          <p:spTgt spid="479263"/>
                                        </p:tgtEl>
                                        <p:attrNameLst>
                                          <p:attrName>ppt_y</p:attrName>
                                        </p:attrNameLst>
                                      </p:cBhvr>
                                      <p:tavLst>
                                        <p:tav tm="0">
                                          <p:val>
                                            <p:strVal val="#ppt_y-#ppt_h/2"/>
                                          </p:val>
                                        </p:tav>
                                        <p:tav tm="100000">
                                          <p:val>
                                            <p:strVal val="#ppt_y"/>
                                          </p:val>
                                        </p:tav>
                                      </p:tavLst>
                                    </p:anim>
                                    <p:anim calcmode="lin" valueType="num">
                                      <p:cBhvr>
                                        <p:cTn id="21" dur="500" fill="hold"/>
                                        <p:tgtEl>
                                          <p:spTgt spid="479263"/>
                                        </p:tgtEl>
                                        <p:attrNameLst>
                                          <p:attrName>ppt_w</p:attrName>
                                        </p:attrNameLst>
                                      </p:cBhvr>
                                      <p:tavLst>
                                        <p:tav tm="0">
                                          <p:val>
                                            <p:strVal val="#ppt_w"/>
                                          </p:val>
                                        </p:tav>
                                        <p:tav tm="100000">
                                          <p:val>
                                            <p:strVal val="#ppt_w"/>
                                          </p:val>
                                        </p:tav>
                                      </p:tavLst>
                                    </p:anim>
                                    <p:anim calcmode="lin" valueType="num">
                                      <p:cBhvr>
                                        <p:cTn id="22" dur="500" fill="hold"/>
                                        <p:tgtEl>
                                          <p:spTgt spid="479263"/>
                                        </p:tgtEl>
                                        <p:attrNameLst>
                                          <p:attrName>ppt_h</p:attrName>
                                        </p:attrNameLst>
                                      </p:cBhvr>
                                      <p:tavLst>
                                        <p:tav tm="0">
                                          <p:val>
                                            <p:fltVal val="0"/>
                                          </p:val>
                                        </p:tav>
                                        <p:tav tm="100000">
                                          <p:val>
                                            <p:strVal val="#ppt_h"/>
                                          </p:val>
                                        </p:tav>
                                      </p:tavLst>
                                    </p:anim>
                                  </p:childTnLst>
                                </p:cTn>
                              </p:par>
                            </p:childTnLst>
                          </p:cTn>
                        </p:par>
                        <p:par>
                          <p:cTn id="23" fill="hold" nodeType="afterGroup">
                            <p:stCondLst>
                              <p:cond delay="3000"/>
                            </p:stCondLst>
                            <p:childTnLst>
                              <p:par>
                                <p:cTn id="24" presetID="17" presetClass="entr" presetSubtype="8" fill="hold" grpId="0" nodeType="afterEffect">
                                  <p:stCondLst>
                                    <p:cond delay="2000"/>
                                  </p:stCondLst>
                                  <p:childTnLst>
                                    <p:set>
                                      <p:cBhvr>
                                        <p:cTn id="25" dur="1" fill="hold">
                                          <p:stCondLst>
                                            <p:cond delay="0"/>
                                          </p:stCondLst>
                                        </p:cTn>
                                        <p:tgtEl>
                                          <p:spTgt spid="479264"/>
                                        </p:tgtEl>
                                        <p:attrNameLst>
                                          <p:attrName>style.visibility</p:attrName>
                                        </p:attrNameLst>
                                      </p:cBhvr>
                                      <p:to>
                                        <p:strVal val="visible"/>
                                      </p:to>
                                    </p:set>
                                    <p:anim calcmode="lin" valueType="num">
                                      <p:cBhvr>
                                        <p:cTn id="26" dur="500" fill="hold"/>
                                        <p:tgtEl>
                                          <p:spTgt spid="479264"/>
                                        </p:tgtEl>
                                        <p:attrNameLst>
                                          <p:attrName>ppt_x</p:attrName>
                                        </p:attrNameLst>
                                      </p:cBhvr>
                                      <p:tavLst>
                                        <p:tav tm="0">
                                          <p:val>
                                            <p:strVal val="#ppt_x-#ppt_w/2"/>
                                          </p:val>
                                        </p:tav>
                                        <p:tav tm="100000">
                                          <p:val>
                                            <p:strVal val="#ppt_x"/>
                                          </p:val>
                                        </p:tav>
                                      </p:tavLst>
                                    </p:anim>
                                    <p:anim calcmode="lin" valueType="num">
                                      <p:cBhvr>
                                        <p:cTn id="27" dur="500" fill="hold"/>
                                        <p:tgtEl>
                                          <p:spTgt spid="479264"/>
                                        </p:tgtEl>
                                        <p:attrNameLst>
                                          <p:attrName>ppt_y</p:attrName>
                                        </p:attrNameLst>
                                      </p:cBhvr>
                                      <p:tavLst>
                                        <p:tav tm="0">
                                          <p:val>
                                            <p:strVal val="#ppt_y"/>
                                          </p:val>
                                        </p:tav>
                                        <p:tav tm="100000">
                                          <p:val>
                                            <p:strVal val="#ppt_y"/>
                                          </p:val>
                                        </p:tav>
                                      </p:tavLst>
                                    </p:anim>
                                    <p:anim calcmode="lin" valueType="num">
                                      <p:cBhvr>
                                        <p:cTn id="28" dur="500" fill="hold"/>
                                        <p:tgtEl>
                                          <p:spTgt spid="479264"/>
                                        </p:tgtEl>
                                        <p:attrNameLst>
                                          <p:attrName>ppt_w</p:attrName>
                                        </p:attrNameLst>
                                      </p:cBhvr>
                                      <p:tavLst>
                                        <p:tav tm="0">
                                          <p:val>
                                            <p:fltVal val="0"/>
                                          </p:val>
                                        </p:tav>
                                        <p:tav tm="100000">
                                          <p:val>
                                            <p:strVal val="#ppt_w"/>
                                          </p:val>
                                        </p:tav>
                                      </p:tavLst>
                                    </p:anim>
                                    <p:anim calcmode="lin" valueType="num">
                                      <p:cBhvr>
                                        <p:cTn id="29" dur="500" fill="hold"/>
                                        <p:tgtEl>
                                          <p:spTgt spid="479264"/>
                                        </p:tgtEl>
                                        <p:attrNameLst>
                                          <p:attrName>ppt_h</p:attrName>
                                        </p:attrNameLst>
                                      </p:cBhvr>
                                      <p:tavLst>
                                        <p:tav tm="0">
                                          <p:val>
                                            <p:strVal val="#ppt_h"/>
                                          </p:val>
                                        </p:tav>
                                        <p:tav tm="100000">
                                          <p:val>
                                            <p:strVal val="#ppt_h"/>
                                          </p:val>
                                        </p:tav>
                                      </p:tavLst>
                                    </p:anim>
                                  </p:childTnLst>
                                </p:cTn>
                              </p:par>
                            </p:childTnLst>
                          </p:cTn>
                        </p:par>
                        <p:par>
                          <p:cTn id="30" fill="hold" nodeType="afterGroup">
                            <p:stCondLst>
                              <p:cond delay="5500"/>
                            </p:stCondLst>
                            <p:childTnLst>
                              <p:par>
                                <p:cTn id="31" presetID="17" presetClass="entr" presetSubtype="1" fill="hold" grpId="0" nodeType="afterEffect">
                                  <p:stCondLst>
                                    <p:cond delay="2000"/>
                                  </p:stCondLst>
                                  <p:childTnLst>
                                    <p:set>
                                      <p:cBhvr>
                                        <p:cTn id="32" dur="1" fill="hold">
                                          <p:stCondLst>
                                            <p:cond delay="0"/>
                                          </p:stCondLst>
                                        </p:cTn>
                                        <p:tgtEl>
                                          <p:spTgt spid="479265"/>
                                        </p:tgtEl>
                                        <p:attrNameLst>
                                          <p:attrName>style.visibility</p:attrName>
                                        </p:attrNameLst>
                                      </p:cBhvr>
                                      <p:to>
                                        <p:strVal val="visible"/>
                                      </p:to>
                                    </p:set>
                                    <p:anim calcmode="lin" valueType="num">
                                      <p:cBhvr>
                                        <p:cTn id="33" dur="500" fill="hold"/>
                                        <p:tgtEl>
                                          <p:spTgt spid="479265"/>
                                        </p:tgtEl>
                                        <p:attrNameLst>
                                          <p:attrName>ppt_x</p:attrName>
                                        </p:attrNameLst>
                                      </p:cBhvr>
                                      <p:tavLst>
                                        <p:tav tm="0">
                                          <p:val>
                                            <p:strVal val="#ppt_x"/>
                                          </p:val>
                                        </p:tav>
                                        <p:tav tm="100000">
                                          <p:val>
                                            <p:strVal val="#ppt_x"/>
                                          </p:val>
                                        </p:tav>
                                      </p:tavLst>
                                    </p:anim>
                                    <p:anim calcmode="lin" valueType="num">
                                      <p:cBhvr>
                                        <p:cTn id="34" dur="500" fill="hold"/>
                                        <p:tgtEl>
                                          <p:spTgt spid="479265"/>
                                        </p:tgtEl>
                                        <p:attrNameLst>
                                          <p:attrName>ppt_y</p:attrName>
                                        </p:attrNameLst>
                                      </p:cBhvr>
                                      <p:tavLst>
                                        <p:tav tm="0">
                                          <p:val>
                                            <p:strVal val="#ppt_y-#ppt_h/2"/>
                                          </p:val>
                                        </p:tav>
                                        <p:tav tm="100000">
                                          <p:val>
                                            <p:strVal val="#ppt_y"/>
                                          </p:val>
                                        </p:tav>
                                      </p:tavLst>
                                    </p:anim>
                                    <p:anim calcmode="lin" valueType="num">
                                      <p:cBhvr>
                                        <p:cTn id="35" dur="500" fill="hold"/>
                                        <p:tgtEl>
                                          <p:spTgt spid="479265"/>
                                        </p:tgtEl>
                                        <p:attrNameLst>
                                          <p:attrName>ppt_w</p:attrName>
                                        </p:attrNameLst>
                                      </p:cBhvr>
                                      <p:tavLst>
                                        <p:tav tm="0">
                                          <p:val>
                                            <p:strVal val="#ppt_w"/>
                                          </p:val>
                                        </p:tav>
                                        <p:tav tm="100000">
                                          <p:val>
                                            <p:strVal val="#ppt_w"/>
                                          </p:val>
                                        </p:tav>
                                      </p:tavLst>
                                    </p:anim>
                                    <p:anim calcmode="lin" valueType="num">
                                      <p:cBhvr>
                                        <p:cTn id="36" dur="500" fill="hold"/>
                                        <p:tgtEl>
                                          <p:spTgt spid="479265"/>
                                        </p:tgtEl>
                                        <p:attrNameLst>
                                          <p:attrName>ppt_h</p:attrName>
                                        </p:attrNameLst>
                                      </p:cBhvr>
                                      <p:tavLst>
                                        <p:tav tm="0">
                                          <p:val>
                                            <p:fltVal val="0"/>
                                          </p:val>
                                        </p:tav>
                                        <p:tav tm="100000">
                                          <p:val>
                                            <p:strVal val="#ppt_h"/>
                                          </p:val>
                                        </p:tav>
                                      </p:tavLst>
                                    </p:anim>
                                  </p:childTnLst>
                                </p:cTn>
                              </p:par>
                            </p:childTnLst>
                          </p:cTn>
                        </p:par>
                        <p:par>
                          <p:cTn id="37" fill="hold" nodeType="afterGroup">
                            <p:stCondLst>
                              <p:cond delay="8000"/>
                            </p:stCondLst>
                            <p:childTnLst>
                              <p:par>
                                <p:cTn id="38" presetID="17" presetClass="entr" presetSubtype="8" fill="hold" grpId="0" nodeType="afterEffect">
                                  <p:stCondLst>
                                    <p:cond delay="2000"/>
                                  </p:stCondLst>
                                  <p:childTnLst>
                                    <p:set>
                                      <p:cBhvr>
                                        <p:cTn id="39" dur="1" fill="hold">
                                          <p:stCondLst>
                                            <p:cond delay="0"/>
                                          </p:stCondLst>
                                        </p:cTn>
                                        <p:tgtEl>
                                          <p:spTgt spid="479266"/>
                                        </p:tgtEl>
                                        <p:attrNameLst>
                                          <p:attrName>style.visibility</p:attrName>
                                        </p:attrNameLst>
                                      </p:cBhvr>
                                      <p:to>
                                        <p:strVal val="visible"/>
                                      </p:to>
                                    </p:set>
                                    <p:anim calcmode="lin" valueType="num">
                                      <p:cBhvr>
                                        <p:cTn id="40" dur="500" fill="hold"/>
                                        <p:tgtEl>
                                          <p:spTgt spid="479266"/>
                                        </p:tgtEl>
                                        <p:attrNameLst>
                                          <p:attrName>ppt_x</p:attrName>
                                        </p:attrNameLst>
                                      </p:cBhvr>
                                      <p:tavLst>
                                        <p:tav tm="0">
                                          <p:val>
                                            <p:strVal val="#ppt_x-#ppt_w/2"/>
                                          </p:val>
                                        </p:tav>
                                        <p:tav tm="100000">
                                          <p:val>
                                            <p:strVal val="#ppt_x"/>
                                          </p:val>
                                        </p:tav>
                                      </p:tavLst>
                                    </p:anim>
                                    <p:anim calcmode="lin" valueType="num">
                                      <p:cBhvr>
                                        <p:cTn id="41" dur="500" fill="hold"/>
                                        <p:tgtEl>
                                          <p:spTgt spid="479266"/>
                                        </p:tgtEl>
                                        <p:attrNameLst>
                                          <p:attrName>ppt_y</p:attrName>
                                        </p:attrNameLst>
                                      </p:cBhvr>
                                      <p:tavLst>
                                        <p:tav tm="0">
                                          <p:val>
                                            <p:strVal val="#ppt_y"/>
                                          </p:val>
                                        </p:tav>
                                        <p:tav tm="100000">
                                          <p:val>
                                            <p:strVal val="#ppt_y"/>
                                          </p:val>
                                        </p:tav>
                                      </p:tavLst>
                                    </p:anim>
                                    <p:anim calcmode="lin" valueType="num">
                                      <p:cBhvr>
                                        <p:cTn id="42" dur="500" fill="hold"/>
                                        <p:tgtEl>
                                          <p:spTgt spid="479266"/>
                                        </p:tgtEl>
                                        <p:attrNameLst>
                                          <p:attrName>ppt_w</p:attrName>
                                        </p:attrNameLst>
                                      </p:cBhvr>
                                      <p:tavLst>
                                        <p:tav tm="0">
                                          <p:val>
                                            <p:fltVal val="0"/>
                                          </p:val>
                                        </p:tav>
                                        <p:tav tm="100000">
                                          <p:val>
                                            <p:strVal val="#ppt_w"/>
                                          </p:val>
                                        </p:tav>
                                      </p:tavLst>
                                    </p:anim>
                                    <p:anim calcmode="lin" valueType="num">
                                      <p:cBhvr>
                                        <p:cTn id="43" dur="500" fill="hold"/>
                                        <p:tgtEl>
                                          <p:spTgt spid="47926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62" grpId="0" animBg="1"/>
      <p:bldP spid="479263" grpId="0" animBg="1"/>
      <p:bldP spid="479264" grpId="0" animBg="1"/>
      <p:bldP spid="479265" grpId="0" animBg="1"/>
      <p:bldP spid="479266" grpId="0" animBg="1"/>
      <p:bldP spid="47926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431FDC37-820C-434D-978B-4869205AE103}" type="slidenum">
              <a:rPr lang="zh-CN" altLang="en-US" b="0" smtClean="0"/>
              <a:pPr/>
              <a:t>11</a:t>
            </a:fld>
            <a:endParaRPr lang="en-US" altLang="zh-CN" b="0" smtClean="0"/>
          </a:p>
        </p:txBody>
      </p:sp>
      <p:sp>
        <p:nvSpPr>
          <p:cNvPr id="1331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A65177C-90AA-44FA-B586-B081686E3200}" type="datetime1">
              <a:rPr lang="zh-CN" altLang="en-US" sz="1800" b="0" smtClean="0"/>
              <a:pPr/>
              <a:t>2024/9/23</a:t>
            </a:fld>
            <a:endParaRPr lang="en-US" altLang="zh-CN" sz="1800" b="0" smtClean="0"/>
          </a:p>
        </p:txBody>
      </p:sp>
      <p:sp>
        <p:nvSpPr>
          <p:cNvPr id="328706" name="Rectangle 2"/>
          <p:cNvSpPr>
            <a:spLocks noGrp="1" noChangeArrowheads="1"/>
          </p:cNvSpPr>
          <p:nvPr>
            <p:ph type="title"/>
          </p:nvPr>
        </p:nvSpPr>
        <p:spPr/>
        <p:txBody>
          <a:bodyPr/>
          <a:lstStyle/>
          <a:p>
            <a:pPr>
              <a:defRPr/>
            </a:pPr>
            <a:r>
              <a:rPr lang="zh-CN" altLang="en-US" smtClean="0">
                <a:latin typeface="宋体" pitchFamily="2" charset="-122"/>
              </a:rPr>
              <a:t>1.1 方法描述</a:t>
            </a:r>
          </a:p>
        </p:txBody>
      </p:sp>
      <p:sp>
        <p:nvSpPr>
          <p:cNvPr id="13317" name="Rectangle 3"/>
          <p:cNvSpPr>
            <a:spLocks noGrp="1" noChangeArrowheads="1"/>
          </p:cNvSpPr>
          <p:nvPr>
            <p:ph type="body" idx="1"/>
          </p:nvPr>
        </p:nvSpPr>
        <p:spPr>
          <a:xfrm>
            <a:off x="600075" y="1292225"/>
            <a:ext cx="8142288" cy="384175"/>
          </a:xfrm>
        </p:spPr>
        <p:txBody>
          <a:bodyPr/>
          <a:lstStyle/>
          <a:p>
            <a:r>
              <a:rPr lang="zh-CN" altLang="en-US" smtClean="0"/>
              <a:t>消元后得：</a:t>
            </a:r>
          </a:p>
        </p:txBody>
      </p:sp>
      <p:grpSp>
        <p:nvGrpSpPr>
          <p:cNvPr id="328711" name="Group 7"/>
          <p:cNvGrpSpPr>
            <a:grpSpLocks/>
          </p:cNvGrpSpPr>
          <p:nvPr/>
        </p:nvGrpSpPr>
        <p:grpSpPr bwMode="auto">
          <a:xfrm>
            <a:off x="1295400" y="1828800"/>
            <a:ext cx="5867400" cy="1600200"/>
            <a:chOff x="912" y="1296"/>
            <a:chExt cx="3696" cy="1008"/>
          </a:xfrm>
        </p:grpSpPr>
        <p:sp>
          <p:nvSpPr>
            <p:cNvPr id="13321" name="Rectangle 5"/>
            <p:cNvSpPr>
              <a:spLocks noChangeArrowheads="1"/>
            </p:cNvSpPr>
            <p:nvPr/>
          </p:nvSpPr>
          <p:spPr bwMode="auto">
            <a:xfrm>
              <a:off x="1152" y="1296"/>
              <a:ext cx="3456" cy="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u</a:t>
              </a:r>
              <a:r>
                <a:rPr lang="en-US" altLang="zh-CN" sz="2800" baseline="-25000">
                  <a:latin typeface="Times New Roman" pitchFamily="18" charset="0"/>
                </a:rPr>
                <a:t>11</a:t>
              </a: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12</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13</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1</a:t>
              </a:r>
              <a:endParaRPr lang="en-US" altLang="zh-CN" sz="2800">
                <a:latin typeface="Times New Roman" pitchFamily="18" charset="0"/>
              </a:endParaRPr>
            </a:p>
            <a:p>
              <a:pPr marL="258763" indent="-258763" algn="l" defTabSz="814388">
                <a:lnSpc>
                  <a:spcPct val="90000"/>
                </a:lnSpc>
                <a:spcBef>
                  <a:spcPts val="1200"/>
                </a:spcBef>
                <a:buClr>
                  <a:srgbClr val="27305F"/>
                </a:buClr>
                <a:buSzPct val="60000"/>
                <a:buFont typeface="Wingdings" pitchFamily="2" charset="2"/>
                <a:buNone/>
              </a:pP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22</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23</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2                          </a:t>
              </a:r>
              <a:r>
                <a:rPr lang="en-US" altLang="zh-CN" sz="2800">
                  <a:latin typeface="Times New Roman" pitchFamily="18" charset="0"/>
                </a:rPr>
                <a:t>(10)</a:t>
              </a:r>
              <a:r>
                <a:rPr lang="en-US" altLang="zh-CN" sz="2800" i="1">
                  <a:latin typeface="Times New Roman" pitchFamily="18" charset="0"/>
                </a:rPr>
                <a:t> </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u</a:t>
              </a:r>
              <a:r>
                <a:rPr lang="en-US" altLang="zh-CN" sz="2800" baseline="-25000">
                  <a:latin typeface="Times New Roman" pitchFamily="18" charset="0"/>
                </a:rPr>
                <a:t>33</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3</a:t>
              </a:r>
            </a:p>
          </p:txBody>
        </p:sp>
        <p:sp>
          <p:nvSpPr>
            <p:cNvPr id="13322" name="AutoShape 6"/>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28712" name="Rectangle 8"/>
          <p:cNvSpPr>
            <a:spLocks noChangeArrowheads="1"/>
          </p:cNvSpPr>
          <p:nvPr/>
        </p:nvSpPr>
        <p:spPr bwMode="auto">
          <a:xfrm>
            <a:off x="609600" y="3505200"/>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latin typeface="黑体" pitchFamily="2" charset="-122"/>
                <a:ea typeface="黑体" pitchFamily="2" charset="-122"/>
              </a:rPr>
              <a:t>简记为</a:t>
            </a:r>
            <a:r>
              <a:rPr lang="en-US" altLang="zh-CN" sz="2800">
                <a:latin typeface="黑体" pitchFamily="2" charset="-122"/>
                <a:ea typeface="黑体" pitchFamily="2" charset="-122"/>
              </a:rPr>
              <a:t>UX=Z，</a:t>
            </a:r>
            <a:r>
              <a:rPr lang="zh-CN" altLang="en-US" sz="2800">
                <a:latin typeface="黑体" pitchFamily="2" charset="-122"/>
                <a:ea typeface="黑体" pitchFamily="2" charset="-122"/>
              </a:rPr>
              <a:t>其中</a:t>
            </a:r>
          </a:p>
        </p:txBody>
      </p:sp>
      <p:graphicFrame>
        <p:nvGraphicFramePr>
          <p:cNvPr id="328713" name="Object 9"/>
          <p:cNvGraphicFramePr>
            <a:graphicFrameLocks noChangeAspect="1"/>
          </p:cNvGraphicFramePr>
          <p:nvPr/>
        </p:nvGraphicFramePr>
        <p:xfrm>
          <a:off x="1143000" y="4038600"/>
          <a:ext cx="6781800" cy="1697038"/>
        </p:xfrm>
        <a:graphic>
          <a:graphicData uri="http://schemas.openxmlformats.org/presentationml/2006/ole">
            <mc:AlternateContent xmlns:mc="http://schemas.openxmlformats.org/markup-compatibility/2006">
              <mc:Choice xmlns:v="urn:schemas-microsoft-com:vml" Requires="v">
                <p:oleObj spid="_x0000_s13326" name="Equation" r:id="rId4" imgW="2527300" imgH="711200" progId="Equation.3">
                  <p:embed/>
                </p:oleObj>
              </mc:Choice>
              <mc:Fallback>
                <p:oleObj name="Equation" r:id="rId4" imgW="2527300" imgH="7112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3000" y="4038600"/>
                        <a:ext cx="6781800" cy="1697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28711"/>
                                        </p:tgtEl>
                                        <p:attrNameLst>
                                          <p:attrName>style.visibility</p:attrName>
                                        </p:attrNameLst>
                                      </p:cBhvr>
                                      <p:to>
                                        <p:strVal val="visible"/>
                                      </p:to>
                                    </p:set>
                                    <p:animEffect transition="in" filter="dissolve">
                                      <p:cBhvr>
                                        <p:cTn id="7" dur="500"/>
                                        <p:tgtEl>
                                          <p:spTgt spid="3287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28712"/>
                                        </p:tgtEl>
                                        <p:attrNameLst>
                                          <p:attrName>style.visibility</p:attrName>
                                        </p:attrNameLst>
                                      </p:cBhvr>
                                      <p:to>
                                        <p:strVal val="visible"/>
                                      </p:to>
                                    </p:set>
                                    <p:animEffect transition="in" filter="wipe(up)">
                                      <p:cBhvr>
                                        <p:cTn id="12" dur="75"/>
                                        <p:tgtEl>
                                          <p:spTgt spid="3287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28713"/>
                                        </p:tgtEl>
                                        <p:attrNameLst>
                                          <p:attrName>style.visibility</p:attrName>
                                        </p:attrNameLst>
                                      </p:cBhvr>
                                      <p:to>
                                        <p:strVal val="visible"/>
                                      </p:to>
                                    </p:set>
                                    <p:animEffect transition="in" filter="dissolve">
                                      <p:cBhvr>
                                        <p:cTn id="17" dur="500"/>
                                        <p:tgtEl>
                                          <p:spTgt spid="328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8712"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6FDCEC3-73A4-4BFF-8356-EF667B391E36}" type="slidenum">
              <a:rPr lang="zh-CN" altLang="en-US" b="0" smtClean="0"/>
              <a:pPr/>
              <a:t>12</a:t>
            </a:fld>
            <a:endParaRPr lang="en-US" altLang="zh-CN" b="0" smtClean="0"/>
          </a:p>
        </p:txBody>
      </p:sp>
      <p:sp>
        <p:nvSpPr>
          <p:cNvPr id="1433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02CBD71-CE1C-49C7-96E9-A4831B8AC0CF}" type="datetime1">
              <a:rPr lang="zh-CN" altLang="en-US" sz="1800" b="0" smtClean="0"/>
              <a:pPr/>
              <a:t>2024/9/23</a:t>
            </a:fld>
            <a:endParaRPr lang="en-US" altLang="zh-CN" sz="1800" b="0" smtClean="0"/>
          </a:p>
        </p:txBody>
      </p:sp>
      <p:sp>
        <p:nvSpPr>
          <p:cNvPr id="329730" name="Rectangle 2"/>
          <p:cNvSpPr>
            <a:spLocks noGrp="1" noChangeArrowheads="1"/>
          </p:cNvSpPr>
          <p:nvPr>
            <p:ph type="title"/>
          </p:nvPr>
        </p:nvSpPr>
        <p:spPr/>
        <p:txBody>
          <a:bodyPr/>
          <a:lstStyle/>
          <a:p>
            <a:pPr>
              <a:defRPr/>
            </a:pPr>
            <a:r>
              <a:rPr lang="zh-CN" altLang="en-US" smtClean="0">
                <a:latin typeface="宋体" pitchFamily="2" charset="-122"/>
              </a:rPr>
              <a:t>1.1 方法描述</a:t>
            </a:r>
          </a:p>
        </p:txBody>
      </p:sp>
      <p:sp>
        <p:nvSpPr>
          <p:cNvPr id="14341" name="Rectangle 3"/>
          <p:cNvSpPr>
            <a:spLocks noGrp="1" noChangeArrowheads="1"/>
          </p:cNvSpPr>
          <p:nvPr>
            <p:ph type="body" idx="1"/>
          </p:nvPr>
        </p:nvSpPr>
        <p:spPr>
          <a:xfrm>
            <a:off x="600075" y="1216025"/>
            <a:ext cx="8142288" cy="384175"/>
          </a:xfrm>
        </p:spPr>
        <p:txBody>
          <a:bodyPr/>
          <a:lstStyle/>
          <a:p>
            <a:r>
              <a:rPr lang="en-US" altLang="zh-CN" i="1" smtClean="0"/>
              <a:t>z</a:t>
            </a:r>
            <a:r>
              <a:rPr lang="zh-CN" altLang="en-US" smtClean="0"/>
              <a:t>由下列公式确定：</a:t>
            </a:r>
          </a:p>
        </p:txBody>
      </p:sp>
      <p:graphicFrame>
        <p:nvGraphicFramePr>
          <p:cNvPr id="329734" name="Object 6"/>
          <p:cNvGraphicFramePr>
            <a:graphicFrameLocks noChangeAspect="1"/>
          </p:cNvGraphicFramePr>
          <p:nvPr/>
        </p:nvGraphicFramePr>
        <p:xfrm>
          <a:off x="0" y="1447800"/>
          <a:ext cx="4114800" cy="3046413"/>
        </p:xfrm>
        <a:graphic>
          <a:graphicData uri="http://schemas.openxmlformats.org/presentationml/2006/ole">
            <mc:AlternateContent xmlns:mc="http://schemas.openxmlformats.org/markup-compatibility/2006">
              <mc:Choice xmlns:v="urn:schemas-microsoft-com:vml" Requires="v">
                <p:oleObj spid="_x0000_s14356" name="Equation" r:id="rId4" imgW="1384300" imgH="1371600" progId="Equation.3">
                  <p:embed/>
                </p:oleObj>
              </mc:Choice>
              <mc:Fallback>
                <p:oleObj name="Equation" r:id="rId4" imgW="1384300" imgH="1371600"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1447800"/>
                        <a:ext cx="4114800" cy="3046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9735" name="AutoShape 7"/>
          <p:cNvSpPr>
            <a:spLocks noChangeArrowheads="1"/>
          </p:cNvSpPr>
          <p:nvPr/>
        </p:nvSpPr>
        <p:spPr bwMode="auto">
          <a:xfrm>
            <a:off x="4038600" y="2743200"/>
            <a:ext cx="1066800" cy="609600"/>
          </a:xfrm>
          <a:prstGeom prst="rightArrow">
            <a:avLst>
              <a:gd name="adj1" fmla="val 50000"/>
              <a:gd name="adj2" fmla="val 4375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aphicFrame>
        <p:nvGraphicFramePr>
          <p:cNvPr id="329736" name="Object 8"/>
          <p:cNvGraphicFramePr>
            <a:graphicFrameLocks noChangeAspect="1"/>
          </p:cNvGraphicFramePr>
          <p:nvPr/>
        </p:nvGraphicFramePr>
        <p:xfrm>
          <a:off x="5105400" y="2133600"/>
          <a:ext cx="3886200" cy="1698625"/>
        </p:xfrm>
        <a:graphic>
          <a:graphicData uri="http://schemas.openxmlformats.org/presentationml/2006/ole">
            <mc:AlternateContent xmlns:mc="http://schemas.openxmlformats.org/markup-compatibility/2006">
              <mc:Choice xmlns:v="urn:schemas-microsoft-com:vml" Requires="v">
                <p:oleObj spid="_x0000_s14357" name="Equation" r:id="rId6" imgW="1511300" imgH="711200" progId="Equation.3">
                  <p:embed/>
                </p:oleObj>
              </mc:Choice>
              <mc:Fallback>
                <p:oleObj name="Equation" r:id="rId6" imgW="1511300" imgH="7112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5400" y="2133600"/>
                        <a:ext cx="3886200" cy="1698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9737" name="Rectangle 9"/>
          <p:cNvSpPr>
            <a:spLocks noChangeArrowheads="1"/>
          </p:cNvSpPr>
          <p:nvPr/>
        </p:nvSpPr>
        <p:spPr bwMode="auto">
          <a:xfrm>
            <a:off x="609600" y="4495800"/>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latin typeface="黑体" pitchFamily="2" charset="-122"/>
                <a:ea typeface="黑体" pitchFamily="2" charset="-122"/>
              </a:rPr>
              <a:t>简记为</a:t>
            </a:r>
            <a:r>
              <a:rPr lang="en-US" altLang="zh-CN" sz="2800">
                <a:latin typeface="黑体" pitchFamily="2" charset="-122"/>
                <a:ea typeface="黑体" pitchFamily="2" charset="-122"/>
              </a:rPr>
              <a:t>LZ=B，</a:t>
            </a:r>
            <a:r>
              <a:rPr lang="zh-CN" altLang="en-US" sz="2800">
                <a:latin typeface="黑体" pitchFamily="2" charset="-122"/>
                <a:ea typeface="黑体" pitchFamily="2" charset="-122"/>
              </a:rPr>
              <a:t>其中</a:t>
            </a:r>
          </a:p>
        </p:txBody>
      </p:sp>
      <p:graphicFrame>
        <p:nvGraphicFramePr>
          <p:cNvPr id="329738" name="Object 10"/>
          <p:cNvGraphicFramePr>
            <a:graphicFrameLocks noChangeAspect="1"/>
          </p:cNvGraphicFramePr>
          <p:nvPr/>
        </p:nvGraphicFramePr>
        <p:xfrm>
          <a:off x="2133600" y="5029200"/>
          <a:ext cx="4946650" cy="1492250"/>
        </p:xfrm>
        <a:graphic>
          <a:graphicData uri="http://schemas.openxmlformats.org/presentationml/2006/ole">
            <mc:AlternateContent xmlns:mc="http://schemas.openxmlformats.org/markup-compatibility/2006">
              <mc:Choice xmlns:v="urn:schemas-microsoft-com:vml" Requires="v">
                <p:oleObj spid="_x0000_s14358" name="Equation" r:id="rId8" imgW="2362200" imgH="711200" progId="Equation.3">
                  <p:embed/>
                </p:oleObj>
              </mc:Choice>
              <mc:Fallback>
                <p:oleObj name="Equation" r:id="rId8" imgW="2362200" imgH="7112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33600" y="5029200"/>
                        <a:ext cx="4946650" cy="1492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29734"/>
                                        </p:tgtEl>
                                        <p:attrNameLst>
                                          <p:attrName>style.visibility</p:attrName>
                                        </p:attrNameLst>
                                      </p:cBhvr>
                                      <p:to>
                                        <p:strVal val="visible"/>
                                      </p:to>
                                    </p:set>
                                    <p:animEffect transition="in" filter="dissolve">
                                      <p:cBhvr>
                                        <p:cTn id="7" dur="500"/>
                                        <p:tgtEl>
                                          <p:spTgt spid="3297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29735"/>
                                        </p:tgtEl>
                                        <p:attrNameLst>
                                          <p:attrName>style.visibility</p:attrName>
                                        </p:attrNameLst>
                                      </p:cBhvr>
                                      <p:to>
                                        <p:strVal val="visible"/>
                                      </p:to>
                                    </p:set>
                                    <p:animEffect transition="in" filter="dissolve">
                                      <p:cBhvr>
                                        <p:cTn id="12" dur="500"/>
                                        <p:tgtEl>
                                          <p:spTgt spid="3297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29736"/>
                                        </p:tgtEl>
                                        <p:attrNameLst>
                                          <p:attrName>style.visibility</p:attrName>
                                        </p:attrNameLst>
                                      </p:cBhvr>
                                      <p:to>
                                        <p:strVal val="visible"/>
                                      </p:to>
                                    </p:set>
                                    <p:animEffect transition="in" filter="dissolve">
                                      <p:cBhvr>
                                        <p:cTn id="17" dur="500"/>
                                        <p:tgtEl>
                                          <p:spTgt spid="32973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329737"/>
                                        </p:tgtEl>
                                        <p:attrNameLst>
                                          <p:attrName>style.visibility</p:attrName>
                                        </p:attrNameLst>
                                      </p:cBhvr>
                                      <p:to>
                                        <p:strVal val="visible"/>
                                      </p:to>
                                    </p:set>
                                    <p:animEffect transition="in" filter="dissolve">
                                      <p:cBhvr>
                                        <p:cTn id="22" dur="500"/>
                                        <p:tgtEl>
                                          <p:spTgt spid="32973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29738"/>
                                        </p:tgtEl>
                                        <p:attrNameLst>
                                          <p:attrName>style.visibility</p:attrName>
                                        </p:attrNameLst>
                                      </p:cBhvr>
                                      <p:to>
                                        <p:strVal val="visible"/>
                                      </p:to>
                                    </p:set>
                                    <p:animEffect transition="in" filter="dissolve">
                                      <p:cBhvr>
                                        <p:cTn id="27" dur="500"/>
                                        <p:tgtEl>
                                          <p:spTgt spid="3297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5" grpId="0" animBg="1"/>
      <p:bldP spid="329737"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1981278-D4D8-42AB-B7A7-3707CCE38039}" type="slidenum">
              <a:rPr lang="zh-CN" altLang="en-US" b="0" smtClean="0"/>
              <a:pPr/>
              <a:t>13</a:t>
            </a:fld>
            <a:endParaRPr lang="en-US" altLang="zh-CN" b="0" smtClean="0"/>
          </a:p>
        </p:txBody>
      </p:sp>
      <p:sp>
        <p:nvSpPr>
          <p:cNvPr id="1536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508029F-AB59-4CB0-A74B-601AC4820E3C}" type="datetime1">
              <a:rPr lang="zh-CN" altLang="en-US" sz="1800" b="0" smtClean="0"/>
              <a:pPr/>
              <a:t>2024/9/23</a:t>
            </a:fld>
            <a:endParaRPr lang="en-US" altLang="zh-CN" sz="1800" b="0" smtClean="0"/>
          </a:p>
        </p:txBody>
      </p:sp>
      <p:sp>
        <p:nvSpPr>
          <p:cNvPr id="330754" name="Rectangle 2"/>
          <p:cNvSpPr>
            <a:spLocks noGrp="1" noChangeArrowheads="1"/>
          </p:cNvSpPr>
          <p:nvPr>
            <p:ph type="title"/>
          </p:nvPr>
        </p:nvSpPr>
        <p:spPr/>
        <p:txBody>
          <a:bodyPr/>
          <a:lstStyle/>
          <a:p>
            <a:pPr>
              <a:defRPr/>
            </a:pPr>
            <a:r>
              <a:rPr lang="zh-CN" altLang="en-US" smtClean="0">
                <a:latin typeface="宋体" pitchFamily="2" charset="-122"/>
              </a:rPr>
              <a:t>1.1 方法描述</a:t>
            </a:r>
          </a:p>
        </p:txBody>
      </p:sp>
      <p:sp>
        <p:nvSpPr>
          <p:cNvPr id="15365" name="Rectangle 3"/>
          <p:cNvSpPr>
            <a:spLocks noGrp="1" noChangeArrowheads="1"/>
          </p:cNvSpPr>
          <p:nvPr>
            <p:ph type="body" idx="1"/>
          </p:nvPr>
        </p:nvSpPr>
        <p:spPr>
          <a:xfrm>
            <a:off x="600075" y="1292225"/>
            <a:ext cx="8142288" cy="917575"/>
          </a:xfrm>
        </p:spPr>
        <p:txBody>
          <a:bodyPr/>
          <a:lstStyle/>
          <a:p>
            <a:r>
              <a:rPr lang="zh-CN" altLang="en-US" smtClean="0"/>
              <a:t>由</a:t>
            </a:r>
            <a:r>
              <a:rPr lang="en-US" altLang="zh-CN" smtClean="0"/>
              <a:t>LZ=B、 UX=Z，</a:t>
            </a:r>
            <a:r>
              <a:rPr lang="zh-CN" altLang="en-US" smtClean="0"/>
              <a:t>得</a:t>
            </a:r>
            <a:r>
              <a:rPr lang="en-US" altLang="zh-CN" smtClean="0"/>
              <a:t>LUX=B</a:t>
            </a:r>
          </a:p>
          <a:p>
            <a:r>
              <a:rPr lang="zh-CN" altLang="en-US" smtClean="0"/>
              <a:t>与</a:t>
            </a:r>
            <a:r>
              <a:rPr lang="en-US" altLang="zh-CN" smtClean="0"/>
              <a:t>AX=B</a:t>
            </a:r>
            <a:r>
              <a:rPr lang="zh-CN" altLang="en-US" smtClean="0"/>
              <a:t>比较知    </a:t>
            </a:r>
            <a:r>
              <a:rPr lang="en-US" altLang="zh-CN" smtClean="0"/>
              <a:t>A=LU</a:t>
            </a:r>
          </a:p>
        </p:txBody>
      </p:sp>
      <p:grpSp>
        <p:nvGrpSpPr>
          <p:cNvPr id="330761" name="Group 9"/>
          <p:cNvGrpSpPr>
            <a:grpSpLocks/>
          </p:cNvGrpSpPr>
          <p:nvPr/>
        </p:nvGrpSpPr>
        <p:grpSpPr bwMode="auto">
          <a:xfrm>
            <a:off x="5193520" y="2400300"/>
            <a:ext cx="3595688" cy="1457325"/>
            <a:chOff x="336" y="2928"/>
            <a:chExt cx="2265" cy="918"/>
          </a:xfrm>
        </p:grpSpPr>
        <p:sp>
          <p:nvSpPr>
            <p:cNvPr id="15370" name="Rectangle 5"/>
            <p:cNvSpPr>
              <a:spLocks noChangeArrowheads="1"/>
            </p:cNvSpPr>
            <p:nvPr/>
          </p:nvSpPr>
          <p:spPr bwMode="auto">
            <a:xfrm>
              <a:off x="489" y="2928"/>
              <a:ext cx="2112" cy="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i="1" dirty="0" err="1">
                  <a:latin typeface="Times New Roman" pitchFamily="18" charset="0"/>
                </a:rPr>
                <a:t>u</a:t>
              </a:r>
              <a:r>
                <a:rPr lang="en-US" altLang="zh-CN" sz="2800" baseline="-25000" dirty="0" err="1">
                  <a:latin typeface="Times New Roman" pitchFamily="18" charset="0"/>
                </a:rPr>
                <a:t>11</a:t>
              </a:r>
              <a:r>
                <a:rPr lang="en-US" altLang="zh-CN" sz="2800" i="1" dirty="0" err="1">
                  <a:latin typeface="Times New Roman" pitchFamily="18" charset="0"/>
                </a:rPr>
                <a:t>x</a:t>
              </a:r>
              <a:r>
                <a:rPr lang="en-US" altLang="zh-CN" sz="2800" baseline="-25000" dirty="0" err="1">
                  <a:latin typeface="Times New Roman" pitchFamily="18" charset="0"/>
                </a:rPr>
                <a:t>1</a:t>
              </a:r>
              <a:r>
                <a:rPr lang="en-US" altLang="zh-CN" sz="2800" dirty="0" err="1">
                  <a:latin typeface="Times New Roman" pitchFamily="18" charset="0"/>
                </a:rPr>
                <a:t>+</a:t>
              </a:r>
              <a:r>
                <a:rPr lang="en-US" altLang="zh-CN" sz="2800" i="1" dirty="0" err="1">
                  <a:latin typeface="Times New Roman" pitchFamily="18" charset="0"/>
                </a:rPr>
                <a:t>u</a:t>
              </a:r>
              <a:r>
                <a:rPr lang="en-US" altLang="zh-CN" sz="2800" baseline="-25000" dirty="0" err="1">
                  <a:latin typeface="Times New Roman" pitchFamily="18" charset="0"/>
                </a:rPr>
                <a:t>12</a:t>
              </a:r>
              <a:r>
                <a:rPr lang="en-US" altLang="zh-CN" sz="2800" i="1" dirty="0" err="1">
                  <a:latin typeface="Times New Roman" pitchFamily="18" charset="0"/>
                </a:rPr>
                <a:t>x</a:t>
              </a:r>
              <a:r>
                <a:rPr lang="en-US" altLang="zh-CN" sz="2800" baseline="-25000" dirty="0" err="1">
                  <a:latin typeface="Times New Roman" pitchFamily="18" charset="0"/>
                </a:rPr>
                <a:t>2</a:t>
              </a:r>
              <a:r>
                <a:rPr lang="en-US" altLang="zh-CN" sz="2800" dirty="0" err="1">
                  <a:latin typeface="Times New Roman" pitchFamily="18" charset="0"/>
                </a:rPr>
                <a:t>+</a:t>
              </a:r>
              <a:r>
                <a:rPr lang="en-US" altLang="zh-CN" sz="2800" i="1" dirty="0" err="1">
                  <a:latin typeface="Times New Roman" pitchFamily="18" charset="0"/>
                </a:rPr>
                <a:t>u</a:t>
              </a:r>
              <a:r>
                <a:rPr lang="en-US" altLang="zh-CN" sz="2800" baseline="-25000" dirty="0" err="1">
                  <a:latin typeface="Times New Roman" pitchFamily="18" charset="0"/>
                </a:rPr>
                <a:t>13</a:t>
              </a:r>
              <a:r>
                <a:rPr lang="en-US" altLang="zh-CN" sz="2800" i="1" dirty="0" err="1">
                  <a:latin typeface="Times New Roman" pitchFamily="18" charset="0"/>
                </a:rPr>
                <a:t>x</a:t>
              </a:r>
              <a:r>
                <a:rPr lang="en-US" altLang="zh-CN" sz="2800" baseline="-25000" dirty="0" err="1">
                  <a:latin typeface="Times New Roman" pitchFamily="18" charset="0"/>
                </a:rPr>
                <a:t>3</a:t>
              </a:r>
              <a:r>
                <a:rPr lang="en-US" altLang="zh-CN" sz="2800" dirty="0">
                  <a:latin typeface="Times New Roman" pitchFamily="18" charset="0"/>
                </a:rPr>
                <a:t>=</a:t>
              </a:r>
              <a:r>
                <a:rPr lang="en-US" altLang="zh-CN" sz="2800" i="1" dirty="0" err="1">
                  <a:latin typeface="Times New Roman" pitchFamily="18" charset="0"/>
                </a:rPr>
                <a:t>z</a:t>
              </a:r>
              <a:r>
                <a:rPr lang="en-US" altLang="zh-CN" sz="2800" baseline="-25000" dirty="0" err="1">
                  <a:latin typeface="Times New Roman" pitchFamily="18" charset="0"/>
                </a:rPr>
                <a:t>1</a:t>
              </a:r>
              <a:endParaRPr lang="en-US" altLang="zh-CN" sz="2800" dirty="0">
                <a:latin typeface="Times New Roman" pitchFamily="18" charset="0"/>
              </a:endParaRPr>
            </a:p>
            <a:p>
              <a:pPr marL="258763" indent="-258763" algn="l" defTabSz="814388">
                <a:lnSpc>
                  <a:spcPct val="90000"/>
                </a:lnSpc>
                <a:spcBef>
                  <a:spcPts val="1200"/>
                </a:spcBef>
                <a:buClr>
                  <a:srgbClr val="27305F"/>
                </a:buClr>
                <a:buSzPct val="60000"/>
                <a:buFont typeface="Wingdings" pitchFamily="2" charset="2"/>
                <a:buNone/>
              </a:pPr>
              <a:r>
                <a:rPr lang="en-US" altLang="zh-CN" sz="2800" dirty="0">
                  <a:latin typeface="Times New Roman" pitchFamily="18" charset="0"/>
                </a:rPr>
                <a:t>           </a:t>
              </a:r>
              <a:r>
                <a:rPr lang="en-US" altLang="zh-CN" sz="2800" i="1" dirty="0" err="1">
                  <a:latin typeface="Times New Roman" pitchFamily="18" charset="0"/>
                </a:rPr>
                <a:t>u</a:t>
              </a:r>
              <a:r>
                <a:rPr lang="en-US" altLang="zh-CN" sz="2800" baseline="-25000" dirty="0" err="1">
                  <a:latin typeface="Times New Roman" pitchFamily="18" charset="0"/>
                </a:rPr>
                <a:t>22</a:t>
              </a:r>
              <a:r>
                <a:rPr lang="en-US" altLang="zh-CN" sz="2800" i="1" dirty="0" err="1">
                  <a:latin typeface="Times New Roman" pitchFamily="18" charset="0"/>
                </a:rPr>
                <a:t>x</a:t>
              </a:r>
              <a:r>
                <a:rPr lang="en-US" altLang="zh-CN" sz="2800" baseline="-25000" dirty="0" err="1">
                  <a:latin typeface="Times New Roman" pitchFamily="18" charset="0"/>
                </a:rPr>
                <a:t>2</a:t>
              </a:r>
              <a:r>
                <a:rPr lang="en-US" altLang="zh-CN" sz="2800" dirty="0" err="1">
                  <a:latin typeface="Times New Roman" pitchFamily="18" charset="0"/>
                </a:rPr>
                <a:t>+</a:t>
              </a:r>
              <a:r>
                <a:rPr lang="en-US" altLang="zh-CN" sz="2800" i="1" dirty="0" err="1">
                  <a:latin typeface="Times New Roman" pitchFamily="18" charset="0"/>
                </a:rPr>
                <a:t>u</a:t>
              </a:r>
              <a:r>
                <a:rPr lang="en-US" altLang="zh-CN" sz="2800" baseline="-25000" dirty="0" err="1">
                  <a:latin typeface="Times New Roman" pitchFamily="18" charset="0"/>
                </a:rPr>
                <a:t>23</a:t>
              </a:r>
              <a:r>
                <a:rPr lang="en-US" altLang="zh-CN" sz="2800" i="1" dirty="0" err="1">
                  <a:latin typeface="Times New Roman" pitchFamily="18" charset="0"/>
                </a:rPr>
                <a:t>x</a:t>
              </a:r>
              <a:r>
                <a:rPr lang="en-US" altLang="zh-CN" sz="2800" baseline="-25000" dirty="0" err="1">
                  <a:latin typeface="Times New Roman" pitchFamily="18" charset="0"/>
                </a:rPr>
                <a:t>3</a:t>
              </a:r>
              <a:r>
                <a:rPr lang="en-US" altLang="zh-CN" sz="2800" dirty="0">
                  <a:latin typeface="Times New Roman" pitchFamily="18" charset="0"/>
                </a:rPr>
                <a:t>=</a:t>
              </a:r>
              <a:r>
                <a:rPr lang="en-US" altLang="zh-CN" sz="2800" i="1" dirty="0" err="1">
                  <a:latin typeface="Times New Roman" pitchFamily="18" charset="0"/>
                </a:rPr>
                <a:t>z</a:t>
              </a:r>
              <a:r>
                <a:rPr lang="en-US" altLang="zh-CN" sz="2800" baseline="-25000" dirty="0" err="1">
                  <a:latin typeface="Times New Roman" pitchFamily="18" charset="0"/>
                </a:rPr>
                <a:t>2</a:t>
              </a:r>
              <a:endParaRPr lang="en-US" altLang="zh-CN" sz="2800" i="1" dirty="0">
                <a:latin typeface="Times New Roman" pitchFamily="18" charset="0"/>
              </a:endParaRPr>
            </a:p>
            <a:p>
              <a:pPr marL="258763" indent="-258763" algn="l" defTabSz="814388">
                <a:lnSpc>
                  <a:spcPct val="90000"/>
                </a:lnSpc>
                <a:spcBef>
                  <a:spcPts val="1200"/>
                </a:spcBef>
                <a:buClr>
                  <a:srgbClr val="27305F"/>
                </a:buClr>
                <a:buSzPct val="60000"/>
                <a:buFont typeface="Wingdings" pitchFamily="2" charset="2"/>
                <a:buNone/>
              </a:pPr>
              <a:r>
                <a:rPr lang="en-US" altLang="zh-CN" sz="2800" i="1" dirty="0">
                  <a:latin typeface="Times New Roman" pitchFamily="18" charset="0"/>
                </a:rPr>
                <a:t>                     </a:t>
              </a:r>
              <a:r>
                <a:rPr lang="en-US" altLang="zh-CN" sz="2800" i="1" dirty="0" err="1">
                  <a:latin typeface="Times New Roman" pitchFamily="18" charset="0"/>
                </a:rPr>
                <a:t>u</a:t>
              </a:r>
              <a:r>
                <a:rPr lang="en-US" altLang="zh-CN" sz="2800" baseline="-25000" dirty="0" err="1">
                  <a:latin typeface="Times New Roman" pitchFamily="18" charset="0"/>
                </a:rPr>
                <a:t>33</a:t>
              </a:r>
              <a:r>
                <a:rPr lang="en-US" altLang="zh-CN" sz="2800" i="1" dirty="0" err="1">
                  <a:latin typeface="Times New Roman" pitchFamily="18" charset="0"/>
                </a:rPr>
                <a:t>x</a:t>
              </a:r>
              <a:r>
                <a:rPr lang="en-US" altLang="zh-CN" sz="2800" baseline="-25000" dirty="0" err="1">
                  <a:latin typeface="Times New Roman" pitchFamily="18" charset="0"/>
                </a:rPr>
                <a:t>3</a:t>
              </a:r>
              <a:r>
                <a:rPr lang="en-US" altLang="zh-CN" sz="2800" dirty="0">
                  <a:latin typeface="Times New Roman" pitchFamily="18" charset="0"/>
                </a:rPr>
                <a:t>=</a:t>
              </a:r>
              <a:r>
                <a:rPr lang="en-US" altLang="zh-CN" sz="2800" i="1" dirty="0" err="1">
                  <a:latin typeface="Times New Roman" pitchFamily="18" charset="0"/>
                </a:rPr>
                <a:t>z</a:t>
              </a:r>
              <a:r>
                <a:rPr lang="en-US" altLang="zh-CN" sz="2800" baseline="-25000" dirty="0" err="1">
                  <a:latin typeface="Times New Roman" pitchFamily="18" charset="0"/>
                </a:rPr>
                <a:t>3</a:t>
              </a:r>
              <a:endParaRPr lang="en-US" altLang="zh-CN" sz="2800" baseline="-25000" dirty="0">
                <a:latin typeface="Times New Roman" pitchFamily="18" charset="0"/>
              </a:endParaRPr>
            </a:p>
          </p:txBody>
        </p:sp>
        <p:sp>
          <p:nvSpPr>
            <p:cNvPr id="15371" name="AutoShape 6"/>
            <p:cNvSpPr>
              <a:spLocks/>
            </p:cNvSpPr>
            <p:nvPr/>
          </p:nvSpPr>
          <p:spPr bwMode="auto">
            <a:xfrm>
              <a:off x="336" y="2928"/>
              <a:ext cx="88" cy="912"/>
            </a:xfrm>
            <a:prstGeom prst="leftBrace">
              <a:avLst>
                <a:gd name="adj1" fmla="val 86364"/>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aphicFrame>
        <p:nvGraphicFramePr>
          <p:cNvPr id="330760" name="Object 8"/>
          <p:cNvGraphicFramePr>
            <a:graphicFrameLocks noChangeAspect="1"/>
          </p:cNvGraphicFramePr>
          <p:nvPr>
            <p:extLst>
              <p:ext uri="{D42A27DB-BD31-4B8C-83A1-F6EECF244321}">
                <p14:modId xmlns:p14="http://schemas.microsoft.com/office/powerpoint/2010/main" val="3937602815"/>
              </p:ext>
            </p:extLst>
          </p:nvPr>
        </p:nvGraphicFramePr>
        <p:xfrm>
          <a:off x="309826" y="2362200"/>
          <a:ext cx="4122738" cy="1970088"/>
        </p:xfrm>
        <a:graphic>
          <a:graphicData uri="http://schemas.openxmlformats.org/presentationml/2006/ole">
            <mc:AlternateContent xmlns:mc="http://schemas.openxmlformats.org/markup-compatibility/2006">
              <mc:Choice xmlns:v="urn:schemas-microsoft-com:vml" Requires="v">
                <p:oleObj spid="_x0000_s15378" name="Equation" r:id="rId4" imgW="1968500" imgH="939800" progId="Equation.3">
                  <p:embed/>
                </p:oleObj>
              </mc:Choice>
              <mc:Fallback>
                <p:oleObj name="Equation" r:id="rId4" imgW="1968500" imgH="9398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9826" y="2362200"/>
                        <a:ext cx="4122738"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0762" name="Object 10"/>
          <p:cNvGraphicFramePr>
            <a:graphicFrameLocks noChangeAspect="1"/>
          </p:cNvGraphicFramePr>
          <p:nvPr>
            <p:extLst>
              <p:ext uri="{D42A27DB-BD31-4B8C-83A1-F6EECF244321}">
                <p14:modId xmlns:p14="http://schemas.microsoft.com/office/powerpoint/2010/main" val="1726671188"/>
              </p:ext>
            </p:extLst>
          </p:nvPr>
        </p:nvGraphicFramePr>
        <p:xfrm>
          <a:off x="5108637" y="4160829"/>
          <a:ext cx="3697437" cy="1616118"/>
        </p:xfrm>
        <a:graphic>
          <a:graphicData uri="http://schemas.openxmlformats.org/presentationml/2006/ole">
            <mc:AlternateContent xmlns:mc="http://schemas.openxmlformats.org/markup-compatibility/2006">
              <mc:Choice xmlns:v="urn:schemas-microsoft-com:vml" Requires="v">
                <p:oleObj spid="_x0000_s15379" name="Equation" r:id="rId6" imgW="1511300" imgH="711200" progId="Equation.3">
                  <p:embed/>
                </p:oleObj>
              </mc:Choice>
              <mc:Fallback>
                <p:oleObj name="Equation" r:id="rId6" imgW="1511300" imgH="71120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08637" y="4160829"/>
                        <a:ext cx="3697437" cy="1616118"/>
                      </a:xfrm>
                      <a:prstGeom prst="rect">
                        <a:avLst/>
                      </a:prstGeom>
                      <a:noFill/>
                      <a:ln>
                        <a:noFill/>
                      </a:ln>
                      <a:effectLst/>
                    </p:spPr>
                  </p:pic>
                </p:oleObj>
              </mc:Fallback>
            </mc:AlternateContent>
          </a:graphicData>
        </a:graphic>
      </p:graphicFrame>
      <p:sp>
        <p:nvSpPr>
          <p:cNvPr id="330763" name="AutoShape 11"/>
          <p:cNvSpPr>
            <a:spLocks noChangeArrowheads="1"/>
          </p:cNvSpPr>
          <p:nvPr/>
        </p:nvSpPr>
        <p:spPr bwMode="auto">
          <a:xfrm>
            <a:off x="4423263" y="2800164"/>
            <a:ext cx="651344" cy="648072"/>
          </a:xfrm>
          <a:prstGeom prst="rightArrow">
            <a:avLst>
              <a:gd name="adj1" fmla="val 50000"/>
              <a:gd name="adj2" fmla="val 36570"/>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12" name="矩形 11" descr="蓝色砂纸"/>
          <p:cNvSpPr/>
          <p:nvPr/>
        </p:nvSpPr>
        <p:spPr>
          <a:xfrm>
            <a:off x="107504" y="5805264"/>
            <a:ext cx="8835823" cy="830997"/>
          </a:xfrm>
          <a:prstGeom prst="rect">
            <a:avLst/>
          </a:prstGeom>
          <a:blipFill rotWithShape="0">
            <a:blip r:embed="rId8"/>
          </a:blipFill>
          <a:ln w="9525">
            <a:noFill/>
          </a:ln>
        </p:spPr>
        <p:txBody>
          <a:bodyPr wrap="square">
            <a:spAutoFit/>
          </a:bodyPr>
          <a:lstStyle>
            <a:defPPr>
              <a:defRPr lang="zh-CN"/>
            </a:defPPr>
            <a:lvl1pPr marL="0" lvl="0"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ctr" defTabSz="914400" rtl="0" eaLnBrk="1" fontAlgn="base" latinLnBrk="0" hangingPunct="1">
              <a:lnSpc>
                <a:spcPct val="100000"/>
              </a:lnSpc>
              <a:spcBef>
                <a:spcPct val="0"/>
              </a:spcBef>
              <a:spcAft>
                <a:spcPct val="0"/>
              </a:spcAft>
              <a:buNone/>
              <a:defRPr sz="2400" b="0" i="0" u="none" kern="1200" baseline="0">
                <a:solidFill>
                  <a:schemeClr val="tx1"/>
                </a:solidFill>
                <a:latin typeface="Times New Roman" panose="02020603050405020304" pitchFamily="18" charset="0"/>
                <a:ea typeface="宋体" panose="02010600030101010101" pitchFamily="2" charset="-122"/>
                <a:cs typeface="+mn-cs"/>
              </a:defRPr>
            </a:lvl9pPr>
          </a:lstStyle>
          <a:p>
            <a:pPr algn="l">
              <a:spcBef>
                <a:spcPct val="20000"/>
              </a:spcBef>
            </a:pPr>
            <a:r>
              <a:rPr lang="zh-CN" altLang="en-US" b="1" dirty="0">
                <a:solidFill>
                  <a:srgbClr val="ED5F2D"/>
                </a:solidFill>
                <a:latin typeface="Times New Roman" panose="02020603050405020304" pitchFamily="18" charset="0"/>
                <a:ea typeface="楷体_GB2312" pitchFamily="49" charset="-122"/>
              </a:rPr>
              <a:t>消元过程实质上就是将原线组</a:t>
            </a:r>
            <a:r>
              <a:rPr lang="en-US" altLang="zh-CN" b="1" dirty="0">
                <a:solidFill>
                  <a:srgbClr val="ED5F2D"/>
                </a:solidFill>
                <a:latin typeface="Times New Roman" panose="02020603050405020304" pitchFamily="18" charset="0"/>
                <a:ea typeface="楷体_GB2312" pitchFamily="49" charset="-122"/>
              </a:rPr>
              <a:t>AX=B</a:t>
            </a:r>
            <a:r>
              <a:rPr lang="zh-CN" altLang="en-US" b="1" dirty="0">
                <a:solidFill>
                  <a:srgbClr val="ED5F2D"/>
                </a:solidFill>
                <a:latin typeface="Times New Roman" panose="02020603050405020304" pitchFamily="18" charset="0"/>
                <a:ea typeface="楷体_GB2312" pitchFamily="49" charset="-122"/>
              </a:rPr>
              <a:t>分解为两个三角形线组</a:t>
            </a:r>
            <a:r>
              <a:rPr lang="en-US" altLang="zh-CN" b="1" dirty="0" err="1">
                <a:solidFill>
                  <a:srgbClr val="ED5F2D"/>
                </a:solidFill>
                <a:latin typeface="Times New Roman" panose="02020603050405020304" pitchFamily="18" charset="0"/>
                <a:ea typeface="楷体_GB2312" pitchFamily="49" charset="-122"/>
              </a:rPr>
              <a:t>LZ</a:t>
            </a:r>
            <a:r>
              <a:rPr lang="en-US" altLang="zh-CN" b="1" dirty="0">
                <a:solidFill>
                  <a:srgbClr val="ED5F2D"/>
                </a:solidFill>
                <a:latin typeface="Times New Roman" panose="02020603050405020304" pitchFamily="18" charset="0"/>
                <a:ea typeface="楷体_GB2312" pitchFamily="49" charset="-122"/>
              </a:rPr>
              <a:t>=B</a:t>
            </a:r>
            <a:r>
              <a:rPr lang="zh-CN" altLang="en-US" b="1" dirty="0">
                <a:solidFill>
                  <a:srgbClr val="ED5F2D"/>
                </a:solidFill>
                <a:latin typeface="Times New Roman" panose="02020603050405020304" pitchFamily="18" charset="0"/>
                <a:ea typeface="楷体_GB2312" pitchFamily="49" charset="-122"/>
              </a:rPr>
              <a:t>和</a:t>
            </a:r>
            <a:r>
              <a:rPr lang="en-US" altLang="zh-CN" b="1" dirty="0" err="1">
                <a:solidFill>
                  <a:srgbClr val="ED5F2D"/>
                </a:solidFill>
                <a:latin typeface="Times New Roman" panose="02020603050405020304" pitchFamily="18" charset="0"/>
                <a:ea typeface="楷体_GB2312" pitchFamily="49" charset="-122"/>
              </a:rPr>
              <a:t>UX</a:t>
            </a:r>
            <a:r>
              <a:rPr lang="en-US" altLang="zh-CN" b="1" dirty="0">
                <a:solidFill>
                  <a:srgbClr val="ED5F2D"/>
                </a:solidFill>
                <a:latin typeface="Times New Roman" panose="02020603050405020304" pitchFamily="18" charset="0"/>
                <a:ea typeface="楷体_GB2312" pitchFamily="49" charset="-122"/>
              </a:rPr>
              <a:t>=Z</a:t>
            </a:r>
            <a:r>
              <a:rPr lang="zh-CN" altLang="en-US" b="1" dirty="0">
                <a:solidFill>
                  <a:srgbClr val="ED5F2D"/>
                </a:solidFill>
                <a:latin typeface="Times New Roman" panose="02020603050405020304" pitchFamily="18" charset="0"/>
                <a:ea typeface="楷体_GB2312" pitchFamily="49" charset="-122"/>
              </a:rPr>
              <a:t>的计算过程，也称为杜利特尔（</a:t>
            </a:r>
            <a:r>
              <a:rPr lang="en-US" altLang="zh-CN" b="1" dirty="0">
                <a:solidFill>
                  <a:srgbClr val="ED5F2D"/>
                </a:solidFill>
                <a:latin typeface="Times New Roman" panose="02020603050405020304" pitchFamily="18" charset="0"/>
                <a:ea typeface="楷体_GB2312" pitchFamily="49" charset="-122"/>
              </a:rPr>
              <a:t>Doolittle</a:t>
            </a:r>
            <a:r>
              <a:rPr lang="zh-CN" altLang="en-US" b="1" dirty="0">
                <a:solidFill>
                  <a:srgbClr val="ED5F2D"/>
                </a:solidFill>
                <a:latin typeface="Times New Roman" panose="02020603050405020304" pitchFamily="18" charset="0"/>
                <a:ea typeface="楷体_GB2312" pitchFamily="49" charset="-122"/>
              </a:rPr>
              <a:t>）分解</a:t>
            </a:r>
            <a:r>
              <a:rPr lang="en-US" altLang="zh-CN" b="1" dirty="0">
                <a:solidFill>
                  <a:srgbClr val="ED5F2D"/>
                </a:solidFill>
                <a:latin typeface="Times New Roman" panose="02020603050405020304" pitchFamily="18" charset="0"/>
                <a:ea typeface="楷体_GB2312" pitchFamily="49" charset="-122"/>
              </a:rPr>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0760"/>
                                        </p:tgtEl>
                                        <p:attrNameLst>
                                          <p:attrName>style.visibility</p:attrName>
                                        </p:attrNameLst>
                                      </p:cBhvr>
                                      <p:to>
                                        <p:strVal val="visible"/>
                                      </p:to>
                                    </p:set>
                                    <p:animEffect transition="in" filter="wipe(left)">
                                      <p:cBhvr>
                                        <p:cTn id="7" dur="500"/>
                                        <p:tgtEl>
                                          <p:spTgt spid="3307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0763"/>
                                        </p:tgtEl>
                                        <p:attrNameLst>
                                          <p:attrName>style.visibility</p:attrName>
                                        </p:attrNameLst>
                                      </p:cBhvr>
                                      <p:to>
                                        <p:strVal val="visible"/>
                                      </p:to>
                                    </p:set>
                                    <p:animEffect transition="in" filter="wipe(left)">
                                      <p:cBhvr>
                                        <p:cTn id="12" dur="500"/>
                                        <p:tgtEl>
                                          <p:spTgt spid="33076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0761"/>
                                        </p:tgtEl>
                                        <p:attrNameLst>
                                          <p:attrName>style.visibility</p:attrName>
                                        </p:attrNameLst>
                                      </p:cBhvr>
                                      <p:to>
                                        <p:strVal val="visible"/>
                                      </p:to>
                                    </p:set>
                                    <p:animEffect transition="in" filter="wipe(left)">
                                      <p:cBhvr>
                                        <p:cTn id="17" dur="500"/>
                                        <p:tgtEl>
                                          <p:spTgt spid="3307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30762"/>
                                        </p:tgtEl>
                                        <p:attrNameLst>
                                          <p:attrName>style.visibility</p:attrName>
                                        </p:attrNameLst>
                                      </p:cBhvr>
                                      <p:to>
                                        <p:strVal val="visible"/>
                                      </p:to>
                                    </p:set>
                                    <p:animEffect transition="in" filter="wipe(left)">
                                      <p:cBhvr>
                                        <p:cTn id="22" dur="500"/>
                                        <p:tgtEl>
                                          <p:spTgt spid="330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63" grpId="0" animBg="1"/>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15963B5A-6955-49D6-B1E8-01447187CA5E}" type="slidenum">
              <a:rPr lang="zh-CN" altLang="en-US" b="0" smtClean="0"/>
              <a:pPr/>
              <a:t>14</a:t>
            </a:fld>
            <a:endParaRPr lang="en-US" altLang="zh-CN" b="0" smtClean="0"/>
          </a:p>
        </p:txBody>
      </p:sp>
      <p:sp>
        <p:nvSpPr>
          <p:cNvPr id="1638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5AF6D89-CF40-45FB-88A0-C7CAC79AC426}" type="datetime1">
              <a:rPr lang="zh-CN" altLang="en-US" sz="1800" b="0" smtClean="0"/>
              <a:pPr/>
              <a:t>2024/9/23</a:t>
            </a:fld>
            <a:endParaRPr lang="en-US" altLang="zh-CN" sz="1800" b="0" smtClean="0"/>
          </a:p>
        </p:txBody>
      </p:sp>
      <p:sp>
        <p:nvSpPr>
          <p:cNvPr id="392194" name="Rectangle 2"/>
          <p:cNvSpPr>
            <a:spLocks noGrp="1" noChangeArrowheads="1"/>
          </p:cNvSpPr>
          <p:nvPr>
            <p:ph type="title"/>
          </p:nvPr>
        </p:nvSpPr>
        <p:spPr/>
        <p:txBody>
          <a:bodyPr/>
          <a:lstStyle/>
          <a:p>
            <a:pPr>
              <a:defRPr/>
            </a:pPr>
            <a:r>
              <a:rPr lang="zh-CN" altLang="en-US" smtClean="0">
                <a:latin typeface="宋体" pitchFamily="2" charset="-122"/>
              </a:rPr>
              <a:t>1.1 方法描述</a:t>
            </a:r>
          </a:p>
        </p:txBody>
      </p:sp>
      <p:sp>
        <p:nvSpPr>
          <p:cNvPr id="16389" name="Rectangle 3"/>
          <p:cNvSpPr>
            <a:spLocks noGrp="1" noChangeArrowheads="1"/>
          </p:cNvSpPr>
          <p:nvPr>
            <p:ph type="body" idx="1"/>
          </p:nvPr>
        </p:nvSpPr>
        <p:spPr>
          <a:xfrm>
            <a:off x="600075" y="1292225"/>
            <a:ext cx="8142288" cy="384175"/>
          </a:xfrm>
        </p:spPr>
        <p:txBody>
          <a:bodyPr/>
          <a:lstStyle/>
          <a:p>
            <a:r>
              <a:rPr lang="zh-CN" altLang="en-US" smtClean="0"/>
              <a:t>逐次求出</a:t>
            </a:r>
            <a:r>
              <a:rPr lang="en-US" altLang="zh-CN" i="1" smtClean="0"/>
              <a:t>x</a:t>
            </a:r>
            <a:r>
              <a:rPr lang="en-US" altLang="zh-CN" baseline="-25000" smtClean="0"/>
              <a:t>1</a:t>
            </a:r>
            <a:r>
              <a:rPr lang="en-US" altLang="zh-CN" smtClean="0"/>
              <a:t>、</a:t>
            </a:r>
            <a:r>
              <a:rPr lang="en-US" altLang="zh-CN" i="1" smtClean="0"/>
              <a:t>x</a:t>
            </a:r>
            <a:r>
              <a:rPr lang="en-US" altLang="zh-CN" baseline="-25000" smtClean="0"/>
              <a:t>2</a:t>
            </a:r>
            <a:r>
              <a:rPr lang="en-US" altLang="zh-CN" smtClean="0"/>
              <a:t>、</a:t>
            </a:r>
            <a:r>
              <a:rPr lang="en-US" altLang="zh-CN" i="1" smtClean="0"/>
              <a:t>x</a:t>
            </a:r>
            <a:r>
              <a:rPr lang="en-US" altLang="zh-CN" baseline="-25000" smtClean="0"/>
              <a:t>3</a:t>
            </a:r>
            <a:r>
              <a:rPr lang="en-US" altLang="zh-CN" smtClean="0"/>
              <a:t>，</a:t>
            </a:r>
            <a:r>
              <a:rPr lang="zh-CN" altLang="en-US" smtClean="0"/>
              <a:t>称为回代过程。</a:t>
            </a:r>
          </a:p>
        </p:txBody>
      </p:sp>
      <p:grpSp>
        <p:nvGrpSpPr>
          <p:cNvPr id="16390" name="Group 4"/>
          <p:cNvGrpSpPr>
            <a:grpSpLocks/>
          </p:cNvGrpSpPr>
          <p:nvPr/>
        </p:nvGrpSpPr>
        <p:grpSpPr bwMode="auto">
          <a:xfrm>
            <a:off x="1447800" y="1905000"/>
            <a:ext cx="5867400" cy="1600200"/>
            <a:chOff x="912" y="1296"/>
            <a:chExt cx="3696" cy="1008"/>
          </a:xfrm>
        </p:grpSpPr>
        <p:sp>
          <p:nvSpPr>
            <p:cNvPr id="16392" name="Rectangle 5"/>
            <p:cNvSpPr>
              <a:spLocks noChangeArrowheads="1"/>
            </p:cNvSpPr>
            <p:nvPr/>
          </p:nvSpPr>
          <p:spPr bwMode="auto">
            <a:xfrm>
              <a:off x="1152" y="1296"/>
              <a:ext cx="3456" cy="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u</a:t>
              </a:r>
              <a:r>
                <a:rPr lang="en-US" altLang="zh-CN" sz="2800" baseline="-25000">
                  <a:latin typeface="Times New Roman" pitchFamily="18" charset="0"/>
                </a:rPr>
                <a:t>11</a:t>
              </a: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12</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13</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1</a:t>
              </a:r>
              <a:endParaRPr lang="en-US" altLang="zh-CN" sz="2800">
                <a:latin typeface="Times New Roman" pitchFamily="18" charset="0"/>
              </a:endParaRPr>
            </a:p>
            <a:p>
              <a:pPr marL="258763" indent="-258763" algn="l" defTabSz="814388">
                <a:lnSpc>
                  <a:spcPct val="90000"/>
                </a:lnSpc>
                <a:spcBef>
                  <a:spcPts val="1200"/>
                </a:spcBef>
                <a:buClr>
                  <a:srgbClr val="27305F"/>
                </a:buClr>
                <a:buSzPct val="60000"/>
                <a:buFont typeface="Wingdings" pitchFamily="2" charset="2"/>
                <a:buNone/>
              </a:pP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22</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23</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2</a:t>
              </a:r>
              <a:endParaRPr lang="en-US" altLang="zh-CN" sz="2800" i="1">
                <a:latin typeface="Times New Roman" pitchFamily="18" charset="0"/>
              </a:endParaRP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u</a:t>
              </a:r>
              <a:r>
                <a:rPr lang="en-US" altLang="zh-CN" sz="2800" baseline="-25000">
                  <a:latin typeface="Times New Roman" pitchFamily="18" charset="0"/>
                </a:rPr>
                <a:t>33</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3</a:t>
              </a:r>
            </a:p>
          </p:txBody>
        </p:sp>
        <p:sp>
          <p:nvSpPr>
            <p:cNvPr id="16393" name="AutoShape 6"/>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aphicFrame>
        <p:nvGraphicFramePr>
          <p:cNvPr id="392199" name="Object 7"/>
          <p:cNvGraphicFramePr>
            <a:graphicFrameLocks noChangeAspect="1"/>
          </p:cNvGraphicFramePr>
          <p:nvPr/>
        </p:nvGraphicFramePr>
        <p:xfrm>
          <a:off x="990600" y="3733800"/>
          <a:ext cx="7315200" cy="1939925"/>
        </p:xfrm>
        <a:graphic>
          <a:graphicData uri="http://schemas.openxmlformats.org/presentationml/2006/ole">
            <mc:AlternateContent xmlns:mc="http://schemas.openxmlformats.org/markup-compatibility/2006">
              <mc:Choice xmlns:v="urn:schemas-microsoft-com:vml" Requires="v">
                <p:oleObj spid="_x0000_s16397" name="Equation" r:id="rId4" imgW="2273300" imgH="647700" progId="Equation.3">
                  <p:embed/>
                </p:oleObj>
              </mc:Choice>
              <mc:Fallback>
                <p:oleObj name="Equation" r:id="rId4" imgW="2273300" imgH="6477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3733800"/>
                        <a:ext cx="7315200" cy="1939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92199"/>
                                        </p:tgtEl>
                                        <p:attrNameLst>
                                          <p:attrName>style.visibility</p:attrName>
                                        </p:attrNameLst>
                                      </p:cBhvr>
                                      <p:to>
                                        <p:strVal val="visible"/>
                                      </p:to>
                                    </p:set>
                                    <p:animEffect transition="in" filter="dissolve">
                                      <p:cBhvr>
                                        <p:cTn id="7" dur="500"/>
                                        <p:tgtEl>
                                          <p:spTgt spid="392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7AD7102-B0C2-43FB-89CF-C06FD19920F7}" type="slidenum">
              <a:rPr lang="zh-CN" altLang="en-US" b="0" smtClean="0"/>
              <a:pPr/>
              <a:t>15</a:t>
            </a:fld>
            <a:endParaRPr lang="en-US" altLang="zh-CN" b="0" smtClean="0"/>
          </a:p>
        </p:txBody>
      </p:sp>
      <p:sp>
        <p:nvSpPr>
          <p:cNvPr id="1741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E32B68F-9614-4AA2-A607-0DA7D8114259}" type="datetime1">
              <a:rPr lang="zh-CN" altLang="en-US" sz="1800" b="0" smtClean="0"/>
              <a:pPr/>
              <a:t>2024/9/23</a:t>
            </a:fld>
            <a:endParaRPr lang="en-US" altLang="zh-CN" sz="1800" b="0" smtClean="0"/>
          </a:p>
        </p:txBody>
      </p:sp>
      <p:sp>
        <p:nvSpPr>
          <p:cNvPr id="481282" name="Rectangle 2"/>
          <p:cNvSpPr>
            <a:spLocks noGrp="1" noChangeArrowheads="1"/>
          </p:cNvSpPr>
          <p:nvPr>
            <p:ph type="title"/>
          </p:nvPr>
        </p:nvSpPr>
        <p:spPr/>
        <p:txBody>
          <a:bodyPr/>
          <a:lstStyle/>
          <a:p>
            <a:pPr>
              <a:defRPr/>
            </a:pPr>
            <a:r>
              <a:rPr lang="zh-CN" altLang="en-US" smtClean="0"/>
              <a:t>消元法计算公式</a:t>
            </a:r>
          </a:p>
        </p:txBody>
      </p:sp>
      <p:graphicFrame>
        <p:nvGraphicFramePr>
          <p:cNvPr id="17413" name="Object 3"/>
          <p:cNvGraphicFramePr>
            <a:graphicFrameLocks noChangeAspect="1"/>
          </p:cNvGraphicFramePr>
          <p:nvPr/>
        </p:nvGraphicFramePr>
        <p:xfrm>
          <a:off x="304800" y="990600"/>
          <a:ext cx="8686800" cy="1884363"/>
        </p:xfrm>
        <a:graphic>
          <a:graphicData uri="http://schemas.openxmlformats.org/presentationml/2006/ole">
            <mc:AlternateContent xmlns:mc="http://schemas.openxmlformats.org/markup-compatibility/2006">
              <mc:Choice xmlns:v="urn:schemas-microsoft-com:vml" Requires="v">
                <p:oleObj spid="_x0000_s17429" name="Equation" r:id="rId3" imgW="3657600" imgH="655344" progId="Equation.3">
                  <p:embed/>
                </p:oleObj>
              </mc:Choice>
              <mc:Fallback>
                <p:oleObj name="Equation" r:id="rId3" imgW="3657600" imgH="65534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990600"/>
                        <a:ext cx="8686800" cy="188436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4" name="Object 4"/>
          <p:cNvGraphicFramePr>
            <a:graphicFrameLocks noChangeAspect="1"/>
          </p:cNvGraphicFramePr>
          <p:nvPr/>
        </p:nvGraphicFramePr>
        <p:xfrm>
          <a:off x="304800" y="2898775"/>
          <a:ext cx="8610600" cy="1749425"/>
        </p:xfrm>
        <a:graphic>
          <a:graphicData uri="http://schemas.openxmlformats.org/presentationml/2006/ole">
            <mc:AlternateContent xmlns:mc="http://schemas.openxmlformats.org/markup-compatibility/2006">
              <mc:Choice xmlns:v="urn:schemas-microsoft-com:vml" Requires="v">
                <p:oleObj spid="_x0000_s17430" name="Equation" r:id="rId5" imgW="3665164" imgH="632448" progId="Equation.3">
                  <p:embed/>
                </p:oleObj>
              </mc:Choice>
              <mc:Fallback>
                <p:oleObj name="Equation" r:id="rId5" imgW="3665164" imgH="632448"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2898775"/>
                        <a:ext cx="8610600" cy="17494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5" name="Object 5"/>
          <p:cNvGraphicFramePr>
            <a:graphicFrameLocks noChangeAspect="1"/>
          </p:cNvGraphicFramePr>
          <p:nvPr/>
        </p:nvGraphicFramePr>
        <p:xfrm>
          <a:off x="617538" y="4686300"/>
          <a:ext cx="3116262" cy="1714500"/>
        </p:xfrm>
        <a:graphic>
          <a:graphicData uri="http://schemas.openxmlformats.org/presentationml/2006/ole">
            <mc:AlternateContent xmlns:mc="http://schemas.openxmlformats.org/markup-compatibility/2006">
              <mc:Choice xmlns:v="urn:schemas-microsoft-com:vml" Requires="v">
                <p:oleObj spid="_x0000_s17431" name="Equation" r:id="rId7" imgW="1117600" imgH="660400" progId="Equation.3">
                  <p:embed/>
                </p:oleObj>
              </mc:Choice>
              <mc:Fallback>
                <p:oleObj name="Equation" r:id="rId7" imgW="1117600" imgH="6604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7538" y="4686300"/>
                        <a:ext cx="3116262" cy="171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16" name="Object 6"/>
          <p:cNvGraphicFramePr>
            <a:graphicFrameLocks noChangeAspect="1"/>
          </p:cNvGraphicFramePr>
          <p:nvPr/>
        </p:nvGraphicFramePr>
        <p:xfrm>
          <a:off x="4038600" y="4749800"/>
          <a:ext cx="4848225" cy="1574800"/>
        </p:xfrm>
        <a:graphic>
          <a:graphicData uri="http://schemas.openxmlformats.org/presentationml/2006/ole">
            <mc:AlternateContent xmlns:mc="http://schemas.openxmlformats.org/markup-compatibility/2006">
              <mc:Choice xmlns:v="urn:schemas-microsoft-com:vml" Requires="v">
                <p:oleObj spid="_x0000_s17432" name="Equation" r:id="rId9" imgW="1892300" imgH="660400" progId="Equation.3">
                  <p:embed/>
                </p:oleObj>
              </mc:Choice>
              <mc:Fallback>
                <p:oleObj name="Equation" r:id="rId9" imgW="1892300" imgH="6604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8600" y="4749800"/>
                        <a:ext cx="4848225" cy="157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A70E5F0-D424-4F82-8DD7-EE079BDB62FF}" type="slidenum">
              <a:rPr lang="zh-CN" altLang="en-US" b="0" smtClean="0"/>
              <a:pPr/>
              <a:t>16</a:t>
            </a:fld>
            <a:endParaRPr lang="en-US" altLang="zh-CN" b="0" smtClean="0"/>
          </a:p>
        </p:txBody>
      </p:sp>
      <p:sp>
        <p:nvSpPr>
          <p:cNvPr id="1843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A16F467-2D81-4356-9915-B104C7EF9F99}" type="datetime1">
              <a:rPr lang="zh-CN" altLang="en-US" sz="1800" b="0" smtClean="0"/>
              <a:pPr/>
              <a:t>2024/9/23</a:t>
            </a:fld>
            <a:endParaRPr lang="en-US" altLang="zh-CN" sz="1800" b="0" smtClean="0"/>
          </a:p>
        </p:txBody>
      </p:sp>
      <p:sp>
        <p:nvSpPr>
          <p:cNvPr id="333826" name="Rectangle 2"/>
          <p:cNvSpPr>
            <a:spLocks noGrp="1" noChangeArrowheads="1"/>
          </p:cNvSpPr>
          <p:nvPr>
            <p:ph type="title"/>
          </p:nvPr>
        </p:nvSpPr>
        <p:spPr/>
        <p:txBody>
          <a:bodyPr/>
          <a:lstStyle/>
          <a:p>
            <a:pPr>
              <a:defRPr/>
            </a:pPr>
            <a:r>
              <a:rPr lang="zh-CN" altLang="en-US" smtClean="0">
                <a:latin typeface="宋体" pitchFamily="2" charset="-122"/>
              </a:rPr>
              <a:t>1.1 方法描述</a:t>
            </a:r>
          </a:p>
        </p:txBody>
      </p:sp>
      <p:sp>
        <p:nvSpPr>
          <p:cNvPr id="18437" name="Rectangle 3"/>
          <p:cNvSpPr>
            <a:spLocks noGrp="1" noChangeArrowheads="1"/>
          </p:cNvSpPr>
          <p:nvPr>
            <p:ph type="body" idx="1"/>
          </p:nvPr>
        </p:nvSpPr>
        <p:spPr>
          <a:xfrm>
            <a:off x="600075" y="1203325"/>
            <a:ext cx="8142288" cy="3968750"/>
          </a:xfrm>
        </p:spPr>
        <p:txBody>
          <a:bodyPr/>
          <a:lstStyle/>
          <a:p>
            <a:r>
              <a:rPr lang="en-US" altLang="zh-CN" i="1" smtClean="0"/>
              <a:t>l</a:t>
            </a:r>
            <a:r>
              <a:rPr lang="en-US" altLang="zh-CN" i="1" baseline="-25000" smtClean="0"/>
              <a:t>ii</a:t>
            </a:r>
            <a:r>
              <a:rPr lang="zh-CN" altLang="en-US" smtClean="0">
                <a:latin typeface="宋体" pitchFamily="2" charset="-122"/>
              </a:rPr>
              <a:t>选值的不同会影响到计算量及舍入误差的大小</a:t>
            </a:r>
          </a:p>
          <a:p>
            <a:r>
              <a:rPr lang="zh-CN" altLang="en-US" smtClean="0">
                <a:latin typeface="宋体" pitchFamily="2" charset="-122"/>
              </a:rPr>
              <a:t>高斯消元法：</a:t>
            </a:r>
            <a:r>
              <a:rPr lang="zh-CN" altLang="en-US" smtClean="0"/>
              <a:t>取</a:t>
            </a:r>
            <a:r>
              <a:rPr lang="en-US" altLang="zh-CN" i="1" smtClean="0"/>
              <a:t>l</a:t>
            </a:r>
            <a:r>
              <a:rPr lang="en-US" altLang="zh-CN" i="1" baseline="-25000" smtClean="0"/>
              <a:t>ii </a:t>
            </a:r>
            <a:r>
              <a:rPr lang="zh-CN" altLang="en-US" smtClean="0"/>
              <a:t>=1</a:t>
            </a:r>
            <a:endParaRPr lang="zh-CN" altLang="en-US" i="1" smtClean="0">
              <a:latin typeface="宋体" pitchFamily="2" charset="-122"/>
            </a:endParaRPr>
          </a:p>
          <a:p>
            <a:r>
              <a:rPr lang="zh-CN" altLang="en-US" smtClean="0">
                <a:latin typeface="宋体" pitchFamily="2" charset="-122"/>
              </a:rPr>
              <a:t>克劳特消元法</a:t>
            </a:r>
          </a:p>
          <a:p>
            <a:pPr lvl="1"/>
            <a:r>
              <a:rPr lang="en-US" altLang="zh-CN" i="1" smtClean="0"/>
              <a:t>l</a:t>
            </a:r>
            <a:r>
              <a:rPr lang="en-US" altLang="zh-CN" baseline="-25000" smtClean="0"/>
              <a:t>11</a:t>
            </a:r>
            <a:r>
              <a:rPr lang="en-US" altLang="zh-CN" smtClean="0"/>
              <a:t>= </a:t>
            </a:r>
            <a:r>
              <a:rPr lang="en-US" altLang="zh-CN" i="1" smtClean="0"/>
              <a:t>a</a:t>
            </a:r>
            <a:r>
              <a:rPr lang="en-US" altLang="zh-CN" baseline="-25000" smtClean="0"/>
              <a:t>11</a:t>
            </a:r>
            <a:r>
              <a:rPr lang="en-US" altLang="zh-CN" baseline="30000" smtClean="0"/>
              <a:t>(0)</a:t>
            </a:r>
            <a:r>
              <a:rPr lang="en-US" altLang="zh-CN" smtClean="0"/>
              <a:t>= </a:t>
            </a:r>
            <a:r>
              <a:rPr lang="en-US" altLang="zh-CN" i="1" smtClean="0"/>
              <a:t>a</a:t>
            </a:r>
            <a:r>
              <a:rPr lang="en-US" altLang="zh-CN" baseline="-25000" smtClean="0"/>
              <a:t>11 </a:t>
            </a:r>
            <a:r>
              <a:rPr lang="en-US" altLang="zh-CN" smtClean="0"/>
              <a:t>,</a:t>
            </a:r>
            <a:r>
              <a:rPr lang="en-US" altLang="zh-CN" baseline="-25000" smtClean="0"/>
              <a:t> </a:t>
            </a:r>
            <a:r>
              <a:rPr lang="en-US" altLang="zh-CN" i="1" smtClean="0"/>
              <a:t>l</a:t>
            </a:r>
            <a:r>
              <a:rPr lang="en-US" altLang="zh-CN" baseline="-25000" smtClean="0"/>
              <a:t>22</a:t>
            </a:r>
            <a:r>
              <a:rPr lang="en-US" altLang="zh-CN" smtClean="0"/>
              <a:t>= </a:t>
            </a:r>
            <a:r>
              <a:rPr lang="en-US" altLang="zh-CN" i="1" smtClean="0"/>
              <a:t>a</a:t>
            </a:r>
            <a:r>
              <a:rPr lang="en-US" altLang="zh-CN" baseline="-25000" smtClean="0"/>
              <a:t>22</a:t>
            </a:r>
            <a:r>
              <a:rPr lang="en-US" altLang="zh-CN" baseline="30000" smtClean="0"/>
              <a:t>(1) </a:t>
            </a:r>
            <a:r>
              <a:rPr lang="en-US" altLang="zh-CN" smtClean="0"/>
              <a:t>, </a:t>
            </a:r>
            <a:r>
              <a:rPr lang="en-US" altLang="zh-CN" i="1" smtClean="0"/>
              <a:t>l</a:t>
            </a:r>
            <a:r>
              <a:rPr lang="en-US" altLang="zh-CN" baseline="-25000" smtClean="0"/>
              <a:t>33</a:t>
            </a:r>
            <a:r>
              <a:rPr lang="en-US" altLang="zh-CN" smtClean="0"/>
              <a:t>= </a:t>
            </a:r>
            <a:r>
              <a:rPr lang="en-US" altLang="zh-CN" i="1" smtClean="0"/>
              <a:t>a</a:t>
            </a:r>
            <a:r>
              <a:rPr lang="en-US" altLang="zh-CN" baseline="-25000" smtClean="0"/>
              <a:t>33</a:t>
            </a:r>
            <a:r>
              <a:rPr lang="en-US" altLang="zh-CN" baseline="30000" smtClean="0"/>
              <a:t>(2)</a:t>
            </a:r>
            <a:r>
              <a:rPr lang="en-US" altLang="zh-CN" smtClean="0"/>
              <a:t>,…,     </a:t>
            </a:r>
            <a:r>
              <a:rPr lang="en-US" altLang="zh-CN" i="1" smtClean="0"/>
              <a:t>l</a:t>
            </a:r>
            <a:r>
              <a:rPr lang="en-US" altLang="zh-CN" i="1" baseline="-25000" smtClean="0"/>
              <a:t>nn</a:t>
            </a:r>
            <a:r>
              <a:rPr lang="en-US" altLang="zh-CN" smtClean="0"/>
              <a:t>= </a:t>
            </a:r>
            <a:r>
              <a:rPr lang="en-US" altLang="zh-CN" i="1" smtClean="0"/>
              <a:t>a</a:t>
            </a:r>
            <a:r>
              <a:rPr lang="en-US" altLang="zh-CN" i="1" baseline="-25000" smtClean="0"/>
              <a:t>nn</a:t>
            </a:r>
            <a:r>
              <a:rPr lang="en-US" altLang="zh-CN" baseline="30000" smtClean="0"/>
              <a:t>(</a:t>
            </a:r>
            <a:r>
              <a:rPr lang="en-US" altLang="zh-CN" i="1" baseline="30000" smtClean="0"/>
              <a:t>n</a:t>
            </a:r>
            <a:r>
              <a:rPr lang="en-US" altLang="zh-CN" baseline="30000" smtClean="0"/>
              <a:t>-1)</a:t>
            </a:r>
          </a:p>
          <a:p>
            <a:pPr lvl="1"/>
            <a:r>
              <a:rPr lang="en-US" altLang="zh-CN" i="1" smtClean="0"/>
              <a:t>u</a:t>
            </a:r>
            <a:r>
              <a:rPr lang="en-US" altLang="zh-CN" i="1" baseline="-25000" smtClean="0"/>
              <a:t>ii </a:t>
            </a:r>
            <a:r>
              <a:rPr lang="zh-CN" altLang="en-US" smtClean="0"/>
              <a:t>=1</a:t>
            </a:r>
            <a:endParaRPr lang="zh-CN" altLang="en-US" smtClean="0">
              <a:latin typeface="宋体" pitchFamily="2" charset="-122"/>
            </a:endParaRPr>
          </a:p>
          <a:p>
            <a:r>
              <a:rPr lang="zh-CN" altLang="en-US" smtClean="0">
                <a:latin typeface="宋体" pitchFamily="2" charset="-122"/>
              </a:rPr>
              <a:t>平方根法</a:t>
            </a:r>
          </a:p>
          <a:p>
            <a:pPr lvl="1"/>
            <a:r>
              <a:rPr lang="zh-CN" altLang="en-US" smtClean="0"/>
              <a:t>取</a:t>
            </a:r>
            <a:r>
              <a:rPr lang="en-US" altLang="zh-CN" i="1" smtClean="0"/>
              <a:t>l</a:t>
            </a:r>
            <a:r>
              <a:rPr lang="en-US" altLang="zh-CN" baseline="-25000" smtClean="0"/>
              <a:t>ii</a:t>
            </a:r>
            <a:r>
              <a:rPr lang="en-US" altLang="zh-CN" smtClean="0"/>
              <a:t>= </a:t>
            </a:r>
            <a:r>
              <a:rPr lang="en-US" altLang="zh-CN" i="1" smtClean="0"/>
              <a:t>u</a:t>
            </a:r>
            <a:r>
              <a:rPr lang="en-US" altLang="zh-CN" baseline="-25000" smtClean="0"/>
              <a:t>ii </a:t>
            </a:r>
            <a:r>
              <a:rPr lang="zh-CN" altLang="en-US" smtClean="0"/>
              <a:t>,有</a:t>
            </a:r>
            <a:r>
              <a:rPr lang="en-US" altLang="zh-CN" i="1" smtClean="0"/>
              <a:t>l</a:t>
            </a:r>
            <a:r>
              <a:rPr lang="en-US" altLang="zh-CN" baseline="-25000" smtClean="0"/>
              <a:t>ij</a:t>
            </a:r>
            <a:r>
              <a:rPr lang="en-US" altLang="zh-CN" smtClean="0"/>
              <a:t>= </a:t>
            </a:r>
            <a:r>
              <a:rPr lang="en-US" altLang="zh-CN" i="1" smtClean="0"/>
              <a:t>u</a:t>
            </a:r>
            <a:r>
              <a:rPr lang="en-US" altLang="zh-CN" baseline="-25000" smtClean="0"/>
              <a:t>ji </a:t>
            </a:r>
            <a:endParaRPr lang="zh-CN" altLang="en-US" baseline="-25000" smtClean="0"/>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29D3E13C-381C-46A4-B8B2-26BE6F24888B}" type="slidenum">
              <a:rPr lang="zh-CN" altLang="en-US" b="0" smtClean="0"/>
              <a:pPr/>
              <a:t>17</a:t>
            </a:fld>
            <a:endParaRPr lang="en-US" altLang="zh-CN" b="0" smtClean="0"/>
          </a:p>
        </p:txBody>
      </p:sp>
      <p:sp>
        <p:nvSpPr>
          <p:cNvPr id="1945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DD90D9EC-131A-43AF-892C-E3E499408777}" type="datetime1">
              <a:rPr lang="zh-CN" altLang="en-US" sz="1800" b="0" smtClean="0"/>
              <a:pPr/>
              <a:t>2024/9/23</a:t>
            </a:fld>
            <a:endParaRPr lang="en-US" altLang="zh-CN" sz="1800" b="0" smtClean="0"/>
          </a:p>
        </p:txBody>
      </p:sp>
      <p:sp>
        <p:nvSpPr>
          <p:cNvPr id="334850" name="Rectangle 2"/>
          <p:cNvSpPr>
            <a:spLocks noGrp="1" noChangeArrowheads="1"/>
          </p:cNvSpPr>
          <p:nvPr>
            <p:ph type="title"/>
          </p:nvPr>
        </p:nvSpPr>
        <p:spPr/>
        <p:txBody>
          <a:bodyPr/>
          <a:lstStyle/>
          <a:p>
            <a:pPr>
              <a:defRPr/>
            </a:pPr>
            <a:r>
              <a:rPr lang="zh-CN" altLang="en-US" smtClean="0">
                <a:latin typeface="宋体" pitchFamily="2" charset="-122"/>
              </a:rPr>
              <a:t>1.2 高斯消元法</a:t>
            </a:r>
          </a:p>
        </p:txBody>
      </p:sp>
      <p:sp>
        <p:nvSpPr>
          <p:cNvPr id="19461" name="Rectangle 3"/>
          <p:cNvSpPr>
            <a:spLocks noGrp="1" noChangeArrowheads="1"/>
          </p:cNvSpPr>
          <p:nvPr>
            <p:ph type="body" idx="1"/>
          </p:nvPr>
        </p:nvSpPr>
        <p:spPr>
          <a:xfrm>
            <a:off x="533400" y="1066800"/>
            <a:ext cx="8142288" cy="876300"/>
          </a:xfrm>
        </p:spPr>
        <p:txBody>
          <a:bodyPr/>
          <a:lstStyle/>
          <a:p>
            <a:r>
              <a:rPr lang="zh-CN" altLang="en-US" sz="3200" smtClean="0"/>
              <a:t>在</a:t>
            </a:r>
            <a:r>
              <a:rPr lang="zh-CN" altLang="en-US" sz="3200" smtClean="0">
                <a:latin typeface="宋体" pitchFamily="2" charset="-122"/>
              </a:rPr>
              <a:t>这种消元法中，取</a:t>
            </a:r>
            <a:r>
              <a:rPr lang="en-US" altLang="zh-CN" sz="3200" i="1" smtClean="0"/>
              <a:t>l</a:t>
            </a:r>
            <a:r>
              <a:rPr lang="en-US" altLang="zh-CN" sz="3200" i="1" baseline="-25000" smtClean="0"/>
              <a:t>ii</a:t>
            </a:r>
            <a:r>
              <a:rPr lang="en-US" altLang="zh-CN" sz="3200" smtClean="0"/>
              <a:t> =1(</a:t>
            </a:r>
            <a:r>
              <a:rPr lang="en-US" altLang="zh-CN" sz="3200" i="1" smtClean="0"/>
              <a:t>i</a:t>
            </a:r>
            <a:r>
              <a:rPr lang="en-US" altLang="zh-CN" sz="3200" smtClean="0"/>
              <a:t>=1,2,…,</a:t>
            </a:r>
            <a:r>
              <a:rPr lang="en-US" altLang="zh-CN" sz="3200" i="1" smtClean="0"/>
              <a:t>n</a:t>
            </a:r>
            <a:r>
              <a:rPr lang="en-US" altLang="zh-CN" sz="3200" smtClean="0"/>
              <a:t>)</a:t>
            </a:r>
            <a:r>
              <a:rPr lang="en-US" altLang="zh-CN" sz="3200" smtClean="0">
                <a:latin typeface="宋体" pitchFamily="2" charset="-122"/>
              </a:rPr>
              <a:t>，</a:t>
            </a:r>
            <a:r>
              <a:rPr lang="zh-CN" altLang="en-US" sz="3200" smtClean="0">
                <a:latin typeface="宋体" pitchFamily="2" charset="-122"/>
              </a:rPr>
              <a:t>相应的计算公式为：</a:t>
            </a:r>
            <a:r>
              <a:rPr lang="zh-CN" altLang="en-US" sz="3200" smtClean="0"/>
              <a:t> </a:t>
            </a:r>
          </a:p>
        </p:txBody>
      </p:sp>
      <p:graphicFrame>
        <p:nvGraphicFramePr>
          <p:cNvPr id="334853" name="Object 5"/>
          <p:cNvGraphicFramePr>
            <a:graphicFrameLocks noChangeAspect="1"/>
          </p:cNvGraphicFramePr>
          <p:nvPr/>
        </p:nvGraphicFramePr>
        <p:xfrm>
          <a:off x="609600" y="1785938"/>
          <a:ext cx="8534400" cy="4614862"/>
        </p:xfrm>
        <a:graphic>
          <a:graphicData uri="http://schemas.openxmlformats.org/presentationml/2006/ole">
            <mc:AlternateContent xmlns:mc="http://schemas.openxmlformats.org/markup-compatibility/2006">
              <mc:Choice xmlns:v="urn:schemas-microsoft-com:vml" Requires="v">
                <p:oleObj spid="_x0000_s19468" name="Equation" r:id="rId4" imgW="3060700" imgH="1778000" progId="Equation.3">
                  <p:embed/>
                </p:oleObj>
              </mc:Choice>
              <mc:Fallback>
                <p:oleObj name="Equation" r:id="rId4" imgW="3060700" imgH="17780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1785938"/>
                        <a:ext cx="8534400" cy="4614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4855" name="Rectangle 7"/>
          <p:cNvSpPr>
            <a:spLocks noChangeArrowheads="1"/>
          </p:cNvSpPr>
          <p:nvPr/>
        </p:nvSpPr>
        <p:spPr bwMode="auto">
          <a:xfrm>
            <a:off x="4876800" y="2209800"/>
            <a:ext cx="3048000" cy="1371600"/>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34856" name="Rectangle 8"/>
          <p:cNvSpPr>
            <a:spLocks noChangeArrowheads="1"/>
          </p:cNvSpPr>
          <p:nvPr/>
        </p:nvSpPr>
        <p:spPr bwMode="auto">
          <a:xfrm>
            <a:off x="457200" y="3429000"/>
            <a:ext cx="3048000" cy="1371600"/>
          </a:xfrm>
          <a:prstGeom prst="rect">
            <a:avLst/>
          </a:prstGeom>
          <a:noFill/>
          <a:ln w="38100">
            <a:solidFill>
              <a:srgbClr val="FF0000"/>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34853"/>
                                        </p:tgtEl>
                                        <p:attrNameLst>
                                          <p:attrName>style.visibility</p:attrName>
                                        </p:attrNameLst>
                                      </p:cBhvr>
                                      <p:to>
                                        <p:strVal val="visible"/>
                                      </p:to>
                                    </p:set>
                                    <p:animEffect transition="in" filter="dissolve">
                                      <p:cBhvr>
                                        <p:cTn id="7" dur="500"/>
                                        <p:tgtEl>
                                          <p:spTgt spid="3348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334855"/>
                                        </p:tgtEl>
                                        <p:attrNameLst>
                                          <p:attrName>style.visibility</p:attrName>
                                        </p:attrNameLst>
                                      </p:cBhvr>
                                      <p:to>
                                        <p:strVal val="visible"/>
                                      </p:to>
                                    </p:set>
                                    <p:anim calcmode="lin" valueType="num">
                                      <p:cBhvr>
                                        <p:cTn id="12" dur="500" fill="hold"/>
                                        <p:tgtEl>
                                          <p:spTgt spid="334855"/>
                                        </p:tgtEl>
                                        <p:attrNameLst>
                                          <p:attrName>ppt_w</p:attrName>
                                        </p:attrNameLst>
                                      </p:cBhvr>
                                      <p:tavLst>
                                        <p:tav tm="0">
                                          <p:val>
                                            <p:fltVal val="0"/>
                                          </p:val>
                                        </p:tav>
                                        <p:tav tm="100000">
                                          <p:val>
                                            <p:strVal val="#ppt_w"/>
                                          </p:val>
                                        </p:tav>
                                      </p:tavLst>
                                    </p:anim>
                                    <p:anim calcmode="lin" valueType="num">
                                      <p:cBhvr>
                                        <p:cTn id="13" dur="500" fill="hold"/>
                                        <p:tgtEl>
                                          <p:spTgt spid="334855"/>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334856"/>
                                        </p:tgtEl>
                                        <p:attrNameLst>
                                          <p:attrName>style.visibility</p:attrName>
                                        </p:attrNameLst>
                                      </p:cBhvr>
                                      <p:to>
                                        <p:strVal val="visible"/>
                                      </p:to>
                                    </p:set>
                                    <p:anim calcmode="lin" valueType="num">
                                      <p:cBhvr>
                                        <p:cTn id="18" dur="500" fill="hold"/>
                                        <p:tgtEl>
                                          <p:spTgt spid="334856"/>
                                        </p:tgtEl>
                                        <p:attrNameLst>
                                          <p:attrName>ppt_w</p:attrName>
                                        </p:attrNameLst>
                                      </p:cBhvr>
                                      <p:tavLst>
                                        <p:tav tm="0">
                                          <p:val>
                                            <p:fltVal val="0"/>
                                          </p:val>
                                        </p:tav>
                                        <p:tav tm="100000">
                                          <p:val>
                                            <p:strVal val="#ppt_w"/>
                                          </p:val>
                                        </p:tav>
                                      </p:tavLst>
                                    </p:anim>
                                    <p:anim calcmode="lin" valueType="num">
                                      <p:cBhvr>
                                        <p:cTn id="19" dur="500" fill="hold"/>
                                        <p:tgtEl>
                                          <p:spTgt spid="33485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4855" grpId="0" animBg="1"/>
      <p:bldP spid="334856"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48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FA88395A-4671-4CA0-83CB-52DC9748B365}" type="slidenum">
              <a:rPr lang="zh-CN" altLang="en-US" b="0" smtClean="0"/>
              <a:pPr/>
              <a:t>18</a:t>
            </a:fld>
            <a:endParaRPr lang="en-US" altLang="zh-CN" b="0" smtClean="0"/>
          </a:p>
        </p:txBody>
      </p:sp>
      <p:sp>
        <p:nvSpPr>
          <p:cNvPr id="2048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5F290E6B-E495-4E82-B25E-5D9DB5E266AD}" type="datetime1">
              <a:rPr lang="zh-CN" altLang="en-US" sz="1800" b="0" smtClean="0"/>
              <a:pPr/>
              <a:t>2024/9/23</a:t>
            </a:fld>
            <a:endParaRPr lang="en-US" altLang="zh-CN" sz="1800" b="0" smtClean="0"/>
          </a:p>
        </p:txBody>
      </p:sp>
      <p:sp>
        <p:nvSpPr>
          <p:cNvPr id="335874" name="Rectangle 2"/>
          <p:cNvSpPr>
            <a:spLocks noGrp="1" noChangeArrowheads="1"/>
          </p:cNvSpPr>
          <p:nvPr>
            <p:ph type="title"/>
          </p:nvPr>
        </p:nvSpPr>
        <p:spPr/>
        <p:txBody>
          <a:bodyPr/>
          <a:lstStyle/>
          <a:p>
            <a:pPr>
              <a:defRPr/>
            </a:pPr>
            <a:r>
              <a:rPr lang="zh-CN" altLang="en-US" smtClean="0">
                <a:latin typeface="宋体" pitchFamily="2" charset="-122"/>
              </a:rPr>
              <a:t>1.2 高斯消元法</a:t>
            </a:r>
          </a:p>
        </p:txBody>
      </p:sp>
      <p:sp>
        <p:nvSpPr>
          <p:cNvPr id="20485" name="Rectangle 3"/>
          <p:cNvSpPr>
            <a:spLocks noGrp="1" noChangeArrowheads="1"/>
          </p:cNvSpPr>
          <p:nvPr>
            <p:ph type="body" idx="1"/>
          </p:nvPr>
        </p:nvSpPr>
        <p:spPr>
          <a:xfrm>
            <a:off x="600075" y="930275"/>
            <a:ext cx="8142288" cy="1812925"/>
          </a:xfrm>
        </p:spPr>
        <p:txBody>
          <a:bodyPr/>
          <a:lstStyle/>
          <a:p>
            <a:pPr>
              <a:lnSpc>
                <a:spcPct val="80000"/>
              </a:lnSpc>
            </a:pPr>
            <a:r>
              <a:rPr lang="zh-CN" altLang="en-US" smtClean="0"/>
              <a:t>例3.1</a:t>
            </a:r>
          </a:p>
          <a:p>
            <a:pPr>
              <a:lnSpc>
                <a:spcPct val="80000"/>
              </a:lnSpc>
              <a:buFont typeface="Wingdings" pitchFamily="2" charset="2"/>
              <a:buNone/>
            </a:pPr>
            <a:r>
              <a:rPr lang="zh-CN" altLang="en-US" smtClean="0"/>
              <a:t>用</a:t>
            </a:r>
            <a:r>
              <a:rPr lang="zh-CN" altLang="en-US" smtClean="0">
                <a:latin typeface="宋体" pitchFamily="2" charset="-122"/>
              </a:rPr>
              <a:t>高斯消元法解下列线组</a:t>
            </a:r>
          </a:p>
          <a:p>
            <a:pPr>
              <a:lnSpc>
                <a:spcPct val="80000"/>
              </a:lnSpc>
            </a:pPr>
            <a:endParaRPr lang="zh-CN" altLang="en-US" smtClean="0">
              <a:latin typeface="宋体" pitchFamily="2" charset="-122"/>
            </a:endParaRPr>
          </a:p>
          <a:p>
            <a:pPr>
              <a:lnSpc>
                <a:spcPct val="80000"/>
              </a:lnSpc>
            </a:pPr>
            <a:r>
              <a:rPr lang="zh-CN" altLang="en-US" smtClean="0">
                <a:latin typeface="宋体" pitchFamily="2" charset="-122"/>
              </a:rPr>
              <a:t>解：按高斯消元法的计算公式计算结果如下：</a:t>
            </a:r>
          </a:p>
        </p:txBody>
      </p:sp>
      <p:graphicFrame>
        <p:nvGraphicFramePr>
          <p:cNvPr id="20486" name="Object 4"/>
          <p:cNvGraphicFramePr>
            <a:graphicFrameLocks noChangeAspect="1"/>
          </p:cNvGraphicFramePr>
          <p:nvPr/>
        </p:nvGraphicFramePr>
        <p:xfrm>
          <a:off x="4724400" y="854075"/>
          <a:ext cx="3505200" cy="1531938"/>
        </p:xfrm>
        <a:graphic>
          <a:graphicData uri="http://schemas.openxmlformats.org/presentationml/2006/ole">
            <mc:AlternateContent xmlns:mc="http://schemas.openxmlformats.org/markup-compatibility/2006">
              <mc:Choice xmlns:v="urn:schemas-microsoft-com:vml" Requires="v">
                <p:oleObj spid="_x0000_s20494" name="Equation" r:id="rId3" imgW="1511300" imgH="711200" progId="Equation.3">
                  <p:embed/>
                </p:oleObj>
              </mc:Choice>
              <mc:Fallback>
                <p:oleObj name="Equation" r:id="rId3" imgW="1511300" imgH="7112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854075"/>
                        <a:ext cx="3505200" cy="1531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5877" name="Object 5"/>
          <p:cNvGraphicFramePr>
            <a:graphicFrameLocks noChangeAspect="1"/>
          </p:cNvGraphicFramePr>
          <p:nvPr/>
        </p:nvGraphicFramePr>
        <p:xfrm>
          <a:off x="0" y="2876550"/>
          <a:ext cx="9144000" cy="3981450"/>
        </p:xfrm>
        <a:graphic>
          <a:graphicData uri="http://schemas.openxmlformats.org/presentationml/2006/ole">
            <mc:AlternateContent xmlns:mc="http://schemas.openxmlformats.org/markup-compatibility/2006">
              <mc:Choice xmlns:v="urn:schemas-microsoft-com:vml" Requires="v">
                <p:oleObj spid="_x0000_s20495" name="公式" r:id="rId5" imgW="4445000" imgH="1892300" progId="Equation.3">
                  <p:embed/>
                </p:oleObj>
              </mc:Choice>
              <mc:Fallback>
                <p:oleObj name="公式" r:id="rId5" imgW="4445000" imgH="18923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2876550"/>
                        <a:ext cx="9144000" cy="398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35877"/>
                                        </p:tgtEl>
                                        <p:attrNameLst>
                                          <p:attrName>style.visibility</p:attrName>
                                        </p:attrNameLst>
                                      </p:cBhvr>
                                      <p:to>
                                        <p:strVal val="visible"/>
                                      </p:to>
                                    </p:set>
                                    <p:animEffect transition="in" filter="dissolve">
                                      <p:cBhvr>
                                        <p:cTn id="7" dur="500"/>
                                        <p:tgtEl>
                                          <p:spTgt spid="3358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DD9EAB02-0A6A-4D3A-BE49-5C84F692026B}" type="slidenum">
              <a:rPr lang="zh-CN" altLang="en-US" b="0" smtClean="0"/>
              <a:pPr/>
              <a:t>19</a:t>
            </a:fld>
            <a:endParaRPr lang="en-US" altLang="zh-CN" b="0" smtClean="0"/>
          </a:p>
        </p:txBody>
      </p:sp>
      <p:sp>
        <p:nvSpPr>
          <p:cNvPr id="2150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2843F41A-E809-41B2-A79F-EA095D7CBD6D}" type="datetime1">
              <a:rPr lang="zh-CN" altLang="en-US" sz="1800" b="0" smtClean="0"/>
              <a:pPr/>
              <a:t>2024/9/23</a:t>
            </a:fld>
            <a:endParaRPr lang="en-US" altLang="zh-CN" sz="1800" b="0" smtClean="0"/>
          </a:p>
        </p:txBody>
      </p:sp>
      <p:sp>
        <p:nvSpPr>
          <p:cNvPr id="336898" name="Rectangle 2"/>
          <p:cNvSpPr>
            <a:spLocks noGrp="1" noChangeArrowheads="1"/>
          </p:cNvSpPr>
          <p:nvPr>
            <p:ph type="title"/>
          </p:nvPr>
        </p:nvSpPr>
        <p:spPr/>
        <p:txBody>
          <a:bodyPr/>
          <a:lstStyle/>
          <a:p>
            <a:pPr>
              <a:defRPr/>
            </a:pPr>
            <a:r>
              <a:rPr lang="zh-CN" altLang="en-US" smtClean="0">
                <a:latin typeface="宋体" pitchFamily="2" charset="-122"/>
              </a:rPr>
              <a:t>1.2 高斯消元法</a:t>
            </a:r>
          </a:p>
        </p:txBody>
      </p:sp>
      <p:sp>
        <p:nvSpPr>
          <p:cNvPr id="21509" name="Rectangle 3"/>
          <p:cNvSpPr>
            <a:spLocks noGrp="1" noChangeArrowheads="1"/>
          </p:cNvSpPr>
          <p:nvPr>
            <p:ph type="body" idx="1"/>
          </p:nvPr>
        </p:nvSpPr>
        <p:spPr>
          <a:xfrm>
            <a:off x="600075" y="1292225"/>
            <a:ext cx="8142288" cy="384175"/>
          </a:xfrm>
        </p:spPr>
        <p:txBody>
          <a:bodyPr/>
          <a:lstStyle/>
          <a:p>
            <a:pPr>
              <a:buFont typeface="Wingdings" pitchFamily="2" charset="2"/>
              <a:buNone/>
            </a:pPr>
            <a:r>
              <a:rPr lang="zh-CN" altLang="en-US" smtClean="0"/>
              <a:t>进一步求得</a:t>
            </a:r>
            <a:r>
              <a:rPr lang="en-US" altLang="zh-CN" i="1" smtClean="0"/>
              <a:t>z</a:t>
            </a:r>
            <a:r>
              <a:rPr lang="en-US" altLang="zh-CN" baseline="-25000" smtClean="0"/>
              <a:t>1</a:t>
            </a:r>
            <a:r>
              <a:rPr lang="zh-CN" altLang="en-US" smtClean="0">
                <a:latin typeface="宋体" pitchFamily="2" charset="-122"/>
              </a:rPr>
              <a:t>=0,</a:t>
            </a:r>
            <a:r>
              <a:rPr lang="en-US" altLang="zh-CN" i="1" smtClean="0"/>
              <a:t>z</a:t>
            </a:r>
            <a:r>
              <a:rPr lang="en-US" altLang="zh-CN" baseline="-25000" smtClean="0"/>
              <a:t>2</a:t>
            </a:r>
            <a:r>
              <a:rPr lang="zh-CN" altLang="en-US" smtClean="0">
                <a:latin typeface="宋体" pitchFamily="2" charset="-122"/>
              </a:rPr>
              <a:t>=3</a:t>
            </a:r>
            <a:r>
              <a:rPr lang="en-US" altLang="zh-CN" baseline="-25000" smtClean="0"/>
              <a:t> </a:t>
            </a:r>
            <a:r>
              <a:rPr lang="zh-CN" altLang="en-US" smtClean="0">
                <a:latin typeface="宋体" pitchFamily="2" charset="-122"/>
              </a:rPr>
              <a:t>,</a:t>
            </a:r>
            <a:r>
              <a:rPr lang="en-US" altLang="zh-CN" i="1" smtClean="0"/>
              <a:t>z</a:t>
            </a:r>
            <a:r>
              <a:rPr lang="en-US" altLang="zh-CN" baseline="-25000" smtClean="0"/>
              <a:t>3</a:t>
            </a:r>
            <a:r>
              <a:rPr lang="zh-CN" altLang="en-US" smtClean="0">
                <a:latin typeface="宋体" pitchFamily="2" charset="-122"/>
              </a:rPr>
              <a:t>=1.01921</a:t>
            </a:r>
          </a:p>
        </p:txBody>
      </p:sp>
      <p:grpSp>
        <p:nvGrpSpPr>
          <p:cNvPr id="336901" name="Group 5"/>
          <p:cNvGrpSpPr>
            <a:grpSpLocks/>
          </p:cNvGrpSpPr>
          <p:nvPr/>
        </p:nvGrpSpPr>
        <p:grpSpPr bwMode="auto">
          <a:xfrm>
            <a:off x="762000" y="1905000"/>
            <a:ext cx="5867400" cy="1600200"/>
            <a:chOff x="912" y="1296"/>
            <a:chExt cx="3696" cy="1008"/>
          </a:xfrm>
        </p:grpSpPr>
        <p:sp>
          <p:nvSpPr>
            <p:cNvPr id="21514" name="Rectangle 6"/>
            <p:cNvSpPr>
              <a:spLocks noChangeArrowheads="1"/>
            </p:cNvSpPr>
            <p:nvPr/>
          </p:nvSpPr>
          <p:spPr bwMode="auto">
            <a:xfrm>
              <a:off x="1152" y="1296"/>
              <a:ext cx="3456" cy="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a:latin typeface="Times New Roman" pitchFamily="18" charset="0"/>
                </a:rPr>
                <a:t>-23</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11</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=0</a:t>
              </a:r>
            </a:p>
            <a:p>
              <a:pPr marL="258763" indent="-258763" algn="l" defTabSz="814388">
                <a:lnSpc>
                  <a:spcPct val="90000"/>
                </a:lnSpc>
                <a:spcBef>
                  <a:spcPts val="1200"/>
                </a:spcBef>
                <a:buClr>
                  <a:srgbClr val="27305F"/>
                </a:buClr>
                <a:buSzPct val="60000"/>
                <a:buFont typeface="Wingdings" pitchFamily="2" charset="2"/>
                <a:buNone/>
              </a:pPr>
              <a:r>
                <a:rPr lang="en-US" altLang="zh-CN" sz="2800">
                  <a:latin typeface="Times New Roman" pitchFamily="18" charset="0"/>
                </a:rPr>
                <a:t>        2.26086</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+1.52174</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=3</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a:t>
              </a:r>
              <a:r>
                <a:rPr lang="en-US" altLang="zh-CN" sz="2800">
                  <a:latin typeface="Times New Roman" pitchFamily="18" charset="0"/>
                </a:rPr>
                <a:t>1.01924</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=1.01921</a:t>
              </a:r>
              <a:endParaRPr lang="en-US" altLang="zh-CN" sz="2800" baseline="-25000">
                <a:latin typeface="Times New Roman" pitchFamily="18" charset="0"/>
              </a:endParaRPr>
            </a:p>
          </p:txBody>
        </p:sp>
        <p:sp>
          <p:nvSpPr>
            <p:cNvPr id="21515" name="AutoShape 7"/>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pSp>
        <p:nvGrpSpPr>
          <p:cNvPr id="336904" name="Group 8"/>
          <p:cNvGrpSpPr>
            <a:grpSpLocks/>
          </p:cNvGrpSpPr>
          <p:nvPr/>
        </p:nvGrpSpPr>
        <p:grpSpPr bwMode="auto">
          <a:xfrm>
            <a:off x="762000" y="3657600"/>
            <a:ext cx="5867400" cy="1600200"/>
            <a:chOff x="912" y="1296"/>
            <a:chExt cx="3696" cy="1008"/>
          </a:xfrm>
        </p:grpSpPr>
        <p:sp>
          <p:nvSpPr>
            <p:cNvPr id="21512" name="Rectangle 9"/>
            <p:cNvSpPr>
              <a:spLocks noChangeArrowheads="1"/>
            </p:cNvSpPr>
            <p:nvPr/>
          </p:nvSpPr>
          <p:spPr bwMode="auto">
            <a:xfrm>
              <a:off x="1152" y="1296"/>
              <a:ext cx="3456" cy="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=0.99999</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=1.99999</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=0.99997</a:t>
              </a:r>
              <a:endParaRPr lang="en-US" altLang="zh-CN" sz="2800" baseline="-25000">
                <a:latin typeface="Times New Roman" pitchFamily="18" charset="0"/>
              </a:endParaRPr>
            </a:p>
          </p:txBody>
        </p:sp>
        <p:sp>
          <p:nvSpPr>
            <p:cNvPr id="21513" name="AutoShape 10"/>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36901"/>
                                        </p:tgtEl>
                                        <p:attrNameLst>
                                          <p:attrName>style.visibility</p:attrName>
                                        </p:attrNameLst>
                                      </p:cBhvr>
                                      <p:to>
                                        <p:strVal val="visible"/>
                                      </p:to>
                                    </p:set>
                                    <p:animEffect transition="in" filter="dissolve">
                                      <p:cBhvr>
                                        <p:cTn id="7" dur="500"/>
                                        <p:tgtEl>
                                          <p:spTgt spid="33690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36904"/>
                                        </p:tgtEl>
                                        <p:attrNameLst>
                                          <p:attrName>style.visibility</p:attrName>
                                        </p:attrNameLst>
                                      </p:cBhvr>
                                      <p:to>
                                        <p:strVal val="visible"/>
                                      </p:to>
                                    </p:set>
                                    <p:animEffect transition="in" filter="dissolve">
                                      <p:cBhvr>
                                        <p:cTn id="12" dur="500"/>
                                        <p:tgtEl>
                                          <p:spTgt spid="3369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2CD57905-BAA8-43CF-AB01-6DD1F4C1266F}" type="slidenum">
              <a:rPr lang="zh-CN" altLang="en-US" b="0" smtClean="0"/>
              <a:pPr/>
              <a:t>20</a:t>
            </a:fld>
            <a:endParaRPr lang="en-US" altLang="zh-CN" b="0" smtClean="0"/>
          </a:p>
        </p:txBody>
      </p:sp>
      <p:sp>
        <p:nvSpPr>
          <p:cNvPr id="2253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4CE420D4-2AC9-4096-AF2A-E162EE2FFF46}" type="datetime1">
              <a:rPr lang="zh-CN" altLang="en-US" sz="1800" b="0" smtClean="0"/>
              <a:pPr/>
              <a:t>2024/9/23</a:t>
            </a:fld>
            <a:endParaRPr lang="en-US" altLang="zh-CN" sz="1800" b="0" smtClean="0"/>
          </a:p>
        </p:txBody>
      </p:sp>
      <p:sp>
        <p:nvSpPr>
          <p:cNvPr id="337922" name="Rectangle 2"/>
          <p:cNvSpPr>
            <a:spLocks noGrp="1" noChangeArrowheads="1"/>
          </p:cNvSpPr>
          <p:nvPr>
            <p:ph type="title"/>
          </p:nvPr>
        </p:nvSpPr>
        <p:spPr/>
        <p:txBody>
          <a:bodyPr/>
          <a:lstStyle/>
          <a:p>
            <a:pPr>
              <a:defRPr/>
            </a:pPr>
            <a:r>
              <a:rPr lang="zh-CN" altLang="en-US" smtClean="0">
                <a:latin typeface="宋体" pitchFamily="2" charset="-122"/>
              </a:rPr>
              <a:t>1.3 克劳特消元法</a:t>
            </a:r>
          </a:p>
        </p:txBody>
      </p:sp>
      <p:sp>
        <p:nvSpPr>
          <p:cNvPr id="22533" name="Rectangle 3"/>
          <p:cNvSpPr>
            <a:spLocks noGrp="1" noChangeArrowheads="1"/>
          </p:cNvSpPr>
          <p:nvPr>
            <p:ph type="body" idx="1"/>
          </p:nvPr>
        </p:nvSpPr>
        <p:spPr>
          <a:xfrm>
            <a:off x="838200" y="1143000"/>
            <a:ext cx="7010400" cy="876300"/>
          </a:xfrm>
        </p:spPr>
        <p:txBody>
          <a:bodyPr/>
          <a:lstStyle/>
          <a:p>
            <a:r>
              <a:rPr lang="en-US" altLang="zh-CN" sz="3200" i="1" smtClean="0"/>
              <a:t>l</a:t>
            </a:r>
            <a:r>
              <a:rPr lang="en-US" altLang="zh-CN" sz="3200" baseline="-25000" smtClean="0"/>
              <a:t>11</a:t>
            </a:r>
            <a:r>
              <a:rPr lang="en-US" altLang="zh-CN" sz="3200" smtClean="0"/>
              <a:t>= </a:t>
            </a:r>
            <a:r>
              <a:rPr lang="en-US" altLang="zh-CN" sz="3200" i="1" smtClean="0"/>
              <a:t>a</a:t>
            </a:r>
            <a:r>
              <a:rPr lang="en-US" altLang="zh-CN" sz="3200" baseline="-25000" smtClean="0"/>
              <a:t>11</a:t>
            </a:r>
            <a:r>
              <a:rPr lang="en-US" altLang="zh-CN" sz="3200" baseline="30000" smtClean="0"/>
              <a:t>(0)</a:t>
            </a:r>
            <a:r>
              <a:rPr lang="en-US" altLang="zh-CN" sz="3200" smtClean="0"/>
              <a:t>= </a:t>
            </a:r>
            <a:r>
              <a:rPr lang="en-US" altLang="zh-CN" sz="3200" i="1" smtClean="0"/>
              <a:t>a</a:t>
            </a:r>
            <a:r>
              <a:rPr lang="en-US" altLang="zh-CN" sz="3200" baseline="-25000" smtClean="0"/>
              <a:t>11 </a:t>
            </a:r>
            <a:r>
              <a:rPr lang="en-US" altLang="zh-CN" sz="3200" smtClean="0"/>
              <a:t>,</a:t>
            </a:r>
            <a:r>
              <a:rPr lang="en-US" altLang="zh-CN" sz="3200" baseline="-25000" smtClean="0"/>
              <a:t> </a:t>
            </a:r>
            <a:r>
              <a:rPr lang="en-US" altLang="zh-CN" sz="3200" i="1" smtClean="0"/>
              <a:t>l</a:t>
            </a:r>
            <a:r>
              <a:rPr lang="en-US" altLang="zh-CN" sz="3200" baseline="-25000" smtClean="0"/>
              <a:t>22</a:t>
            </a:r>
            <a:r>
              <a:rPr lang="en-US" altLang="zh-CN" sz="3200" smtClean="0"/>
              <a:t>= </a:t>
            </a:r>
            <a:r>
              <a:rPr lang="en-US" altLang="zh-CN" sz="3200" i="1" smtClean="0"/>
              <a:t>a</a:t>
            </a:r>
            <a:r>
              <a:rPr lang="en-US" altLang="zh-CN" sz="3200" baseline="-25000" smtClean="0"/>
              <a:t>22</a:t>
            </a:r>
            <a:r>
              <a:rPr lang="en-US" altLang="zh-CN" sz="3200" baseline="30000" smtClean="0"/>
              <a:t>(1) </a:t>
            </a:r>
            <a:r>
              <a:rPr lang="en-US" altLang="zh-CN" sz="3200" smtClean="0"/>
              <a:t>, </a:t>
            </a:r>
            <a:r>
              <a:rPr lang="en-US" altLang="zh-CN" sz="3200" i="1" smtClean="0"/>
              <a:t>l</a:t>
            </a:r>
            <a:r>
              <a:rPr lang="en-US" altLang="zh-CN" sz="3200" baseline="-25000" smtClean="0"/>
              <a:t>33</a:t>
            </a:r>
            <a:r>
              <a:rPr lang="en-US" altLang="zh-CN" sz="3200" smtClean="0"/>
              <a:t>= </a:t>
            </a:r>
            <a:r>
              <a:rPr lang="en-US" altLang="zh-CN" sz="3200" i="1" smtClean="0"/>
              <a:t>a</a:t>
            </a:r>
            <a:r>
              <a:rPr lang="en-US" altLang="zh-CN" sz="3200" baseline="-25000" smtClean="0"/>
              <a:t>33</a:t>
            </a:r>
            <a:r>
              <a:rPr lang="en-US" altLang="zh-CN" sz="3200" baseline="30000" smtClean="0"/>
              <a:t>(2)</a:t>
            </a:r>
            <a:r>
              <a:rPr lang="en-US" altLang="zh-CN" sz="3200" smtClean="0"/>
              <a:t>,…, </a:t>
            </a:r>
            <a:r>
              <a:rPr lang="en-US" altLang="zh-CN" sz="3200" i="1" smtClean="0"/>
              <a:t>l</a:t>
            </a:r>
            <a:r>
              <a:rPr lang="en-US" altLang="zh-CN" sz="3200" i="1" baseline="-25000" smtClean="0"/>
              <a:t>nn</a:t>
            </a:r>
            <a:r>
              <a:rPr lang="en-US" altLang="zh-CN" sz="3200" smtClean="0"/>
              <a:t>= </a:t>
            </a:r>
            <a:r>
              <a:rPr lang="en-US" altLang="zh-CN" sz="3200" i="1" smtClean="0"/>
              <a:t>a</a:t>
            </a:r>
            <a:r>
              <a:rPr lang="en-US" altLang="zh-CN" sz="3200" i="1" baseline="-25000" smtClean="0"/>
              <a:t>nn</a:t>
            </a:r>
            <a:r>
              <a:rPr lang="en-US" altLang="zh-CN" sz="3200" baseline="30000" smtClean="0"/>
              <a:t>(</a:t>
            </a:r>
            <a:r>
              <a:rPr lang="en-US" altLang="zh-CN" sz="3200" i="1" baseline="30000" smtClean="0"/>
              <a:t>n</a:t>
            </a:r>
            <a:r>
              <a:rPr lang="en-US" altLang="zh-CN" sz="3200" baseline="30000" smtClean="0"/>
              <a:t>-1) </a:t>
            </a:r>
            <a:r>
              <a:rPr lang="en-US" altLang="zh-CN" sz="3200" smtClean="0"/>
              <a:t> </a:t>
            </a:r>
            <a:endParaRPr lang="zh-CN" altLang="en-US" sz="3200" smtClean="0"/>
          </a:p>
        </p:txBody>
      </p:sp>
      <p:sp>
        <p:nvSpPr>
          <p:cNvPr id="337927" name="Rectangle 7"/>
          <p:cNvSpPr>
            <a:spLocks noChangeArrowheads="1"/>
          </p:cNvSpPr>
          <p:nvPr/>
        </p:nvSpPr>
        <p:spPr bwMode="auto">
          <a:xfrm>
            <a:off x="676275" y="3654425"/>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latin typeface="黑体" pitchFamily="2" charset="-122"/>
                <a:ea typeface="黑体" pitchFamily="2" charset="-122"/>
              </a:rPr>
              <a:t>例3.2用克劳特消元法解下列线组</a:t>
            </a:r>
          </a:p>
        </p:txBody>
      </p:sp>
      <p:graphicFrame>
        <p:nvGraphicFramePr>
          <p:cNvPr id="337928" name="Object 8"/>
          <p:cNvGraphicFramePr>
            <a:graphicFrameLocks noChangeAspect="1"/>
          </p:cNvGraphicFramePr>
          <p:nvPr/>
        </p:nvGraphicFramePr>
        <p:xfrm>
          <a:off x="2209800" y="4114800"/>
          <a:ext cx="3933825" cy="1747838"/>
        </p:xfrm>
        <a:graphic>
          <a:graphicData uri="http://schemas.openxmlformats.org/presentationml/2006/ole">
            <mc:AlternateContent xmlns:mc="http://schemas.openxmlformats.org/markup-compatibility/2006">
              <mc:Choice xmlns:v="urn:schemas-microsoft-com:vml" Requires="v">
                <p:oleObj spid="_x0000_s22547" name="Equation" r:id="rId4" imgW="1485900" imgH="711200" progId="Equation.3">
                  <p:embed/>
                </p:oleObj>
              </mc:Choice>
              <mc:Fallback>
                <p:oleObj name="Equation" r:id="rId4" imgW="1485900" imgH="7112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09800" y="4114800"/>
                        <a:ext cx="3933825" cy="174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29" name="Object 9"/>
          <p:cNvGraphicFramePr>
            <a:graphicFrameLocks noChangeAspect="1"/>
          </p:cNvGraphicFramePr>
          <p:nvPr/>
        </p:nvGraphicFramePr>
        <p:xfrm>
          <a:off x="1143000" y="2057400"/>
          <a:ext cx="2057400" cy="1436688"/>
        </p:xfrm>
        <a:graphic>
          <a:graphicData uri="http://schemas.openxmlformats.org/presentationml/2006/ole">
            <mc:AlternateContent xmlns:mc="http://schemas.openxmlformats.org/markup-compatibility/2006">
              <mc:Choice xmlns:v="urn:schemas-microsoft-com:vml" Requires="v">
                <p:oleObj spid="_x0000_s22548" name="Equation" r:id="rId6" imgW="670578" imgH="457272" progId="Equation.3">
                  <p:embed/>
                </p:oleObj>
              </mc:Choice>
              <mc:Fallback>
                <p:oleObj name="Equation" r:id="rId6" imgW="670578" imgH="457272"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2057400"/>
                        <a:ext cx="2057400" cy="1436688"/>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37930" name="Object 10"/>
          <p:cNvGraphicFramePr>
            <a:graphicFrameLocks noChangeAspect="1"/>
          </p:cNvGraphicFramePr>
          <p:nvPr/>
        </p:nvGraphicFramePr>
        <p:xfrm>
          <a:off x="4248150" y="2501900"/>
          <a:ext cx="1333500" cy="698500"/>
        </p:xfrm>
        <a:graphic>
          <a:graphicData uri="http://schemas.openxmlformats.org/presentationml/2006/ole">
            <mc:AlternateContent xmlns:mc="http://schemas.openxmlformats.org/markup-compatibility/2006">
              <mc:Choice xmlns:v="urn:schemas-microsoft-com:vml" Requires="v">
                <p:oleObj spid="_x0000_s22549" name="Equation" r:id="rId8" imgW="426810" imgH="213408" progId="Equation.3">
                  <p:embed/>
                </p:oleObj>
              </mc:Choice>
              <mc:Fallback>
                <p:oleObj name="Equation" r:id="rId8" imgW="426810" imgH="213408"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248150" y="2501900"/>
                        <a:ext cx="1333500" cy="698500"/>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37929"/>
                                        </p:tgtEl>
                                        <p:attrNameLst>
                                          <p:attrName>style.visibility</p:attrName>
                                        </p:attrNameLst>
                                      </p:cBhvr>
                                      <p:to>
                                        <p:strVal val="visible"/>
                                      </p:to>
                                    </p:set>
                                    <p:animEffect transition="in" filter="wipe(up)">
                                      <p:cBhvr>
                                        <p:cTn id="7" dur="500"/>
                                        <p:tgtEl>
                                          <p:spTgt spid="33792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37930"/>
                                        </p:tgtEl>
                                        <p:attrNameLst>
                                          <p:attrName>style.visibility</p:attrName>
                                        </p:attrNameLst>
                                      </p:cBhvr>
                                      <p:to>
                                        <p:strVal val="visible"/>
                                      </p:to>
                                    </p:set>
                                    <p:animEffect transition="in" filter="wipe(up)">
                                      <p:cBhvr>
                                        <p:cTn id="12" dur="500"/>
                                        <p:tgtEl>
                                          <p:spTgt spid="33793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37927"/>
                                        </p:tgtEl>
                                        <p:attrNameLst>
                                          <p:attrName>style.visibility</p:attrName>
                                        </p:attrNameLst>
                                      </p:cBhvr>
                                      <p:to>
                                        <p:strVal val="visible"/>
                                      </p:to>
                                    </p:set>
                                    <p:animEffect transition="in" filter="wipe(up)">
                                      <p:cBhvr>
                                        <p:cTn id="17" dur="500"/>
                                        <p:tgtEl>
                                          <p:spTgt spid="337927"/>
                                        </p:tgtEl>
                                      </p:cBhvr>
                                    </p:animEffect>
                                  </p:childTnLst>
                                </p:cTn>
                              </p:par>
                            </p:childTnLst>
                          </p:cTn>
                        </p:par>
                        <p:par>
                          <p:cTn id="18" fill="hold" nodeType="afterGroup">
                            <p:stCondLst>
                              <p:cond delay="500"/>
                            </p:stCondLst>
                            <p:childTnLst>
                              <p:par>
                                <p:cTn id="19" presetID="22" presetClass="entr" presetSubtype="1" fill="hold" nodeType="afterEffect">
                                  <p:stCondLst>
                                    <p:cond delay="0"/>
                                  </p:stCondLst>
                                  <p:childTnLst>
                                    <p:set>
                                      <p:cBhvr>
                                        <p:cTn id="20" dur="1" fill="hold">
                                          <p:stCondLst>
                                            <p:cond delay="0"/>
                                          </p:stCondLst>
                                        </p:cTn>
                                        <p:tgtEl>
                                          <p:spTgt spid="337928"/>
                                        </p:tgtEl>
                                        <p:attrNameLst>
                                          <p:attrName>style.visibility</p:attrName>
                                        </p:attrNameLst>
                                      </p:cBhvr>
                                      <p:to>
                                        <p:strVal val="visible"/>
                                      </p:to>
                                    </p:set>
                                    <p:animEffect transition="in" filter="wipe(up)">
                                      <p:cBhvr>
                                        <p:cTn id="21" dur="500"/>
                                        <p:tgtEl>
                                          <p:spTgt spid="3379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27"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2B232F88-8C6E-4E39-AB91-EB9211B3BC15}" type="slidenum">
              <a:rPr lang="zh-CN" altLang="en-US" b="0" smtClean="0"/>
              <a:pPr/>
              <a:t>21</a:t>
            </a:fld>
            <a:endParaRPr lang="en-US" altLang="zh-CN" b="0" smtClean="0"/>
          </a:p>
        </p:txBody>
      </p:sp>
      <p:sp>
        <p:nvSpPr>
          <p:cNvPr id="2355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DA80EB3-2DA6-4EDF-B5AE-7FEAF390742D}" type="datetime1">
              <a:rPr lang="zh-CN" altLang="en-US" sz="1800" b="0" smtClean="0"/>
              <a:pPr/>
              <a:t>2024/9/23</a:t>
            </a:fld>
            <a:endParaRPr lang="en-US" altLang="zh-CN" sz="1800" b="0" smtClean="0"/>
          </a:p>
        </p:txBody>
      </p:sp>
      <p:sp>
        <p:nvSpPr>
          <p:cNvPr id="339970" name="Rectangle 2"/>
          <p:cNvSpPr>
            <a:spLocks noGrp="1" noChangeArrowheads="1"/>
          </p:cNvSpPr>
          <p:nvPr>
            <p:ph type="title"/>
          </p:nvPr>
        </p:nvSpPr>
        <p:spPr/>
        <p:txBody>
          <a:bodyPr/>
          <a:lstStyle/>
          <a:p>
            <a:pPr>
              <a:defRPr/>
            </a:pPr>
            <a:r>
              <a:rPr lang="zh-CN" altLang="en-US" smtClean="0">
                <a:latin typeface="宋体" pitchFamily="2" charset="-122"/>
              </a:rPr>
              <a:t>1.3 克劳特消元法</a:t>
            </a:r>
          </a:p>
        </p:txBody>
      </p:sp>
      <p:graphicFrame>
        <p:nvGraphicFramePr>
          <p:cNvPr id="23557" name="Object 4"/>
          <p:cNvGraphicFramePr>
            <a:graphicFrameLocks noChangeAspect="1"/>
          </p:cNvGraphicFramePr>
          <p:nvPr/>
        </p:nvGraphicFramePr>
        <p:xfrm>
          <a:off x="152400" y="1068388"/>
          <a:ext cx="9156700" cy="5332412"/>
        </p:xfrm>
        <a:graphic>
          <a:graphicData uri="http://schemas.openxmlformats.org/presentationml/2006/ole">
            <mc:AlternateContent xmlns:mc="http://schemas.openxmlformats.org/markup-compatibility/2006">
              <mc:Choice xmlns:v="urn:schemas-microsoft-com:vml" Requires="v">
                <p:oleObj spid="_x0000_s23565" name="Equation" r:id="rId3" imgW="3924300" imgH="2209800" progId="Equation.3">
                  <p:embed/>
                </p:oleObj>
              </mc:Choice>
              <mc:Fallback>
                <p:oleObj name="Equation" r:id="rId3" imgW="3924300" imgH="2209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068388"/>
                        <a:ext cx="9156700" cy="5332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8" name="Object 5"/>
          <p:cNvGraphicFramePr>
            <a:graphicFrameLocks noChangeAspect="1"/>
          </p:cNvGraphicFramePr>
          <p:nvPr/>
        </p:nvGraphicFramePr>
        <p:xfrm>
          <a:off x="5210175" y="0"/>
          <a:ext cx="3933825" cy="1747838"/>
        </p:xfrm>
        <a:graphic>
          <a:graphicData uri="http://schemas.openxmlformats.org/presentationml/2006/ole">
            <mc:AlternateContent xmlns:mc="http://schemas.openxmlformats.org/markup-compatibility/2006">
              <mc:Choice xmlns:v="urn:schemas-microsoft-com:vml" Requires="v">
                <p:oleObj spid="_x0000_s23566" name="Equation" r:id="rId5" imgW="1485900" imgH="711200" progId="Equation.3">
                  <p:embed/>
                </p:oleObj>
              </mc:Choice>
              <mc:Fallback>
                <p:oleObj name="Equation" r:id="rId5" imgW="1485900" imgH="711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0175" y="0"/>
                        <a:ext cx="3933825" cy="174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cover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268872D-52AF-4CEB-9443-B1F5971B24B4}" type="slidenum">
              <a:rPr lang="zh-CN" altLang="en-US" b="0" smtClean="0"/>
              <a:pPr/>
              <a:t>22</a:t>
            </a:fld>
            <a:endParaRPr lang="en-US" altLang="zh-CN" b="0" smtClean="0"/>
          </a:p>
        </p:txBody>
      </p:sp>
      <p:sp>
        <p:nvSpPr>
          <p:cNvPr id="2457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D273522-11D6-4B25-A244-83262BF6131F}" type="datetime1">
              <a:rPr lang="zh-CN" altLang="en-US" sz="1800" b="0" smtClean="0"/>
              <a:pPr/>
              <a:t>2024/9/23</a:t>
            </a:fld>
            <a:endParaRPr lang="en-US" altLang="zh-CN" sz="1800" b="0" smtClean="0"/>
          </a:p>
        </p:txBody>
      </p:sp>
      <p:sp>
        <p:nvSpPr>
          <p:cNvPr id="431106" name="Rectangle 2"/>
          <p:cNvSpPr>
            <a:spLocks noGrp="1" noChangeArrowheads="1"/>
          </p:cNvSpPr>
          <p:nvPr>
            <p:ph type="title"/>
          </p:nvPr>
        </p:nvSpPr>
        <p:spPr/>
        <p:txBody>
          <a:bodyPr/>
          <a:lstStyle/>
          <a:p>
            <a:pPr>
              <a:defRPr/>
            </a:pPr>
            <a:r>
              <a:rPr lang="zh-CN" altLang="en-US" smtClean="0">
                <a:latin typeface="宋体" pitchFamily="2" charset="-122"/>
              </a:rPr>
              <a:t>1.3 克劳特消元法</a:t>
            </a:r>
          </a:p>
        </p:txBody>
      </p:sp>
      <p:graphicFrame>
        <p:nvGraphicFramePr>
          <p:cNvPr id="24581" name="Object 3"/>
          <p:cNvGraphicFramePr>
            <a:graphicFrameLocks noChangeAspect="1"/>
          </p:cNvGraphicFramePr>
          <p:nvPr/>
        </p:nvGraphicFramePr>
        <p:xfrm>
          <a:off x="0" y="914400"/>
          <a:ext cx="7543800" cy="4343400"/>
        </p:xfrm>
        <a:graphic>
          <a:graphicData uri="http://schemas.openxmlformats.org/presentationml/2006/ole">
            <mc:AlternateContent xmlns:mc="http://schemas.openxmlformats.org/markup-compatibility/2006">
              <mc:Choice xmlns:v="urn:schemas-microsoft-com:vml" Requires="v">
                <p:oleObj spid="_x0000_s24588" name="Equation" r:id="rId3" imgW="3924300" imgH="1968500" progId="Equation.3">
                  <p:embed/>
                </p:oleObj>
              </mc:Choice>
              <mc:Fallback>
                <p:oleObj name="Equation" r:id="rId3" imgW="3924300" imgH="19685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914400"/>
                        <a:ext cx="7543800" cy="434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31109" name="Group 5"/>
          <p:cNvGrpSpPr>
            <a:grpSpLocks/>
          </p:cNvGrpSpPr>
          <p:nvPr/>
        </p:nvGrpSpPr>
        <p:grpSpPr bwMode="auto">
          <a:xfrm>
            <a:off x="2057400" y="5334000"/>
            <a:ext cx="5867400" cy="1600200"/>
            <a:chOff x="912" y="1296"/>
            <a:chExt cx="3696" cy="1008"/>
          </a:xfrm>
        </p:grpSpPr>
        <p:sp>
          <p:nvSpPr>
            <p:cNvPr id="24583" name="Rectangle 6"/>
            <p:cNvSpPr>
              <a:spLocks noChangeArrowheads="1"/>
            </p:cNvSpPr>
            <p:nvPr/>
          </p:nvSpPr>
          <p:spPr bwMode="auto">
            <a:xfrm>
              <a:off x="1152" y="1296"/>
              <a:ext cx="3456" cy="9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70000"/>
                </a:lnSpc>
                <a:spcBef>
                  <a:spcPts val="1200"/>
                </a:spcBef>
                <a:buClr>
                  <a:srgbClr val="27305F"/>
                </a:buClr>
                <a:buSzPct val="60000"/>
                <a:buFont typeface="Wingdings" pitchFamily="2" charset="2"/>
                <a:buNone/>
              </a:pPr>
              <a:r>
                <a:rPr lang="en-US" altLang="zh-CN" sz="3600" i="1">
                  <a:solidFill>
                    <a:srgbClr val="FF3300"/>
                  </a:solidFill>
                  <a:latin typeface="Times New Roman" pitchFamily="18" charset="0"/>
                </a:rPr>
                <a:t>x</a:t>
              </a:r>
              <a:r>
                <a:rPr lang="en-US" altLang="zh-CN" sz="3600" baseline="-25000">
                  <a:solidFill>
                    <a:srgbClr val="FF3300"/>
                  </a:solidFill>
                  <a:latin typeface="Times New Roman" pitchFamily="18" charset="0"/>
                </a:rPr>
                <a:t>1 </a:t>
              </a:r>
              <a:r>
                <a:rPr lang="en-US" altLang="zh-CN" sz="3600">
                  <a:solidFill>
                    <a:srgbClr val="FF3300"/>
                  </a:solidFill>
                  <a:latin typeface="Times New Roman" pitchFamily="18" charset="0"/>
                </a:rPr>
                <a:t>+ 1.5</a:t>
              </a:r>
              <a:r>
                <a:rPr lang="en-US" altLang="zh-CN" sz="3600" i="1">
                  <a:solidFill>
                    <a:srgbClr val="FF3300"/>
                  </a:solidFill>
                  <a:latin typeface="Times New Roman" pitchFamily="18" charset="0"/>
                </a:rPr>
                <a:t>x</a:t>
              </a:r>
              <a:r>
                <a:rPr lang="en-US" altLang="zh-CN" sz="3600" baseline="-25000">
                  <a:solidFill>
                    <a:srgbClr val="FF3300"/>
                  </a:solidFill>
                  <a:latin typeface="Times New Roman" pitchFamily="18" charset="0"/>
                </a:rPr>
                <a:t>2   </a:t>
              </a:r>
              <a:r>
                <a:rPr lang="en-US" altLang="zh-CN" sz="3600">
                  <a:solidFill>
                    <a:srgbClr val="FF3300"/>
                  </a:solidFill>
                  <a:latin typeface="Times New Roman" pitchFamily="18" charset="0"/>
                </a:rPr>
                <a:t>+2</a:t>
              </a:r>
              <a:r>
                <a:rPr lang="en-US" altLang="zh-CN" sz="3600" i="1">
                  <a:solidFill>
                    <a:srgbClr val="FF3300"/>
                  </a:solidFill>
                  <a:latin typeface="Times New Roman" pitchFamily="18" charset="0"/>
                </a:rPr>
                <a:t>x</a:t>
              </a:r>
              <a:r>
                <a:rPr lang="en-US" altLang="zh-CN" sz="3600" baseline="-25000">
                  <a:solidFill>
                    <a:srgbClr val="FF3300"/>
                  </a:solidFill>
                  <a:latin typeface="Times New Roman" pitchFamily="18" charset="0"/>
                </a:rPr>
                <a:t>3  </a:t>
              </a:r>
              <a:r>
                <a:rPr lang="en-US" altLang="zh-CN" sz="3600">
                  <a:solidFill>
                    <a:srgbClr val="FF3300"/>
                  </a:solidFill>
                  <a:latin typeface="Times New Roman" pitchFamily="18" charset="0"/>
                </a:rPr>
                <a:t>= 3</a:t>
              </a:r>
            </a:p>
            <a:p>
              <a:pPr marL="258763" indent="-258763" algn="l" defTabSz="814388">
                <a:lnSpc>
                  <a:spcPct val="70000"/>
                </a:lnSpc>
                <a:spcBef>
                  <a:spcPts val="1200"/>
                </a:spcBef>
                <a:buClr>
                  <a:srgbClr val="27305F"/>
                </a:buClr>
                <a:buSzPct val="60000"/>
                <a:buFont typeface="Wingdings" pitchFamily="2" charset="2"/>
                <a:buNone/>
              </a:pPr>
              <a:r>
                <a:rPr lang="en-US" altLang="zh-CN" sz="3600" i="1">
                  <a:solidFill>
                    <a:srgbClr val="FF3300"/>
                  </a:solidFill>
                  <a:latin typeface="Times New Roman" pitchFamily="18" charset="0"/>
                </a:rPr>
                <a:t>             x</a:t>
              </a:r>
              <a:r>
                <a:rPr lang="en-US" altLang="zh-CN" sz="3600" baseline="-25000">
                  <a:solidFill>
                    <a:srgbClr val="FF3300"/>
                  </a:solidFill>
                  <a:latin typeface="Times New Roman" pitchFamily="18" charset="0"/>
                </a:rPr>
                <a:t>2  </a:t>
              </a:r>
              <a:r>
                <a:rPr lang="en-US" altLang="zh-CN" sz="3600">
                  <a:solidFill>
                    <a:srgbClr val="FF3300"/>
                  </a:solidFill>
                  <a:latin typeface="Times New Roman" pitchFamily="18" charset="0"/>
                </a:rPr>
                <a:t>- </a:t>
              </a:r>
              <a:r>
                <a:rPr lang="en-US" altLang="zh-CN" sz="3600" i="1">
                  <a:solidFill>
                    <a:srgbClr val="FF3300"/>
                  </a:solidFill>
                  <a:latin typeface="Times New Roman" pitchFamily="18" charset="0"/>
                </a:rPr>
                <a:t>8x</a:t>
              </a:r>
              <a:r>
                <a:rPr lang="en-US" altLang="zh-CN" sz="3600" baseline="-25000">
                  <a:solidFill>
                    <a:srgbClr val="FF3300"/>
                  </a:solidFill>
                  <a:latin typeface="Times New Roman" pitchFamily="18" charset="0"/>
                </a:rPr>
                <a:t>3 </a:t>
              </a:r>
              <a:r>
                <a:rPr lang="en-US" altLang="zh-CN" sz="3600">
                  <a:solidFill>
                    <a:srgbClr val="FF3300"/>
                  </a:solidFill>
                  <a:latin typeface="Times New Roman" pitchFamily="18" charset="0"/>
                </a:rPr>
                <a:t>= -8</a:t>
              </a:r>
            </a:p>
            <a:p>
              <a:pPr marL="258763" indent="-258763" algn="l" defTabSz="814388">
                <a:lnSpc>
                  <a:spcPct val="70000"/>
                </a:lnSpc>
                <a:spcBef>
                  <a:spcPts val="1200"/>
                </a:spcBef>
                <a:buClr>
                  <a:srgbClr val="27305F"/>
                </a:buClr>
                <a:buSzPct val="60000"/>
                <a:buFont typeface="Wingdings" pitchFamily="2" charset="2"/>
                <a:buNone/>
              </a:pPr>
              <a:r>
                <a:rPr lang="en-US" altLang="zh-CN" sz="3600" i="1">
                  <a:solidFill>
                    <a:srgbClr val="FF3300"/>
                  </a:solidFill>
                  <a:latin typeface="Times New Roman" pitchFamily="18" charset="0"/>
                </a:rPr>
                <a:t>                      x</a:t>
              </a:r>
              <a:r>
                <a:rPr lang="en-US" altLang="zh-CN" sz="3600" baseline="-25000">
                  <a:solidFill>
                    <a:srgbClr val="FF3300"/>
                  </a:solidFill>
                  <a:latin typeface="Times New Roman" pitchFamily="18" charset="0"/>
                </a:rPr>
                <a:t>3 </a:t>
              </a:r>
              <a:r>
                <a:rPr lang="en-US" altLang="zh-CN" sz="3600">
                  <a:solidFill>
                    <a:srgbClr val="FF3300"/>
                  </a:solidFill>
                  <a:latin typeface="Times New Roman" pitchFamily="18" charset="0"/>
                </a:rPr>
                <a:t>= 2</a:t>
              </a:r>
              <a:endParaRPr lang="en-US" altLang="zh-CN" sz="3600" baseline="-25000">
                <a:solidFill>
                  <a:srgbClr val="FF3300"/>
                </a:solidFill>
                <a:latin typeface="Times New Roman" pitchFamily="18" charset="0"/>
              </a:endParaRPr>
            </a:p>
          </p:txBody>
        </p:sp>
        <p:sp>
          <p:nvSpPr>
            <p:cNvPr id="24584" name="AutoShape 7"/>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cover dir="r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31109"/>
                                        </p:tgtEl>
                                        <p:attrNameLst>
                                          <p:attrName>style.visibility</p:attrName>
                                        </p:attrNameLst>
                                      </p:cBhvr>
                                      <p:to>
                                        <p:strVal val="visible"/>
                                      </p:to>
                                    </p:set>
                                    <p:animEffect transition="in" filter="dissolve">
                                      <p:cBhvr>
                                        <p:cTn id="7" dur="500"/>
                                        <p:tgtEl>
                                          <p:spTgt spid="4311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877F57A-6581-47EA-BB94-A8FFE426C0B8}" type="slidenum">
              <a:rPr lang="zh-CN" altLang="en-US" b="0" smtClean="0"/>
              <a:pPr/>
              <a:t>23</a:t>
            </a:fld>
            <a:endParaRPr lang="en-US" altLang="zh-CN" b="0" smtClean="0"/>
          </a:p>
        </p:txBody>
      </p:sp>
      <p:sp>
        <p:nvSpPr>
          <p:cNvPr id="2560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E995E65-9C71-4C3B-B229-89854699E48D}" type="datetime1">
              <a:rPr lang="zh-CN" altLang="en-US" sz="1800" b="0" smtClean="0"/>
              <a:pPr/>
              <a:t>2024/9/23</a:t>
            </a:fld>
            <a:endParaRPr lang="en-US" altLang="zh-CN" sz="1800" b="0" smtClean="0"/>
          </a:p>
        </p:txBody>
      </p:sp>
      <p:sp>
        <p:nvSpPr>
          <p:cNvPr id="340994" name="Rectangle 2"/>
          <p:cNvSpPr>
            <a:spLocks noGrp="1" noChangeArrowheads="1"/>
          </p:cNvSpPr>
          <p:nvPr>
            <p:ph type="title"/>
          </p:nvPr>
        </p:nvSpPr>
        <p:spPr/>
        <p:txBody>
          <a:bodyPr/>
          <a:lstStyle/>
          <a:p>
            <a:pPr>
              <a:defRPr/>
            </a:pPr>
            <a:r>
              <a:rPr lang="zh-CN" altLang="en-US" smtClean="0">
                <a:latin typeface="宋体" pitchFamily="2" charset="-122"/>
              </a:rPr>
              <a:t>1.3 克劳特消元法</a:t>
            </a:r>
          </a:p>
        </p:txBody>
      </p:sp>
      <p:grpSp>
        <p:nvGrpSpPr>
          <p:cNvPr id="340996" name="Group 4"/>
          <p:cNvGrpSpPr>
            <a:grpSpLocks/>
          </p:cNvGrpSpPr>
          <p:nvPr/>
        </p:nvGrpSpPr>
        <p:grpSpPr bwMode="auto">
          <a:xfrm>
            <a:off x="914400" y="1371600"/>
            <a:ext cx="5867400" cy="1785938"/>
            <a:chOff x="912" y="1296"/>
            <a:chExt cx="3696" cy="1125"/>
          </a:xfrm>
        </p:grpSpPr>
        <p:sp>
          <p:nvSpPr>
            <p:cNvPr id="25609" name="Rectangle 5"/>
            <p:cNvSpPr>
              <a:spLocks noChangeArrowheads="1"/>
            </p:cNvSpPr>
            <p:nvPr/>
          </p:nvSpPr>
          <p:spPr bwMode="auto">
            <a:xfrm>
              <a:off x="1152" y="1296"/>
              <a:ext cx="3456" cy="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x</a:t>
              </a:r>
              <a:r>
                <a:rPr lang="en-US" altLang="zh-CN" sz="3600" baseline="-25000">
                  <a:latin typeface="Times New Roman" pitchFamily="18" charset="0"/>
                </a:rPr>
                <a:t>1 </a:t>
              </a:r>
              <a:r>
                <a:rPr lang="en-US" altLang="zh-CN" sz="3600">
                  <a:latin typeface="Times New Roman" pitchFamily="18" charset="0"/>
                </a:rPr>
                <a:t>+ 1.5</a:t>
              </a:r>
              <a:r>
                <a:rPr lang="en-US" altLang="zh-CN" sz="3600" i="1">
                  <a:latin typeface="Times New Roman" pitchFamily="18" charset="0"/>
                </a:rPr>
                <a:t>x</a:t>
              </a:r>
              <a:r>
                <a:rPr lang="en-US" altLang="zh-CN" sz="3600" baseline="-25000">
                  <a:latin typeface="Times New Roman" pitchFamily="18" charset="0"/>
                </a:rPr>
                <a:t>2   </a:t>
              </a:r>
              <a:r>
                <a:rPr lang="en-US" altLang="zh-CN" sz="3600">
                  <a:latin typeface="Times New Roman" pitchFamily="18" charset="0"/>
                </a:rPr>
                <a:t>+2</a:t>
              </a:r>
              <a:r>
                <a:rPr lang="en-US" altLang="zh-CN" sz="3600" i="1">
                  <a:latin typeface="Times New Roman" pitchFamily="18" charset="0"/>
                </a:rPr>
                <a:t>x</a:t>
              </a:r>
              <a:r>
                <a:rPr lang="en-US" altLang="zh-CN" sz="3600" baseline="-25000">
                  <a:latin typeface="Times New Roman" pitchFamily="18" charset="0"/>
                </a:rPr>
                <a:t>3  </a:t>
              </a:r>
              <a:r>
                <a:rPr lang="en-US" altLang="zh-CN" sz="3600">
                  <a:latin typeface="Times New Roman" pitchFamily="18" charset="0"/>
                </a:rPr>
                <a:t>= 3</a:t>
              </a:r>
            </a:p>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             x</a:t>
              </a:r>
              <a:r>
                <a:rPr lang="en-US" altLang="zh-CN" sz="3600" baseline="-25000">
                  <a:latin typeface="Times New Roman" pitchFamily="18" charset="0"/>
                </a:rPr>
                <a:t>2  </a:t>
              </a:r>
              <a:r>
                <a:rPr lang="en-US" altLang="zh-CN" sz="3600">
                  <a:latin typeface="Times New Roman" pitchFamily="18" charset="0"/>
                </a:rPr>
                <a:t>- </a:t>
              </a:r>
              <a:r>
                <a:rPr lang="en-US" altLang="zh-CN" sz="3600" i="1">
                  <a:latin typeface="Times New Roman" pitchFamily="18" charset="0"/>
                </a:rPr>
                <a:t>8x</a:t>
              </a:r>
              <a:r>
                <a:rPr lang="en-US" altLang="zh-CN" sz="3600" baseline="-25000">
                  <a:latin typeface="Times New Roman" pitchFamily="18" charset="0"/>
                </a:rPr>
                <a:t>3 </a:t>
              </a:r>
              <a:r>
                <a:rPr lang="en-US" altLang="zh-CN" sz="3600">
                  <a:latin typeface="Times New Roman" pitchFamily="18" charset="0"/>
                </a:rPr>
                <a:t>= -8</a:t>
              </a:r>
            </a:p>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                      x</a:t>
              </a:r>
              <a:r>
                <a:rPr lang="en-US" altLang="zh-CN" sz="3600" baseline="-25000">
                  <a:latin typeface="Times New Roman" pitchFamily="18" charset="0"/>
                </a:rPr>
                <a:t>3 </a:t>
              </a:r>
              <a:r>
                <a:rPr lang="en-US" altLang="zh-CN" sz="3600">
                  <a:latin typeface="Times New Roman" pitchFamily="18" charset="0"/>
                </a:rPr>
                <a:t>= 2</a:t>
              </a:r>
              <a:endParaRPr lang="en-US" altLang="zh-CN" sz="3600" baseline="-25000">
                <a:latin typeface="Times New Roman" pitchFamily="18" charset="0"/>
              </a:endParaRPr>
            </a:p>
          </p:txBody>
        </p:sp>
        <p:sp>
          <p:nvSpPr>
            <p:cNvPr id="25610" name="AutoShape 6"/>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pSp>
        <p:nvGrpSpPr>
          <p:cNvPr id="340999" name="Group 7"/>
          <p:cNvGrpSpPr>
            <a:grpSpLocks/>
          </p:cNvGrpSpPr>
          <p:nvPr/>
        </p:nvGrpSpPr>
        <p:grpSpPr bwMode="auto">
          <a:xfrm>
            <a:off x="914400" y="3657600"/>
            <a:ext cx="5867400" cy="1785938"/>
            <a:chOff x="912" y="1296"/>
            <a:chExt cx="3696" cy="1125"/>
          </a:xfrm>
        </p:grpSpPr>
        <p:sp>
          <p:nvSpPr>
            <p:cNvPr id="25607" name="Rectangle 8"/>
            <p:cNvSpPr>
              <a:spLocks noChangeArrowheads="1"/>
            </p:cNvSpPr>
            <p:nvPr/>
          </p:nvSpPr>
          <p:spPr bwMode="auto">
            <a:xfrm>
              <a:off x="1152" y="1296"/>
              <a:ext cx="3456" cy="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x</a:t>
              </a:r>
              <a:r>
                <a:rPr lang="en-US" altLang="zh-CN" sz="3600" baseline="-25000">
                  <a:latin typeface="Times New Roman" pitchFamily="18" charset="0"/>
                </a:rPr>
                <a:t>1 </a:t>
              </a:r>
              <a:r>
                <a:rPr lang="en-US" altLang="zh-CN" sz="3600">
                  <a:latin typeface="Times New Roman" pitchFamily="18" charset="0"/>
                </a:rPr>
                <a:t>=3-1.5*8-2*2=13</a:t>
              </a:r>
            </a:p>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x</a:t>
              </a:r>
              <a:r>
                <a:rPr lang="en-US" altLang="zh-CN" sz="3600" baseline="-25000">
                  <a:latin typeface="Times New Roman" pitchFamily="18" charset="0"/>
                </a:rPr>
                <a:t>2</a:t>
              </a:r>
              <a:r>
                <a:rPr lang="en-US" altLang="zh-CN" sz="3600">
                  <a:latin typeface="Times New Roman" pitchFamily="18" charset="0"/>
                </a:rPr>
                <a:t>=-8+8*2=8</a:t>
              </a:r>
            </a:p>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x</a:t>
              </a:r>
              <a:r>
                <a:rPr lang="en-US" altLang="zh-CN" sz="3600" baseline="-25000">
                  <a:latin typeface="Times New Roman" pitchFamily="18" charset="0"/>
                </a:rPr>
                <a:t>3</a:t>
              </a:r>
              <a:r>
                <a:rPr lang="en-US" altLang="zh-CN" sz="3600">
                  <a:latin typeface="Times New Roman" pitchFamily="18" charset="0"/>
                </a:rPr>
                <a:t>=2</a:t>
              </a:r>
              <a:endParaRPr lang="en-US" altLang="zh-CN" sz="3600" baseline="-25000">
                <a:latin typeface="Times New Roman" pitchFamily="18" charset="0"/>
              </a:endParaRPr>
            </a:p>
          </p:txBody>
        </p:sp>
        <p:sp>
          <p:nvSpPr>
            <p:cNvPr id="25608" name="AutoShape 9"/>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40996"/>
                                        </p:tgtEl>
                                        <p:attrNameLst>
                                          <p:attrName>style.visibility</p:attrName>
                                        </p:attrNameLst>
                                      </p:cBhvr>
                                      <p:to>
                                        <p:strVal val="visible"/>
                                      </p:to>
                                    </p:set>
                                    <p:animEffect transition="in" filter="dissolve">
                                      <p:cBhvr>
                                        <p:cTn id="7" dur="500"/>
                                        <p:tgtEl>
                                          <p:spTgt spid="3409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40999"/>
                                        </p:tgtEl>
                                        <p:attrNameLst>
                                          <p:attrName>style.visibility</p:attrName>
                                        </p:attrNameLst>
                                      </p:cBhvr>
                                      <p:to>
                                        <p:strVal val="visible"/>
                                      </p:to>
                                    </p:set>
                                    <p:animEffect transition="in" filter="dissolve">
                                      <p:cBhvr>
                                        <p:cTn id="12" dur="500"/>
                                        <p:tgtEl>
                                          <p:spTgt spid="340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662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45CE5213-3D03-4491-AB2D-D7FEC611FB5E}" type="slidenum">
              <a:rPr lang="zh-CN" altLang="en-US" b="0" smtClean="0"/>
              <a:pPr/>
              <a:t>24</a:t>
            </a:fld>
            <a:endParaRPr lang="en-US" altLang="zh-CN" b="0" smtClean="0"/>
          </a:p>
        </p:txBody>
      </p:sp>
      <p:sp>
        <p:nvSpPr>
          <p:cNvPr id="2662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49301DE5-FCC4-4B1C-ADD5-67F1DC6CCBE1}" type="datetime1">
              <a:rPr lang="zh-CN" altLang="en-US" sz="1800" b="0" smtClean="0"/>
              <a:pPr/>
              <a:t>2024/9/23</a:t>
            </a:fld>
            <a:endParaRPr lang="en-US" altLang="zh-CN" sz="1800" b="0" smtClean="0"/>
          </a:p>
        </p:txBody>
      </p:sp>
      <p:sp>
        <p:nvSpPr>
          <p:cNvPr id="342018" name="Rectangle 2"/>
          <p:cNvSpPr>
            <a:spLocks noGrp="1" noChangeArrowheads="1"/>
          </p:cNvSpPr>
          <p:nvPr>
            <p:ph type="title"/>
          </p:nvPr>
        </p:nvSpPr>
        <p:spPr/>
        <p:txBody>
          <a:bodyPr/>
          <a:lstStyle/>
          <a:p>
            <a:pPr>
              <a:defRPr/>
            </a:pPr>
            <a:r>
              <a:rPr lang="zh-CN" altLang="en-US" smtClean="0">
                <a:latin typeface="宋体" pitchFamily="2" charset="-122"/>
              </a:rPr>
              <a:t>1.4 平方根法</a:t>
            </a:r>
          </a:p>
        </p:txBody>
      </p:sp>
      <p:sp>
        <p:nvSpPr>
          <p:cNvPr id="26629" name="Rectangle 3"/>
          <p:cNvSpPr>
            <a:spLocks noGrp="1" noChangeArrowheads="1"/>
          </p:cNvSpPr>
          <p:nvPr>
            <p:ph type="body" idx="1"/>
          </p:nvPr>
        </p:nvSpPr>
        <p:spPr>
          <a:xfrm>
            <a:off x="600075" y="1139825"/>
            <a:ext cx="8142288" cy="917575"/>
          </a:xfrm>
        </p:spPr>
        <p:txBody>
          <a:bodyPr/>
          <a:lstStyle/>
          <a:p>
            <a:r>
              <a:rPr lang="zh-CN" altLang="en-US" smtClean="0">
                <a:solidFill>
                  <a:srgbClr val="FF3300"/>
                </a:solidFill>
              </a:rPr>
              <a:t>适合对称正定的系数矩阵</a:t>
            </a:r>
          </a:p>
          <a:p>
            <a:r>
              <a:rPr lang="zh-CN" altLang="en-US" smtClean="0"/>
              <a:t>取</a:t>
            </a:r>
            <a:r>
              <a:rPr lang="en-US" altLang="zh-CN" i="1" smtClean="0"/>
              <a:t>l</a:t>
            </a:r>
            <a:r>
              <a:rPr lang="en-US" altLang="zh-CN" baseline="-25000" smtClean="0"/>
              <a:t>ii</a:t>
            </a:r>
            <a:r>
              <a:rPr lang="en-US" altLang="zh-CN" smtClean="0"/>
              <a:t>= </a:t>
            </a:r>
            <a:r>
              <a:rPr lang="en-US" altLang="zh-CN" i="1" smtClean="0"/>
              <a:t>u</a:t>
            </a:r>
            <a:r>
              <a:rPr lang="en-US" altLang="zh-CN" baseline="-25000" smtClean="0"/>
              <a:t>ii</a:t>
            </a:r>
            <a:r>
              <a:rPr lang="en-US" altLang="zh-CN" smtClean="0"/>
              <a:t>(</a:t>
            </a:r>
            <a:r>
              <a:rPr lang="en-US" altLang="zh-CN" i="1" smtClean="0"/>
              <a:t>i</a:t>
            </a:r>
            <a:r>
              <a:rPr lang="en-US" altLang="zh-CN" smtClean="0"/>
              <a:t>=1,2,…,</a:t>
            </a:r>
            <a:r>
              <a:rPr lang="en-US" altLang="zh-CN" i="1" smtClean="0"/>
              <a:t>n</a:t>
            </a:r>
            <a:r>
              <a:rPr lang="en-US" altLang="zh-CN" smtClean="0"/>
              <a:t>)</a:t>
            </a:r>
            <a:endParaRPr lang="zh-CN" altLang="en-US" smtClean="0"/>
          </a:p>
        </p:txBody>
      </p:sp>
      <p:graphicFrame>
        <p:nvGraphicFramePr>
          <p:cNvPr id="26630" name="Object 7"/>
          <p:cNvGraphicFramePr>
            <a:graphicFrameLocks noChangeAspect="1"/>
          </p:cNvGraphicFramePr>
          <p:nvPr/>
        </p:nvGraphicFramePr>
        <p:xfrm>
          <a:off x="276225" y="2133600"/>
          <a:ext cx="6400800" cy="4419600"/>
        </p:xfrm>
        <a:graphic>
          <a:graphicData uri="http://schemas.openxmlformats.org/presentationml/2006/ole">
            <mc:AlternateContent xmlns:mc="http://schemas.openxmlformats.org/markup-compatibility/2006">
              <mc:Choice xmlns:v="urn:schemas-microsoft-com:vml" Requires="v">
                <p:oleObj spid="_x0000_s26646" name="Equation" r:id="rId4" imgW="3695700" imgH="1993900" progId="Equation.3">
                  <p:embed/>
                </p:oleObj>
              </mc:Choice>
              <mc:Fallback>
                <p:oleObj name="Equation" r:id="rId4" imgW="3695700" imgH="19939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225" y="2133600"/>
                        <a:ext cx="6400800" cy="441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2026" name="Object 10"/>
          <p:cNvGraphicFramePr>
            <a:graphicFrameLocks noChangeAspect="1"/>
          </p:cNvGraphicFramePr>
          <p:nvPr/>
        </p:nvGraphicFramePr>
        <p:xfrm>
          <a:off x="6646863" y="2057400"/>
          <a:ext cx="2420937" cy="990600"/>
        </p:xfrm>
        <a:graphic>
          <a:graphicData uri="http://schemas.openxmlformats.org/presentationml/2006/ole">
            <mc:AlternateContent xmlns:mc="http://schemas.openxmlformats.org/markup-compatibility/2006">
              <mc:Choice xmlns:v="urn:schemas-microsoft-com:vml" Requires="v">
                <p:oleObj spid="_x0000_s26647" name="Equation" r:id="rId6" imgW="1307532" imgH="444307" progId="Equation.3">
                  <p:embed/>
                </p:oleObj>
              </mc:Choice>
              <mc:Fallback>
                <p:oleObj name="Equation" r:id="rId6" imgW="1307532" imgH="444307"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46863" y="2057400"/>
                        <a:ext cx="2420937"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2027" name="Object 11"/>
          <p:cNvGraphicFramePr>
            <a:graphicFrameLocks noChangeAspect="1"/>
          </p:cNvGraphicFramePr>
          <p:nvPr/>
        </p:nvGraphicFramePr>
        <p:xfrm>
          <a:off x="6600825" y="3048000"/>
          <a:ext cx="2438400" cy="985838"/>
        </p:xfrm>
        <a:graphic>
          <a:graphicData uri="http://schemas.openxmlformats.org/presentationml/2006/ole">
            <mc:AlternateContent xmlns:mc="http://schemas.openxmlformats.org/markup-compatibility/2006">
              <mc:Choice xmlns:v="urn:schemas-microsoft-com:vml" Requires="v">
                <p:oleObj spid="_x0000_s26648" name="Equation" r:id="rId8" imgW="1307532" imgH="444307" progId="Equation.3">
                  <p:embed/>
                </p:oleObj>
              </mc:Choice>
              <mc:Fallback>
                <p:oleObj name="Equation" r:id="rId8" imgW="1307532" imgH="444307"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00825" y="3048000"/>
                        <a:ext cx="2438400" cy="985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2028" name="Object 12"/>
          <p:cNvGraphicFramePr>
            <a:graphicFrameLocks noChangeAspect="1"/>
          </p:cNvGraphicFramePr>
          <p:nvPr/>
        </p:nvGraphicFramePr>
        <p:xfrm>
          <a:off x="6677025" y="4114800"/>
          <a:ext cx="2139950" cy="1965325"/>
        </p:xfrm>
        <a:graphic>
          <a:graphicData uri="http://schemas.openxmlformats.org/presentationml/2006/ole">
            <mc:AlternateContent xmlns:mc="http://schemas.openxmlformats.org/markup-compatibility/2006">
              <mc:Choice xmlns:v="urn:schemas-microsoft-com:vml" Requires="v">
                <p:oleObj spid="_x0000_s26649" name="Equation" r:id="rId10" imgW="1231366" imgH="888614" progId="Equation.3">
                  <p:embed/>
                </p:oleObj>
              </mc:Choice>
              <mc:Fallback>
                <p:oleObj name="Equation" r:id="rId10" imgW="1231366" imgH="888614" progId="Equation.3">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677025" y="4114800"/>
                        <a:ext cx="2139950" cy="1965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42026"/>
                                        </p:tgtEl>
                                        <p:attrNameLst>
                                          <p:attrName>style.visibility</p:attrName>
                                        </p:attrNameLst>
                                      </p:cBhvr>
                                      <p:to>
                                        <p:strVal val="visible"/>
                                      </p:to>
                                    </p:set>
                                    <p:animEffect transition="in" filter="dissolve">
                                      <p:cBhvr>
                                        <p:cTn id="7" dur="500"/>
                                        <p:tgtEl>
                                          <p:spTgt spid="3420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42027"/>
                                        </p:tgtEl>
                                        <p:attrNameLst>
                                          <p:attrName>style.visibility</p:attrName>
                                        </p:attrNameLst>
                                      </p:cBhvr>
                                      <p:to>
                                        <p:strVal val="visible"/>
                                      </p:to>
                                    </p:set>
                                    <p:animEffect transition="in" filter="dissolve">
                                      <p:cBhvr>
                                        <p:cTn id="12" dur="500"/>
                                        <p:tgtEl>
                                          <p:spTgt spid="34202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42028"/>
                                        </p:tgtEl>
                                        <p:attrNameLst>
                                          <p:attrName>style.visibility</p:attrName>
                                        </p:attrNameLst>
                                      </p:cBhvr>
                                      <p:to>
                                        <p:strVal val="visible"/>
                                      </p:to>
                                    </p:set>
                                    <p:animEffect transition="in" filter="dissolve">
                                      <p:cBhvr>
                                        <p:cTn id="17" dur="500"/>
                                        <p:tgtEl>
                                          <p:spTgt spid="3420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785BD1E-AF08-44A2-A1F1-95F387A5DA19}" type="slidenum">
              <a:rPr lang="zh-CN" altLang="en-US" b="0" smtClean="0"/>
              <a:pPr/>
              <a:t>25</a:t>
            </a:fld>
            <a:endParaRPr lang="en-US" altLang="zh-CN" b="0" smtClean="0"/>
          </a:p>
        </p:txBody>
      </p:sp>
      <p:sp>
        <p:nvSpPr>
          <p:cNvPr id="2765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3720303F-8FD7-44A7-9765-33CA4A194188}" type="datetime1">
              <a:rPr lang="zh-CN" altLang="en-US" sz="1800" b="0" smtClean="0"/>
              <a:pPr/>
              <a:t>2024/9/23</a:t>
            </a:fld>
            <a:endParaRPr lang="en-US" altLang="zh-CN" sz="1800" b="0" smtClean="0"/>
          </a:p>
        </p:txBody>
      </p:sp>
      <p:sp>
        <p:nvSpPr>
          <p:cNvPr id="343042" name="Rectangle 2"/>
          <p:cNvSpPr>
            <a:spLocks noGrp="1" noChangeArrowheads="1"/>
          </p:cNvSpPr>
          <p:nvPr>
            <p:ph type="title"/>
          </p:nvPr>
        </p:nvSpPr>
        <p:spPr/>
        <p:txBody>
          <a:bodyPr/>
          <a:lstStyle/>
          <a:p>
            <a:pPr>
              <a:defRPr/>
            </a:pPr>
            <a:r>
              <a:rPr lang="zh-CN" altLang="en-US" smtClean="0">
                <a:latin typeface="宋体" pitchFamily="2" charset="-122"/>
              </a:rPr>
              <a:t>1.4 平方根法</a:t>
            </a:r>
          </a:p>
        </p:txBody>
      </p:sp>
      <p:sp>
        <p:nvSpPr>
          <p:cNvPr id="27653" name="Rectangle 3"/>
          <p:cNvSpPr>
            <a:spLocks noGrp="1" noChangeArrowheads="1"/>
          </p:cNvSpPr>
          <p:nvPr>
            <p:ph type="body" idx="1"/>
          </p:nvPr>
        </p:nvSpPr>
        <p:spPr>
          <a:xfrm>
            <a:off x="600075" y="1292225"/>
            <a:ext cx="8142288" cy="384175"/>
          </a:xfrm>
        </p:spPr>
        <p:txBody>
          <a:bodyPr/>
          <a:lstStyle/>
          <a:p>
            <a:r>
              <a:rPr lang="zh-CN" altLang="en-US" smtClean="0"/>
              <a:t>计算公式为：</a:t>
            </a:r>
          </a:p>
        </p:txBody>
      </p:sp>
      <p:graphicFrame>
        <p:nvGraphicFramePr>
          <p:cNvPr id="343044" name="Object 4"/>
          <p:cNvGraphicFramePr>
            <a:graphicFrameLocks noChangeAspect="1"/>
          </p:cNvGraphicFramePr>
          <p:nvPr/>
        </p:nvGraphicFramePr>
        <p:xfrm>
          <a:off x="2819400" y="914400"/>
          <a:ext cx="5943600" cy="2611438"/>
        </p:xfrm>
        <a:graphic>
          <a:graphicData uri="http://schemas.openxmlformats.org/presentationml/2006/ole">
            <mc:AlternateContent xmlns:mc="http://schemas.openxmlformats.org/markup-compatibility/2006">
              <mc:Choice xmlns:v="urn:schemas-microsoft-com:vml" Requires="v">
                <p:oleObj spid="_x0000_s27662" name="Equation" r:id="rId4" imgW="2667000" imgH="1143000" progId="Equation.3">
                  <p:embed/>
                </p:oleObj>
              </mc:Choice>
              <mc:Fallback>
                <p:oleObj name="Equation" r:id="rId4" imgW="2667000" imgH="11430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914400"/>
                        <a:ext cx="5943600" cy="2611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55" name="Object 6"/>
          <p:cNvGraphicFramePr>
            <a:graphicFrameLocks noChangeAspect="1"/>
          </p:cNvGraphicFramePr>
          <p:nvPr/>
        </p:nvGraphicFramePr>
        <p:xfrm>
          <a:off x="1219200" y="3352800"/>
          <a:ext cx="6172200" cy="3268663"/>
        </p:xfrm>
        <a:graphic>
          <a:graphicData uri="http://schemas.openxmlformats.org/presentationml/2006/ole">
            <mc:AlternateContent xmlns:mc="http://schemas.openxmlformats.org/markup-compatibility/2006">
              <mc:Choice xmlns:v="urn:schemas-microsoft-com:vml" Requires="v">
                <p:oleObj spid="_x0000_s27663" name="Equation" r:id="rId6" imgW="2133600" imgH="1536700" progId="Equation.3">
                  <p:embed/>
                </p:oleObj>
              </mc:Choice>
              <mc:Fallback>
                <p:oleObj name="Equation" r:id="rId6" imgW="2133600" imgH="15367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19200" y="3352800"/>
                        <a:ext cx="6172200" cy="3268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43044"/>
                                        </p:tgtEl>
                                        <p:attrNameLst>
                                          <p:attrName>style.visibility</p:attrName>
                                        </p:attrNameLst>
                                      </p:cBhvr>
                                      <p:to>
                                        <p:strVal val="visible"/>
                                      </p:to>
                                    </p:set>
                                    <p:anim calcmode="lin" valueType="num">
                                      <p:cBhvr additive="base">
                                        <p:cTn id="7" dur="500" fill="hold"/>
                                        <p:tgtEl>
                                          <p:spTgt spid="343044"/>
                                        </p:tgtEl>
                                        <p:attrNameLst>
                                          <p:attrName>ppt_x</p:attrName>
                                        </p:attrNameLst>
                                      </p:cBhvr>
                                      <p:tavLst>
                                        <p:tav tm="0">
                                          <p:val>
                                            <p:strVal val="0-#ppt_w/2"/>
                                          </p:val>
                                        </p:tav>
                                        <p:tav tm="100000">
                                          <p:val>
                                            <p:strVal val="#ppt_x"/>
                                          </p:val>
                                        </p:tav>
                                      </p:tavLst>
                                    </p:anim>
                                    <p:anim calcmode="lin" valueType="num">
                                      <p:cBhvr additive="base">
                                        <p:cTn id="8" dur="500" fill="hold"/>
                                        <p:tgtEl>
                                          <p:spTgt spid="34304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76818EC-FA86-41B3-9206-59E9D6E63495}" type="slidenum">
              <a:rPr lang="zh-CN" altLang="en-US" b="0" smtClean="0"/>
              <a:pPr/>
              <a:t>26</a:t>
            </a:fld>
            <a:endParaRPr lang="en-US" altLang="zh-CN" b="0" smtClean="0"/>
          </a:p>
        </p:txBody>
      </p:sp>
      <p:sp>
        <p:nvSpPr>
          <p:cNvPr id="2867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EB74108-1BB0-4596-BC1C-AAFC5A97BC73}" type="datetime1">
              <a:rPr lang="zh-CN" altLang="en-US" sz="1800" b="0" smtClean="0"/>
              <a:pPr/>
              <a:t>2024/9/23</a:t>
            </a:fld>
            <a:endParaRPr lang="en-US" altLang="zh-CN" sz="1800" b="0" smtClean="0"/>
          </a:p>
        </p:txBody>
      </p:sp>
      <p:sp>
        <p:nvSpPr>
          <p:cNvPr id="348162" name="Rectangle 2"/>
          <p:cNvSpPr>
            <a:spLocks noGrp="1" noChangeArrowheads="1"/>
          </p:cNvSpPr>
          <p:nvPr>
            <p:ph type="title"/>
          </p:nvPr>
        </p:nvSpPr>
        <p:spPr/>
        <p:txBody>
          <a:bodyPr/>
          <a:lstStyle/>
          <a:p>
            <a:pPr>
              <a:defRPr/>
            </a:pPr>
            <a:r>
              <a:rPr lang="zh-CN" altLang="en-US" smtClean="0">
                <a:latin typeface="宋体" pitchFamily="2" charset="-122"/>
              </a:rPr>
              <a:t>1.4 平方根法</a:t>
            </a:r>
          </a:p>
        </p:txBody>
      </p:sp>
      <p:graphicFrame>
        <p:nvGraphicFramePr>
          <p:cNvPr id="28677" name="Object 3"/>
          <p:cNvGraphicFramePr>
            <a:graphicFrameLocks noChangeAspect="1"/>
          </p:cNvGraphicFramePr>
          <p:nvPr/>
        </p:nvGraphicFramePr>
        <p:xfrm>
          <a:off x="0" y="1698625"/>
          <a:ext cx="9144000" cy="4854575"/>
        </p:xfrm>
        <a:graphic>
          <a:graphicData uri="http://schemas.openxmlformats.org/presentationml/2006/ole">
            <mc:AlternateContent xmlns:mc="http://schemas.openxmlformats.org/markup-compatibility/2006">
              <mc:Choice xmlns:v="urn:schemas-microsoft-com:vml" Requires="v">
                <p:oleObj spid="_x0000_s28686" name="Equation" r:id="rId3" imgW="4495800" imgH="2171700" progId="Equation.3">
                  <p:embed/>
                </p:oleObj>
              </mc:Choice>
              <mc:Fallback>
                <p:oleObj name="Equation" r:id="rId3" imgW="4495800" imgH="21717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98625"/>
                        <a:ext cx="9144000" cy="4854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678" name="Object 4"/>
          <p:cNvGraphicFramePr>
            <a:graphicFrameLocks noChangeAspect="1"/>
          </p:cNvGraphicFramePr>
          <p:nvPr/>
        </p:nvGraphicFramePr>
        <p:xfrm>
          <a:off x="4503738" y="0"/>
          <a:ext cx="4640262" cy="1747838"/>
        </p:xfrm>
        <a:graphic>
          <a:graphicData uri="http://schemas.openxmlformats.org/presentationml/2006/ole">
            <mc:AlternateContent xmlns:mc="http://schemas.openxmlformats.org/markup-compatibility/2006">
              <mc:Choice xmlns:v="urn:schemas-microsoft-com:vml" Requires="v">
                <p:oleObj spid="_x0000_s28687" name="Equation" r:id="rId5" imgW="1752600" imgH="711200" progId="Equation.3">
                  <p:embed/>
                </p:oleObj>
              </mc:Choice>
              <mc:Fallback>
                <p:oleObj name="Equation" r:id="rId5" imgW="1752600" imgH="7112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3738" y="0"/>
                        <a:ext cx="4640262" cy="174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9" name="Rectangle 5"/>
          <p:cNvSpPr>
            <a:spLocks noChangeArrowheads="1"/>
          </p:cNvSpPr>
          <p:nvPr/>
        </p:nvSpPr>
        <p:spPr bwMode="auto">
          <a:xfrm>
            <a:off x="457200" y="1044575"/>
            <a:ext cx="411638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gn="l"/>
            <a:r>
              <a:rPr lang="zh-CN" altLang="en-US" sz="2800">
                <a:latin typeface="黑体" pitchFamily="2" charset="-122"/>
                <a:ea typeface="黑体" pitchFamily="2" charset="-122"/>
              </a:rPr>
              <a:t>例3.3 用平方根法解线组</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8665827-D33E-4C79-994C-F3BC16AAC8AF}" type="slidenum">
              <a:rPr lang="zh-CN" altLang="en-US" b="0" smtClean="0"/>
              <a:pPr/>
              <a:t>27</a:t>
            </a:fld>
            <a:endParaRPr lang="en-US" altLang="zh-CN" b="0" smtClean="0"/>
          </a:p>
        </p:txBody>
      </p:sp>
      <p:sp>
        <p:nvSpPr>
          <p:cNvPr id="2969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24350C92-4458-4B1A-AB0F-66EE10E96CCF}" type="datetime1">
              <a:rPr lang="zh-CN" altLang="en-US" sz="1800" b="0" smtClean="0"/>
              <a:pPr/>
              <a:t>2024/9/23</a:t>
            </a:fld>
            <a:endParaRPr lang="en-US" altLang="zh-CN" sz="1800" b="0" smtClean="0"/>
          </a:p>
        </p:txBody>
      </p:sp>
      <p:sp>
        <p:nvSpPr>
          <p:cNvPr id="344066" name="Rectangle 2"/>
          <p:cNvSpPr>
            <a:spLocks noGrp="1" noChangeArrowheads="1"/>
          </p:cNvSpPr>
          <p:nvPr>
            <p:ph type="title"/>
          </p:nvPr>
        </p:nvSpPr>
        <p:spPr/>
        <p:txBody>
          <a:bodyPr/>
          <a:lstStyle/>
          <a:p>
            <a:pPr>
              <a:defRPr/>
            </a:pPr>
            <a:r>
              <a:rPr lang="zh-CN" altLang="en-US" smtClean="0">
                <a:latin typeface="宋体" pitchFamily="2" charset="-122"/>
              </a:rPr>
              <a:t>1.4 平方根法</a:t>
            </a:r>
          </a:p>
        </p:txBody>
      </p:sp>
      <p:grpSp>
        <p:nvGrpSpPr>
          <p:cNvPr id="344074" name="Group 10"/>
          <p:cNvGrpSpPr>
            <a:grpSpLocks/>
          </p:cNvGrpSpPr>
          <p:nvPr/>
        </p:nvGrpSpPr>
        <p:grpSpPr bwMode="auto">
          <a:xfrm>
            <a:off x="914400" y="1371600"/>
            <a:ext cx="7848600" cy="1785938"/>
            <a:chOff x="576" y="864"/>
            <a:chExt cx="4944" cy="1125"/>
          </a:xfrm>
        </p:grpSpPr>
        <p:sp>
          <p:nvSpPr>
            <p:cNvPr id="29705" name="Rectangle 5"/>
            <p:cNvSpPr>
              <a:spLocks noChangeArrowheads="1"/>
            </p:cNvSpPr>
            <p:nvPr/>
          </p:nvSpPr>
          <p:spPr bwMode="auto">
            <a:xfrm>
              <a:off x="816" y="864"/>
              <a:ext cx="4704" cy="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x</a:t>
              </a:r>
              <a:r>
                <a:rPr lang="en-US" altLang="zh-CN" sz="3600" baseline="-25000">
                  <a:latin typeface="Times New Roman" pitchFamily="18" charset="0"/>
                </a:rPr>
                <a:t>1 </a:t>
              </a:r>
              <a:r>
                <a:rPr lang="en-US" altLang="zh-CN" sz="3600">
                  <a:latin typeface="Times New Roman" pitchFamily="18" charset="0"/>
                </a:rPr>
                <a:t>+  0.42</a:t>
              </a:r>
              <a:r>
                <a:rPr lang="en-US" altLang="zh-CN" sz="3600" i="1">
                  <a:latin typeface="Times New Roman" pitchFamily="18" charset="0"/>
                </a:rPr>
                <a:t>x</a:t>
              </a:r>
              <a:r>
                <a:rPr lang="en-US" altLang="zh-CN" sz="3600" baseline="-25000">
                  <a:latin typeface="Times New Roman" pitchFamily="18" charset="0"/>
                </a:rPr>
                <a:t>2   </a:t>
              </a:r>
              <a:r>
                <a:rPr lang="en-US" altLang="zh-CN" sz="3600">
                  <a:latin typeface="Times New Roman" pitchFamily="18" charset="0"/>
                </a:rPr>
                <a:t>+      0.54</a:t>
              </a:r>
              <a:r>
                <a:rPr lang="en-US" altLang="zh-CN" sz="3600" i="1">
                  <a:latin typeface="Times New Roman" pitchFamily="18" charset="0"/>
                </a:rPr>
                <a:t>x</a:t>
              </a:r>
              <a:r>
                <a:rPr lang="en-US" altLang="zh-CN" sz="3600" baseline="-25000">
                  <a:latin typeface="Times New Roman" pitchFamily="18" charset="0"/>
                </a:rPr>
                <a:t>3  </a:t>
              </a:r>
              <a:r>
                <a:rPr lang="en-US" altLang="zh-CN" sz="3600">
                  <a:latin typeface="Times New Roman" pitchFamily="18" charset="0"/>
                </a:rPr>
                <a:t>=0.3</a:t>
              </a:r>
            </a:p>
            <a:p>
              <a:pPr marL="258763" indent="-258763" algn="l" defTabSz="814388">
                <a:lnSpc>
                  <a:spcPct val="90000"/>
                </a:lnSpc>
                <a:spcBef>
                  <a:spcPts val="1200"/>
                </a:spcBef>
                <a:buClr>
                  <a:srgbClr val="27305F"/>
                </a:buClr>
                <a:buSzPct val="60000"/>
                <a:buFont typeface="Wingdings" pitchFamily="2" charset="2"/>
                <a:buNone/>
              </a:pPr>
              <a:r>
                <a:rPr lang="en-US" altLang="zh-CN" sz="3600">
                  <a:latin typeface="Times New Roman" pitchFamily="18" charset="0"/>
                </a:rPr>
                <a:t>    0.90752</a:t>
              </a:r>
              <a:r>
                <a:rPr lang="en-US" altLang="zh-CN" sz="3600" i="1">
                  <a:latin typeface="Times New Roman" pitchFamily="18" charset="0"/>
                </a:rPr>
                <a:t>x</a:t>
              </a:r>
              <a:r>
                <a:rPr lang="en-US" altLang="zh-CN" sz="3600" baseline="-25000">
                  <a:latin typeface="Times New Roman" pitchFamily="18" charset="0"/>
                </a:rPr>
                <a:t>2 </a:t>
              </a:r>
              <a:r>
                <a:rPr lang="en-US" altLang="zh-CN" sz="3600">
                  <a:latin typeface="Times New Roman" pitchFamily="18" charset="0"/>
                </a:rPr>
                <a:t>–0.10270</a:t>
              </a:r>
              <a:r>
                <a:rPr lang="en-US" altLang="zh-CN" sz="3600" i="1">
                  <a:latin typeface="Times New Roman" pitchFamily="18" charset="0"/>
                </a:rPr>
                <a:t>x</a:t>
              </a:r>
              <a:r>
                <a:rPr lang="en-US" altLang="zh-CN" sz="3600" baseline="-25000">
                  <a:latin typeface="Times New Roman" pitchFamily="18" charset="0"/>
                </a:rPr>
                <a:t>3 </a:t>
              </a:r>
              <a:r>
                <a:rPr lang="en-US" altLang="zh-CN" sz="3600">
                  <a:latin typeface="Times New Roman" pitchFamily="18" charset="0"/>
                </a:rPr>
                <a:t>=0.41211</a:t>
              </a:r>
            </a:p>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                        </a:t>
              </a:r>
              <a:r>
                <a:rPr lang="en-US" altLang="zh-CN" sz="3600">
                  <a:latin typeface="Times New Roman" pitchFamily="18" charset="0"/>
                </a:rPr>
                <a:t>0.83537</a:t>
              </a:r>
              <a:r>
                <a:rPr lang="en-US" altLang="zh-CN" sz="3600" i="1">
                  <a:latin typeface="Times New Roman" pitchFamily="18" charset="0"/>
                </a:rPr>
                <a:t>x</a:t>
              </a:r>
              <a:r>
                <a:rPr lang="en-US" altLang="zh-CN" sz="3600" baseline="-25000">
                  <a:latin typeface="Times New Roman" pitchFamily="18" charset="0"/>
                </a:rPr>
                <a:t>3 </a:t>
              </a:r>
              <a:r>
                <a:rPr lang="en-US" altLang="zh-CN" sz="3600">
                  <a:latin typeface="Times New Roman" pitchFamily="18" charset="0"/>
                </a:rPr>
                <a:t>=0.59336</a:t>
              </a:r>
              <a:endParaRPr lang="en-US" altLang="zh-CN" sz="3600" baseline="-25000">
                <a:latin typeface="Times New Roman" pitchFamily="18" charset="0"/>
              </a:endParaRPr>
            </a:p>
          </p:txBody>
        </p:sp>
        <p:sp>
          <p:nvSpPr>
            <p:cNvPr id="29706" name="AutoShape 6"/>
            <p:cNvSpPr>
              <a:spLocks/>
            </p:cNvSpPr>
            <p:nvPr/>
          </p:nvSpPr>
          <p:spPr bwMode="auto">
            <a:xfrm>
              <a:off x="576" y="960"/>
              <a:ext cx="196" cy="912"/>
            </a:xfrm>
            <a:prstGeom prst="leftBrace">
              <a:avLst>
                <a:gd name="adj1" fmla="val 38776"/>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pSp>
        <p:nvGrpSpPr>
          <p:cNvPr id="344071" name="Group 7"/>
          <p:cNvGrpSpPr>
            <a:grpSpLocks/>
          </p:cNvGrpSpPr>
          <p:nvPr/>
        </p:nvGrpSpPr>
        <p:grpSpPr bwMode="auto">
          <a:xfrm>
            <a:off x="914400" y="3657600"/>
            <a:ext cx="5867400" cy="1785938"/>
            <a:chOff x="912" y="1296"/>
            <a:chExt cx="3696" cy="1125"/>
          </a:xfrm>
        </p:grpSpPr>
        <p:sp>
          <p:nvSpPr>
            <p:cNvPr id="29703" name="Rectangle 8"/>
            <p:cNvSpPr>
              <a:spLocks noChangeArrowheads="1"/>
            </p:cNvSpPr>
            <p:nvPr/>
          </p:nvSpPr>
          <p:spPr bwMode="auto">
            <a:xfrm>
              <a:off x="1152" y="1296"/>
              <a:ext cx="3456" cy="1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x</a:t>
              </a:r>
              <a:r>
                <a:rPr lang="en-US" altLang="zh-CN" sz="3600" baseline="-25000">
                  <a:latin typeface="Times New Roman" pitchFamily="18" charset="0"/>
                </a:rPr>
                <a:t>1 </a:t>
              </a:r>
              <a:r>
                <a:rPr lang="en-US" altLang="zh-CN" sz="3600">
                  <a:latin typeface="Times New Roman" pitchFamily="18" charset="0"/>
                </a:rPr>
                <a:t>=-0.24052</a:t>
              </a:r>
            </a:p>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x</a:t>
              </a:r>
              <a:r>
                <a:rPr lang="en-US" altLang="zh-CN" sz="3600" baseline="-25000">
                  <a:latin typeface="Times New Roman" pitchFamily="18" charset="0"/>
                </a:rPr>
                <a:t>2</a:t>
              </a:r>
              <a:r>
                <a:rPr lang="en-US" altLang="zh-CN" sz="3600">
                  <a:latin typeface="Times New Roman" pitchFamily="18" charset="0"/>
                </a:rPr>
                <a:t>=0.37372</a:t>
              </a:r>
            </a:p>
            <a:p>
              <a:pPr marL="258763" indent="-258763" algn="l" defTabSz="814388">
                <a:lnSpc>
                  <a:spcPct val="90000"/>
                </a:lnSpc>
                <a:spcBef>
                  <a:spcPts val="1200"/>
                </a:spcBef>
                <a:buClr>
                  <a:srgbClr val="27305F"/>
                </a:buClr>
                <a:buSzPct val="60000"/>
                <a:buFont typeface="Wingdings" pitchFamily="2" charset="2"/>
                <a:buNone/>
              </a:pPr>
              <a:r>
                <a:rPr lang="en-US" altLang="zh-CN" sz="3600" i="1">
                  <a:latin typeface="Times New Roman" pitchFamily="18" charset="0"/>
                </a:rPr>
                <a:t>x</a:t>
              </a:r>
              <a:r>
                <a:rPr lang="en-US" altLang="zh-CN" sz="3600" baseline="-25000">
                  <a:latin typeface="Times New Roman" pitchFamily="18" charset="0"/>
                </a:rPr>
                <a:t>3</a:t>
              </a:r>
              <a:r>
                <a:rPr lang="en-US" altLang="zh-CN" sz="3600">
                  <a:latin typeface="Times New Roman" pitchFamily="18" charset="0"/>
                </a:rPr>
                <a:t>=0.71030</a:t>
              </a:r>
              <a:endParaRPr lang="en-US" altLang="zh-CN" sz="3600" baseline="-25000">
                <a:latin typeface="Times New Roman" pitchFamily="18" charset="0"/>
              </a:endParaRPr>
            </a:p>
          </p:txBody>
        </p:sp>
        <p:sp>
          <p:nvSpPr>
            <p:cNvPr id="29704" name="AutoShape 9"/>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44074"/>
                                        </p:tgtEl>
                                        <p:attrNameLst>
                                          <p:attrName>style.visibility</p:attrName>
                                        </p:attrNameLst>
                                      </p:cBhvr>
                                      <p:to>
                                        <p:strVal val="visible"/>
                                      </p:to>
                                    </p:set>
                                    <p:animEffect transition="in" filter="dissolve">
                                      <p:cBhvr>
                                        <p:cTn id="7" dur="500"/>
                                        <p:tgtEl>
                                          <p:spTgt spid="3440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44071"/>
                                        </p:tgtEl>
                                        <p:attrNameLst>
                                          <p:attrName>style.visibility</p:attrName>
                                        </p:attrNameLst>
                                      </p:cBhvr>
                                      <p:to>
                                        <p:strVal val="visible"/>
                                      </p:to>
                                    </p:set>
                                    <p:animEffect transition="in" filter="dissolve">
                                      <p:cBhvr>
                                        <p:cTn id="12" dur="500"/>
                                        <p:tgtEl>
                                          <p:spTgt spid="344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BDD45508-35EC-4431-B091-83E916364173}" type="slidenum">
              <a:rPr lang="zh-CN" altLang="en-US" b="0" smtClean="0"/>
              <a:pPr/>
              <a:t>28</a:t>
            </a:fld>
            <a:endParaRPr lang="en-US" altLang="zh-CN" b="0" smtClean="0"/>
          </a:p>
        </p:txBody>
      </p:sp>
      <p:sp>
        <p:nvSpPr>
          <p:cNvPr id="3072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FBD350EB-9061-46ED-87C1-46A678D25D7F}" type="datetime1">
              <a:rPr lang="zh-CN" altLang="en-US" sz="1800" b="0" smtClean="0"/>
              <a:pPr/>
              <a:t>2024/9/23</a:t>
            </a:fld>
            <a:endParaRPr lang="en-US" altLang="zh-CN" sz="1800" b="0" smtClean="0"/>
          </a:p>
        </p:txBody>
      </p:sp>
      <p:sp>
        <p:nvSpPr>
          <p:cNvPr id="350210" name="Rectangle 2"/>
          <p:cNvSpPr>
            <a:spLocks noGrp="1" noChangeArrowheads="1"/>
          </p:cNvSpPr>
          <p:nvPr>
            <p:ph type="title"/>
          </p:nvPr>
        </p:nvSpPr>
        <p:spPr/>
        <p:txBody>
          <a:bodyPr/>
          <a:lstStyle/>
          <a:p>
            <a:pPr>
              <a:defRPr/>
            </a:pPr>
            <a:r>
              <a:rPr lang="zh-CN" altLang="en-US" smtClean="0"/>
              <a:t>1.5 追赶法</a:t>
            </a:r>
          </a:p>
        </p:txBody>
      </p:sp>
      <p:sp>
        <p:nvSpPr>
          <p:cNvPr id="350212" name="Rectangle 4"/>
          <p:cNvSpPr>
            <a:spLocks noChangeArrowheads="1"/>
          </p:cNvSpPr>
          <p:nvPr/>
        </p:nvSpPr>
        <p:spPr bwMode="auto">
          <a:xfrm>
            <a:off x="381000" y="4492625"/>
            <a:ext cx="86868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11</a:t>
            </a:r>
            <a:r>
              <a:rPr lang="zh-CN" altLang="en-US" sz="2800">
                <a:latin typeface="Times New Roman" pitchFamily="18" charset="0"/>
              </a:rPr>
              <a:t>=</a:t>
            </a:r>
            <a:r>
              <a:rPr lang="en-US" altLang="zh-CN" sz="2800">
                <a:latin typeface="Times New Roman" pitchFamily="18" charset="0"/>
              </a:rPr>
              <a:t>b</a:t>
            </a:r>
            <a:r>
              <a:rPr lang="en-US" altLang="zh-CN" sz="2800" baseline="-25000">
                <a:latin typeface="Times New Roman" pitchFamily="18" charset="0"/>
              </a:rPr>
              <a:t>1 </a:t>
            </a: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12</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11           </a:t>
            </a:r>
            <a:r>
              <a:rPr lang="zh-CN" altLang="en-US" sz="2800">
                <a:latin typeface="Times New Roman" pitchFamily="18" charset="0"/>
              </a:rPr>
              <a:t>0                            0     ……….   0</a:t>
            </a:r>
          </a:p>
        </p:txBody>
      </p:sp>
      <p:sp>
        <p:nvSpPr>
          <p:cNvPr id="350213" name="Rectangle 5"/>
          <p:cNvSpPr>
            <a:spLocks noChangeArrowheads="1"/>
          </p:cNvSpPr>
          <p:nvPr/>
        </p:nvSpPr>
        <p:spPr bwMode="auto">
          <a:xfrm>
            <a:off x="381000" y="4949825"/>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21</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2  </a:t>
            </a:r>
            <a:r>
              <a:rPr lang="en-US" altLang="zh-CN" sz="2800" i="1">
                <a:latin typeface="Times New Roman" pitchFamily="18" charset="0"/>
              </a:rPr>
              <a:t>l</a:t>
            </a:r>
            <a:r>
              <a:rPr lang="en-US" altLang="zh-CN" sz="2800" baseline="-25000">
                <a:latin typeface="Times New Roman" pitchFamily="18" charset="0"/>
              </a:rPr>
              <a:t>22</a:t>
            </a:r>
            <a:r>
              <a:rPr lang="zh-CN" altLang="en-US" sz="2800">
                <a:latin typeface="Times New Roman" pitchFamily="18" charset="0"/>
              </a:rPr>
              <a:t>=</a:t>
            </a:r>
            <a:r>
              <a:rPr lang="en-US" altLang="zh-CN" sz="2800">
                <a:latin typeface="Times New Roman" pitchFamily="18" charset="0"/>
              </a:rPr>
              <a:t>b</a:t>
            </a:r>
            <a:r>
              <a:rPr lang="en-US" altLang="zh-CN" sz="2800" i="1" baseline="-25000">
                <a:latin typeface="Times New Roman" pitchFamily="18" charset="0"/>
              </a:rPr>
              <a:t>2</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2</a:t>
            </a:r>
            <a:r>
              <a:rPr lang="en-US" altLang="zh-CN" sz="2800">
                <a:latin typeface="Times New Roman" pitchFamily="18" charset="0"/>
              </a:rPr>
              <a:t>u</a:t>
            </a:r>
            <a:r>
              <a:rPr lang="en-US" altLang="zh-CN" sz="2800" baseline="-25000">
                <a:latin typeface="Times New Roman" pitchFamily="18" charset="0"/>
              </a:rPr>
              <a:t>12    </a:t>
            </a:r>
            <a:r>
              <a:rPr lang="en-US" altLang="zh-CN" sz="2800" i="1">
                <a:latin typeface="Times New Roman" pitchFamily="18" charset="0"/>
              </a:rPr>
              <a:t>u</a:t>
            </a:r>
            <a:r>
              <a:rPr lang="en-US" altLang="zh-CN" sz="2800" baseline="-25000">
                <a:latin typeface="Times New Roman" pitchFamily="18" charset="0"/>
              </a:rPr>
              <a:t>23</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2</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22</a:t>
            </a:r>
            <a:r>
              <a:rPr lang="zh-CN" altLang="en-US" sz="2800">
                <a:latin typeface="Times New Roman" pitchFamily="18" charset="0"/>
              </a:rPr>
              <a:t>                0</a:t>
            </a:r>
          </a:p>
        </p:txBody>
      </p:sp>
      <p:sp>
        <p:nvSpPr>
          <p:cNvPr id="350214" name="Rectangle 6"/>
          <p:cNvSpPr>
            <a:spLocks noChangeArrowheads="1"/>
          </p:cNvSpPr>
          <p:nvPr/>
        </p:nvSpPr>
        <p:spPr bwMode="auto">
          <a:xfrm>
            <a:off x="381000" y="5407025"/>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a:latin typeface="Times New Roman" pitchFamily="18" charset="0"/>
              </a:rPr>
              <a:t>0</a:t>
            </a:r>
            <a:r>
              <a:rPr lang="en-US" altLang="zh-CN" sz="2800" i="1">
                <a:latin typeface="Times New Roman" pitchFamily="18" charset="0"/>
              </a:rPr>
              <a:t>       </a:t>
            </a:r>
            <a:r>
              <a:rPr lang="en-US" altLang="zh-CN" sz="2800" baseline="-25000">
                <a:latin typeface="Times New Roman" pitchFamily="18" charset="0"/>
              </a:rPr>
              <a:t>   </a:t>
            </a:r>
            <a:r>
              <a:rPr lang="en-US" altLang="zh-CN" sz="2800" i="1">
                <a:latin typeface="Times New Roman" pitchFamily="18" charset="0"/>
              </a:rPr>
              <a:t>l</a:t>
            </a:r>
            <a:r>
              <a:rPr lang="en-US" altLang="zh-CN" sz="2800" baseline="-25000">
                <a:latin typeface="Times New Roman" pitchFamily="18" charset="0"/>
              </a:rPr>
              <a:t>32</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3                   </a:t>
            </a:r>
            <a:r>
              <a:rPr lang="en-US" altLang="zh-CN" sz="2800" i="1">
                <a:latin typeface="Times New Roman" pitchFamily="18" charset="0"/>
              </a:rPr>
              <a:t>l</a:t>
            </a:r>
            <a:r>
              <a:rPr lang="en-US" altLang="zh-CN" sz="2800" baseline="-25000">
                <a:latin typeface="Times New Roman" pitchFamily="18" charset="0"/>
              </a:rPr>
              <a:t>33</a:t>
            </a:r>
            <a:r>
              <a:rPr lang="zh-CN" altLang="en-US" sz="2800">
                <a:latin typeface="Times New Roman" pitchFamily="18" charset="0"/>
              </a:rPr>
              <a:t>=</a:t>
            </a:r>
            <a:r>
              <a:rPr lang="en-US" altLang="zh-CN" sz="2800">
                <a:latin typeface="Times New Roman" pitchFamily="18" charset="0"/>
              </a:rPr>
              <a:t>b</a:t>
            </a:r>
            <a:r>
              <a:rPr lang="en-US" altLang="zh-CN" sz="2800" baseline="-25000">
                <a:latin typeface="Times New Roman" pitchFamily="18" charset="0"/>
              </a:rPr>
              <a:t>3</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3</a:t>
            </a:r>
            <a:r>
              <a:rPr lang="en-US" altLang="zh-CN" sz="2800">
                <a:latin typeface="Times New Roman" pitchFamily="18" charset="0"/>
              </a:rPr>
              <a:t>u</a:t>
            </a:r>
            <a:r>
              <a:rPr lang="en-US" altLang="zh-CN" sz="2800" baseline="-25000">
                <a:latin typeface="Times New Roman" pitchFamily="18" charset="0"/>
              </a:rPr>
              <a:t>23   </a:t>
            </a:r>
            <a:r>
              <a:rPr lang="en-US" altLang="zh-CN" sz="2800" i="1">
                <a:latin typeface="Times New Roman" pitchFamily="18" charset="0"/>
              </a:rPr>
              <a:t>u</a:t>
            </a:r>
            <a:r>
              <a:rPr lang="en-US" altLang="zh-CN" sz="2800" baseline="-25000">
                <a:latin typeface="Times New Roman" pitchFamily="18" charset="0"/>
              </a:rPr>
              <a:t>34</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3</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33</a:t>
            </a:r>
            <a:r>
              <a:rPr lang="zh-CN" altLang="en-US" sz="2800">
                <a:latin typeface="Times New Roman" pitchFamily="18" charset="0"/>
              </a:rPr>
              <a:t>                 0</a:t>
            </a:r>
          </a:p>
        </p:txBody>
      </p:sp>
      <p:sp>
        <p:nvSpPr>
          <p:cNvPr id="30728" name="Rectangle 19"/>
          <p:cNvSpPr>
            <a:spLocks noChangeArrowheads="1"/>
          </p:cNvSpPr>
          <p:nvPr/>
        </p:nvSpPr>
        <p:spPr bwMode="auto">
          <a:xfrm>
            <a:off x="806450" y="1143000"/>
            <a:ext cx="8337550" cy="302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b</a:t>
            </a:r>
            <a:r>
              <a:rPr lang="en-US" altLang="zh-CN" sz="2800" baseline="-25000">
                <a:latin typeface="Times New Roman" pitchFamily="18" charset="0"/>
              </a:rPr>
              <a:t>1</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c</a:t>
            </a:r>
            <a:r>
              <a:rPr lang="en-US" altLang="zh-CN" sz="2800" baseline="-25000">
                <a:latin typeface="Times New Roman" pitchFamily="18" charset="0"/>
              </a:rPr>
              <a:t>1</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d</a:t>
            </a:r>
            <a:r>
              <a:rPr lang="en-US" altLang="zh-CN" sz="2800" baseline="-25000">
                <a:latin typeface="Times New Roman" pitchFamily="18" charset="0"/>
              </a:rPr>
              <a:t>1</a:t>
            </a:r>
            <a:endParaRPr lang="en-US" altLang="zh-CN" sz="2800">
              <a:latin typeface="Times New Roman" pitchFamily="18" charset="0"/>
            </a:endParaRP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a</a:t>
            </a:r>
            <a:r>
              <a:rPr lang="en-US" altLang="zh-CN" sz="2800" baseline="-25000">
                <a:latin typeface="Times New Roman" pitchFamily="18" charset="0"/>
              </a:rPr>
              <a:t>2</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a:t>
            </a:r>
            <a:r>
              <a:rPr lang="en-US" altLang="zh-CN" sz="2800" i="1">
                <a:latin typeface="Times New Roman" pitchFamily="18" charset="0"/>
              </a:rPr>
              <a:t>b</a:t>
            </a:r>
            <a:r>
              <a:rPr lang="en-US" altLang="zh-CN" sz="2800" baseline="-25000">
                <a:latin typeface="Times New Roman" pitchFamily="18" charset="0"/>
              </a:rPr>
              <a:t>2</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c</a:t>
            </a:r>
            <a:r>
              <a:rPr lang="en-US" altLang="zh-CN" sz="2800" baseline="-25000">
                <a:latin typeface="Times New Roman" pitchFamily="18" charset="0"/>
              </a:rPr>
              <a:t>2</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 d</a:t>
            </a:r>
            <a:r>
              <a:rPr lang="en-US" altLang="zh-CN" sz="2800" baseline="-25000">
                <a:latin typeface="Times New Roman" pitchFamily="18" charset="0"/>
              </a:rPr>
              <a:t>2</a:t>
            </a:r>
            <a:endParaRPr lang="en-US" altLang="zh-CN" sz="2800" i="1">
              <a:latin typeface="Times New Roman" pitchFamily="18" charset="0"/>
            </a:endParaRP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3</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b</a:t>
            </a:r>
            <a:r>
              <a:rPr lang="en-US" altLang="zh-CN" sz="2800" baseline="-25000">
                <a:latin typeface="Times New Roman" pitchFamily="18" charset="0"/>
              </a:rPr>
              <a:t>3</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 </a:t>
            </a:r>
            <a:r>
              <a:rPr lang="en-US" altLang="zh-CN" sz="2800" i="1">
                <a:latin typeface="Times New Roman" pitchFamily="18" charset="0"/>
              </a:rPr>
              <a:t>c</a:t>
            </a:r>
            <a:r>
              <a:rPr lang="en-US" altLang="zh-CN" sz="2800" baseline="-25000">
                <a:latin typeface="Times New Roman" pitchFamily="18" charset="0"/>
              </a:rPr>
              <a:t>3</a:t>
            </a:r>
            <a:r>
              <a:rPr lang="en-US" altLang="zh-CN" sz="2800" i="1">
                <a:latin typeface="Times New Roman" pitchFamily="18" charset="0"/>
              </a:rPr>
              <a:t>x</a:t>
            </a:r>
            <a:r>
              <a:rPr lang="en-US" altLang="zh-CN" sz="2800" baseline="-25000">
                <a:latin typeface="Times New Roman" pitchFamily="18" charset="0"/>
              </a:rPr>
              <a:t>4 </a:t>
            </a:r>
            <a:r>
              <a:rPr lang="en-US" altLang="zh-CN" sz="2800">
                <a:latin typeface="Times New Roman" pitchFamily="18" charset="0"/>
              </a:rPr>
              <a:t>= d</a:t>
            </a:r>
            <a:r>
              <a:rPr lang="en-US" altLang="zh-CN" sz="2800" baseline="-25000">
                <a:latin typeface="Times New Roman" pitchFamily="18" charset="0"/>
              </a:rPr>
              <a:t>3</a:t>
            </a:r>
          </a:p>
          <a:p>
            <a:pPr marL="258763" indent="-258763" algn="l" defTabSz="814388">
              <a:lnSpc>
                <a:spcPct val="60000"/>
              </a:lnSpc>
              <a:spcBef>
                <a:spcPts val="1200"/>
              </a:spcBef>
              <a:buClr>
                <a:srgbClr val="27305F"/>
              </a:buClr>
              <a:buSzPct val="60000"/>
              <a:buFont typeface="Wingdings" pitchFamily="2" charset="2"/>
              <a:buNone/>
            </a:pPr>
            <a:endParaRPr lang="en-US" altLang="zh-CN" sz="2800" baseline="-25000">
              <a:latin typeface="Times New Roman" pitchFamily="18" charset="0"/>
            </a:endParaRP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n-3</a:t>
            </a:r>
            <a:r>
              <a:rPr lang="en-US" altLang="zh-CN" sz="2800" i="1">
                <a:latin typeface="Times New Roman" pitchFamily="18" charset="0"/>
              </a:rPr>
              <a:t>x</a:t>
            </a:r>
            <a:r>
              <a:rPr lang="en-US" altLang="zh-CN" sz="2800" baseline="-25000">
                <a:latin typeface="Times New Roman" pitchFamily="18" charset="0"/>
              </a:rPr>
              <a:t>n-4</a:t>
            </a:r>
            <a:r>
              <a:rPr lang="en-US" altLang="zh-CN" sz="2800">
                <a:latin typeface="Times New Roman" pitchFamily="18" charset="0"/>
              </a:rPr>
              <a:t>+</a:t>
            </a:r>
            <a:r>
              <a:rPr lang="en-US" altLang="zh-CN" sz="2800" i="1">
                <a:latin typeface="Times New Roman" pitchFamily="18" charset="0"/>
              </a:rPr>
              <a:t>b</a:t>
            </a:r>
            <a:r>
              <a:rPr lang="en-US" altLang="zh-CN" sz="2800" baseline="-25000">
                <a:latin typeface="Times New Roman" pitchFamily="18" charset="0"/>
              </a:rPr>
              <a:t>n-3</a:t>
            </a:r>
            <a:r>
              <a:rPr lang="en-US" altLang="zh-CN" sz="2800" i="1">
                <a:latin typeface="Times New Roman" pitchFamily="18" charset="0"/>
              </a:rPr>
              <a:t>x</a:t>
            </a:r>
            <a:r>
              <a:rPr lang="en-US" altLang="zh-CN" sz="2800" baseline="-25000">
                <a:latin typeface="Times New Roman" pitchFamily="18" charset="0"/>
              </a:rPr>
              <a:t>n-3</a:t>
            </a:r>
            <a:r>
              <a:rPr lang="en-US" altLang="zh-CN" sz="2800">
                <a:latin typeface="Times New Roman" pitchFamily="18" charset="0"/>
              </a:rPr>
              <a:t>+ </a:t>
            </a:r>
            <a:r>
              <a:rPr lang="en-US" altLang="zh-CN" sz="2800" i="1">
                <a:latin typeface="Times New Roman" pitchFamily="18" charset="0"/>
              </a:rPr>
              <a:t>c</a:t>
            </a:r>
            <a:r>
              <a:rPr lang="en-US" altLang="zh-CN" sz="2800" baseline="-25000">
                <a:latin typeface="Times New Roman" pitchFamily="18" charset="0"/>
              </a:rPr>
              <a:t>n-3</a:t>
            </a:r>
            <a:r>
              <a:rPr lang="en-US" altLang="zh-CN" sz="2800" i="1">
                <a:latin typeface="Times New Roman" pitchFamily="18" charset="0"/>
              </a:rPr>
              <a:t>x</a:t>
            </a:r>
            <a:r>
              <a:rPr lang="en-US" altLang="zh-CN" sz="2800" baseline="-25000">
                <a:latin typeface="Times New Roman" pitchFamily="18" charset="0"/>
              </a:rPr>
              <a:t>n-2 </a:t>
            </a:r>
            <a:r>
              <a:rPr lang="en-US" altLang="zh-CN" sz="2800">
                <a:latin typeface="Times New Roman" pitchFamily="18" charset="0"/>
              </a:rPr>
              <a:t>= d</a:t>
            </a:r>
            <a:r>
              <a:rPr lang="en-US" altLang="zh-CN" sz="2800" baseline="-25000">
                <a:latin typeface="Times New Roman" pitchFamily="18" charset="0"/>
              </a:rPr>
              <a:t>n-3</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n-2</a:t>
            </a:r>
            <a:r>
              <a:rPr lang="en-US" altLang="zh-CN" sz="2800" i="1">
                <a:latin typeface="Times New Roman" pitchFamily="18" charset="0"/>
              </a:rPr>
              <a:t>x</a:t>
            </a:r>
            <a:r>
              <a:rPr lang="en-US" altLang="zh-CN" sz="2800" baseline="-25000">
                <a:latin typeface="Times New Roman" pitchFamily="18" charset="0"/>
              </a:rPr>
              <a:t>n-3</a:t>
            </a:r>
            <a:r>
              <a:rPr lang="en-US" altLang="zh-CN" sz="2800">
                <a:latin typeface="Times New Roman" pitchFamily="18" charset="0"/>
              </a:rPr>
              <a:t>+</a:t>
            </a:r>
            <a:r>
              <a:rPr lang="en-US" altLang="zh-CN" sz="2800" i="1">
                <a:latin typeface="Times New Roman" pitchFamily="18" charset="0"/>
              </a:rPr>
              <a:t>b</a:t>
            </a:r>
            <a:r>
              <a:rPr lang="en-US" altLang="zh-CN" sz="2800" baseline="-25000">
                <a:latin typeface="Times New Roman" pitchFamily="18" charset="0"/>
              </a:rPr>
              <a:t>n-2</a:t>
            </a:r>
            <a:r>
              <a:rPr lang="en-US" altLang="zh-CN" sz="2800" i="1">
                <a:latin typeface="Times New Roman" pitchFamily="18" charset="0"/>
              </a:rPr>
              <a:t>x</a:t>
            </a:r>
            <a:r>
              <a:rPr lang="en-US" altLang="zh-CN" sz="2800" baseline="-25000">
                <a:latin typeface="Times New Roman" pitchFamily="18" charset="0"/>
              </a:rPr>
              <a:t>n-2</a:t>
            </a:r>
            <a:r>
              <a:rPr lang="en-US" altLang="zh-CN" sz="2800">
                <a:latin typeface="Times New Roman" pitchFamily="18" charset="0"/>
              </a:rPr>
              <a:t>+ </a:t>
            </a:r>
            <a:r>
              <a:rPr lang="en-US" altLang="zh-CN" sz="2800" i="1">
                <a:latin typeface="Times New Roman" pitchFamily="18" charset="0"/>
              </a:rPr>
              <a:t>c</a:t>
            </a:r>
            <a:r>
              <a:rPr lang="en-US" altLang="zh-CN" sz="2800" baseline="-25000">
                <a:latin typeface="Times New Roman" pitchFamily="18" charset="0"/>
              </a:rPr>
              <a:t>n-2</a:t>
            </a:r>
            <a:r>
              <a:rPr lang="en-US" altLang="zh-CN" sz="2800" i="1">
                <a:latin typeface="Times New Roman" pitchFamily="18" charset="0"/>
              </a:rPr>
              <a:t>x</a:t>
            </a:r>
            <a:r>
              <a:rPr lang="en-US" altLang="zh-CN" sz="2800" baseline="-25000">
                <a:latin typeface="Times New Roman" pitchFamily="18" charset="0"/>
              </a:rPr>
              <a:t>n-1 </a:t>
            </a:r>
            <a:r>
              <a:rPr lang="en-US" altLang="zh-CN" sz="2800">
                <a:latin typeface="Times New Roman" pitchFamily="18" charset="0"/>
              </a:rPr>
              <a:t>= d</a:t>
            </a:r>
            <a:r>
              <a:rPr lang="en-US" altLang="zh-CN" sz="2800" baseline="-25000">
                <a:latin typeface="Times New Roman" pitchFamily="18" charset="0"/>
              </a:rPr>
              <a:t>n-2</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n-1</a:t>
            </a:r>
            <a:r>
              <a:rPr lang="en-US" altLang="zh-CN" sz="2800" i="1">
                <a:latin typeface="Times New Roman" pitchFamily="18" charset="0"/>
              </a:rPr>
              <a:t>x</a:t>
            </a:r>
            <a:r>
              <a:rPr lang="en-US" altLang="zh-CN" sz="2800" baseline="-25000">
                <a:latin typeface="Times New Roman" pitchFamily="18" charset="0"/>
              </a:rPr>
              <a:t>n-2</a:t>
            </a:r>
            <a:r>
              <a:rPr lang="en-US" altLang="zh-CN" sz="2800">
                <a:latin typeface="Times New Roman" pitchFamily="18" charset="0"/>
              </a:rPr>
              <a:t>+ </a:t>
            </a:r>
            <a:r>
              <a:rPr lang="en-US" altLang="zh-CN" sz="2800" i="1">
                <a:latin typeface="Times New Roman" pitchFamily="18" charset="0"/>
              </a:rPr>
              <a:t>b</a:t>
            </a:r>
            <a:r>
              <a:rPr lang="en-US" altLang="zh-CN" sz="2800" baseline="-25000">
                <a:latin typeface="Times New Roman" pitchFamily="18" charset="0"/>
              </a:rPr>
              <a:t>n-1</a:t>
            </a:r>
            <a:r>
              <a:rPr lang="en-US" altLang="zh-CN" sz="2800" i="1">
                <a:latin typeface="Times New Roman" pitchFamily="18" charset="0"/>
              </a:rPr>
              <a:t>x</a:t>
            </a:r>
            <a:r>
              <a:rPr lang="en-US" altLang="zh-CN" sz="2800" baseline="-25000">
                <a:latin typeface="Times New Roman" pitchFamily="18" charset="0"/>
              </a:rPr>
              <a:t>n-1  </a:t>
            </a:r>
            <a:r>
              <a:rPr lang="en-US" altLang="zh-CN" sz="2800">
                <a:latin typeface="Times New Roman" pitchFamily="18" charset="0"/>
              </a:rPr>
              <a:t>+ </a:t>
            </a:r>
            <a:r>
              <a:rPr lang="en-US" altLang="zh-CN" sz="2800" i="1">
                <a:latin typeface="Times New Roman" pitchFamily="18" charset="0"/>
              </a:rPr>
              <a:t>c</a:t>
            </a:r>
            <a:r>
              <a:rPr lang="en-US" altLang="zh-CN" sz="2800" baseline="-25000">
                <a:latin typeface="Times New Roman" pitchFamily="18" charset="0"/>
              </a:rPr>
              <a:t>n-1</a:t>
            </a: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=d</a:t>
            </a:r>
            <a:r>
              <a:rPr lang="en-US" altLang="zh-CN" sz="2800" baseline="-25000">
                <a:latin typeface="Times New Roman" pitchFamily="18" charset="0"/>
              </a:rPr>
              <a:t>n-1</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n </a:t>
            </a:r>
            <a:r>
              <a:rPr lang="en-US" altLang="zh-CN" sz="2800" i="1">
                <a:latin typeface="Times New Roman" pitchFamily="18" charset="0"/>
              </a:rPr>
              <a:t>x</a:t>
            </a:r>
            <a:r>
              <a:rPr lang="en-US" altLang="zh-CN" sz="2800" baseline="-25000">
                <a:latin typeface="Times New Roman" pitchFamily="18" charset="0"/>
              </a:rPr>
              <a:t>n-1</a:t>
            </a:r>
            <a:r>
              <a:rPr lang="en-US" altLang="zh-CN" sz="2800">
                <a:latin typeface="Times New Roman" pitchFamily="18" charset="0"/>
              </a:rPr>
              <a:t>+  </a:t>
            </a:r>
            <a:r>
              <a:rPr lang="en-US" altLang="zh-CN" sz="2800" i="1">
                <a:latin typeface="Times New Roman" pitchFamily="18" charset="0"/>
              </a:rPr>
              <a:t>b</a:t>
            </a:r>
            <a:r>
              <a:rPr lang="en-US" altLang="zh-CN" sz="2800" baseline="-25000">
                <a:latin typeface="Times New Roman" pitchFamily="18" charset="0"/>
              </a:rPr>
              <a:t>n</a:t>
            </a:r>
            <a:r>
              <a:rPr lang="en-US" altLang="zh-CN" sz="2800" i="1">
                <a:latin typeface="Times New Roman" pitchFamily="18" charset="0"/>
              </a:rPr>
              <a:t>x</a:t>
            </a:r>
            <a:r>
              <a:rPr lang="en-US" altLang="zh-CN" sz="2800" baseline="-25000">
                <a:latin typeface="Times New Roman" pitchFamily="18" charset="0"/>
              </a:rPr>
              <a:t>n </a:t>
            </a:r>
            <a:r>
              <a:rPr lang="en-US" altLang="zh-CN" sz="2800">
                <a:latin typeface="Times New Roman" pitchFamily="18" charset="0"/>
              </a:rPr>
              <a:t>= d</a:t>
            </a:r>
            <a:r>
              <a:rPr lang="en-US" altLang="zh-CN" sz="2800" baseline="-25000">
                <a:latin typeface="Times New Roman" pitchFamily="18" charset="0"/>
              </a:rPr>
              <a:t>n</a:t>
            </a:r>
          </a:p>
        </p:txBody>
      </p:sp>
      <p:sp>
        <p:nvSpPr>
          <p:cNvPr id="30729" name="AutoShape 20"/>
          <p:cNvSpPr>
            <a:spLocks/>
          </p:cNvSpPr>
          <p:nvPr/>
        </p:nvSpPr>
        <p:spPr bwMode="auto">
          <a:xfrm>
            <a:off x="381000" y="1227138"/>
            <a:ext cx="381000" cy="2430462"/>
          </a:xfrm>
          <a:prstGeom prst="leftBrace">
            <a:avLst>
              <a:gd name="adj1" fmla="val 53160"/>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0730" name="Line 21"/>
          <p:cNvSpPr>
            <a:spLocks noChangeShapeType="1"/>
          </p:cNvSpPr>
          <p:nvPr/>
        </p:nvSpPr>
        <p:spPr bwMode="auto">
          <a:xfrm>
            <a:off x="2057400" y="2209800"/>
            <a:ext cx="304800" cy="4572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0731" name="Line 22"/>
          <p:cNvSpPr>
            <a:spLocks noChangeShapeType="1"/>
          </p:cNvSpPr>
          <p:nvPr/>
        </p:nvSpPr>
        <p:spPr bwMode="auto">
          <a:xfrm>
            <a:off x="4114800" y="2133600"/>
            <a:ext cx="304800" cy="457200"/>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50232" name="Rectangle 24"/>
          <p:cNvSpPr>
            <a:spLocks noChangeArrowheads="1"/>
          </p:cNvSpPr>
          <p:nvPr/>
        </p:nvSpPr>
        <p:spPr bwMode="auto">
          <a:xfrm>
            <a:off x="5867400" y="1066800"/>
            <a:ext cx="2808288" cy="1152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solidFill>
                  <a:srgbClr val="FF3300"/>
                </a:solidFill>
                <a:latin typeface="Times New Roman" pitchFamily="18" charset="0"/>
                <a:ea typeface="黑体" pitchFamily="2" charset="-122"/>
              </a:rPr>
              <a:t>三对角方程组</a:t>
            </a:r>
            <a:r>
              <a:rPr lang="zh-CN" altLang="en-US" sz="2800">
                <a:latin typeface="Times New Roman" pitchFamily="18" charset="0"/>
                <a:ea typeface="黑体" pitchFamily="2" charset="-122"/>
              </a:rPr>
              <a:t>可用克劳特消元法求解</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50232"/>
                                        </p:tgtEl>
                                        <p:attrNameLst>
                                          <p:attrName>style.visibility</p:attrName>
                                        </p:attrNameLst>
                                      </p:cBhvr>
                                      <p:to>
                                        <p:strVal val="visible"/>
                                      </p:to>
                                    </p:set>
                                    <p:animEffect transition="in" filter="wipe(up)">
                                      <p:cBhvr>
                                        <p:cTn id="7" dur="75"/>
                                        <p:tgtEl>
                                          <p:spTgt spid="3502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0212"/>
                                        </p:tgtEl>
                                        <p:attrNameLst>
                                          <p:attrName>style.visibility</p:attrName>
                                        </p:attrNameLst>
                                      </p:cBhvr>
                                      <p:to>
                                        <p:strVal val="visible"/>
                                      </p:to>
                                    </p:set>
                                    <p:animEffect transition="in" filter="wipe(up)">
                                      <p:cBhvr>
                                        <p:cTn id="12" dur="500"/>
                                        <p:tgtEl>
                                          <p:spTgt spid="35021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50213"/>
                                        </p:tgtEl>
                                        <p:attrNameLst>
                                          <p:attrName>style.visibility</p:attrName>
                                        </p:attrNameLst>
                                      </p:cBhvr>
                                      <p:to>
                                        <p:strVal val="visible"/>
                                      </p:to>
                                    </p:set>
                                    <p:animEffect transition="in" filter="wipe(up)">
                                      <p:cBhvr>
                                        <p:cTn id="17" dur="500"/>
                                        <p:tgtEl>
                                          <p:spTgt spid="35021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50214"/>
                                        </p:tgtEl>
                                        <p:attrNameLst>
                                          <p:attrName>style.visibility</p:attrName>
                                        </p:attrNameLst>
                                      </p:cBhvr>
                                      <p:to>
                                        <p:strVal val="visible"/>
                                      </p:to>
                                    </p:set>
                                    <p:animEffect transition="in" filter="wipe(up)">
                                      <p:cBhvr>
                                        <p:cTn id="22" dur="500"/>
                                        <p:tgtEl>
                                          <p:spTgt spid="3502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0212" grpId="0" autoUpdateAnimBg="0"/>
      <p:bldP spid="350213" grpId="0" autoUpdateAnimBg="0"/>
      <p:bldP spid="350214" grpId="0" autoUpdateAnimBg="0"/>
      <p:bldP spid="350232" grpId="0"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F17328FE-FF9F-415B-B2F3-5611FB33ED22}" type="slidenum">
              <a:rPr lang="zh-CN" altLang="en-US" b="0" smtClean="0"/>
              <a:pPr/>
              <a:t>29</a:t>
            </a:fld>
            <a:endParaRPr lang="en-US" altLang="zh-CN" b="0" smtClean="0"/>
          </a:p>
        </p:txBody>
      </p:sp>
      <p:sp>
        <p:nvSpPr>
          <p:cNvPr id="3174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35B6C4DB-756B-4D0A-A8A2-5E81BEF30C00}" type="datetime1">
              <a:rPr lang="zh-CN" altLang="en-US" sz="1800" b="0" smtClean="0"/>
              <a:pPr/>
              <a:t>2024/9/23</a:t>
            </a:fld>
            <a:endParaRPr lang="en-US" altLang="zh-CN" sz="1800" b="0" smtClean="0"/>
          </a:p>
        </p:txBody>
      </p:sp>
      <p:sp>
        <p:nvSpPr>
          <p:cNvPr id="446466" name="Rectangle 2"/>
          <p:cNvSpPr>
            <a:spLocks noGrp="1" noChangeArrowheads="1"/>
          </p:cNvSpPr>
          <p:nvPr>
            <p:ph type="title"/>
          </p:nvPr>
        </p:nvSpPr>
        <p:spPr/>
        <p:txBody>
          <a:bodyPr/>
          <a:lstStyle/>
          <a:p>
            <a:pPr>
              <a:defRPr/>
            </a:pPr>
            <a:r>
              <a:rPr lang="zh-CN" altLang="en-US" smtClean="0"/>
              <a:t>1.5 追赶法</a:t>
            </a:r>
          </a:p>
        </p:txBody>
      </p:sp>
      <p:sp>
        <p:nvSpPr>
          <p:cNvPr id="31749" name="Rectangle 3"/>
          <p:cNvSpPr>
            <a:spLocks noChangeArrowheads="1"/>
          </p:cNvSpPr>
          <p:nvPr/>
        </p:nvSpPr>
        <p:spPr bwMode="auto">
          <a:xfrm>
            <a:off x="304800" y="3059113"/>
            <a:ext cx="86868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11</a:t>
            </a:r>
            <a:r>
              <a:rPr lang="zh-CN" altLang="en-US" sz="2800">
                <a:latin typeface="Times New Roman" pitchFamily="18" charset="0"/>
              </a:rPr>
              <a:t>=</a:t>
            </a:r>
            <a:r>
              <a:rPr lang="en-US" altLang="zh-CN" sz="2800">
                <a:latin typeface="Times New Roman" pitchFamily="18" charset="0"/>
              </a:rPr>
              <a:t>b</a:t>
            </a:r>
            <a:r>
              <a:rPr lang="en-US" altLang="zh-CN" sz="2800" baseline="-25000">
                <a:latin typeface="Times New Roman" pitchFamily="18" charset="0"/>
              </a:rPr>
              <a:t>1 </a:t>
            </a: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12</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11           </a:t>
            </a:r>
            <a:r>
              <a:rPr lang="zh-CN" altLang="en-US" sz="2800">
                <a:latin typeface="Times New Roman" pitchFamily="18" charset="0"/>
              </a:rPr>
              <a:t>0                            0     ……….   0</a:t>
            </a:r>
          </a:p>
        </p:txBody>
      </p:sp>
      <p:sp>
        <p:nvSpPr>
          <p:cNvPr id="31750" name="Rectangle 4"/>
          <p:cNvSpPr>
            <a:spLocks noChangeArrowheads="1"/>
          </p:cNvSpPr>
          <p:nvPr/>
        </p:nvSpPr>
        <p:spPr bwMode="auto">
          <a:xfrm>
            <a:off x="304800" y="3516313"/>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21</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2  </a:t>
            </a:r>
            <a:r>
              <a:rPr lang="en-US" altLang="zh-CN" sz="2800" i="1">
                <a:latin typeface="Times New Roman" pitchFamily="18" charset="0"/>
              </a:rPr>
              <a:t>l</a:t>
            </a:r>
            <a:r>
              <a:rPr lang="en-US" altLang="zh-CN" sz="2800" baseline="-25000">
                <a:latin typeface="Times New Roman" pitchFamily="18" charset="0"/>
              </a:rPr>
              <a:t>22</a:t>
            </a:r>
            <a:r>
              <a:rPr lang="zh-CN" altLang="en-US" sz="2800">
                <a:latin typeface="Times New Roman" pitchFamily="18" charset="0"/>
              </a:rPr>
              <a:t>=</a:t>
            </a:r>
            <a:r>
              <a:rPr lang="en-US" altLang="zh-CN" sz="2800">
                <a:latin typeface="Times New Roman" pitchFamily="18" charset="0"/>
              </a:rPr>
              <a:t>b</a:t>
            </a:r>
            <a:r>
              <a:rPr lang="en-US" altLang="zh-CN" sz="2800" i="1" baseline="-25000">
                <a:latin typeface="Times New Roman" pitchFamily="18" charset="0"/>
              </a:rPr>
              <a:t>2</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2</a:t>
            </a:r>
            <a:r>
              <a:rPr lang="en-US" altLang="zh-CN" sz="2800">
                <a:latin typeface="Times New Roman" pitchFamily="18" charset="0"/>
              </a:rPr>
              <a:t>u</a:t>
            </a:r>
            <a:r>
              <a:rPr lang="en-US" altLang="zh-CN" sz="2800" baseline="-25000">
                <a:latin typeface="Times New Roman" pitchFamily="18" charset="0"/>
              </a:rPr>
              <a:t>12    </a:t>
            </a:r>
            <a:r>
              <a:rPr lang="en-US" altLang="zh-CN" sz="2800" i="1">
                <a:latin typeface="Times New Roman" pitchFamily="18" charset="0"/>
              </a:rPr>
              <a:t>u</a:t>
            </a:r>
            <a:r>
              <a:rPr lang="en-US" altLang="zh-CN" sz="2800" baseline="-25000">
                <a:latin typeface="Times New Roman" pitchFamily="18" charset="0"/>
              </a:rPr>
              <a:t>23</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2</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22</a:t>
            </a:r>
            <a:r>
              <a:rPr lang="zh-CN" altLang="en-US" sz="2800">
                <a:latin typeface="Times New Roman" pitchFamily="18" charset="0"/>
              </a:rPr>
              <a:t>                0</a:t>
            </a:r>
          </a:p>
        </p:txBody>
      </p:sp>
      <p:sp>
        <p:nvSpPr>
          <p:cNvPr id="31751" name="Rectangle 5"/>
          <p:cNvSpPr>
            <a:spLocks noChangeArrowheads="1"/>
          </p:cNvSpPr>
          <p:nvPr/>
        </p:nvSpPr>
        <p:spPr bwMode="auto">
          <a:xfrm>
            <a:off x="304800" y="3973513"/>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a:latin typeface="Times New Roman" pitchFamily="18" charset="0"/>
              </a:rPr>
              <a:t>0</a:t>
            </a:r>
            <a:r>
              <a:rPr lang="en-US" altLang="zh-CN" sz="2800" i="1">
                <a:latin typeface="Times New Roman" pitchFamily="18" charset="0"/>
              </a:rPr>
              <a:t>       </a:t>
            </a:r>
            <a:r>
              <a:rPr lang="en-US" altLang="zh-CN" sz="2800" baseline="-25000">
                <a:latin typeface="Times New Roman" pitchFamily="18" charset="0"/>
              </a:rPr>
              <a:t>   </a:t>
            </a:r>
            <a:r>
              <a:rPr lang="en-US" altLang="zh-CN" sz="2800" i="1">
                <a:latin typeface="Times New Roman" pitchFamily="18" charset="0"/>
              </a:rPr>
              <a:t>l</a:t>
            </a:r>
            <a:r>
              <a:rPr lang="en-US" altLang="zh-CN" sz="2800" baseline="-25000">
                <a:latin typeface="Times New Roman" pitchFamily="18" charset="0"/>
              </a:rPr>
              <a:t>32</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3                   </a:t>
            </a:r>
            <a:r>
              <a:rPr lang="en-US" altLang="zh-CN" sz="2800" i="1">
                <a:latin typeface="Times New Roman" pitchFamily="18" charset="0"/>
              </a:rPr>
              <a:t>l</a:t>
            </a:r>
            <a:r>
              <a:rPr lang="en-US" altLang="zh-CN" sz="2800" baseline="-25000">
                <a:latin typeface="Times New Roman" pitchFamily="18" charset="0"/>
              </a:rPr>
              <a:t>33</a:t>
            </a:r>
            <a:r>
              <a:rPr lang="zh-CN" altLang="en-US" sz="2800">
                <a:latin typeface="Times New Roman" pitchFamily="18" charset="0"/>
              </a:rPr>
              <a:t>=</a:t>
            </a:r>
            <a:r>
              <a:rPr lang="en-US" altLang="zh-CN" sz="2800">
                <a:latin typeface="Times New Roman" pitchFamily="18" charset="0"/>
              </a:rPr>
              <a:t>b</a:t>
            </a:r>
            <a:r>
              <a:rPr lang="en-US" altLang="zh-CN" sz="2800" baseline="-25000">
                <a:latin typeface="Times New Roman" pitchFamily="18" charset="0"/>
              </a:rPr>
              <a:t>3</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3</a:t>
            </a:r>
            <a:r>
              <a:rPr lang="en-US" altLang="zh-CN" sz="2800">
                <a:latin typeface="Times New Roman" pitchFamily="18" charset="0"/>
              </a:rPr>
              <a:t>u</a:t>
            </a:r>
            <a:r>
              <a:rPr lang="en-US" altLang="zh-CN" sz="2800" baseline="-25000">
                <a:latin typeface="Times New Roman" pitchFamily="18" charset="0"/>
              </a:rPr>
              <a:t>23   </a:t>
            </a:r>
            <a:r>
              <a:rPr lang="en-US" altLang="zh-CN" sz="2800" i="1">
                <a:latin typeface="Times New Roman" pitchFamily="18" charset="0"/>
              </a:rPr>
              <a:t>u</a:t>
            </a:r>
            <a:r>
              <a:rPr lang="en-US" altLang="zh-CN" sz="2800" baseline="-25000">
                <a:latin typeface="Times New Roman" pitchFamily="18" charset="0"/>
              </a:rPr>
              <a:t>34</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3</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33</a:t>
            </a:r>
            <a:r>
              <a:rPr lang="zh-CN" altLang="en-US" sz="2800">
                <a:latin typeface="Times New Roman" pitchFamily="18" charset="0"/>
              </a:rPr>
              <a:t>                 0</a:t>
            </a:r>
          </a:p>
        </p:txBody>
      </p:sp>
      <p:grpSp>
        <p:nvGrpSpPr>
          <p:cNvPr id="446470" name="Group 6"/>
          <p:cNvGrpSpPr>
            <a:grpSpLocks/>
          </p:cNvGrpSpPr>
          <p:nvPr/>
        </p:nvGrpSpPr>
        <p:grpSpPr bwMode="auto">
          <a:xfrm>
            <a:off x="304800" y="3900488"/>
            <a:ext cx="8915400" cy="2119312"/>
            <a:chOff x="144" y="1680"/>
            <a:chExt cx="5616" cy="1580"/>
          </a:xfrm>
        </p:grpSpPr>
        <p:sp>
          <p:nvSpPr>
            <p:cNvPr id="31755" name="Rectangle 7"/>
            <p:cNvSpPr>
              <a:spLocks noChangeArrowheads="1"/>
            </p:cNvSpPr>
            <p:nvPr/>
          </p:nvSpPr>
          <p:spPr bwMode="auto">
            <a:xfrm>
              <a:off x="144" y="2636"/>
              <a:ext cx="56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               l</a:t>
              </a:r>
              <a:r>
                <a:rPr lang="en-US" altLang="zh-CN" sz="2800" i="1" baseline="-25000">
                  <a:latin typeface="Times New Roman" pitchFamily="18" charset="0"/>
                </a:rPr>
                <a:t>n</a:t>
              </a:r>
              <a:r>
                <a:rPr lang="en-US" altLang="zh-CN" sz="2800" baseline="-25000">
                  <a:latin typeface="Times New Roman" pitchFamily="18" charset="0"/>
                </a:rPr>
                <a:t>-1</a:t>
              </a:r>
              <a:r>
                <a:rPr lang="en-US" altLang="zh-CN" sz="2800" i="1" baseline="-25000">
                  <a:latin typeface="Times New Roman" pitchFamily="18" charset="0"/>
                </a:rPr>
                <a:t> n</a:t>
              </a:r>
              <a:r>
                <a:rPr lang="en-US" altLang="zh-CN" sz="2800" baseline="-25000">
                  <a:latin typeface="Times New Roman" pitchFamily="18" charset="0"/>
                </a:rPr>
                <a:t>-2</a:t>
              </a:r>
              <a:r>
                <a:rPr lang="zh-CN" altLang="en-US"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a:t>
              </a:r>
              <a:r>
                <a:rPr lang="en-US" altLang="zh-CN" sz="2800" baseline="-25000">
                  <a:latin typeface="Times New Roman" pitchFamily="18" charset="0"/>
                </a:rPr>
                <a:t>-1</a:t>
              </a:r>
              <a:r>
                <a:rPr lang="en-US" altLang="zh-CN" sz="2800" i="1" baseline="-25000">
                  <a:latin typeface="Times New Roman" pitchFamily="18" charset="0"/>
                </a:rPr>
                <a:t>  </a:t>
              </a:r>
              <a:r>
                <a:rPr lang="en-US" altLang="zh-CN" sz="2800" i="1">
                  <a:latin typeface="Times New Roman" pitchFamily="18" charset="0"/>
                </a:rPr>
                <a:t> l</a:t>
              </a:r>
              <a:r>
                <a:rPr lang="en-US" altLang="zh-CN" sz="2800" i="1" baseline="-25000">
                  <a:latin typeface="Times New Roman" pitchFamily="18" charset="0"/>
                </a:rPr>
                <a:t>n</a:t>
              </a:r>
              <a:r>
                <a:rPr lang="en-US" altLang="zh-CN" sz="2800" baseline="-25000">
                  <a:latin typeface="Times New Roman" pitchFamily="18" charset="0"/>
                </a:rPr>
                <a:t>-1</a:t>
              </a:r>
              <a:r>
                <a:rPr lang="en-US" altLang="zh-CN" sz="2800" i="1" baseline="-25000">
                  <a:latin typeface="Times New Roman" pitchFamily="18" charset="0"/>
                </a:rPr>
                <a:t> n</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b</a:t>
              </a:r>
              <a:r>
                <a:rPr lang="en-US" altLang="zh-CN" sz="2800" i="1" baseline="-25000">
                  <a:latin typeface="Times New Roman" pitchFamily="18" charset="0"/>
                </a:rPr>
                <a:t>n</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a:t>
              </a:r>
              <a:r>
                <a:rPr lang="en-US" altLang="zh-CN" sz="2800" baseline="-25000">
                  <a:latin typeface="Times New Roman" pitchFamily="18" charset="0"/>
                </a:rPr>
                <a:t>-1</a:t>
              </a:r>
              <a:r>
                <a:rPr lang="en-US" altLang="zh-CN" sz="2800" i="1">
                  <a:latin typeface="Times New Roman" pitchFamily="18" charset="0"/>
                </a:rPr>
                <a:t>u</a:t>
              </a:r>
              <a:r>
                <a:rPr lang="en-US" altLang="zh-CN" sz="2800" i="1" baseline="-25000">
                  <a:latin typeface="Times New Roman" pitchFamily="18" charset="0"/>
                </a:rPr>
                <a:t>n</a:t>
              </a:r>
              <a:r>
                <a:rPr lang="en-US" altLang="zh-CN" sz="2800" baseline="-25000">
                  <a:latin typeface="Times New Roman" pitchFamily="18" charset="0"/>
                </a:rPr>
                <a:t>-2</a:t>
              </a:r>
              <a:r>
                <a:rPr lang="en-US" altLang="zh-CN" sz="2800" i="1" baseline="-25000">
                  <a:latin typeface="Times New Roman" pitchFamily="18" charset="0"/>
                </a:rPr>
                <a:t> n</a:t>
              </a:r>
              <a:r>
                <a:rPr lang="en-US" altLang="zh-CN" sz="2800" baseline="-25000">
                  <a:latin typeface="Times New Roman" pitchFamily="18" charset="0"/>
                </a:rPr>
                <a:t>-1   </a:t>
              </a:r>
              <a:r>
                <a:rPr lang="en-US" altLang="zh-CN" sz="2800" i="1">
                  <a:latin typeface="Times New Roman" pitchFamily="18" charset="0"/>
                </a:rPr>
                <a:t>u</a:t>
              </a:r>
              <a:r>
                <a:rPr lang="en-US" altLang="zh-CN" sz="2800" i="1" baseline="-25000">
                  <a:latin typeface="Times New Roman" pitchFamily="18" charset="0"/>
                </a:rPr>
                <a:t>n</a:t>
              </a:r>
              <a:r>
                <a:rPr lang="en-US" altLang="zh-CN" sz="2800" baseline="-25000">
                  <a:latin typeface="Times New Roman" pitchFamily="18" charset="0"/>
                </a:rPr>
                <a:t>-1</a:t>
              </a:r>
              <a:r>
                <a:rPr lang="en-US" altLang="zh-CN" sz="2800" i="1" baseline="-25000">
                  <a:latin typeface="Times New Roman" pitchFamily="18" charset="0"/>
                </a:rPr>
                <a:t> n</a:t>
              </a:r>
              <a:r>
                <a:rPr lang="zh-CN" altLang="en-US" sz="2800">
                  <a:latin typeface="Times New Roman" pitchFamily="18" charset="0"/>
                </a:rPr>
                <a:t>=</a:t>
              </a:r>
              <a:r>
                <a:rPr lang="en-US" altLang="zh-CN" sz="2800" i="1">
                  <a:latin typeface="Times New Roman" pitchFamily="18" charset="0"/>
                </a:rPr>
                <a:t>c</a:t>
              </a:r>
              <a:r>
                <a:rPr lang="en-US" altLang="zh-CN" sz="2800" i="1" baseline="-25000">
                  <a:latin typeface="Times New Roman" pitchFamily="18" charset="0"/>
                </a:rPr>
                <a:t>n-</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l</a:t>
              </a:r>
              <a:r>
                <a:rPr lang="en-US" altLang="zh-CN" sz="2800" i="1" baseline="-25000">
                  <a:latin typeface="Times New Roman" pitchFamily="18" charset="0"/>
                </a:rPr>
                <a:t>n</a:t>
              </a:r>
              <a:r>
                <a:rPr lang="en-US" altLang="zh-CN" sz="2800" baseline="-25000">
                  <a:latin typeface="Times New Roman" pitchFamily="18" charset="0"/>
                </a:rPr>
                <a:t>-1</a:t>
              </a:r>
              <a:r>
                <a:rPr lang="en-US" altLang="zh-CN" sz="2800" i="1" baseline="-25000">
                  <a:latin typeface="Times New Roman" pitchFamily="18" charset="0"/>
                </a:rPr>
                <a:t> n</a:t>
              </a:r>
              <a:r>
                <a:rPr lang="en-US" altLang="zh-CN" sz="2800" baseline="-25000">
                  <a:latin typeface="Times New Roman" pitchFamily="18" charset="0"/>
                </a:rPr>
                <a:t>-1</a:t>
              </a:r>
              <a:endParaRPr lang="zh-CN" altLang="en-US" sz="2800">
                <a:latin typeface="Times New Roman" pitchFamily="18" charset="0"/>
              </a:endParaRPr>
            </a:p>
          </p:txBody>
        </p:sp>
        <p:sp>
          <p:nvSpPr>
            <p:cNvPr id="31756" name="Rectangle 8"/>
            <p:cNvSpPr>
              <a:spLocks noChangeArrowheads="1"/>
            </p:cNvSpPr>
            <p:nvPr/>
          </p:nvSpPr>
          <p:spPr bwMode="auto">
            <a:xfrm>
              <a:off x="144" y="2974"/>
              <a:ext cx="5616" cy="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a:latin typeface="Times New Roman" pitchFamily="18" charset="0"/>
                </a:rPr>
                <a:t>0</a:t>
              </a:r>
              <a:r>
                <a:rPr lang="en-US" altLang="zh-CN" sz="2800" i="1">
                  <a:latin typeface="Times New Roman" pitchFamily="18" charset="0"/>
                </a:rPr>
                <a:t>   ……… </a:t>
              </a:r>
              <a:r>
                <a:rPr lang="en-US" altLang="zh-CN" sz="2800">
                  <a:latin typeface="Times New Roman" pitchFamily="18" charset="0"/>
                </a:rPr>
                <a:t>0</a:t>
              </a:r>
              <a:r>
                <a:rPr lang="en-US" altLang="zh-CN" sz="2800" baseline="-25000">
                  <a:latin typeface="Times New Roman" pitchFamily="18" charset="0"/>
                </a:rPr>
                <a:t> </a:t>
              </a:r>
              <a:r>
                <a:rPr lang="en-US" altLang="zh-CN" sz="2800" i="1" baseline="-25000">
                  <a:latin typeface="Times New Roman" pitchFamily="18" charset="0"/>
                </a:rPr>
                <a:t>        </a:t>
              </a:r>
              <a:r>
                <a:rPr lang="en-US" altLang="zh-CN" sz="2800" i="1">
                  <a:latin typeface="Times New Roman" pitchFamily="18" charset="0"/>
                </a:rPr>
                <a:t>                l</a:t>
              </a:r>
              <a:r>
                <a:rPr lang="en-US" altLang="zh-CN" sz="2800" i="1" baseline="-25000">
                  <a:latin typeface="Times New Roman" pitchFamily="18" charset="0"/>
                </a:rPr>
                <a:t>n n</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                             </a:t>
              </a:r>
              <a:r>
                <a:rPr lang="en-US" altLang="zh-CN" sz="2800" i="1">
                  <a:latin typeface="Times New Roman" pitchFamily="18" charset="0"/>
                </a:rPr>
                <a:t>l</a:t>
              </a:r>
              <a:r>
                <a:rPr lang="en-US" altLang="zh-CN" sz="2800" i="1" baseline="-25000">
                  <a:latin typeface="Times New Roman" pitchFamily="18" charset="0"/>
                </a:rPr>
                <a:t>nn</a:t>
              </a:r>
              <a:r>
                <a:rPr lang="zh-CN" altLang="en-US" sz="2800">
                  <a:latin typeface="Times New Roman" pitchFamily="18" charset="0"/>
                </a:rPr>
                <a:t>= </a:t>
              </a:r>
              <a:r>
                <a:rPr lang="en-US" altLang="zh-CN" sz="2800" i="1">
                  <a:latin typeface="Times New Roman" pitchFamily="18" charset="0"/>
                </a:rPr>
                <a:t>b</a:t>
              </a:r>
              <a:r>
                <a:rPr lang="en-US" altLang="zh-CN" sz="2800" i="1" baseline="-25000">
                  <a:latin typeface="Times New Roman" pitchFamily="18" charset="0"/>
                </a:rPr>
                <a:t>n</a:t>
              </a:r>
              <a:r>
                <a:rPr lang="en-US" altLang="zh-CN" sz="2800">
                  <a:latin typeface="Times New Roman" pitchFamily="18" charset="0"/>
                </a:rPr>
                <a:t>- </a:t>
              </a:r>
              <a:r>
                <a:rPr lang="en-US" altLang="zh-CN" sz="2800" i="1">
                  <a:latin typeface="Times New Roman" pitchFamily="18" charset="0"/>
                </a:rPr>
                <a:t>a</a:t>
              </a:r>
              <a:r>
                <a:rPr lang="en-US" altLang="zh-CN" sz="2800" i="1" baseline="-25000">
                  <a:latin typeface="Times New Roman" pitchFamily="18" charset="0"/>
                </a:rPr>
                <a:t>n</a:t>
              </a:r>
              <a:r>
                <a:rPr lang="en-US" altLang="zh-CN" sz="2800" i="1">
                  <a:latin typeface="Times New Roman" pitchFamily="18" charset="0"/>
                </a:rPr>
                <a:t>u</a:t>
              </a:r>
              <a:r>
                <a:rPr lang="en-US" altLang="zh-CN" sz="2800" i="1" baseline="-25000">
                  <a:latin typeface="Times New Roman" pitchFamily="18" charset="0"/>
                </a:rPr>
                <a:t>n</a:t>
              </a:r>
              <a:r>
                <a:rPr lang="en-US" altLang="zh-CN" sz="2800" baseline="-25000">
                  <a:latin typeface="Times New Roman" pitchFamily="18" charset="0"/>
                </a:rPr>
                <a:t>-1</a:t>
              </a:r>
              <a:r>
                <a:rPr lang="en-US" altLang="zh-CN" sz="2800" i="1" baseline="-25000">
                  <a:latin typeface="Times New Roman" pitchFamily="18" charset="0"/>
                </a:rPr>
                <a:t> n </a:t>
              </a:r>
              <a:endParaRPr lang="zh-CN" altLang="en-US" sz="2800" i="1" baseline="-25000">
                <a:latin typeface="Times New Roman" pitchFamily="18" charset="0"/>
              </a:endParaRPr>
            </a:p>
          </p:txBody>
        </p:sp>
        <p:sp>
          <p:nvSpPr>
            <p:cNvPr id="31757" name="Line 9"/>
            <p:cNvSpPr>
              <a:spLocks noChangeShapeType="1"/>
            </p:cNvSpPr>
            <p:nvPr/>
          </p:nvSpPr>
          <p:spPr bwMode="auto">
            <a:xfrm>
              <a:off x="192" y="2112"/>
              <a:ext cx="0" cy="81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1758" name="Line 10"/>
            <p:cNvSpPr>
              <a:spLocks noChangeShapeType="1"/>
            </p:cNvSpPr>
            <p:nvPr/>
          </p:nvSpPr>
          <p:spPr bwMode="auto">
            <a:xfrm>
              <a:off x="288" y="2160"/>
              <a:ext cx="816" cy="86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1759" name="Line 11"/>
            <p:cNvSpPr>
              <a:spLocks noChangeShapeType="1"/>
            </p:cNvSpPr>
            <p:nvPr/>
          </p:nvSpPr>
          <p:spPr bwMode="auto">
            <a:xfrm>
              <a:off x="1008" y="2208"/>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1760" name="Line 12"/>
            <p:cNvSpPr>
              <a:spLocks noChangeShapeType="1"/>
            </p:cNvSpPr>
            <p:nvPr/>
          </p:nvSpPr>
          <p:spPr bwMode="auto">
            <a:xfrm>
              <a:off x="2304" y="2160"/>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1761" name="Line 13"/>
            <p:cNvSpPr>
              <a:spLocks noChangeShapeType="1"/>
            </p:cNvSpPr>
            <p:nvPr/>
          </p:nvSpPr>
          <p:spPr bwMode="auto">
            <a:xfrm>
              <a:off x="3840" y="2208"/>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1762" name="Line 14"/>
            <p:cNvSpPr>
              <a:spLocks noChangeShapeType="1"/>
            </p:cNvSpPr>
            <p:nvPr/>
          </p:nvSpPr>
          <p:spPr bwMode="auto">
            <a:xfrm>
              <a:off x="3984" y="1680"/>
              <a:ext cx="672" cy="67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1763" name="Rectangle 15"/>
            <p:cNvSpPr>
              <a:spLocks noChangeArrowheads="1"/>
            </p:cNvSpPr>
            <p:nvPr/>
          </p:nvSpPr>
          <p:spPr bwMode="auto">
            <a:xfrm>
              <a:off x="4944" y="2265"/>
              <a:ext cx="228" cy="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latin typeface="Times New Roman" pitchFamily="18" charset="0"/>
                </a:rPr>
                <a:t>0</a:t>
              </a:r>
            </a:p>
          </p:txBody>
        </p:sp>
      </p:grpSp>
      <p:sp>
        <p:nvSpPr>
          <p:cNvPr id="31753" name="Rectangle 16"/>
          <p:cNvSpPr>
            <a:spLocks noChangeArrowheads="1"/>
          </p:cNvSpPr>
          <p:nvPr/>
        </p:nvSpPr>
        <p:spPr bwMode="auto">
          <a:xfrm>
            <a:off x="-304800" y="1066800"/>
            <a:ext cx="8337550" cy="1776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50000"/>
              </a:lnSpc>
              <a:spcBef>
                <a:spcPts val="1200"/>
              </a:spcBef>
              <a:buClr>
                <a:srgbClr val="27305F"/>
              </a:buClr>
              <a:buSzPct val="60000"/>
              <a:buFont typeface="Wingdings" pitchFamily="2" charset="2"/>
              <a:buNone/>
            </a:pPr>
            <a:r>
              <a:rPr lang="en-US" altLang="zh-CN" sz="2800" baseline="-25000">
                <a:latin typeface="Times New Roman" pitchFamily="18" charset="0"/>
              </a:rPr>
              <a:t>                    ………………….</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n-3</a:t>
            </a:r>
            <a:r>
              <a:rPr lang="en-US" altLang="zh-CN" sz="2800" i="1">
                <a:latin typeface="Times New Roman" pitchFamily="18" charset="0"/>
              </a:rPr>
              <a:t>x</a:t>
            </a:r>
            <a:r>
              <a:rPr lang="en-US" altLang="zh-CN" sz="2800" baseline="-25000">
                <a:latin typeface="Times New Roman" pitchFamily="18" charset="0"/>
              </a:rPr>
              <a:t>n-4</a:t>
            </a:r>
            <a:r>
              <a:rPr lang="en-US" altLang="zh-CN" sz="2800">
                <a:latin typeface="Times New Roman" pitchFamily="18" charset="0"/>
              </a:rPr>
              <a:t>+</a:t>
            </a:r>
            <a:r>
              <a:rPr lang="en-US" altLang="zh-CN" sz="2800" i="1">
                <a:latin typeface="Times New Roman" pitchFamily="18" charset="0"/>
              </a:rPr>
              <a:t>b</a:t>
            </a:r>
            <a:r>
              <a:rPr lang="en-US" altLang="zh-CN" sz="2800" baseline="-25000">
                <a:latin typeface="Times New Roman" pitchFamily="18" charset="0"/>
              </a:rPr>
              <a:t>n-3</a:t>
            </a:r>
            <a:r>
              <a:rPr lang="en-US" altLang="zh-CN" sz="2800" i="1">
                <a:latin typeface="Times New Roman" pitchFamily="18" charset="0"/>
              </a:rPr>
              <a:t>x</a:t>
            </a:r>
            <a:r>
              <a:rPr lang="en-US" altLang="zh-CN" sz="2800" baseline="-25000">
                <a:latin typeface="Times New Roman" pitchFamily="18" charset="0"/>
              </a:rPr>
              <a:t>n-3</a:t>
            </a:r>
            <a:r>
              <a:rPr lang="en-US" altLang="zh-CN" sz="2800">
                <a:latin typeface="Times New Roman" pitchFamily="18" charset="0"/>
              </a:rPr>
              <a:t>+ </a:t>
            </a:r>
            <a:r>
              <a:rPr lang="en-US" altLang="zh-CN" sz="2800" i="1">
                <a:latin typeface="Times New Roman" pitchFamily="18" charset="0"/>
              </a:rPr>
              <a:t>c</a:t>
            </a:r>
            <a:r>
              <a:rPr lang="en-US" altLang="zh-CN" sz="2800" baseline="-25000">
                <a:latin typeface="Times New Roman" pitchFamily="18" charset="0"/>
              </a:rPr>
              <a:t>n-3</a:t>
            </a:r>
            <a:r>
              <a:rPr lang="en-US" altLang="zh-CN" sz="2800" i="1">
                <a:latin typeface="Times New Roman" pitchFamily="18" charset="0"/>
              </a:rPr>
              <a:t>x</a:t>
            </a:r>
            <a:r>
              <a:rPr lang="en-US" altLang="zh-CN" sz="2800" baseline="-25000">
                <a:latin typeface="Times New Roman" pitchFamily="18" charset="0"/>
              </a:rPr>
              <a:t>n-2 </a:t>
            </a:r>
            <a:r>
              <a:rPr lang="en-US" altLang="zh-CN" sz="2800">
                <a:latin typeface="Times New Roman" pitchFamily="18" charset="0"/>
              </a:rPr>
              <a:t>= d</a:t>
            </a:r>
            <a:r>
              <a:rPr lang="en-US" altLang="zh-CN" sz="2800" baseline="-25000">
                <a:latin typeface="Times New Roman" pitchFamily="18" charset="0"/>
              </a:rPr>
              <a:t>n-3</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n-2</a:t>
            </a:r>
            <a:r>
              <a:rPr lang="en-US" altLang="zh-CN" sz="2800" i="1">
                <a:latin typeface="Times New Roman" pitchFamily="18" charset="0"/>
              </a:rPr>
              <a:t>x</a:t>
            </a:r>
            <a:r>
              <a:rPr lang="en-US" altLang="zh-CN" sz="2800" baseline="-25000">
                <a:latin typeface="Times New Roman" pitchFamily="18" charset="0"/>
              </a:rPr>
              <a:t>n-3</a:t>
            </a:r>
            <a:r>
              <a:rPr lang="en-US" altLang="zh-CN" sz="2800">
                <a:latin typeface="Times New Roman" pitchFamily="18" charset="0"/>
              </a:rPr>
              <a:t>+</a:t>
            </a:r>
            <a:r>
              <a:rPr lang="en-US" altLang="zh-CN" sz="2800" i="1">
                <a:latin typeface="Times New Roman" pitchFamily="18" charset="0"/>
              </a:rPr>
              <a:t>b</a:t>
            </a:r>
            <a:r>
              <a:rPr lang="en-US" altLang="zh-CN" sz="2800" baseline="-25000">
                <a:latin typeface="Times New Roman" pitchFamily="18" charset="0"/>
              </a:rPr>
              <a:t>n-2</a:t>
            </a:r>
            <a:r>
              <a:rPr lang="en-US" altLang="zh-CN" sz="2800" i="1">
                <a:latin typeface="Times New Roman" pitchFamily="18" charset="0"/>
              </a:rPr>
              <a:t>x</a:t>
            </a:r>
            <a:r>
              <a:rPr lang="en-US" altLang="zh-CN" sz="2800" baseline="-25000">
                <a:latin typeface="Times New Roman" pitchFamily="18" charset="0"/>
              </a:rPr>
              <a:t>n-2</a:t>
            </a:r>
            <a:r>
              <a:rPr lang="en-US" altLang="zh-CN" sz="2800">
                <a:latin typeface="Times New Roman" pitchFamily="18" charset="0"/>
              </a:rPr>
              <a:t>+ </a:t>
            </a:r>
            <a:r>
              <a:rPr lang="en-US" altLang="zh-CN" sz="2800" i="1">
                <a:latin typeface="Times New Roman" pitchFamily="18" charset="0"/>
              </a:rPr>
              <a:t>c</a:t>
            </a:r>
            <a:r>
              <a:rPr lang="en-US" altLang="zh-CN" sz="2800" baseline="-25000">
                <a:latin typeface="Times New Roman" pitchFamily="18" charset="0"/>
              </a:rPr>
              <a:t>n-2</a:t>
            </a:r>
            <a:r>
              <a:rPr lang="en-US" altLang="zh-CN" sz="2800" i="1">
                <a:latin typeface="Times New Roman" pitchFamily="18" charset="0"/>
              </a:rPr>
              <a:t>x</a:t>
            </a:r>
            <a:r>
              <a:rPr lang="en-US" altLang="zh-CN" sz="2800" baseline="-25000">
                <a:latin typeface="Times New Roman" pitchFamily="18" charset="0"/>
              </a:rPr>
              <a:t>n-1 </a:t>
            </a:r>
            <a:r>
              <a:rPr lang="en-US" altLang="zh-CN" sz="2800">
                <a:latin typeface="Times New Roman" pitchFamily="18" charset="0"/>
              </a:rPr>
              <a:t>= d</a:t>
            </a:r>
            <a:r>
              <a:rPr lang="en-US" altLang="zh-CN" sz="2800" baseline="-25000">
                <a:latin typeface="Times New Roman" pitchFamily="18" charset="0"/>
              </a:rPr>
              <a:t>n-2</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n-1</a:t>
            </a:r>
            <a:r>
              <a:rPr lang="en-US" altLang="zh-CN" sz="2800" i="1">
                <a:latin typeface="Times New Roman" pitchFamily="18" charset="0"/>
              </a:rPr>
              <a:t>x</a:t>
            </a:r>
            <a:r>
              <a:rPr lang="en-US" altLang="zh-CN" sz="2800" baseline="-25000">
                <a:latin typeface="Times New Roman" pitchFamily="18" charset="0"/>
              </a:rPr>
              <a:t>n-2</a:t>
            </a:r>
            <a:r>
              <a:rPr lang="en-US" altLang="zh-CN" sz="2800">
                <a:latin typeface="Times New Roman" pitchFamily="18" charset="0"/>
              </a:rPr>
              <a:t>+ </a:t>
            </a:r>
            <a:r>
              <a:rPr lang="en-US" altLang="zh-CN" sz="2800" i="1">
                <a:latin typeface="Times New Roman" pitchFamily="18" charset="0"/>
              </a:rPr>
              <a:t>b</a:t>
            </a:r>
            <a:r>
              <a:rPr lang="en-US" altLang="zh-CN" sz="2800" baseline="-25000">
                <a:latin typeface="Times New Roman" pitchFamily="18" charset="0"/>
              </a:rPr>
              <a:t>n-1</a:t>
            </a:r>
            <a:r>
              <a:rPr lang="en-US" altLang="zh-CN" sz="2800" i="1">
                <a:latin typeface="Times New Roman" pitchFamily="18" charset="0"/>
              </a:rPr>
              <a:t>x</a:t>
            </a:r>
            <a:r>
              <a:rPr lang="en-US" altLang="zh-CN" sz="2800" baseline="-25000">
                <a:latin typeface="Times New Roman" pitchFamily="18" charset="0"/>
              </a:rPr>
              <a:t>n-1  </a:t>
            </a:r>
            <a:r>
              <a:rPr lang="en-US" altLang="zh-CN" sz="2800">
                <a:latin typeface="Times New Roman" pitchFamily="18" charset="0"/>
              </a:rPr>
              <a:t>+ </a:t>
            </a:r>
            <a:r>
              <a:rPr lang="en-US" altLang="zh-CN" sz="2800" i="1">
                <a:latin typeface="Times New Roman" pitchFamily="18" charset="0"/>
              </a:rPr>
              <a:t>c</a:t>
            </a:r>
            <a:r>
              <a:rPr lang="en-US" altLang="zh-CN" sz="2800" baseline="-25000">
                <a:latin typeface="Times New Roman" pitchFamily="18" charset="0"/>
              </a:rPr>
              <a:t>n-1</a:t>
            </a: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=d</a:t>
            </a:r>
            <a:r>
              <a:rPr lang="en-US" altLang="zh-CN" sz="2800" baseline="-25000">
                <a:latin typeface="Times New Roman" pitchFamily="18" charset="0"/>
              </a:rPr>
              <a:t>n-1</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a:t>
            </a:r>
            <a:r>
              <a:rPr lang="en-US" altLang="zh-CN" sz="2800" baseline="-25000">
                <a:latin typeface="Times New Roman" pitchFamily="18" charset="0"/>
              </a:rPr>
              <a:t>n </a:t>
            </a:r>
            <a:r>
              <a:rPr lang="en-US" altLang="zh-CN" sz="2800" i="1">
                <a:latin typeface="Times New Roman" pitchFamily="18" charset="0"/>
              </a:rPr>
              <a:t>x</a:t>
            </a:r>
            <a:r>
              <a:rPr lang="en-US" altLang="zh-CN" sz="2800" baseline="-25000">
                <a:latin typeface="Times New Roman" pitchFamily="18" charset="0"/>
              </a:rPr>
              <a:t>n-1</a:t>
            </a:r>
            <a:r>
              <a:rPr lang="en-US" altLang="zh-CN" sz="2800">
                <a:latin typeface="Times New Roman" pitchFamily="18" charset="0"/>
              </a:rPr>
              <a:t>+  </a:t>
            </a:r>
            <a:r>
              <a:rPr lang="en-US" altLang="zh-CN" sz="2800" i="1">
                <a:latin typeface="Times New Roman" pitchFamily="18" charset="0"/>
              </a:rPr>
              <a:t>b</a:t>
            </a:r>
            <a:r>
              <a:rPr lang="en-US" altLang="zh-CN" sz="2800" baseline="-25000">
                <a:latin typeface="Times New Roman" pitchFamily="18" charset="0"/>
              </a:rPr>
              <a:t>n</a:t>
            </a:r>
            <a:r>
              <a:rPr lang="en-US" altLang="zh-CN" sz="2800" i="1">
                <a:latin typeface="Times New Roman" pitchFamily="18" charset="0"/>
              </a:rPr>
              <a:t>x</a:t>
            </a:r>
            <a:r>
              <a:rPr lang="en-US" altLang="zh-CN" sz="2800" baseline="-25000">
                <a:latin typeface="Times New Roman" pitchFamily="18" charset="0"/>
              </a:rPr>
              <a:t>n </a:t>
            </a:r>
            <a:r>
              <a:rPr lang="en-US" altLang="zh-CN" sz="2800">
                <a:latin typeface="Times New Roman" pitchFamily="18" charset="0"/>
              </a:rPr>
              <a:t>= d</a:t>
            </a:r>
            <a:r>
              <a:rPr lang="en-US" altLang="zh-CN" sz="2800" baseline="-25000">
                <a:latin typeface="Times New Roman" pitchFamily="18" charset="0"/>
              </a:rPr>
              <a:t>n</a:t>
            </a:r>
          </a:p>
        </p:txBody>
      </p:sp>
      <p:sp>
        <p:nvSpPr>
          <p:cNvPr id="31754" name="AutoShape 17"/>
          <p:cNvSpPr>
            <a:spLocks/>
          </p:cNvSpPr>
          <p:nvPr/>
        </p:nvSpPr>
        <p:spPr bwMode="auto">
          <a:xfrm>
            <a:off x="533400" y="1227138"/>
            <a:ext cx="228600" cy="1439862"/>
          </a:xfrm>
          <a:prstGeom prst="leftBrace">
            <a:avLst>
              <a:gd name="adj1" fmla="val 5248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46470"/>
                                        </p:tgtEl>
                                        <p:attrNameLst>
                                          <p:attrName>style.visibility</p:attrName>
                                        </p:attrNameLst>
                                      </p:cBhvr>
                                      <p:to>
                                        <p:strVal val="visible"/>
                                      </p:to>
                                    </p:set>
                                    <p:animEffect transition="in" filter="wipe(up)">
                                      <p:cBhvr>
                                        <p:cTn id="7" dur="500"/>
                                        <p:tgtEl>
                                          <p:spTgt spid="4464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3B132532-E004-4FBD-BBDD-8C1CC72A06AA}" type="slidenum">
              <a:rPr lang="zh-CN" altLang="en-US" b="0" smtClean="0"/>
              <a:pPr/>
              <a:t>30</a:t>
            </a:fld>
            <a:endParaRPr lang="en-US" altLang="zh-CN" b="0" smtClean="0"/>
          </a:p>
        </p:txBody>
      </p:sp>
      <p:sp>
        <p:nvSpPr>
          <p:cNvPr id="3277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97214830-4D9B-4A4C-9A8D-D80C73B8C03C}" type="datetime1">
              <a:rPr lang="zh-CN" altLang="en-US" sz="1800" b="0" smtClean="0"/>
              <a:pPr/>
              <a:t>2024/9/23</a:t>
            </a:fld>
            <a:endParaRPr lang="en-US" altLang="zh-CN" sz="1800" b="0" smtClean="0"/>
          </a:p>
        </p:txBody>
      </p:sp>
      <p:sp>
        <p:nvSpPr>
          <p:cNvPr id="444418" name="Rectangle 2"/>
          <p:cNvSpPr>
            <a:spLocks noGrp="1" noChangeArrowheads="1"/>
          </p:cNvSpPr>
          <p:nvPr>
            <p:ph type="title"/>
          </p:nvPr>
        </p:nvSpPr>
        <p:spPr/>
        <p:txBody>
          <a:bodyPr/>
          <a:lstStyle/>
          <a:p>
            <a:pPr>
              <a:defRPr/>
            </a:pPr>
            <a:r>
              <a:rPr lang="zh-CN" altLang="en-US" smtClean="0"/>
              <a:t>1.5 追赶法</a:t>
            </a:r>
          </a:p>
        </p:txBody>
      </p:sp>
      <p:sp>
        <p:nvSpPr>
          <p:cNvPr id="32773" name="Rectangle 3"/>
          <p:cNvSpPr>
            <a:spLocks noGrp="1" noChangeArrowheads="1"/>
          </p:cNvSpPr>
          <p:nvPr>
            <p:ph type="body" idx="1"/>
          </p:nvPr>
        </p:nvSpPr>
        <p:spPr>
          <a:xfrm>
            <a:off x="600075" y="1139825"/>
            <a:ext cx="8142288" cy="384175"/>
          </a:xfrm>
        </p:spPr>
        <p:txBody>
          <a:bodyPr/>
          <a:lstStyle/>
          <a:p>
            <a:r>
              <a:rPr lang="zh-CN" altLang="en-US" smtClean="0"/>
              <a:t>（1） </a:t>
            </a:r>
            <a:r>
              <a:rPr lang="en-US" altLang="zh-CN" i="1" smtClean="0"/>
              <a:t>l</a:t>
            </a:r>
            <a:r>
              <a:rPr lang="en-US" altLang="zh-CN" baseline="-25000" smtClean="0"/>
              <a:t>ij</a:t>
            </a:r>
            <a:r>
              <a:rPr lang="zh-CN" altLang="en-US" smtClean="0"/>
              <a:t> </a:t>
            </a:r>
            <a:r>
              <a:rPr lang="en-US" altLang="zh-CN" smtClean="0"/>
              <a:t>，</a:t>
            </a:r>
            <a:r>
              <a:rPr lang="zh-CN" altLang="en-US" smtClean="0"/>
              <a:t> </a:t>
            </a:r>
            <a:r>
              <a:rPr lang="en-US" altLang="zh-CN" i="1" smtClean="0"/>
              <a:t>u</a:t>
            </a:r>
            <a:r>
              <a:rPr lang="en-US" altLang="zh-CN" baseline="-25000" smtClean="0"/>
              <a:t>ij</a:t>
            </a:r>
            <a:endParaRPr lang="zh-CN" altLang="en-US" baseline="-25000" smtClean="0"/>
          </a:p>
        </p:txBody>
      </p:sp>
      <p:sp>
        <p:nvSpPr>
          <p:cNvPr id="32774" name="Rectangle 4"/>
          <p:cNvSpPr>
            <a:spLocks noChangeArrowheads="1"/>
          </p:cNvSpPr>
          <p:nvPr/>
        </p:nvSpPr>
        <p:spPr bwMode="auto">
          <a:xfrm>
            <a:off x="228600" y="1524000"/>
            <a:ext cx="86868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11</a:t>
            </a:r>
            <a:r>
              <a:rPr lang="zh-CN" altLang="en-US" sz="2800">
                <a:latin typeface="Times New Roman" pitchFamily="18" charset="0"/>
              </a:rPr>
              <a:t>=</a:t>
            </a:r>
            <a:r>
              <a:rPr lang="en-US" altLang="zh-CN" sz="2800">
                <a:latin typeface="Times New Roman" pitchFamily="18" charset="0"/>
              </a:rPr>
              <a:t>b</a:t>
            </a:r>
            <a:r>
              <a:rPr lang="en-US" altLang="zh-CN" sz="2800" baseline="-25000">
                <a:latin typeface="Times New Roman" pitchFamily="18" charset="0"/>
              </a:rPr>
              <a:t>1 </a:t>
            </a: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12</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11           </a:t>
            </a:r>
            <a:r>
              <a:rPr lang="zh-CN" altLang="en-US" sz="2800">
                <a:latin typeface="Times New Roman" pitchFamily="18" charset="0"/>
              </a:rPr>
              <a:t>0                            0     ……….   0</a:t>
            </a:r>
          </a:p>
        </p:txBody>
      </p:sp>
      <p:sp>
        <p:nvSpPr>
          <p:cNvPr id="32775" name="Rectangle 5"/>
          <p:cNvSpPr>
            <a:spLocks noChangeArrowheads="1"/>
          </p:cNvSpPr>
          <p:nvPr/>
        </p:nvSpPr>
        <p:spPr bwMode="auto">
          <a:xfrm>
            <a:off x="228600" y="2057400"/>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21</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2  </a:t>
            </a:r>
            <a:r>
              <a:rPr lang="en-US" altLang="zh-CN" sz="2800" i="1">
                <a:latin typeface="Times New Roman" pitchFamily="18" charset="0"/>
              </a:rPr>
              <a:t>l</a:t>
            </a:r>
            <a:r>
              <a:rPr lang="en-US" altLang="zh-CN" sz="2800" baseline="-25000">
                <a:latin typeface="Times New Roman" pitchFamily="18" charset="0"/>
              </a:rPr>
              <a:t>22</a:t>
            </a:r>
            <a:r>
              <a:rPr lang="zh-CN" altLang="en-US" sz="2800">
                <a:latin typeface="Times New Roman" pitchFamily="18" charset="0"/>
              </a:rPr>
              <a:t>=</a:t>
            </a:r>
            <a:r>
              <a:rPr lang="en-US" altLang="zh-CN" sz="2800">
                <a:latin typeface="Times New Roman" pitchFamily="18" charset="0"/>
              </a:rPr>
              <a:t>b</a:t>
            </a:r>
            <a:r>
              <a:rPr lang="en-US" altLang="zh-CN" sz="2800" i="1" baseline="-25000">
                <a:latin typeface="Times New Roman" pitchFamily="18" charset="0"/>
              </a:rPr>
              <a:t>2</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2</a:t>
            </a:r>
            <a:r>
              <a:rPr lang="en-US" altLang="zh-CN" sz="2800">
                <a:latin typeface="Times New Roman" pitchFamily="18" charset="0"/>
              </a:rPr>
              <a:t>u</a:t>
            </a:r>
            <a:r>
              <a:rPr lang="en-US" altLang="zh-CN" sz="2800" baseline="-25000">
                <a:latin typeface="Times New Roman" pitchFamily="18" charset="0"/>
              </a:rPr>
              <a:t>12    </a:t>
            </a:r>
            <a:r>
              <a:rPr lang="en-US" altLang="zh-CN" sz="2800" i="1">
                <a:latin typeface="Times New Roman" pitchFamily="18" charset="0"/>
              </a:rPr>
              <a:t>u</a:t>
            </a:r>
            <a:r>
              <a:rPr lang="en-US" altLang="zh-CN" sz="2800" baseline="-25000">
                <a:latin typeface="Times New Roman" pitchFamily="18" charset="0"/>
              </a:rPr>
              <a:t>23</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2</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22</a:t>
            </a:r>
            <a:r>
              <a:rPr lang="zh-CN" altLang="en-US" sz="2800">
                <a:latin typeface="Times New Roman" pitchFamily="18" charset="0"/>
              </a:rPr>
              <a:t>                0</a:t>
            </a:r>
          </a:p>
        </p:txBody>
      </p:sp>
      <p:sp>
        <p:nvSpPr>
          <p:cNvPr id="32776" name="Rectangle 6"/>
          <p:cNvSpPr>
            <a:spLocks noChangeArrowheads="1"/>
          </p:cNvSpPr>
          <p:nvPr/>
        </p:nvSpPr>
        <p:spPr bwMode="auto">
          <a:xfrm>
            <a:off x="228600" y="2587625"/>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a:latin typeface="Times New Roman" pitchFamily="18" charset="0"/>
              </a:rPr>
              <a:t>0</a:t>
            </a:r>
            <a:r>
              <a:rPr lang="en-US" altLang="zh-CN" sz="2800" i="1">
                <a:latin typeface="Times New Roman" pitchFamily="18" charset="0"/>
              </a:rPr>
              <a:t>       </a:t>
            </a:r>
            <a:r>
              <a:rPr lang="en-US" altLang="zh-CN" sz="2800" baseline="-25000">
                <a:latin typeface="Times New Roman" pitchFamily="18" charset="0"/>
              </a:rPr>
              <a:t>  </a:t>
            </a:r>
            <a:r>
              <a:rPr lang="en-US" altLang="zh-CN" sz="2800" i="1">
                <a:latin typeface="Times New Roman" pitchFamily="18" charset="0"/>
              </a:rPr>
              <a:t>l</a:t>
            </a:r>
            <a:r>
              <a:rPr lang="en-US" altLang="zh-CN" sz="2800" baseline="-25000">
                <a:latin typeface="Times New Roman" pitchFamily="18" charset="0"/>
              </a:rPr>
              <a:t>32</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3                   </a:t>
            </a:r>
            <a:r>
              <a:rPr lang="en-US" altLang="zh-CN" sz="2800" i="1">
                <a:latin typeface="Times New Roman" pitchFamily="18" charset="0"/>
              </a:rPr>
              <a:t>l</a:t>
            </a:r>
            <a:r>
              <a:rPr lang="en-US" altLang="zh-CN" sz="2800" baseline="-25000">
                <a:latin typeface="Times New Roman" pitchFamily="18" charset="0"/>
              </a:rPr>
              <a:t>33</a:t>
            </a:r>
            <a:r>
              <a:rPr lang="zh-CN" altLang="en-US" sz="2800">
                <a:latin typeface="Times New Roman" pitchFamily="18" charset="0"/>
              </a:rPr>
              <a:t>=</a:t>
            </a:r>
            <a:r>
              <a:rPr lang="en-US" altLang="zh-CN" sz="2800">
                <a:latin typeface="Times New Roman" pitchFamily="18" charset="0"/>
              </a:rPr>
              <a:t>b</a:t>
            </a:r>
            <a:r>
              <a:rPr lang="en-US" altLang="zh-CN" sz="2800" baseline="-25000">
                <a:latin typeface="Times New Roman" pitchFamily="18" charset="0"/>
              </a:rPr>
              <a:t>3</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3</a:t>
            </a:r>
            <a:r>
              <a:rPr lang="en-US" altLang="zh-CN" sz="2800">
                <a:latin typeface="Times New Roman" pitchFamily="18" charset="0"/>
              </a:rPr>
              <a:t>u</a:t>
            </a:r>
            <a:r>
              <a:rPr lang="en-US" altLang="zh-CN" sz="2800" baseline="-25000">
                <a:latin typeface="Times New Roman" pitchFamily="18" charset="0"/>
              </a:rPr>
              <a:t>23   </a:t>
            </a:r>
            <a:r>
              <a:rPr lang="en-US" altLang="zh-CN" sz="2800" i="1">
                <a:latin typeface="Times New Roman" pitchFamily="18" charset="0"/>
              </a:rPr>
              <a:t>u</a:t>
            </a:r>
            <a:r>
              <a:rPr lang="en-US" altLang="zh-CN" sz="2800" baseline="-25000">
                <a:latin typeface="Times New Roman" pitchFamily="18" charset="0"/>
              </a:rPr>
              <a:t>34</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3</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33</a:t>
            </a:r>
            <a:r>
              <a:rPr lang="zh-CN" altLang="en-US" sz="2800">
                <a:latin typeface="Times New Roman" pitchFamily="18" charset="0"/>
              </a:rPr>
              <a:t>                 0</a:t>
            </a:r>
          </a:p>
        </p:txBody>
      </p:sp>
      <p:grpSp>
        <p:nvGrpSpPr>
          <p:cNvPr id="32777" name="Group 7"/>
          <p:cNvGrpSpPr>
            <a:grpSpLocks/>
          </p:cNvGrpSpPr>
          <p:nvPr/>
        </p:nvGrpSpPr>
        <p:grpSpPr bwMode="auto">
          <a:xfrm>
            <a:off x="228600" y="2286000"/>
            <a:ext cx="8915400" cy="2438400"/>
            <a:chOff x="144" y="1680"/>
            <a:chExt cx="5616" cy="1536"/>
          </a:xfrm>
        </p:grpSpPr>
        <p:sp>
          <p:nvSpPr>
            <p:cNvPr id="32779" name="Rectangle 8"/>
            <p:cNvSpPr>
              <a:spLocks noChangeArrowheads="1"/>
            </p:cNvSpPr>
            <p:nvPr/>
          </p:nvSpPr>
          <p:spPr bwMode="auto">
            <a:xfrm>
              <a:off x="144" y="2636"/>
              <a:ext cx="5616"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               l</a:t>
              </a:r>
              <a:r>
                <a:rPr lang="en-US" altLang="zh-CN" sz="2800" i="1" baseline="-25000">
                  <a:latin typeface="Times New Roman" pitchFamily="18" charset="0"/>
                </a:rPr>
                <a:t>n-1 n-2</a:t>
              </a:r>
              <a:r>
                <a:rPr lang="zh-CN" altLang="en-US"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n-1  </a:t>
              </a:r>
              <a:r>
                <a:rPr lang="en-US" altLang="zh-CN" sz="2800" i="1">
                  <a:latin typeface="Times New Roman" pitchFamily="18" charset="0"/>
                </a:rPr>
                <a:t> l</a:t>
              </a:r>
              <a:r>
                <a:rPr lang="en-US" altLang="zh-CN" sz="2800" i="1" baseline="-25000">
                  <a:latin typeface="Times New Roman" pitchFamily="18" charset="0"/>
                </a:rPr>
                <a:t>n-1 n-1</a:t>
              </a:r>
              <a:r>
                <a:rPr lang="zh-CN" altLang="en-US" sz="2800">
                  <a:latin typeface="Times New Roman" pitchFamily="18" charset="0"/>
                </a:rPr>
                <a:t>=</a:t>
              </a:r>
              <a:r>
                <a:rPr lang="en-US" altLang="zh-CN" sz="2800" i="1">
                  <a:latin typeface="Times New Roman" pitchFamily="18" charset="0"/>
                </a:rPr>
                <a:t>b</a:t>
              </a:r>
              <a:r>
                <a:rPr lang="en-US" altLang="zh-CN" sz="2800" i="1" baseline="-25000">
                  <a:latin typeface="Times New Roman" pitchFamily="18" charset="0"/>
                </a:rPr>
                <a:t>n-1</a:t>
              </a:r>
              <a:r>
                <a:rPr lang="zh-CN" altLang="en-US" sz="2800" i="1">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n-1</a:t>
              </a:r>
              <a:r>
                <a:rPr lang="en-US" altLang="zh-CN" sz="2800" i="1">
                  <a:latin typeface="Times New Roman" pitchFamily="18" charset="0"/>
                </a:rPr>
                <a:t>u</a:t>
              </a:r>
              <a:r>
                <a:rPr lang="en-US" altLang="zh-CN" sz="2800" i="1" baseline="-25000">
                  <a:latin typeface="Times New Roman" pitchFamily="18" charset="0"/>
                </a:rPr>
                <a:t>n-2 n-1</a:t>
              </a:r>
              <a:r>
                <a:rPr lang="en-US" altLang="zh-CN" sz="2800" baseline="-25000">
                  <a:latin typeface="Times New Roman" pitchFamily="18" charset="0"/>
                </a:rPr>
                <a:t>   </a:t>
              </a:r>
              <a:r>
                <a:rPr lang="en-US" altLang="zh-CN" sz="2800" i="1">
                  <a:latin typeface="Times New Roman" pitchFamily="18" charset="0"/>
                </a:rPr>
                <a:t>u</a:t>
              </a:r>
              <a:r>
                <a:rPr lang="en-US" altLang="zh-CN" sz="2800" i="1" baseline="-25000">
                  <a:latin typeface="Times New Roman" pitchFamily="18" charset="0"/>
                </a:rPr>
                <a:t>n-1 n</a:t>
              </a:r>
              <a:r>
                <a:rPr lang="zh-CN" altLang="en-US" sz="2800">
                  <a:latin typeface="Times New Roman" pitchFamily="18" charset="0"/>
                </a:rPr>
                <a:t>=</a:t>
              </a:r>
              <a:r>
                <a:rPr lang="en-US" altLang="zh-CN" sz="2800" i="1">
                  <a:latin typeface="Times New Roman" pitchFamily="18" charset="0"/>
                </a:rPr>
                <a:t>c</a:t>
              </a:r>
              <a:r>
                <a:rPr lang="en-US" altLang="zh-CN" sz="2800" i="1" baseline="-25000">
                  <a:latin typeface="Times New Roman" pitchFamily="18" charset="0"/>
                </a:rPr>
                <a:t>n-1</a:t>
              </a:r>
              <a:r>
                <a:rPr lang="zh-CN" altLang="en-US" sz="2800" i="1">
                  <a:latin typeface="Times New Roman" pitchFamily="18" charset="0"/>
                </a:rPr>
                <a:t>/</a:t>
              </a:r>
              <a:r>
                <a:rPr lang="en-US" altLang="zh-CN" sz="2800" i="1">
                  <a:latin typeface="Times New Roman" pitchFamily="18" charset="0"/>
                </a:rPr>
                <a:t>l</a:t>
              </a:r>
              <a:r>
                <a:rPr lang="en-US" altLang="zh-CN" sz="2800" i="1" baseline="-25000">
                  <a:latin typeface="Times New Roman" pitchFamily="18" charset="0"/>
                </a:rPr>
                <a:t>n-1 n-1</a:t>
              </a:r>
              <a:endParaRPr lang="zh-CN" altLang="en-US" sz="2800" i="1">
                <a:latin typeface="Times New Roman" pitchFamily="18" charset="0"/>
              </a:endParaRPr>
            </a:p>
          </p:txBody>
        </p:sp>
        <p:sp>
          <p:nvSpPr>
            <p:cNvPr id="32780" name="Rectangle 9"/>
            <p:cNvSpPr>
              <a:spLocks noChangeArrowheads="1"/>
            </p:cNvSpPr>
            <p:nvPr/>
          </p:nvSpPr>
          <p:spPr bwMode="auto">
            <a:xfrm>
              <a:off x="144" y="2974"/>
              <a:ext cx="5616"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a:latin typeface="Times New Roman" pitchFamily="18" charset="0"/>
                </a:rPr>
                <a:t>0</a:t>
              </a:r>
              <a:r>
                <a:rPr lang="en-US" altLang="zh-CN" sz="2800" i="1">
                  <a:latin typeface="Times New Roman" pitchFamily="18" charset="0"/>
                </a:rPr>
                <a:t>   ……… </a:t>
              </a:r>
              <a:r>
                <a:rPr lang="en-US" altLang="zh-CN" sz="2800">
                  <a:latin typeface="Times New Roman" pitchFamily="18" charset="0"/>
                </a:rPr>
                <a:t>0</a:t>
              </a:r>
              <a:r>
                <a:rPr lang="en-US" altLang="zh-CN" sz="2800" baseline="-25000">
                  <a:latin typeface="Times New Roman" pitchFamily="18" charset="0"/>
                </a:rPr>
                <a:t> </a:t>
              </a:r>
              <a:r>
                <a:rPr lang="en-US" altLang="zh-CN" sz="2800" i="1" baseline="-25000">
                  <a:latin typeface="Times New Roman" pitchFamily="18" charset="0"/>
                </a:rPr>
                <a:t>        </a:t>
              </a:r>
              <a:r>
                <a:rPr lang="en-US" altLang="zh-CN" sz="2800" i="1">
                  <a:latin typeface="Times New Roman" pitchFamily="18" charset="0"/>
                </a:rPr>
                <a:t>                l</a:t>
              </a:r>
              <a:r>
                <a:rPr lang="en-US" altLang="zh-CN" sz="2800" i="1" baseline="-25000">
                  <a:latin typeface="Times New Roman" pitchFamily="18" charset="0"/>
                </a:rPr>
                <a:t>n n-1</a:t>
              </a:r>
              <a:r>
                <a:rPr lang="zh-CN" altLang="en-US"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                             </a:t>
              </a:r>
              <a:r>
                <a:rPr lang="en-US" altLang="zh-CN" sz="2800" i="1">
                  <a:latin typeface="Times New Roman" pitchFamily="18" charset="0"/>
                </a:rPr>
                <a:t>l</a:t>
              </a:r>
              <a:r>
                <a:rPr lang="en-US" altLang="zh-CN" sz="2800" i="1" baseline="-25000">
                  <a:latin typeface="Times New Roman" pitchFamily="18" charset="0"/>
                </a:rPr>
                <a:t>nn</a:t>
              </a:r>
              <a:r>
                <a:rPr lang="zh-CN" altLang="en-US" sz="2800">
                  <a:latin typeface="Times New Roman" pitchFamily="18" charset="0"/>
                </a:rPr>
                <a:t>= </a:t>
              </a:r>
              <a:r>
                <a:rPr lang="en-US" altLang="zh-CN" sz="2800" i="1">
                  <a:latin typeface="Times New Roman" pitchFamily="18" charset="0"/>
                </a:rPr>
                <a:t>b</a:t>
              </a:r>
              <a:r>
                <a:rPr lang="en-US" altLang="zh-CN" sz="2800" i="1" baseline="-25000">
                  <a:latin typeface="Times New Roman" pitchFamily="18" charset="0"/>
                </a:rPr>
                <a:t>n</a:t>
              </a:r>
              <a:r>
                <a:rPr lang="en-US" altLang="zh-CN" sz="2800">
                  <a:latin typeface="Times New Roman" pitchFamily="18" charset="0"/>
                </a:rPr>
                <a:t>- </a:t>
              </a:r>
              <a:r>
                <a:rPr lang="en-US" altLang="zh-CN" sz="2800" i="1">
                  <a:latin typeface="Times New Roman" pitchFamily="18" charset="0"/>
                </a:rPr>
                <a:t>a</a:t>
              </a:r>
              <a:r>
                <a:rPr lang="en-US" altLang="zh-CN" sz="2800" i="1" baseline="-25000">
                  <a:latin typeface="Times New Roman" pitchFamily="18" charset="0"/>
                </a:rPr>
                <a:t>n</a:t>
              </a:r>
              <a:r>
                <a:rPr lang="en-US" altLang="zh-CN" sz="2800" i="1">
                  <a:latin typeface="Times New Roman" pitchFamily="18" charset="0"/>
                </a:rPr>
                <a:t>u</a:t>
              </a:r>
              <a:r>
                <a:rPr lang="en-US" altLang="zh-CN" sz="2800" i="1" baseline="-25000">
                  <a:latin typeface="Times New Roman" pitchFamily="18" charset="0"/>
                </a:rPr>
                <a:t>n-1 n </a:t>
              </a:r>
              <a:endParaRPr lang="zh-CN" altLang="en-US" sz="2800" i="1" baseline="-25000">
                <a:latin typeface="Times New Roman" pitchFamily="18" charset="0"/>
              </a:endParaRPr>
            </a:p>
          </p:txBody>
        </p:sp>
        <p:sp>
          <p:nvSpPr>
            <p:cNvPr id="32781" name="Line 10"/>
            <p:cNvSpPr>
              <a:spLocks noChangeShapeType="1"/>
            </p:cNvSpPr>
            <p:nvPr/>
          </p:nvSpPr>
          <p:spPr bwMode="auto">
            <a:xfrm>
              <a:off x="192" y="2112"/>
              <a:ext cx="0" cy="81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2782" name="Line 11"/>
            <p:cNvSpPr>
              <a:spLocks noChangeShapeType="1"/>
            </p:cNvSpPr>
            <p:nvPr/>
          </p:nvSpPr>
          <p:spPr bwMode="auto">
            <a:xfrm>
              <a:off x="288" y="2160"/>
              <a:ext cx="816" cy="86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2783" name="Line 12"/>
            <p:cNvSpPr>
              <a:spLocks noChangeShapeType="1"/>
            </p:cNvSpPr>
            <p:nvPr/>
          </p:nvSpPr>
          <p:spPr bwMode="auto">
            <a:xfrm>
              <a:off x="1008" y="2208"/>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2784" name="Line 13"/>
            <p:cNvSpPr>
              <a:spLocks noChangeShapeType="1"/>
            </p:cNvSpPr>
            <p:nvPr/>
          </p:nvSpPr>
          <p:spPr bwMode="auto">
            <a:xfrm>
              <a:off x="2304" y="2160"/>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2785" name="Line 14"/>
            <p:cNvSpPr>
              <a:spLocks noChangeShapeType="1"/>
            </p:cNvSpPr>
            <p:nvPr/>
          </p:nvSpPr>
          <p:spPr bwMode="auto">
            <a:xfrm>
              <a:off x="3840" y="2208"/>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2786" name="Line 15"/>
            <p:cNvSpPr>
              <a:spLocks noChangeShapeType="1"/>
            </p:cNvSpPr>
            <p:nvPr/>
          </p:nvSpPr>
          <p:spPr bwMode="auto">
            <a:xfrm>
              <a:off x="3984" y="1680"/>
              <a:ext cx="672" cy="67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2787" name="Rectangle 16"/>
            <p:cNvSpPr>
              <a:spLocks noChangeArrowheads="1"/>
            </p:cNvSpPr>
            <p:nvPr/>
          </p:nvSpPr>
          <p:spPr bwMode="auto">
            <a:xfrm>
              <a:off x="4944" y="2265"/>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latin typeface="Times New Roman" pitchFamily="18" charset="0"/>
                </a:rPr>
                <a:t>0</a:t>
              </a:r>
            </a:p>
          </p:txBody>
        </p:sp>
      </p:grpSp>
      <p:sp>
        <p:nvSpPr>
          <p:cNvPr id="32778" name="Rectangle 17"/>
          <p:cNvSpPr>
            <a:spLocks noChangeArrowheads="1"/>
          </p:cNvSpPr>
          <p:nvPr/>
        </p:nvSpPr>
        <p:spPr bwMode="auto">
          <a:xfrm>
            <a:off x="381000" y="4797425"/>
            <a:ext cx="8142288"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这里          </a:t>
            </a:r>
            <a:r>
              <a:rPr lang="en-US" altLang="zh-CN" sz="2800" i="1">
                <a:latin typeface="Times New Roman" pitchFamily="18" charset="0"/>
              </a:rPr>
              <a:t>l</a:t>
            </a:r>
            <a:r>
              <a:rPr lang="en-US" altLang="zh-CN" sz="2800" baseline="-25000">
                <a:latin typeface="Times New Roman" pitchFamily="18" charset="0"/>
              </a:rPr>
              <a:t>i </a:t>
            </a:r>
            <a:r>
              <a:rPr lang="en-US" altLang="zh-CN" sz="2800" i="1" baseline="-25000">
                <a:latin typeface="Times New Roman" pitchFamily="18" charset="0"/>
              </a:rPr>
              <a:t>i</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i</a:t>
            </a:r>
            <a:r>
              <a:rPr lang="en-US" altLang="zh-CN" sz="2800" baseline="-25000">
                <a:latin typeface="Times New Roman" pitchFamily="18" charset="0"/>
              </a:rPr>
              <a:t>  </a:t>
            </a:r>
            <a:r>
              <a:rPr lang="en-US" altLang="zh-CN" sz="2800">
                <a:latin typeface="Times New Roman" pitchFamily="18" charset="0"/>
              </a:rPr>
              <a:t>(</a:t>
            </a:r>
            <a:r>
              <a:rPr lang="en-US" altLang="zh-CN" sz="2800" i="1">
                <a:latin typeface="Times New Roman" pitchFamily="18" charset="0"/>
              </a:rPr>
              <a:t>i</a:t>
            </a:r>
            <a:r>
              <a:rPr lang="en-US" altLang="zh-CN" sz="2800">
                <a:latin typeface="Times New Roman" pitchFamily="18" charset="0"/>
              </a:rPr>
              <a:t>=2,3,…,</a:t>
            </a:r>
            <a:r>
              <a:rPr lang="en-US" altLang="zh-CN" sz="2800" i="1">
                <a:latin typeface="Times New Roman" pitchFamily="18" charset="0"/>
              </a:rPr>
              <a:t>n</a:t>
            </a:r>
            <a:r>
              <a:rPr lang="en-US" altLang="zh-CN" sz="2800">
                <a:latin typeface="Times New Roman" pitchFamily="18" charset="0"/>
              </a:rPr>
              <a:t>)</a:t>
            </a:r>
          </a:p>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                  </a:t>
            </a:r>
            <a:r>
              <a:rPr lang="en-US" altLang="zh-CN" sz="2800" i="1">
                <a:latin typeface="Times New Roman" pitchFamily="18" charset="0"/>
              </a:rPr>
              <a:t>l</a:t>
            </a:r>
            <a:r>
              <a:rPr lang="en-US" altLang="zh-CN" sz="2800" baseline="-25000">
                <a:latin typeface="Times New Roman" pitchFamily="18" charset="0"/>
              </a:rPr>
              <a:t>i </a:t>
            </a:r>
            <a:r>
              <a:rPr lang="en-US" altLang="zh-CN" sz="2800" i="1" baseline="-25000">
                <a:latin typeface="Times New Roman" pitchFamily="18" charset="0"/>
              </a:rPr>
              <a:t>i</a:t>
            </a:r>
            <a:r>
              <a:rPr lang="zh-CN" altLang="en-US" sz="2800">
                <a:latin typeface="Times New Roman" pitchFamily="18" charset="0"/>
              </a:rPr>
              <a:t>=</a:t>
            </a:r>
            <a:r>
              <a:rPr lang="en-US" altLang="zh-CN" sz="2800" i="1">
                <a:latin typeface="Times New Roman" pitchFamily="18" charset="0"/>
              </a:rPr>
              <a:t>b</a:t>
            </a:r>
            <a:r>
              <a:rPr lang="en-US" altLang="zh-CN" sz="2800" i="1" baseline="-25000">
                <a:latin typeface="Times New Roman" pitchFamily="18" charset="0"/>
              </a:rPr>
              <a:t>i</a:t>
            </a:r>
            <a:r>
              <a:rPr lang="en-US" altLang="zh-CN" sz="2800" baseline="-25000">
                <a:latin typeface="Times New Roman" pitchFamily="18" charset="0"/>
              </a:rPr>
              <a:t> </a:t>
            </a:r>
            <a:r>
              <a:rPr lang="en-US" altLang="zh-CN"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i</a:t>
            </a:r>
            <a:r>
              <a:rPr lang="en-US" altLang="zh-CN" sz="2800" baseline="-25000">
                <a:latin typeface="Times New Roman" pitchFamily="18" charset="0"/>
              </a:rPr>
              <a:t> </a:t>
            </a:r>
            <a:r>
              <a:rPr lang="en-US" altLang="zh-CN" sz="2800">
                <a:latin typeface="Times New Roman" pitchFamily="18" charset="0"/>
              </a:rPr>
              <a:t>u</a:t>
            </a:r>
            <a:r>
              <a:rPr lang="en-US" altLang="zh-CN" sz="2800" baseline="-25000">
                <a:latin typeface="Times New Roman" pitchFamily="18" charset="0"/>
              </a:rPr>
              <a:t>i-1 </a:t>
            </a:r>
            <a:r>
              <a:rPr lang="en-US" altLang="zh-CN" sz="2800" i="1" baseline="-25000">
                <a:latin typeface="Times New Roman" pitchFamily="18" charset="0"/>
              </a:rPr>
              <a:t>i </a:t>
            </a:r>
            <a:r>
              <a:rPr lang="en-US" altLang="zh-CN" sz="2800" baseline="-25000">
                <a:latin typeface="Times New Roman" pitchFamily="18" charset="0"/>
              </a:rPr>
              <a:t> </a:t>
            </a:r>
            <a:r>
              <a:rPr lang="en-US" altLang="zh-CN" sz="2800">
                <a:latin typeface="Times New Roman" pitchFamily="18" charset="0"/>
              </a:rPr>
              <a:t>(</a:t>
            </a:r>
            <a:r>
              <a:rPr lang="en-US" altLang="zh-CN" sz="2800" i="1">
                <a:latin typeface="Times New Roman" pitchFamily="18" charset="0"/>
              </a:rPr>
              <a:t>i</a:t>
            </a:r>
            <a:r>
              <a:rPr lang="en-US" altLang="zh-CN" sz="2800">
                <a:latin typeface="Times New Roman" pitchFamily="18" charset="0"/>
              </a:rPr>
              <a:t>=1,2, …,</a:t>
            </a:r>
            <a:r>
              <a:rPr lang="en-US" altLang="zh-CN" sz="2800" i="1">
                <a:latin typeface="Times New Roman" pitchFamily="18" charset="0"/>
              </a:rPr>
              <a:t>n</a:t>
            </a:r>
            <a:r>
              <a:rPr lang="en-US" altLang="zh-CN" sz="2800">
                <a:latin typeface="Times New Roman" pitchFamily="18" charset="0"/>
              </a:rPr>
              <a:t>)   </a:t>
            </a:r>
            <a:r>
              <a:rPr lang="en-US" altLang="zh-CN" sz="2800" i="1">
                <a:solidFill>
                  <a:srgbClr val="FF3300"/>
                </a:solidFill>
                <a:latin typeface="Times New Roman" pitchFamily="18" charset="0"/>
              </a:rPr>
              <a:t>a</a:t>
            </a:r>
            <a:r>
              <a:rPr lang="en-US" altLang="zh-CN" sz="2800" baseline="-25000">
                <a:solidFill>
                  <a:srgbClr val="FF3300"/>
                </a:solidFill>
                <a:latin typeface="Times New Roman" pitchFamily="18" charset="0"/>
              </a:rPr>
              <a:t>1</a:t>
            </a:r>
            <a:r>
              <a:rPr lang="en-US" altLang="zh-CN" sz="2800">
                <a:solidFill>
                  <a:srgbClr val="FF3300"/>
                </a:solidFill>
                <a:latin typeface="Times New Roman" pitchFamily="18" charset="0"/>
              </a:rPr>
              <a:t>=0, </a:t>
            </a:r>
            <a:r>
              <a:rPr lang="en-US" altLang="zh-CN" sz="2800" i="1">
                <a:solidFill>
                  <a:srgbClr val="FF3300"/>
                </a:solidFill>
                <a:latin typeface="Times New Roman" pitchFamily="18" charset="0"/>
              </a:rPr>
              <a:t>u</a:t>
            </a:r>
            <a:r>
              <a:rPr lang="en-US" altLang="zh-CN" sz="2800" baseline="-25000">
                <a:solidFill>
                  <a:srgbClr val="FF3300"/>
                </a:solidFill>
                <a:latin typeface="Times New Roman" pitchFamily="18" charset="0"/>
              </a:rPr>
              <a:t>0 1 </a:t>
            </a:r>
            <a:r>
              <a:rPr lang="en-US" altLang="zh-CN" sz="2800">
                <a:solidFill>
                  <a:srgbClr val="FF3300"/>
                </a:solidFill>
                <a:latin typeface="Times New Roman" pitchFamily="18" charset="0"/>
              </a:rPr>
              <a:t>=0</a:t>
            </a:r>
            <a:r>
              <a:rPr lang="en-US" altLang="zh-CN" sz="2800" baseline="-25000">
                <a:latin typeface="Times New Roman" pitchFamily="18" charset="0"/>
              </a:rPr>
              <a:t> </a:t>
            </a:r>
            <a:endParaRPr lang="zh-CN" altLang="en-US" sz="2800">
              <a:latin typeface="Times New Roman" pitchFamily="18" charset="0"/>
            </a:endParaRPr>
          </a:p>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i </a:t>
            </a:r>
            <a:r>
              <a:rPr lang="en-US" altLang="zh-CN" sz="2800" i="1" baseline="-25000">
                <a:latin typeface="Times New Roman" pitchFamily="18" charset="0"/>
              </a:rPr>
              <a:t>i</a:t>
            </a:r>
            <a:r>
              <a:rPr lang="en-US" altLang="zh-CN" sz="2800" baseline="-25000">
                <a:latin typeface="Times New Roman" pitchFamily="18" charset="0"/>
              </a:rPr>
              <a:t>+1 </a:t>
            </a:r>
            <a:r>
              <a:rPr lang="en-US" altLang="zh-CN" sz="2800">
                <a:latin typeface="Times New Roman" pitchFamily="18" charset="0"/>
              </a:rPr>
              <a:t>= c</a:t>
            </a:r>
            <a:r>
              <a:rPr lang="en-US" altLang="zh-CN" sz="2800" baseline="-25000">
                <a:latin typeface="Times New Roman" pitchFamily="18" charset="0"/>
              </a:rPr>
              <a:t>i</a:t>
            </a:r>
            <a:r>
              <a:rPr lang="en-US" altLang="zh-CN" sz="2800">
                <a:latin typeface="Times New Roman" pitchFamily="18" charset="0"/>
              </a:rPr>
              <a:t>/ </a:t>
            </a:r>
            <a:r>
              <a:rPr lang="en-US" altLang="zh-CN" sz="2800" i="1">
                <a:latin typeface="Times New Roman" pitchFamily="18" charset="0"/>
              </a:rPr>
              <a:t>l</a:t>
            </a:r>
            <a:r>
              <a:rPr lang="en-US" altLang="zh-CN" sz="2800" baseline="-25000">
                <a:latin typeface="Times New Roman" pitchFamily="18" charset="0"/>
              </a:rPr>
              <a:t>i </a:t>
            </a:r>
            <a:r>
              <a:rPr lang="en-US" altLang="zh-CN" sz="2800" i="1" baseline="-25000">
                <a:latin typeface="Times New Roman" pitchFamily="18" charset="0"/>
              </a:rPr>
              <a:t>i</a:t>
            </a:r>
            <a:r>
              <a:rPr lang="en-US" altLang="zh-CN" sz="2800" baseline="-25000">
                <a:latin typeface="Times New Roman" pitchFamily="18" charset="0"/>
              </a:rPr>
              <a:t> </a:t>
            </a:r>
            <a:r>
              <a:rPr lang="en-US" altLang="zh-CN" sz="2800">
                <a:latin typeface="Times New Roman" pitchFamily="18" charset="0"/>
              </a:rPr>
              <a:t>(</a:t>
            </a:r>
            <a:r>
              <a:rPr lang="en-US" altLang="zh-CN" sz="2800" i="1">
                <a:latin typeface="Times New Roman" pitchFamily="18" charset="0"/>
              </a:rPr>
              <a:t>i</a:t>
            </a:r>
            <a:r>
              <a:rPr lang="en-US" altLang="zh-CN" sz="2800">
                <a:latin typeface="Times New Roman" pitchFamily="18" charset="0"/>
              </a:rPr>
              <a:t>=1,2, …,</a:t>
            </a:r>
            <a:r>
              <a:rPr lang="en-US" altLang="zh-CN" sz="2800" i="1">
                <a:latin typeface="Times New Roman" pitchFamily="18" charset="0"/>
              </a:rPr>
              <a:t>n</a:t>
            </a:r>
            <a:r>
              <a:rPr lang="en-US" altLang="zh-CN" sz="2800">
                <a:latin typeface="Times New Roman" pitchFamily="18" charset="0"/>
              </a:rPr>
              <a:t>-1) </a:t>
            </a:r>
            <a:endParaRPr lang="zh-CN" altLang="en-US" sz="2800">
              <a:latin typeface="Times New Roman" pitchFamily="18" charset="0"/>
            </a:endParaRPr>
          </a:p>
        </p:txBody>
      </p:sp>
    </p:spTree>
  </p:cSld>
  <p:clrMapOvr>
    <a:masterClrMapping/>
  </p:clrMapOvr>
  <p:transition>
    <p:random/>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6F24101-2CD2-44A0-AB7A-65F6EDF9F094}" type="slidenum">
              <a:rPr lang="zh-CN" altLang="en-US" b="0" smtClean="0"/>
              <a:pPr/>
              <a:t>31</a:t>
            </a:fld>
            <a:endParaRPr lang="en-US" altLang="zh-CN" b="0" smtClean="0"/>
          </a:p>
        </p:txBody>
      </p:sp>
      <p:sp>
        <p:nvSpPr>
          <p:cNvPr id="3379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5CE9196-38A4-40DF-A622-22AFB4BBAC1F}" type="datetime1">
              <a:rPr lang="zh-CN" altLang="en-US" sz="1800" b="0" smtClean="0"/>
              <a:pPr/>
              <a:t>2024/9/23</a:t>
            </a:fld>
            <a:endParaRPr lang="en-US" altLang="zh-CN" sz="1800" b="0" smtClean="0"/>
          </a:p>
        </p:txBody>
      </p:sp>
      <p:sp>
        <p:nvSpPr>
          <p:cNvPr id="351234" name="Rectangle 2"/>
          <p:cNvSpPr>
            <a:spLocks noGrp="1" noChangeArrowheads="1"/>
          </p:cNvSpPr>
          <p:nvPr>
            <p:ph type="title"/>
          </p:nvPr>
        </p:nvSpPr>
        <p:spPr/>
        <p:txBody>
          <a:bodyPr/>
          <a:lstStyle/>
          <a:p>
            <a:pPr>
              <a:defRPr/>
            </a:pPr>
            <a:r>
              <a:rPr lang="zh-CN" altLang="en-US" smtClean="0"/>
              <a:t>1.5 追赶法</a:t>
            </a:r>
          </a:p>
        </p:txBody>
      </p:sp>
      <p:sp>
        <p:nvSpPr>
          <p:cNvPr id="33797" name="Rectangle 3"/>
          <p:cNvSpPr>
            <a:spLocks noGrp="1" noChangeArrowheads="1"/>
          </p:cNvSpPr>
          <p:nvPr>
            <p:ph type="body" idx="1"/>
          </p:nvPr>
        </p:nvSpPr>
        <p:spPr>
          <a:xfrm>
            <a:off x="457200" y="1143000"/>
            <a:ext cx="8142288" cy="384175"/>
          </a:xfrm>
        </p:spPr>
        <p:txBody>
          <a:bodyPr/>
          <a:lstStyle/>
          <a:p>
            <a:r>
              <a:rPr lang="zh-CN" altLang="en-US" smtClean="0"/>
              <a:t>（2）</a:t>
            </a:r>
            <a:r>
              <a:rPr lang="en-US" altLang="zh-CN" smtClean="0"/>
              <a:t>z</a:t>
            </a:r>
            <a:r>
              <a:rPr lang="en-US" altLang="zh-CN" baseline="-25000" smtClean="0"/>
              <a:t>i </a:t>
            </a:r>
            <a:r>
              <a:rPr lang="en-US" altLang="zh-CN" smtClean="0"/>
              <a:t>(i=1,2, …,n)</a:t>
            </a:r>
            <a:endParaRPr lang="zh-CN" altLang="en-US" smtClean="0"/>
          </a:p>
        </p:txBody>
      </p:sp>
      <p:graphicFrame>
        <p:nvGraphicFramePr>
          <p:cNvPr id="351238" name="Object 6"/>
          <p:cNvGraphicFramePr>
            <a:graphicFrameLocks noChangeAspect="1"/>
          </p:cNvGraphicFramePr>
          <p:nvPr/>
        </p:nvGraphicFramePr>
        <p:xfrm>
          <a:off x="666750" y="5248275"/>
          <a:ext cx="7791450" cy="1228725"/>
        </p:xfrm>
        <a:graphic>
          <a:graphicData uri="http://schemas.openxmlformats.org/presentationml/2006/ole">
            <mc:AlternateContent xmlns:mc="http://schemas.openxmlformats.org/markup-compatibility/2006">
              <mc:Choice xmlns:v="urn:schemas-microsoft-com:vml" Requires="v">
                <p:oleObj spid="_x0000_s33812" name="Equation" r:id="rId3" imgW="2705100" imgH="444500" progId="Equation.3">
                  <p:embed/>
                </p:oleObj>
              </mc:Choice>
              <mc:Fallback>
                <p:oleObj name="Equation" r:id="rId3" imgW="2705100" imgH="4445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50" y="5248275"/>
                        <a:ext cx="7791450" cy="122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51239" name="AutoShape 7"/>
          <p:cNvSpPr>
            <a:spLocks noChangeArrowheads="1"/>
          </p:cNvSpPr>
          <p:nvPr/>
        </p:nvSpPr>
        <p:spPr bwMode="auto">
          <a:xfrm>
            <a:off x="1219200" y="4038600"/>
            <a:ext cx="1219200" cy="685800"/>
          </a:xfrm>
          <a:prstGeom prst="rightArrow">
            <a:avLst>
              <a:gd name="adj1" fmla="val 50000"/>
              <a:gd name="adj2" fmla="val 44444"/>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aphicFrame>
        <p:nvGraphicFramePr>
          <p:cNvPr id="33800" name="Object 8"/>
          <p:cNvGraphicFramePr>
            <a:graphicFrameLocks noChangeAspect="1"/>
          </p:cNvGraphicFramePr>
          <p:nvPr/>
        </p:nvGraphicFramePr>
        <p:xfrm>
          <a:off x="3048000" y="914400"/>
          <a:ext cx="3667125" cy="1995488"/>
        </p:xfrm>
        <a:graphic>
          <a:graphicData uri="http://schemas.openxmlformats.org/presentationml/2006/ole">
            <mc:AlternateContent xmlns:mc="http://schemas.openxmlformats.org/markup-compatibility/2006">
              <mc:Choice xmlns:v="urn:schemas-microsoft-com:vml" Requires="v">
                <p:oleObj spid="_x0000_s33813" name="Equation" r:id="rId5" imgW="1129810" imgH="660113" progId="Equation.3">
                  <p:embed/>
                </p:oleObj>
              </mc:Choice>
              <mc:Fallback>
                <p:oleObj name="Equation" r:id="rId5" imgW="1129810" imgH="660113"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914400"/>
                        <a:ext cx="3667125" cy="19954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1" name="Rectangle 9"/>
          <p:cNvSpPr>
            <a:spLocks noChangeArrowheads="1"/>
          </p:cNvSpPr>
          <p:nvPr/>
        </p:nvSpPr>
        <p:spPr bwMode="auto">
          <a:xfrm>
            <a:off x="3124200" y="2971800"/>
            <a:ext cx="32004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lnSpc>
                <a:spcPct val="90000"/>
              </a:lnSpc>
              <a:spcBef>
                <a:spcPct val="50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i </a:t>
            </a:r>
            <a:r>
              <a:rPr lang="en-US" altLang="zh-CN" sz="2800" i="1" baseline="-25000">
                <a:latin typeface="Times New Roman" pitchFamily="18" charset="0"/>
              </a:rPr>
              <a:t>i</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a</a:t>
            </a:r>
            <a:r>
              <a:rPr lang="en-US" altLang="zh-CN" sz="2800" baseline="-25000">
                <a:latin typeface="Times New Roman" pitchFamily="18" charset="0"/>
              </a:rPr>
              <a:t>i  </a:t>
            </a:r>
            <a:r>
              <a:rPr lang="en-US" altLang="zh-CN" sz="2800">
                <a:latin typeface="Times New Roman" pitchFamily="18" charset="0"/>
              </a:rPr>
              <a:t>(</a:t>
            </a:r>
            <a:r>
              <a:rPr lang="en-US" altLang="zh-CN" sz="2800" i="1">
                <a:latin typeface="Times New Roman" pitchFamily="18" charset="0"/>
              </a:rPr>
              <a:t>i</a:t>
            </a:r>
            <a:r>
              <a:rPr lang="en-US" altLang="zh-CN" sz="2800">
                <a:latin typeface="Times New Roman" pitchFamily="18" charset="0"/>
              </a:rPr>
              <a:t>=2,3,…,</a:t>
            </a:r>
            <a:r>
              <a:rPr lang="en-US" altLang="zh-CN" sz="2800" i="1">
                <a:latin typeface="Times New Roman" pitchFamily="18" charset="0"/>
              </a:rPr>
              <a:t>n</a:t>
            </a:r>
            <a:r>
              <a:rPr lang="en-US" altLang="zh-CN" sz="2800">
                <a:latin typeface="Times New Roman" pitchFamily="18" charset="0"/>
              </a:rPr>
              <a:t>)</a:t>
            </a:r>
          </a:p>
        </p:txBody>
      </p:sp>
      <p:graphicFrame>
        <p:nvGraphicFramePr>
          <p:cNvPr id="33802" name="Object 10"/>
          <p:cNvGraphicFramePr>
            <a:graphicFrameLocks noChangeAspect="1"/>
          </p:cNvGraphicFramePr>
          <p:nvPr/>
        </p:nvGraphicFramePr>
        <p:xfrm>
          <a:off x="2971800" y="3733800"/>
          <a:ext cx="3790950" cy="1381125"/>
        </p:xfrm>
        <a:graphic>
          <a:graphicData uri="http://schemas.openxmlformats.org/presentationml/2006/ole">
            <mc:AlternateContent xmlns:mc="http://schemas.openxmlformats.org/markup-compatibility/2006">
              <mc:Choice xmlns:v="urn:schemas-microsoft-com:vml" Requires="v">
                <p:oleObj spid="_x0000_s33814" name="Equation" r:id="rId7" imgW="1168400" imgH="457200" progId="Equation.3">
                  <p:embed/>
                </p:oleObj>
              </mc:Choice>
              <mc:Fallback>
                <p:oleObj name="Equation" r:id="rId7" imgW="1168400" imgH="4572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71800" y="3733800"/>
                        <a:ext cx="3790950" cy="138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51239"/>
                                        </p:tgtEl>
                                        <p:attrNameLst>
                                          <p:attrName>style.visibility</p:attrName>
                                        </p:attrNameLst>
                                      </p:cBhvr>
                                      <p:to>
                                        <p:strVal val="visible"/>
                                      </p:to>
                                    </p:set>
                                    <p:anim calcmode="lin" valueType="num">
                                      <p:cBhvr additive="base">
                                        <p:cTn id="7" dur="500" fill="hold"/>
                                        <p:tgtEl>
                                          <p:spTgt spid="351239"/>
                                        </p:tgtEl>
                                        <p:attrNameLst>
                                          <p:attrName>ppt_x</p:attrName>
                                        </p:attrNameLst>
                                      </p:cBhvr>
                                      <p:tavLst>
                                        <p:tav tm="0">
                                          <p:val>
                                            <p:strVal val="0-#ppt_w/2"/>
                                          </p:val>
                                        </p:tav>
                                        <p:tav tm="100000">
                                          <p:val>
                                            <p:strVal val="#ppt_x"/>
                                          </p:val>
                                        </p:tav>
                                      </p:tavLst>
                                    </p:anim>
                                    <p:anim calcmode="lin" valueType="num">
                                      <p:cBhvr additive="base">
                                        <p:cTn id="8" dur="500" fill="hold"/>
                                        <p:tgtEl>
                                          <p:spTgt spid="35123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351238"/>
                                        </p:tgtEl>
                                        <p:attrNameLst>
                                          <p:attrName>style.visibility</p:attrName>
                                        </p:attrNameLst>
                                      </p:cBhvr>
                                      <p:to>
                                        <p:strVal val="visible"/>
                                      </p:to>
                                    </p:set>
                                    <p:animEffect transition="in" filter="dissolve">
                                      <p:cBhvr>
                                        <p:cTn id="13" dur="500"/>
                                        <p:tgtEl>
                                          <p:spTgt spid="3512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123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45D9D84-670E-4F6E-BE06-774D688B3CDA}" type="slidenum">
              <a:rPr lang="zh-CN" altLang="en-US" b="0" smtClean="0"/>
              <a:pPr/>
              <a:t>32</a:t>
            </a:fld>
            <a:endParaRPr lang="en-US" altLang="zh-CN" b="0" smtClean="0"/>
          </a:p>
        </p:txBody>
      </p:sp>
      <p:sp>
        <p:nvSpPr>
          <p:cNvPr id="3481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F5213F58-82BA-470D-8C12-430E96794697}" type="datetime1">
              <a:rPr lang="zh-CN" altLang="en-US" sz="1800" b="0" smtClean="0"/>
              <a:pPr/>
              <a:t>2024/9/23</a:t>
            </a:fld>
            <a:endParaRPr lang="en-US" altLang="zh-CN" sz="1800" b="0" smtClean="0"/>
          </a:p>
        </p:txBody>
      </p:sp>
      <p:sp>
        <p:nvSpPr>
          <p:cNvPr id="352258" name="Rectangle 1026"/>
          <p:cNvSpPr>
            <a:spLocks noGrp="1" noChangeArrowheads="1"/>
          </p:cNvSpPr>
          <p:nvPr>
            <p:ph type="title"/>
          </p:nvPr>
        </p:nvSpPr>
        <p:spPr/>
        <p:txBody>
          <a:bodyPr/>
          <a:lstStyle/>
          <a:p>
            <a:pPr>
              <a:defRPr/>
            </a:pPr>
            <a:r>
              <a:rPr lang="zh-CN" altLang="en-US" smtClean="0"/>
              <a:t>1.5 追赶法</a:t>
            </a:r>
          </a:p>
        </p:txBody>
      </p:sp>
      <p:sp>
        <p:nvSpPr>
          <p:cNvPr id="34821" name="Rectangle 1027"/>
          <p:cNvSpPr>
            <a:spLocks noGrp="1" noChangeArrowheads="1"/>
          </p:cNvSpPr>
          <p:nvPr>
            <p:ph type="body" idx="1"/>
          </p:nvPr>
        </p:nvSpPr>
        <p:spPr>
          <a:xfrm>
            <a:off x="457200" y="1066800"/>
            <a:ext cx="8142288" cy="438150"/>
          </a:xfrm>
        </p:spPr>
        <p:txBody>
          <a:bodyPr/>
          <a:lstStyle/>
          <a:p>
            <a:r>
              <a:rPr lang="zh-CN" altLang="en-US" sz="3200" smtClean="0"/>
              <a:t>（3）</a:t>
            </a:r>
            <a:r>
              <a:rPr lang="en-US" altLang="zh-CN" sz="3200" smtClean="0"/>
              <a:t>x</a:t>
            </a:r>
            <a:r>
              <a:rPr lang="en-US" altLang="zh-CN" sz="3200" baseline="-25000" smtClean="0"/>
              <a:t>i </a:t>
            </a:r>
            <a:r>
              <a:rPr lang="en-US" altLang="zh-CN" sz="3200" smtClean="0"/>
              <a:t>(i=n,n-1, …,2,1)</a:t>
            </a:r>
            <a:endParaRPr lang="zh-CN" altLang="en-US" sz="3200" smtClean="0"/>
          </a:p>
        </p:txBody>
      </p:sp>
      <p:sp>
        <p:nvSpPr>
          <p:cNvPr id="34822" name="Rectangle 1032"/>
          <p:cNvSpPr>
            <a:spLocks noChangeArrowheads="1"/>
          </p:cNvSpPr>
          <p:nvPr/>
        </p:nvSpPr>
        <p:spPr bwMode="auto">
          <a:xfrm>
            <a:off x="228600" y="1524000"/>
            <a:ext cx="8686800"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11</a:t>
            </a:r>
            <a:r>
              <a:rPr lang="zh-CN" altLang="en-US" sz="2800">
                <a:latin typeface="Times New Roman" pitchFamily="18" charset="0"/>
              </a:rPr>
              <a:t>=</a:t>
            </a:r>
            <a:r>
              <a:rPr lang="en-US" altLang="zh-CN" sz="2800">
                <a:latin typeface="Times New Roman" pitchFamily="18" charset="0"/>
              </a:rPr>
              <a:t>b</a:t>
            </a:r>
            <a:r>
              <a:rPr lang="en-US" altLang="zh-CN" sz="2800" baseline="-25000">
                <a:latin typeface="Times New Roman" pitchFamily="18" charset="0"/>
              </a:rPr>
              <a:t>1 </a:t>
            </a: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12</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1</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11           </a:t>
            </a:r>
            <a:r>
              <a:rPr lang="zh-CN" altLang="en-US" sz="2800">
                <a:latin typeface="Times New Roman" pitchFamily="18" charset="0"/>
              </a:rPr>
              <a:t>0                            0     ……….   0</a:t>
            </a:r>
          </a:p>
        </p:txBody>
      </p:sp>
      <p:sp>
        <p:nvSpPr>
          <p:cNvPr id="34823" name="Rectangle 1033"/>
          <p:cNvSpPr>
            <a:spLocks noChangeArrowheads="1"/>
          </p:cNvSpPr>
          <p:nvPr/>
        </p:nvSpPr>
        <p:spPr bwMode="auto">
          <a:xfrm>
            <a:off x="228600" y="2057400"/>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l</a:t>
            </a:r>
            <a:r>
              <a:rPr lang="en-US" altLang="zh-CN" sz="2800" baseline="-25000">
                <a:latin typeface="Times New Roman" pitchFamily="18" charset="0"/>
              </a:rPr>
              <a:t>21</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2  </a:t>
            </a:r>
            <a:r>
              <a:rPr lang="en-US" altLang="zh-CN" sz="2800" i="1">
                <a:latin typeface="Times New Roman" pitchFamily="18" charset="0"/>
              </a:rPr>
              <a:t>l</a:t>
            </a:r>
            <a:r>
              <a:rPr lang="en-US" altLang="zh-CN" sz="2800" baseline="-25000">
                <a:latin typeface="Times New Roman" pitchFamily="18" charset="0"/>
              </a:rPr>
              <a:t>22</a:t>
            </a:r>
            <a:r>
              <a:rPr lang="zh-CN" altLang="en-US" sz="2800">
                <a:latin typeface="Times New Roman" pitchFamily="18" charset="0"/>
              </a:rPr>
              <a:t>=</a:t>
            </a:r>
            <a:r>
              <a:rPr lang="en-US" altLang="zh-CN" sz="2800">
                <a:latin typeface="Times New Roman" pitchFamily="18" charset="0"/>
              </a:rPr>
              <a:t>b</a:t>
            </a:r>
            <a:r>
              <a:rPr lang="en-US" altLang="zh-CN" sz="2800" i="1" baseline="-25000">
                <a:latin typeface="Times New Roman" pitchFamily="18" charset="0"/>
              </a:rPr>
              <a:t>2</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2</a:t>
            </a:r>
            <a:r>
              <a:rPr lang="en-US" altLang="zh-CN" sz="2800">
                <a:latin typeface="Times New Roman" pitchFamily="18" charset="0"/>
              </a:rPr>
              <a:t>u</a:t>
            </a:r>
            <a:r>
              <a:rPr lang="en-US" altLang="zh-CN" sz="2800" baseline="-25000">
                <a:latin typeface="Times New Roman" pitchFamily="18" charset="0"/>
              </a:rPr>
              <a:t>12    </a:t>
            </a:r>
            <a:r>
              <a:rPr lang="en-US" altLang="zh-CN" sz="2800" i="1">
                <a:latin typeface="Times New Roman" pitchFamily="18" charset="0"/>
              </a:rPr>
              <a:t>u</a:t>
            </a:r>
            <a:r>
              <a:rPr lang="en-US" altLang="zh-CN" sz="2800" baseline="-25000">
                <a:latin typeface="Times New Roman" pitchFamily="18" charset="0"/>
              </a:rPr>
              <a:t>23</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2</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22</a:t>
            </a:r>
            <a:r>
              <a:rPr lang="zh-CN" altLang="en-US" sz="2800">
                <a:latin typeface="Times New Roman" pitchFamily="18" charset="0"/>
              </a:rPr>
              <a:t>                0</a:t>
            </a:r>
          </a:p>
        </p:txBody>
      </p:sp>
      <p:sp>
        <p:nvSpPr>
          <p:cNvPr id="34824" name="Rectangle 1034"/>
          <p:cNvSpPr>
            <a:spLocks noChangeArrowheads="1"/>
          </p:cNvSpPr>
          <p:nvPr/>
        </p:nvSpPr>
        <p:spPr bwMode="auto">
          <a:xfrm>
            <a:off x="228600" y="2587625"/>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a:latin typeface="Times New Roman" pitchFamily="18" charset="0"/>
              </a:rPr>
              <a:t>0</a:t>
            </a:r>
            <a:r>
              <a:rPr lang="en-US" altLang="zh-CN" sz="2800" i="1">
                <a:latin typeface="Times New Roman" pitchFamily="18" charset="0"/>
              </a:rPr>
              <a:t>       </a:t>
            </a:r>
            <a:r>
              <a:rPr lang="en-US" altLang="zh-CN" sz="2800" baseline="-25000">
                <a:latin typeface="Times New Roman" pitchFamily="18" charset="0"/>
              </a:rPr>
              <a:t>  </a:t>
            </a:r>
            <a:r>
              <a:rPr lang="en-US" altLang="zh-CN" sz="2800" i="1">
                <a:latin typeface="Times New Roman" pitchFamily="18" charset="0"/>
              </a:rPr>
              <a:t>l</a:t>
            </a:r>
            <a:r>
              <a:rPr lang="en-US" altLang="zh-CN" sz="2800" baseline="-25000">
                <a:latin typeface="Times New Roman" pitchFamily="18" charset="0"/>
              </a:rPr>
              <a:t>32</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3                   </a:t>
            </a:r>
            <a:r>
              <a:rPr lang="en-US" altLang="zh-CN" sz="2800" i="1">
                <a:latin typeface="Times New Roman" pitchFamily="18" charset="0"/>
              </a:rPr>
              <a:t>l</a:t>
            </a:r>
            <a:r>
              <a:rPr lang="en-US" altLang="zh-CN" sz="2800" baseline="-25000">
                <a:latin typeface="Times New Roman" pitchFamily="18" charset="0"/>
              </a:rPr>
              <a:t>33</a:t>
            </a:r>
            <a:r>
              <a:rPr lang="zh-CN" altLang="en-US" sz="2800">
                <a:latin typeface="Times New Roman" pitchFamily="18" charset="0"/>
              </a:rPr>
              <a:t>=</a:t>
            </a:r>
            <a:r>
              <a:rPr lang="en-US" altLang="zh-CN" sz="2800">
                <a:latin typeface="Times New Roman" pitchFamily="18" charset="0"/>
              </a:rPr>
              <a:t>b</a:t>
            </a:r>
            <a:r>
              <a:rPr lang="en-US" altLang="zh-CN" sz="2800" baseline="-25000">
                <a:latin typeface="Times New Roman" pitchFamily="18" charset="0"/>
              </a:rPr>
              <a:t>3</a:t>
            </a:r>
            <a:r>
              <a:rPr lang="zh-CN" altLang="en-US" sz="2800">
                <a:latin typeface="Times New Roman" pitchFamily="18" charset="0"/>
              </a:rPr>
              <a:t>-</a:t>
            </a:r>
            <a:r>
              <a:rPr lang="en-US" altLang="zh-CN" sz="2800">
                <a:latin typeface="Times New Roman" pitchFamily="18" charset="0"/>
              </a:rPr>
              <a:t>a</a:t>
            </a:r>
            <a:r>
              <a:rPr lang="en-US" altLang="zh-CN" sz="2800" baseline="-25000">
                <a:latin typeface="Times New Roman" pitchFamily="18" charset="0"/>
              </a:rPr>
              <a:t>3</a:t>
            </a:r>
            <a:r>
              <a:rPr lang="en-US" altLang="zh-CN" sz="2800">
                <a:latin typeface="Times New Roman" pitchFamily="18" charset="0"/>
              </a:rPr>
              <a:t>u</a:t>
            </a:r>
            <a:r>
              <a:rPr lang="en-US" altLang="zh-CN" sz="2800" baseline="-25000">
                <a:latin typeface="Times New Roman" pitchFamily="18" charset="0"/>
              </a:rPr>
              <a:t>23   </a:t>
            </a:r>
            <a:r>
              <a:rPr lang="en-US" altLang="zh-CN" sz="2800" i="1">
                <a:latin typeface="Times New Roman" pitchFamily="18" charset="0"/>
              </a:rPr>
              <a:t>u</a:t>
            </a:r>
            <a:r>
              <a:rPr lang="en-US" altLang="zh-CN" sz="2800" baseline="-25000">
                <a:latin typeface="Times New Roman" pitchFamily="18" charset="0"/>
              </a:rPr>
              <a:t>34</a:t>
            </a:r>
            <a:r>
              <a:rPr lang="zh-CN" altLang="en-US" sz="2800">
                <a:latin typeface="Times New Roman" pitchFamily="18" charset="0"/>
              </a:rPr>
              <a:t>=</a:t>
            </a:r>
            <a:r>
              <a:rPr lang="en-US" altLang="zh-CN" sz="2800">
                <a:latin typeface="Times New Roman" pitchFamily="18" charset="0"/>
              </a:rPr>
              <a:t>c</a:t>
            </a:r>
            <a:r>
              <a:rPr lang="en-US" altLang="zh-CN" sz="2800" baseline="-25000">
                <a:latin typeface="Times New Roman" pitchFamily="18" charset="0"/>
              </a:rPr>
              <a:t>3</a:t>
            </a:r>
            <a:r>
              <a:rPr lang="zh-CN" altLang="en-US"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33</a:t>
            </a:r>
            <a:r>
              <a:rPr lang="zh-CN" altLang="en-US" sz="2800">
                <a:latin typeface="Times New Roman" pitchFamily="18" charset="0"/>
              </a:rPr>
              <a:t>                 0</a:t>
            </a:r>
          </a:p>
        </p:txBody>
      </p:sp>
      <p:grpSp>
        <p:nvGrpSpPr>
          <p:cNvPr id="34825" name="Group 1035"/>
          <p:cNvGrpSpPr>
            <a:grpSpLocks/>
          </p:cNvGrpSpPr>
          <p:nvPr/>
        </p:nvGrpSpPr>
        <p:grpSpPr bwMode="auto">
          <a:xfrm>
            <a:off x="228600" y="2286000"/>
            <a:ext cx="8915400" cy="2117725"/>
            <a:chOff x="144" y="1680"/>
            <a:chExt cx="5616" cy="1581"/>
          </a:xfrm>
        </p:grpSpPr>
        <p:sp>
          <p:nvSpPr>
            <p:cNvPr id="34829" name="Rectangle 1036"/>
            <p:cNvSpPr>
              <a:spLocks noChangeArrowheads="1"/>
            </p:cNvSpPr>
            <p:nvPr/>
          </p:nvSpPr>
          <p:spPr bwMode="auto">
            <a:xfrm>
              <a:off x="144" y="2636"/>
              <a:ext cx="56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i="1">
                  <a:latin typeface="Times New Roman" pitchFamily="18" charset="0"/>
                </a:rPr>
                <a:t>               l</a:t>
              </a:r>
              <a:r>
                <a:rPr lang="en-US" altLang="zh-CN" sz="2800" i="1" baseline="-25000">
                  <a:latin typeface="Times New Roman" pitchFamily="18" charset="0"/>
                </a:rPr>
                <a:t>n-1 n-2</a:t>
              </a:r>
              <a:r>
                <a:rPr lang="zh-CN" altLang="en-US"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n-1  </a:t>
              </a:r>
              <a:r>
                <a:rPr lang="en-US" altLang="zh-CN" sz="2800" i="1">
                  <a:latin typeface="Times New Roman" pitchFamily="18" charset="0"/>
                </a:rPr>
                <a:t> l</a:t>
              </a:r>
              <a:r>
                <a:rPr lang="en-US" altLang="zh-CN" sz="2800" i="1" baseline="-25000">
                  <a:latin typeface="Times New Roman" pitchFamily="18" charset="0"/>
                </a:rPr>
                <a:t>n-1 n-1</a:t>
              </a:r>
              <a:r>
                <a:rPr lang="zh-CN" altLang="en-US" sz="2800">
                  <a:latin typeface="Times New Roman" pitchFamily="18" charset="0"/>
                </a:rPr>
                <a:t>=</a:t>
              </a:r>
              <a:r>
                <a:rPr lang="en-US" altLang="zh-CN" sz="2800" i="1">
                  <a:latin typeface="Times New Roman" pitchFamily="18" charset="0"/>
                </a:rPr>
                <a:t>b</a:t>
              </a:r>
              <a:r>
                <a:rPr lang="en-US" altLang="zh-CN" sz="2800" i="1" baseline="-25000">
                  <a:latin typeface="Times New Roman" pitchFamily="18" charset="0"/>
                </a:rPr>
                <a:t>n-1</a:t>
              </a:r>
              <a:r>
                <a:rPr lang="zh-CN" altLang="en-US" sz="2800" i="1">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n-1</a:t>
              </a:r>
              <a:r>
                <a:rPr lang="en-US" altLang="zh-CN" sz="2800" i="1">
                  <a:latin typeface="Times New Roman" pitchFamily="18" charset="0"/>
                </a:rPr>
                <a:t>u</a:t>
              </a:r>
              <a:r>
                <a:rPr lang="en-US" altLang="zh-CN" sz="2800" i="1" baseline="-25000">
                  <a:latin typeface="Times New Roman" pitchFamily="18" charset="0"/>
                </a:rPr>
                <a:t>n-2 n-1</a:t>
              </a:r>
              <a:r>
                <a:rPr lang="en-US" altLang="zh-CN" sz="2800" baseline="-25000">
                  <a:latin typeface="Times New Roman" pitchFamily="18" charset="0"/>
                </a:rPr>
                <a:t>   </a:t>
              </a:r>
              <a:r>
                <a:rPr lang="en-US" altLang="zh-CN" sz="2800" i="1">
                  <a:latin typeface="Times New Roman" pitchFamily="18" charset="0"/>
                </a:rPr>
                <a:t>u</a:t>
              </a:r>
              <a:r>
                <a:rPr lang="en-US" altLang="zh-CN" sz="2800" i="1" baseline="-25000">
                  <a:latin typeface="Times New Roman" pitchFamily="18" charset="0"/>
                </a:rPr>
                <a:t>n-1 n</a:t>
              </a:r>
              <a:r>
                <a:rPr lang="zh-CN" altLang="en-US" sz="2800">
                  <a:latin typeface="Times New Roman" pitchFamily="18" charset="0"/>
                </a:rPr>
                <a:t>=</a:t>
              </a:r>
              <a:r>
                <a:rPr lang="en-US" altLang="zh-CN" sz="2800" i="1">
                  <a:latin typeface="Times New Roman" pitchFamily="18" charset="0"/>
                </a:rPr>
                <a:t>c</a:t>
              </a:r>
              <a:r>
                <a:rPr lang="en-US" altLang="zh-CN" sz="2800" i="1" baseline="-25000">
                  <a:latin typeface="Times New Roman" pitchFamily="18" charset="0"/>
                </a:rPr>
                <a:t>n-1</a:t>
              </a:r>
              <a:r>
                <a:rPr lang="zh-CN" altLang="en-US" sz="2800" i="1">
                  <a:latin typeface="Times New Roman" pitchFamily="18" charset="0"/>
                </a:rPr>
                <a:t>/</a:t>
              </a:r>
              <a:r>
                <a:rPr lang="en-US" altLang="zh-CN" sz="2800" i="1">
                  <a:latin typeface="Times New Roman" pitchFamily="18" charset="0"/>
                </a:rPr>
                <a:t>l</a:t>
              </a:r>
              <a:r>
                <a:rPr lang="en-US" altLang="zh-CN" sz="2800" i="1" baseline="-25000">
                  <a:latin typeface="Times New Roman" pitchFamily="18" charset="0"/>
                </a:rPr>
                <a:t>n-1 n-1</a:t>
              </a:r>
              <a:endParaRPr lang="zh-CN" altLang="en-US" sz="2800" i="1">
                <a:latin typeface="Times New Roman" pitchFamily="18" charset="0"/>
              </a:endParaRPr>
            </a:p>
          </p:txBody>
        </p:sp>
        <p:sp>
          <p:nvSpPr>
            <p:cNvPr id="34830" name="Rectangle 1037"/>
            <p:cNvSpPr>
              <a:spLocks noChangeArrowheads="1"/>
            </p:cNvSpPr>
            <p:nvPr/>
          </p:nvSpPr>
          <p:spPr bwMode="auto">
            <a:xfrm>
              <a:off x="144" y="2974"/>
              <a:ext cx="5616"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en-US" altLang="zh-CN" sz="2800">
                  <a:latin typeface="Times New Roman" pitchFamily="18" charset="0"/>
                </a:rPr>
                <a:t>0</a:t>
              </a:r>
              <a:r>
                <a:rPr lang="en-US" altLang="zh-CN" sz="2800" i="1">
                  <a:latin typeface="Times New Roman" pitchFamily="18" charset="0"/>
                </a:rPr>
                <a:t>   ……… </a:t>
              </a:r>
              <a:r>
                <a:rPr lang="en-US" altLang="zh-CN" sz="2800">
                  <a:latin typeface="Times New Roman" pitchFamily="18" charset="0"/>
                </a:rPr>
                <a:t>0</a:t>
              </a:r>
              <a:r>
                <a:rPr lang="en-US" altLang="zh-CN" sz="2800" baseline="-25000">
                  <a:latin typeface="Times New Roman" pitchFamily="18" charset="0"/>
                </a:rPr>
                <a:t> </a:t>
              </a:r>
              <a:r>
                <a:rPr lang="en-US" altLang="zh-CN" sz="2800" i="1" baseline="-25000">
                  <a:latin typeface="Times New Roman" pitchFamily="18" charset="0"/>
                </a:rPr>
                <a:t>        </a:t>
              </a:r>
              <a:r>
                <a:rPr lang="en-US" altLang="zh-CN" sz="2800" i="1">
                  <a:latin typeface="Times New Roman" pitchFamily="18" charset="0"/>
                </a:rPr>
                <a:t>                l</a:t>
              </a:r>
              <a:r>
                <a:rPr lang="en-US" altLang="zh-CN" sz="2800" i="1" baseline="-25000">
                  <a:latin typeface="Times New Roman" pitchFamily="18" charset="0"/>
                </a:rPr>
                <a:t>n n-1</a:t>
              </a:r>
              <a:r>
                <a:rPr lang="zh-CN" altLang="en-US" sz="2800">
                  <a:latin typeface="Times New Roman" pitchFamily="18" charset="0"/>
                </a:rPr>
                <a:t>=</a:t>
              </a:r>
              <a:r>
                <a:rPr lang="en-US" altLang="zh-CN" sz="2800" i="1">
                  <a:latin typeface="Times New Roman" pitchFamily="18" charset="0"/>
                </a:rPr>
                <a:t>a</a:t>
              </a:r>
              <a:r>
                <a:rPr lang="en-US" altLang="zh-CN" sz="2800" i="1" baseline="-25000">
                  <a:latin typeface="Times New Roman" pitchFamily="18" charset="0"/>
                </a:rPr>
                <a:t>n                             </a:t>
              </a:r>
              <a:r>
                <a:rPr lang="en-US" altLang="zh-CN" sz="2800" i="1">
                  <a:latin typeface="Times New Roman" pitchFamily="18" charset="0"/>
                </a:rPr>
                <a:t>l</a:t>
              </a:r>
              <a:r>
                <a:rPr lang="en-US" altLang="zh-CN" sz="2800" i="1" baseline="-25000">
                  <a:latin typeface="Times New Roman" pitchFamily="18" charset="0"/>
                </a:rPr>
                <a:t>nn</a:t>
              </a:r>
              <a:r>
                <a:rPr lang="zh-CN" altLang="en-US" sz="2800">
                  <a:latin typeface="Times New Roman" pitchFamily="18" charset="0"/>
                </a:rPr>
                <a:t>= </a:t>
              </a:r>
              <a:r>
                <a:rPr lang="en-US" altLang="zh-CN" sz="2800" i="1">
                  <a:latin typeface="Times New Roman" pitchFamily="18" charset="0"/>
                </a:rPr>
                <a:t>b</a:t>
              </a:r>
              <a:r>
                <a:rPr lang="en-US" altLang="zh-CN" sz="2800" i="1" baseline="-25000">
                  <a:latin typeface="Times New Roman" pitchFamily="18" charset="0"/>
                </a:rPr>
                <a:t>n</a:t>
              </a:r>
              <a:r>
                <a:rPr lang="en-US" altLang="zh-CN" sz="2800">
                  <a:latin typeface="Times New Roman" pitchFamily="18" charset="0"/>
                </a:rPr>
                <a:t>- </a:t>
              </a:r>
              <a:r>
                <a:rPr lang="en-US" altLang="zh-CN" sz="2800" i="1">
                  <a:latin typeface="Times New Roman" pitchFamily="18" charset="0"/>
                </a:rPr>
                <a:t>a</a:t>
              </a:r>
              <a:r>
                <a:rPr lang="en-US" altLang="zh-CN" sz="2800" i="1" baseline="-25000">
                  <a:latin typeface="Times New Roman" pitchFamily="18" charset="0"/>
                </a:rPr>
                <a:t>n</a:t>
              </a:r>
              <a:r>
                <a:rPr lang="en-US" altLang="zh-CN" sz="2800" i="1">
                  <a:latin typeface="Times New Roman" pitchFamily="18" charset="0"/>
                </a:rPr>
                <a:t>u</a:t>
              </a:r>
              <a:r>
                <a:rPr lang="en-US" altLang="zh-CN" sz="2800" i="1" baseline="-25000">
                  <a:latin typeface="Times New Roman" pitchFamily="18" charset="0"/>
                </a:rPr>
                <a:t>n-1 n </a:t>
              </a:r>
              <a:endParaRPr lang="zh-CN" altLang="en-US" sz="2800" i="1" baseline="-25000">
                <a:latin typeface="Times New Roman" pitchFamily="18" charset="0"/>
              </a:endParaRPr>
            </a:p>
          </p:txBody>
        </p:sp>
        <p:sp>
          <p:nvSpPr>
            <p:cNvPr id="34831" name="Line 1038"/>
            <p:cNvSpPr>
              <a:spLocks noChangeShapeType="1"/>
            </p:cNvSpPr>
            <p:nvPr/>
          </p:nvSpPr>
          <p:spPr bwMode="auto">
            <a:xfrm>
              <a:off x="192" y="2112"/>
              <a:ext cx="0" cy="816"/>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4832" name="Line 1039"/>
            <p:cNvSpPr>
              <a:spLocks noChangeShapeType="1"/>
            </p:cNvSpPr>
            <p:nvPr/>
          </p:nvSpPr>
          <p:spPr bwMode="auto">
            <a:xfrm>
              <a:off x="288" y="2160"/>
              <a:ext cx="816" cy="864"/>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4833" name="Line 1040"/>
            <p:cNvSpPr>
              <a:spLocks noChangeShapeType="1"/>
            </p:cNvSpPr>
            <p:nvPr/>
          </p:nvSpPr>
          <p:spPr bwMode="auto">
            <a:xfrm>
              <a:off x="1008" y="2208"/>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4834" name="Line 1041"/>
            <p:cNvSpPr>
              <a:spLocks noChangeShapeType="1"/>
            </p:cNvSpPr>
            <p:nvPr/>
          </p:nvSpPr>
          <p:spPr bwMode="auto">
            <a:xfrm>
              <a:off x="2304" y="2160"/>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4835" name="Line 1042"/>
            <p:cNvSpPr>
              <a:spLocks noChangeShapeType="1"/>
            </p:cNvSpPr>
            <p:nvPr/>
          </p:nvSpPr>
          <p:spPr bwMode="auto">
            <a:xfrm>
              <a:off x="3840" y="2208"/>
              <a:ext cx="432" cy="43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4836" name="Line 1043"/>
            <p:cNvSpPr>
              <a:spLocks noChangeShapeType="1"/>
            </p:cNvSpPr>
            <p:nvPr/>
          </p:nvSpPr>
          <p:spPr bwMode="auto">
            <a:xfrm>
              <a:off x="3984" y="1680"/>
              <a:ext cx="672" cy="672"/>
            </a:xfrm>
            <a:prstGeom prst="line">
              <a:avLst/>
            </a:prstGeom>
            <a:noFill/>
            <a:ln w="38100">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34837" name="Rectangle 1044"/>
            <p:cNvSpPr>
              <a:spLocks noChangeArrowheads="1"/>
            </p:cNvSpPr>
            <p:nvPr/>
          </p:nvSpPr>
          <p:spPr bwMode="auto">
            <a:xfrm>
              <a:off x="4944" y="2265"/>
              <a:ext cx="228"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latin typeface="Times New Roman" pitchFamily="18" charset="0"/>
                </a:rPr>
                <a:t>0</a:t>
              </a:r>
            </a:p>
          </p:txBody>
        </p:sp>
      </p:grpSp>
      <p:grpSp>
        <p:nvGrpSpPr>
          <p:cNvPr id="352280" name="Group 1048"/>
          <p:cNvGrpSpPr>
            <a:grpSpLocks/>
          </p:cNvGrpSpPr>
          <p:nvPr/>
        </p:nvGrpSpPr>
        <p:grpSpPr bwMode="auto">
          <a:xfrm>
            <a:off x="1219200" y="4495800"/>
            <a:ext cx="7620000" cy="2101850"/>
            <a:chOff x="768" y="2832"/>
            <a:chExt cx="4800" cy="1324"/>
          </a:xfrm>
        </p:grpSpPr>
        <p:sp>
          <p:nvSpPr>
            <p:cNvPr id="34827" name="Rectangle 1046"/>
            <p:cNvSpPr>
              <a:spLocks noChangeArrowheads="1"/>
            </p:cNvSpPr>
            <p:nvPr/>
          </p:nvSpPr>
          <p:spPr bwMode="auto">
            <a:xfrm>
              <a:off x="1080" y="2832"/>
              <a:ext cx="4488" cy="1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70000"/>
                </a:lnSpc>
                <a:spcBef>
                  <a:spcPts val="1200"/>
                </a:spcBef>
                <a:buClr>
                  <a:srgbClr val="27305F"/>
                </a:buClr>
                <a:buSzPct val="60000"/>
                <a:buFont typeface="Wingdings" pitchFamily="2" charset="2"/>
                <a:buNone/>
              </a:pPr>
              <a:r>
                <a:rPr lang="en-US" altLang="zh-CN" sz="2800" i="1">
                  <a:latin typeface="Times New Roman" pitchFamily="18" charset="0"/>
                </a:rPr>
                <a:t>u</a:t>
              </a:r>
              <a:r>
                <a:rPr lang="en-US" altLang="zh-CN" sz="2800" baseline="-25000">
                  <a:latin typeface="Times New Roman" pitchFamily="18" charset="0"/>
                </a:rPr>
                <a:t>11</a:t>
              </a: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12</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1</a:t>
              </a:r>
              <a:endParaRPr lang="en-US" altLang="zh-CN" sz="2800">
                <a:latin typeface="Times New Roman" pitchFamily="18" charset="0"/>
              </a:endParaRPr>
            </a:p>
            <a:p>
              <a:pPr marL="258763" indent="-258763" algn="l" defTabSz="814388">
                <a:lnSpc>
                  <a:spcPct val="70000"/>
                </a:lnSpc>
                <a:spcBef>
                  <a:spcPts val="1200"/>
                </a:spcBef>
                <a:buClr>
                  <a:srgbClr val="27305F"/>
                </a:buClr>
                <a:buSzPct val="60000"/>
                <a:buFont typeface="Wingdings" pitchFamily="2" charset="2"/>
                <a:buNone/>
              </a:pP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22</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23</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2</a:t>
              </a:r>
              <a:endParaRPr lang="en-US" altLang="zh-CN" sz="2800">
                <a:latin typeface="Times New Roman" pitchFamily="18" charset="0"/>
              </a:endParaRPr>
            </a:p>
            <a:p>
              <a:pPr marL="258763" indent="-258763" algn="l" defTabSz="814388">
                <a:lnSpc>
                  <a:spcPct val="70000"/>
                </a:lnSpc>
                <a:spcBef>
                  <a:spcPts val="1200"/>
                </a:spcBef>
                <a:buClr>
                  <a:srgbClr val="27305F"/>
                </a:buClr>
                <a:buSzPct val="60000"/>
                <a:buFont typeface="Wingdings" pitchFamily="2" charset="2"/>
                <a:buNone/>
              </a:pPr>
              <a:r>
                <a:rPr lang="en-US" altLang="zh-CN" sz="2800">
                  <a:latin typeface="Times New Roman" pitchFamily="18" charset="0"/>
                </a:rPr>
                <a:t>                           …….                                    </a:t>
              </a:r>
            </a:p>
            <a:p>
              <a:pPr marL="258763" indent="-258763" algn="l" defTabSz="814388">
                <a:lnSpc>
                  <a:spcPct val="70000"/>
                </a:lnSpc>
                <a:spcBef>
                  <a:spcPts val="1200"/>
                </a:spcBef>
                <a:buClr>
                  <a:srgbClr val="27305F"/>
                </a:buClr>
                <a:buSzPct val="60000"/>
                <a:buFont typeface="Wingdings" pitchFamily="2" charset="2"/>
                <a:buNone/>
              </a:pPr>
              <a:r>
                <a:rPr lang="en-US" altLang="zh-CN" sz="2800" i="1">
                  <a:latin typeface="Times New Roman" pitchFamily="18" charset="0"/>
                </a:rPr>
                <a:t>                           u</a:t>
              </a:r>
              <a:r>
                <a:rPr lang="en-US" altLang="zh-CN" sz="2800" baseline="-25000">
                  <a:latin typeface="Times New Roman" pitchFamily="18" charset="0"/>
                </a:rPr>
                <a:t>(n-1) (n-1) </a:t>
              </a:r>
              <a:r>
                <a:rPr lang="en-US" altLang="zh-CN" sz="2800" i="1">
                  <a:latin typeface="Times New Roman" pitchFamily="18" charset="0"/>
                </a:rPr>
                <a:t>x</a:t>
              </a:r>
              <a:r>
                <a:rPr lang="en-US" altLang="zh-CN" sz="2800" baseline="-25000">
                  <a:latin typeface="Times New Roman" pitchFamily="18" charset="0"/>
                </a:rPr>
                <a:t>n-1</a:t>
              </a: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(n-1) n </a:t>
              </a: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n-1</a:t>
              </a:r>
              <a:endParaRPr lang="en-US" altLang="zh-CN" sz="2800">
                <a:latin typeface="Times New Roman" pitchFamily="18" charset="0"/>
              </a:endParaRPr>
            </a:p>
            <a:p>
              <a:pPr marL="258763" indent="-258763" algn="l" defTabSz="814388">
                <a:lnSpc>
                  <a:spcPct val="70000"/>
                </a:lnSpc>
                <a:spcBef>
                  <a:spcPts val="1200"/>
                </a:spcBef>
                <a:buClr>
                  <a:srgbClr val="27305F"/>
                </a:buClr>
                <a:buSzPct val="60000"/>
                <a:buFont typeface="Wingdings" pitchFamily="2" charset="2"/>
                <a:buNone/>
              </a:pPr>
              <a:r>
                <a:rPr lang="en-US" altLang="zh-CN" sz="2800" i="1">
                  <a:latin typeface="Times New Roman" pitchFamily="18" charset="0"/>
                </a:rPr>
                <a:t>                                                         u</a:t>
              </a:r>
              <a:r>
                <a:rPr lang="en-US" altLang="zh-CN" sz="2800" baseline="-25000">
                  <a:latin typeface="Times New Roman" pitchFamily="18" charset="0"/>
                </a:rPr>
                <a:t>nn</a:t>
              </a:r>
              <a:r>
                <a:rPr lang="en-US" altLang="zh-CN" sz="2800" i="1">
                  <a:latin typeface="Times New Roman" pitchFamily="18" charset="0"/>
                </a:rPr>
                <a:t>x</a:t>
              </a:r>
              <a:r>
                <a:rPr lang="en-US" altLang="zh-CN" sz="2800" baseline="-25000">
                  <a:latin typeface="Times New Roman" pitchFamily="18" charset="0"/>
                </a:rPr>
                <a:t>n</a:t>
              </a:r>
              <a:r>
                <a:rPr lang="en-US" altLang="zh-CN" sz="2800">
                  <a:latin typeface="Times New Roman" pitchFamily="18" charset="0"/>
                </a:rPr>
                <a:t>=</a:t>
              </a:r>
              <a:r>
                <a:rPr lang="en-US" altLang="zh-CN" sz="2800" i="1">
                  <a:latin typeface="Times New Roman" pitchFamily="18" charset="0"/>
                </a:rPr>
                <a:t>z</a:t>
              </a:r>
              <a:r>
                <a:rPr lang="en-US" altLang="zh-CN" sz="2800" baseline="-25000">
                  <a:latin typeface="Times New Roman" pitchFamily="18" charset="0"/>
                </a:rPr>
                <a:t>n</a:t>
              </a:r>
            </a:p>
          </p:txBody>
        </p:sp>
        <p:sp>
          <p:nvSpPr>
            <p:cNvPr id="34828" name="AutoShape 1047"/>
            <p:cNvSpPr>
              <a:spLocks/>
            </p:cNvSpPr>
            <p:nvPr/>
          </p:nvSpPr>
          <p:spPr bwMode="auto">
            <a:xfrm>
              <a:off x="768" y="2928"/>
              <a:ext cx="240" cy="1152"/>
            </a:xfrm>
            <a:prstGeom prst="leftBrace">
              <a:avLst>
                <a:gd name="adj1" fmla="val 40000"/>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52280"/>
                                        </p:tgtEl>
                                        <p:attrNameLst>
                                          <p:attrName>style.visibility</p:attrName>
                                        </p:attrNameLst>
                                      </p:cBhvr>
                                      <p:to>
                                        <p:strVal val="visible"/>
                                      </p:to>
                                    </p:set>
                                    <p:anim calcmode="lin" valueType="num">
                                      <p:cBhvr additive="base">
                                        <p:cTn id="7" dur="500" fill="hold"/>
                                        <p:tgtEl>
                                          <p:spTgt spid="352280"/>
                                        </p:tgtEl>
                                        <p:attrNameLst>
                                          <p:attrName>ppt_x</p:attrName>
                                        </p:attrNameLst>
                                      </p:cBhvr>
                                      <p:tavLst>
                                        <p:tav tm="0">
                                          <p:val>
                                            <p:strVal val="0-#ppt_w/2"/>
                                          </p:val>
                                        </p:tav>
                                        <p:tav tm="100000">
                                          <p:val>
                                            <p:strVal val="#ppt_x"/>
                                          </p:val>
                                        </p:tav>
                                      </p:tavLst>
                                    </p:anim>
                                    <p:anim calcmode="lin" valueType="num">
                                      <p:cBhvr additive="base">
                                        <p:cTn id="8" dur="500" fill="hold"/>
                                        <p:tgtEl>
                                          <p:spTgt spid="35228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3D1E3773-378E-4828-9EEE-149C1907D69A}" type="slidenum">
              <a:rPr lang="zh-CN" altLang="en-US" b="0" smtClean="0"/>
              <a:pPr/>
              <a:t>33</a:t>
            </a:fld>
            <a:endParaRPr lang="en-US" altLang="zh-CN" b="0" smtClean="0"/>
          </a:p>
        </p:txBody>
      </p:sp>
      <p:sp>
        <p:nvSpPr>
          <p:cNvPr id="3584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394732EC-CA71-4D3D-A60E-DB42DF86A4DD}" type="datetime1">
              <a:rPr lang="zh-CN" altLang="en-US" sz="1800" b="0" smtClean="0"/>
              <a:pPr/>
              <a:t>2024/9/23</a:t>
            </a:fld>
            <a:endParaRPr lang="en-US" altLang="zh-CN" sz="1800" b="0" smtClean="0"/>
          </a:p>
        </p:txBody>
      </p:sp>
      <p:sp>
        <p:nvSpPr>
          <p:cNvPr id="448514" name="Rectangle 2"/>
          <p:cNvSpPr>
            <a:spLocks noGrp="1" noChangeArrowheads="1"/>
          </p:cNvSpPr>
          <p:nvPr>
            <p:ph type="title"/>
          </p:nvPr>
        </p:nvSpPr>
        <p:spPr/>
        <p:txBody>
          <a:bodyPr/>
          <a:lstStyle/>
          <a:p>
            <a:pPr>
              <a:defRPr/>
            </a:pPr>
            <a:r>
              <a:rPr lang="zh-CN" altLang="en-US" smtClean="0"/>
              <a:t>1.5 追赶法</a:t>
            </a:r>
          </a:p>
        </p:txBody>
      </p:sp>
      <p:sp>
        <p:nvSpPr>
          <p:cNvPr id="35845" name="Rectangle 3"/>
          <p:cNvSpPr>
            <a:spLocks noGrp="1" noChangeArrowheads="1"/>
          </p:cNvSpPr>
          <p:nvPr>
            <p:ph type="body" idx="1"/>
          </p:nvPr>
        </p:nvSpPr>
        <p:spPr>
          <a:xfrm>
            <a:off x="457200" y="1143000"/>
            <a:ext cx="8142288" cy="438150"/>
          </a:xfrm>
        </p:spPr>
        <p:txBody>
          <a:bodyPr/>
          <a:lstStyle/>
          <a:p>
            <a:r>
              <a:rPr lang="zh-CN" altLang="en-US" sz="3200" smtClean="0"/>
              <a:t>（3）</a:t>
            </a:r>
            <a:r>
              <a:rPr lang="en-US" altLang="zh-CN" sz="3200" i="1" smtClean="0"/>
              <a:t>x</a:t>
            </a:r>
            <a:r>
              <a:rPr lang="en-US" altLang="zh-CN" sz="3200" i="1" baseline="-25000" smtClean="0"/>
              <a:t>i </a:t>
            </a:r>
            <a:r>
              <a:rPr lang="en-US" altLang="zh-CN" sz="3200" smtClean="0"/>
              <a:t>(</a:t>
            </a:r>
            <a:r>
              <a:rPr lang="en-US" altLang="zh-CN" sz="3200" i="1" smtClean="0"/>
              <a:t>i</a:t>
            </a:r>
            <a:r>
              <a:rPr lang="en-US" altLang="zh-CN" sz="3200" smtClean="0"/>
              <a:t>=</a:t>
            </a:r>
            <a:r>
              <a:rPr lang="en-US" altLang="zh-CN" sz="3200" i="1" smtClean="0"/>
              <a:t>n</a:t>
            </a:r>
            <a:r>
              <a:rPr lang="en-US" altLang="zh-CN" sz="3200" smtClean="0"/>
              <a:t>, </a:t>
            </a:r>
            <a:r>
              <a:rPr lang="en-US" altLang="zh-CN" sz="3200" i="1" smtClean="0"/>
              <a:t>n</a:t>
            </a:r>
            <a:r>
              <a:rPr lang="en-US" altLang="zh-CN" sz="3200" smtClean="0"/>
              <a:t>-1, …, 2, 1)</a:t>
            </a:r>
            <a:endParaRPr lang="zh-CN" altLang="en-US" sz="3200" smtClean="0"/>
          </a:p>
        </p:txBody>
      </p:sp>
      <p:graphicFrame>
        <p:nvGraphicFramePr>
          <p:cNvPr id="35846" name="Object 4"/>
          <p:cNvGraphicFramePr>
            <a:graphicFrameLocks noChangeAspect="1"/>
          </p:cNvGraphicFramePr>
          <p:nvPr/>
        </p:nvGraphicFramePr>
        <p:xfrm>
          <a:off x="0" y="1676400"/>
          <a:ext cx="4178300" cy="3124200"/>
        </p:xfrm>
        <a:graphic>
          <a:graphicData uri="http://schemas.openxmlformats.org/presentationml/2006/ole">
            <mc:AlternateContent xmlns:mc="http://schemas.openxmlformats.org/markup-compatibility/2006">
              <mc:Choice xmlns:v="urn:schemas-microsoft-com:vml" Requires="v">
                <p:oleObj spid="_x0000_s35858" name="Equation" r:id="rId3" imgW="1384300" imgH="1193800" progId="Equation.3">
                  <p:embed/>
                </p:oleObj>
              </mc:Choice>
              <mc:Fallback>
                <p:oleObj name="Equation" r:id="rId3" imgW="1384300" imgH="11938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676400"/>
                        <a:ext cx="4178300" cy="312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7" name="Object 5"/>
          <p:cNvGraphicFramePr>
            <a:graphicFrameLocks noChangeAspect="1"/>
          </p:cNvGraphicFramePr>
          <p:nvPr/>
        </p:nvGraphicFramePr>
        <p:xfrm>
          <a:off x="647700" y="5060950"/>
          <a:ext cx="6286500" cy="1263650"/>
        </p:xfrm>
        <a:graphic>
          <a:graphicData uri="http://schemas.openxmlformats.org/presentationml/2006/ole">
            <mc:AlternateContent xmlns:mc="http://schemas.openxmlformats.org/markup-compatibility/2006">
              <mc:Choice xmlns:v="urn:schemas-microsoft-com:vml" Requires="v">
                <p:oleObj spid="_x0000_s35859" name="Equation" r:id="rId5" imgW="2387600" imgH="457200" progId="Equation.3">
                  <p:embed/>
                </p:oleObj>
              </mc:Choice>
              <mc:Fallback>
                <p:oleObj name="Equation" r:id="rId5" imgW="238760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700" y="5060950"/>
                        <a:ext cx="6286500" cy="1263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8518" name="Object 6"/>
          <p:cNvGraphicFramePr>
            <a:graphicFrameLocks noChangeAspect="1"/>
          </p:cNvGraphicFramePr>
          <p:nvPr/>
        </p:nvGraphicFramePr>
        <p:xfrm>
          <a:off x="4435475" y="1676400"/>
          <a:ext cx="4022725" cy="3124200"/>
        </p:xfrm>
        <a:graphic>
          <a:graphicData uri="http://schemas.openxmlformats.org/presentationml/2006/ole">
            <mc:AlternateContent xmlns:mc="http://schemas.openxmlformats.org/markup-compatibility/2006">
              <mc:Choice xmlns:v="urn:schemas-microsoft-com:vml" Requires="v">
                <p:oleObj spid="_x0000_s35860" name="Equation" r:id="rId7" imgW="1371600" imgH="1193800" progId="Equation.3">
                  <p:embed/>
                </p:oleObj>
              </mc:Choice>
              <mc:Fallback>
                <p:oleObj name="Equation" r:id="rId7" imgW="1371600" imgH="1193800"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35475" y="1676400"/>
                        <a:ext cx="4022725" cy="312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48518"/>
                                        </p:tgtEl>
                                        <p:attrNameLst>
                                          <p:attrName>style.visibility</p:attrName>
                                        </p:attrNameLst>
                                      </p:cBhvr>
                                      <p:to>
                                        <p:strVal val="visible"/>
                                      </p:to>
                                    </p:set>
                                    <p:animEffect transition="in" filter="dissolve">
                                      <p:cBhvr>
                                        <p:cTn id="7" dur="500"/>
                                        <p:tgtEl>
                                          <p:spTgt spid="4485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48517"/>
                                        </p:tgtEl>
                                        <p:attrNameLst>
                                          <p:attrName>style.visibility</p:attrName>
                                        </p:attrNameLst>
                                      </p:cBhvr>
                                      <p:to>
                                        <p:strVal val="visible"/>
                                      </p:to>
                                    </p:set>
                                    <p:animEffect transition="in" filter="dissolve">
                                      <p:cBhvr>
                                        <p:cTn id="12" dur="500"/>
                                        <p:tgtEl>
                                          <p:spTgt spid="4485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D33B943-3156-45B1-A73F-2DB6331D6FF4}" type="slidenum">
              <a:rPr lang="zh-CN" altLang="en-US" b="0" smtClean="0"/>
              <a:pPr/>
              <a:t>34</a:t>
            </a:fld>
            <a:endParaRPr lang="en-US" altLang="zh-CN" b="0" smtClean="0"/>
          </a:p>
        </p:txBody>
      </p:sp>
      <p:sp>
        <p:nvSpPr>
          <p:cNvPr id="3686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0560584D-845A-4CCD-BD20-8FB889CBEB7C}" type="datetime1">
              <a:rPr lang="zh-CN" altLang="en-US" sz="1800" b="0" smtClean="0"/>
              <a:pPr/>
              <a:t>2024/9/23</a:t>
            </a:fld>
            <a:endParaRPr lang="en-US" altLang="zh-CN" sz="1800" b="0" smtClean="0"/>
          </a:p>
        </p:txBody>
      </p:sp>
      <p:sp>
        <p:nvSpPr>
          <p:cNvPr id="354306" name="Rectangle 2"/>
          <p:cNvSpPr>
            <a:spLocks noGrp="1" noChangeArrowheads="1"/>
          </p:cNvSpPr>
          <p:nvPr>
            <p:ph type="title"/>
          </p:nvPr>
        </p:nvSpPr>
        <p:spPr/>
        <p:txBody>
          <a:bodyPr/>
          <a:lstStyle/>
          <a:p>
            <a:pPr>
              <a:defRPr/>
            </a:pPr>
            <a:r>
              <a:rPr lang="zh-CN" altLang="en-US" smtClean="0"/>
              <a:t>1.5 追赶法</a:t>
            </a:r>
          </a:p>
        </p:txBody>
      </p:sp>
      <p:graphicFrame>
        <p:nvGraphicFramePr>
          <p:cNvPr id="36869" name="Object 3"/>
          <p:cNvGraphicFramePr>
            <a:graphicFrameLocks noChangeAspect="1"/>
          </p:cNvGraphicFramePr>
          <p:nvPr/>
        </p:nvGraphicFramePr>
        <p:xfrm>
          <a:off x="22225" y="2263775"/>
          <a:ext cx="9121775" cy="4437063"/>
        </p:xfrm>
        <a:graphic>
          <a:graphicData uri="http://schemas.openxmlformats.org/presentationml/2006/ole">
            <mc:AlternateContent xmlns:mc="http://schemas.openxmlformats.org/markup-compatibility/2006">
              <mc:Choice xmlns:v="urn:schemas-microsoft-com:vml" Requires="v">
                <p:oleObj spid="_x0000_s36878" name="Equation" r:id="rId3" imgW="4318000" imgH="2019300" progId="Equation.3">
                  <p:embed/>
                </p:oleObj>
              </mc:Choice>
              <mc:Fallback>
                <p:oleObj name="Equation" r:id="rId3" imgW="4318000" imgH="20193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225" y="2263775"/>
                        <a:ext cx="9121775" cy="443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0" name="Rectangle 4"/>
          <p:cNvSpPr>
            <a:spLocks noGrp="1" noChangeArrowheads="1"/>
          </p:cNvSpPr>
          <p:nvPr>
            <p:ph type="body" idx="1"/>
          </p:nvPr>
        </p:nvSpPr>
        <p:spPr>
          <a:xfrm>
            <a:off x="87313" y="1744663"/>
            <a:ext cx="8142287" cy="384175"/>
          </a:xfrm>
          <a:noFill/>
        </p:spPr>
        <p:txBody>
          <a:bodyPr/>
          <a:lstStyle/>
          <a:p>
            <a:r>
              <a:rPr lang="zh-CN" altLang="en-US" smtClean="0"/>
              <a:t>例3.4  解：按公式计算结果如下：</a:t>
            </a:r>
            <a:endParaRPr lang="en-US" altLang="zh-CN" smtClean="0">
              <a:latin typeface="宋体" pitchFamily="2" charset="-122"/>
            </a:endParaRPr>
          </a:p>
        </p:txBody>
      </p:sp>
      <p:graphicFrame>
        <p:nvGraphicFramePr>
          <p:cNvPr id="354309" name="Object 5"/>
          <p:cNvGraphicFramePr>
            <a:graphicFrameLocks noChangeAspect="1"/>
          </p:cNvGraphicFramePr>
          <p:nvPr/>
        </p:nvGraphicFramePr>
        <p:xfrm>
          <a:off x="5592763" y="533400"/>
          <a:ext cx="3094037" cy="1747838"/>
        </p:xfrm>
        <a:graphic>
          <a:graphicData uri="http://schemas.openxmlformats.org/presentationml/2006/ole">
            <mc:AlternateContent xmlns:mc="http://schemas.openxmlformats.org/markup-compatibility/2006">
              <mc:Choice xmlns:v="urn:schemas-microsoft-com:vml" Requires="v">
                <p:oleObj spid="_x0000_s36879" name="Equation" r:id="rId5" imgW="1150550" imgH="693360" progId="Equation.3">
                  <p:embed/>
                </p:oleObj>
              </mc:Choice>
              <mc:Fallback>
                <p:oleObj name="Equation" r:id="rId5" imgW="1150550" imgH="69336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2763" y="533400"/>
                        <a:ext cx="3094037" cy="1747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4309"/>
                                        </p:tgtEl>
                                        <p:attrNameLst>
                                          <p:attrName>style.visibility</p:attrName>
                                        </p:attrNameLst>
                                      </p:cBhvr>
                                      <p:to>
                                        <p:strVal val="visible"/>
                                      </p:to>
                                    </p:set>
                                    <p:animEffect transition="in" filter="dissolve">
                                      <p:cBhvr>
                                        <p:cTn id="7" dur="500"/>
                                        <p:tgtEl>
                                          <p:spTgt spid="3543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F955BF48-FFE1-4B4A-AD37-F5EBD2D5F531}" type="slidenum">
              <a:rPr lang="zh-CN" altLang="en-US" b="0" smtClean="0"/>
              <a:pPr/>
              <a:t>35</a:t>
            </a:fld>
            <a:endParaRPr lang="en-US" altLang="zh-CN" b="0" smtClean="0"/>
          </a:p>
        </p:txBody>
      </p:sp>
      <p:sp>
        <p:nvSpPr>
          <p:cNvPr id="3789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9A355FE8-AF21-49F8-8941-CD9FF2AFD8E4}" type="datetime1">
              <a:rPr lang="zh-CN" altLang="en-US" sz="1800" b="0" smtClean="0"/>
              <a:pPr/>
              <a:t>2024/9/23</a:t>
            </a:fld>
            <a:endParaRPr lang="en-US" altLang="zh-CN" sz="1800" b="0" smtClean="0"/>
          </a:p>
        </p:txBody>
      </p:sp>
      <p:sp>
        <p:nvSpPr>
          <p:cNvPr id="355330" name="Rectangle 2"/>
          <p:cNvSpPr>
            <a:spLocks noGrp="1" noChangeArrowheads="1"/>
          </p:cNvSpPr>
          <p:nvPr>
            <p:ph type="title"/>
          </p:nvPr>
        </p:nvSpPr>
        <p:spPr/>
        <p:txBody>
          <a:bodyPr/>
          <a:lstStyle/>
          <a:p>
            <a:pPr>
              <a:defRPr/>
            </a:pPr>
            <a:r>
              <a:rPr lang="zh-CN" altLang="en-US" smtClean="0"/>
              <a:t>1.5 追赶法</a:t>
            </a:r>
          </a:p>
        </p:txBody>
      </p:sp>
      <p:grpSp>
        <p:nvGrpSpPr>
          <p:cNvPr id="355331" name="Group 3"/>
          <p:cNvGrpSpPr>
            <a:grpSpLocks/>
          </p:cNvGrpSpPr>
          <p:nvPr/>
        </p:nvGrpSpPr>
        <p:grpSpPr bwMode="auto">
          <a:xfrm>
            <a:off x="609600" y="5181600"/>
            <a:ext cx="4343400" cy="1600200"/>
            <a:chOff x="912" y="1296"/>
            <a:chExt cx="3696" cy="1008"/>
          </a:xfrm>
        </p:grpSpPr>
        <p:sp>
          <p:nvSpPr>
            <p:cNvPr id="37898" name="Rectangle 4"/>
            <p:cNvSpPr>
              <a:spLocks noChangeArrowheads="1"/>
            </p:cNvSpPr>
            <p:nvPr/>
          </p:nvSpPr>
          <p:spPr bwMode="auto">
            <a:xfrm>
              <a:off x="1152" y="1296"/>
              <a:ext cx="3456" cy="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8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- 0.5</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=1</a:t>
              </a:r>
            </a:p>
            <a:p>
              <a:pPr marL="258763" indent="-258763" algn="l" defTabSz="814388">
                <a:lnSpc>
                  <a:spcPct val="8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2  </a:t>
              </a:r>
              <a:r>
                <a:rPr lang="en-US" altLang="zh-CN" sz="2800">
                  <a:latin typeface="Times New Roman" pitchFamily="18" charset="0"/>
                </a:rPr>
                <a:t>-0.66667</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=0</a:t>
              </a:r>
            </a:p>
            <a:p>
              <a:pPr marL="258763" indent="-258763" algn="l" defTabSz="814388">
                <a:lnSpc>
                  <a:spcPct val="8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3 </a:t>
              </a:r>
              <a:r>
                <a:rPr lang="en-US" altLang="zh-CN" sz="2800">
                  <a:latin typeface="Times New Roman" pitchFamily="18" charset="0"/>
                </a:rPr>
                <a:t>=3.00001</a:t>
              </a:r>
              <a:endParaRPr lang="en-US" altLang="zh-CN" sz="2800" baseline="-25000">
                <a:latin typeface="Times New Roman" pitchFamily="18" charset="0"/>
              </a:endParaRPr>
            </a:p>
          </p:txBody>
        </p:sp>
        <p:sp>
          <p:nvSpPr>
            <p:cNvPr id="37899" name="AutoShape 5"/>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pSp>
        <p:nvGrpSpPr>
          <p:cNvPr id="355334" name="Group 6"/>
          <p:cNvGrpSpPr>
            <a:grpSpLocks/>
          </p:cNvGrpSpPr>
          <p:nvPr/>
        </p:nvGrpSpPr>
        <p:grpSpPr bwMode="auto">
          <a:xfrm>
            <a:off x="5334000" y="5181600"/>
            <a:ext cx="3276600" cy="1600200"/>
            <a:chOff x="912" y="1296"/>
            <a:chExt cx="3696" cy="1008"/>
          </a:xfrm>
        </p:grpSpPr>
        <p:sp>
          <p:nvSpPr>
            <p:cNvPr id="37896" name="Rectangle 7"/>
            <p:cNvSpPr>
              <a:spLocks noChangeArrowheads="1"/>
            </p:cNvSpPr>
            <p:nvPr/>
          </p:nvSpPr>
          <p:spPr bwMode="auto">
            <a:xfrm>
              <a:off x="1152" y="1296"/>
              <a:ext cx="3456" cy="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8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=2.00001</a:t>
              </a:r>
            </a:p>
            <a:p>
              <a:pPr marL="258763" indent="-258763" algn="l" defTabSz="814388">
                <a:lnSpc>
                  <a:spcPct val="8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=2.00002</a:t>
              </a:r>
            </a:p>
            <a:p>
              <a:pPr marL="258763" indent="-258763" algn="l" defTabSz="814388">
                <a:lnSpc>
                  <a:spcPct val="80000"/>
                </a:lnSpc>
                <a:spcBef>
                  <a:spcPts val="1200"/>
                </a:spcBef>
                <a:buClr>
                  <a:srgbClr val="27305F"/>
                </a:buClr>
                <a:buSzPct val="60000"/>
                <a:buFont typeface="Wingdings" pitchFamily="2" charset="2"/>
                <a:buNone/>
              </a:pP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=3.00001</a:t>
              </a:r>
              <a:endParaRPr lang="en-US" altLang="zh-CN" sz="2800" baseline="-25000">
                <a:latin typeface="Times New Roman" pitchFamily="18" charset="0"/>
              </a:endParaRPr>
            </a:p>
          </p:txBody>
        </p:sp>
        <p:sp>
          <p:nvSpPr>
            <p:cNvPr id="37897" name="AutoShape 8"/>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graphicFrame>
        <p:nvGraphicFramePr>
          <p:cNvPr id="37895" name="Object 9"/>
          <p:cNvGraphicFramePr>
            <a:graphicFrameLocks noChangeAspect="1"/>
          </p:cNvGraphicFramePr>
          <p:nvPr/>
        </p:nvGraphicFramePr>
        <p:xfrm>
          <a:off x="22225" y="838200"/>
          <a:ext cx="9121775" cy="4437063"/>
        </p:xfrm>
        <a:graphic>
          <a:graphicData uri="http://schemas.openxmlformats.org/presentationml/2006/ole">
            <mc:AlternateContent xmlns:mc="http://schemas.openxmlformats.org/markup-compatibility/2006">
              <mc:Choice xmlns:v="urn:schemas-microsoft-com:vml" Requires="v">
                <p:oleObj spid="_x0000_s37903" name="Equation" r:id="rId4" imgW="4318000" imgH="2019300" progId="Equation.3">
                  <p:embed/>
                </p:oleObj>
              </mc:Choice>
              <mc:Fallback>
                <p:oleObj name="Equation" r:id="rId4" imgW="4318000" imgH="201930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25" y="838200"/>
                        <a:ext cx="9121775" cy="4437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5331"/>
                                        </p:tgtEl>
                                        <p:attrNameLst>
                                          <p:attrName>style.visibility</p:attrName>
                                        </p:attrNameLst>
                                      </p:cBhvr>
                                      <p:to>
                                        <p:strVal val="visible"/>
                                      </p:to>
                                    </p:set>
                                    <p:animEffect transition="in" filter="dissolve">
                                      <p:cBhvr>
                                        <p:cTn id="7" dur="500"/>
                                        <p:tgtEl>
                                          <p:spTgt spid="3553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55334"/>
                                        </p:tgtEl>
                                        <p:attrNameLst>
                                          <p:attrName>style.visibility</p:attrName>
                                        </p:attrNameLst>
                                      </p:cBhvr>
                                      <p:to>
                                        <p:strVal val="visible"/>
                                      </p:to>
                                    </p:set>
                                    <p:animEffect transition="in" filter="dissolve">
                                      <p:cBhvr>
                                        <p:cTn id="12" dur="500"/>
                                        <p:tgtEl>
                                          <p:spTgt spid="3553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510754AA-C84A-49C9-8B53-F703CD64D168}" type="slidenum">
              <a:rPr lang="zh-CN" altLang="en-US" b="0" smtClean="0"/>
              <a:pPr/>
              <a:t>36</a:t>
            </a:fld>
            <a:endParaRPr lang="en-US" altLang="zh-CN" b="0" smtClean="0"/>
          </a:p>
        </p:txBody>
      </p:sp>
      <p:sp>
        <p:nvSpPr>
          <p:cNvPr id="3891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03C61CF-123B-438A-B596-A1CB51270138}" type="datetime1">
              <a:rPr lang="zh-CN" altLang="en-US" sz="1800" b="0" smtClean="0"/>
              <a:pPr/>
              <a:t>2024/9/23</a:t>
            </a:fld>
            <a:endParaRPr lang="en-US" altLang="zh-CN" sz="1800" b="0" smtClean="0"/>
          </a:p>
        </p:txBody>
      </p:sp>
      <p:sp>
        <p:nvSpPr>
          <p:cNvPr id="449538" name="Rectangle 2"/>
          <p:cNvSpPr>
            <a:spLocks noGrp="1" noChangeArrowheads="1"/>
          </p:cNvSpPr>
          <p:nvPr>
            <p:ph type="title"/>
          </p:nvPr>
        </p:nvSpPr>
        <p:spPr/>
        <p:txBody>
          <a:bodyPr/>
          <a:lstStyle/>
          <a:p>
            <a:pPr>
              <a:defRPr/>
            </a:pPr>
            <a:r>
              <a:rPr lang="zh-CN" altLang="en-US" smtClean="0"/>
              <a:t>1.6 消元法的应用条件</a:t>
            </a:r>
          </a:p>
        </p:txBody>
      </p:sp>
      <p:graphicFrame>
        <p:nvGraphicFramePr>
          <p:cNvPr id="38917" name="Object 3"/>
          <p:cNvGraphicFramePr>
            <a:graphicFrameLocks noChangeAspect="1"/>
          </p:cNvGraphicFramePr>
          <p:nvPr/>
        </p:nvGraphicFramePr>
        <p:xfrm>
          <a:off x="304800" y="990600"/>
          <a:ext cx="8686800" cy="1884363"/>
        </p:xfrm>
        <a:graphic>
          <a:graphicData uri="http://schemas.openxmlformats.org/presentationml/2006/ole">
            <mc:AlternateContent xmlns:mc="http://schemas.openxmlformats.org/markup-compatibility/2006">
              <mc:Choice xmlns:v="urn:schemas-microsoft-com:vml" Requires="v">
                <p:oleObj spid="_x0000_s38933" name="Equation" r:id="rId3" imgW="3657600" imgH="655344" progId="Equation.3">
                  <p:embed/>
                </p:oleObj>
              </mc:Choice>
              <mc:Fallback>
                <p:oleObj name="Equation" r:id="rId3" imgW="3657600" imgH="655344"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 y="990600"/>
                        <a:ext cx="8686800" cy="1884363"/>
                      </a:xfrm>
                      <a:prstGeom prst="rect">
                        <a:avLst/>
                      </a:prstGeom>
                      <a:noFill/>
                      <a:ln>
                        <a:noFill/>
                      </a:ln>
                      <a:effectLst/>
                      <a:extLst>
                        <a:ext uri="{909E8E84-426E-40DD-AFC4-6F175D3DCCD1}">
                          <a14:hiddenFill xmlns:a14="http://schemas.microsoft.com/office/drawing/2010/main">
                            <a:solidFill>
                              <a:srgbClr val="FFFF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8" name="Object 4"/>
          <p:cNvGraphicFramePr>
            <a:graphicFrameLocks noChangeAspect="1"/>
          </p:cNvGraphicFramePr>
          <p:nvPr/>
        </p:nvGraphicFramePr>
        <p:xfrm>
          <a:off x="304800" y="2898775"/>
          <a:ext cx="8610600" cy="1749425"/>
        </p:xfrm>
        <a:graphic>
          <a:graphicData uri="http://schemas.openxmlformats.org/presentationml/2006/ole">
            <mc:AlternateContent xmlns:mc="http://schemas.openxmlformats.org/markup-compatibility/2006">
              <mc:Choice xmlns:v="urn:schemas-microsoft-com:vml" Requires="v">
                <p:oleObj spid="_x0000_s38934" name="Equation" r:id="rId5" imgW="3665164" imgH="632448" progId="Equation.3">
                  <p:embed/>
                </p:oleObj>
              </mc:Choice>
              <mc:Fallback>
                <p:oleObj name="Equation" r:id="rId5" imgW="3665164" imgH="632448"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 y="2898775"/>
                        <a:ext cx="8610600" cy="1749425"/>
                      </a:xfrm>
                      <a:prstGeom prst="rect">
                        <a:avLst/>
                      </a:prstGeom>
                      <a:noFill/>
                      <a:ln>
                        <a:noFill/>
                      </a:ln>
                      <a:effectLst/>
                      <a:extLst>
                        <a:ext uri="{909E8E84-426E-40DD-AFC4-6F175D3DCCD1}">
                          <a14:hiddenFill xmlns:a14="http://schemas.microsoft.com/office/drawing/2010/main">
                            <a:solidFill>
                              <a:srgbClr val="CCFFCC"/>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19" name="Object 5"/>
          <p:cNvGraphicFramePr>
            <a:graphicFrameLocks noChangeAspect="1"/>
          </p:cNvGraphicFramePr>
          <p:nvPr/>
        </p:nvGraphicFramePr>
        <p:xfrm>
          <a:off x="617538" y="4686300"/>
          <a:ext cx="3116262" cy="1714500"/>
        </p:xfrm>
        <a:graphic>
          <a:graphicData uri="http://schemas.openxmlformats.org/presentationml/2006/ole">
            <mc:AlternateContent xmlns:mc="http://schemas.openxmlformats.org/markup-compatibility/2006">
              <mc:Choice xmlns:v="urn:schemas-microsoft-com:vml" Requires="v">
                <p:oleObj spid="_x0000_s38935" name="Equation" r:id="rId7" imgW="1117600" imgH="660400" progId="Equation.3">
                  <p:embed/>
                </p:oleObj>
              </mc:Choice>
              <mc:Fallback>
                <p:oleObj name="Equation" r:id="rId7" imgW="1117600" imgH="660400" progId="Equation.3">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7538" y="4686300"/>
                        <a:ext cx="3116262" cy="171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920" name="Object 6"/>
          <p:cNvGraphicFramePr>
            <a:graphicFrameLocks noChangeAspect="1"/>
          </p:cNvGraphicFramePr>
          <p:nvPr/>
        </p:nvGraphicFramePr>
        <p:xfrm>
          <a:off x="4038600" y="4749800"/>
          <a:ext cx="4848225" cy="1574800"/>
        </p:xfrm>
        <a:graphic>
          <a:graphicData uri="http://schemas.openxmlformats.org/presentationml/2006/ole">
            <mc:AlternateContent xmlns:mc="http://schemas.openxmlformats.org/markup-compatibility/2006">
              <mc:Choice xmlns:v="urn:schemas-microsoft-com:vml" Requires="v">
                <p:oleObj spid="_x0000_s38936" name="Equation" r:id="rId9" imgW="1892300" imgH="660400" progId="Equation.3">
                  <p:embed/>
                </p:oleObj>
              </mc:Choice>
              <mc:Fallback>
                <p:oleObj name="Equation" r:id="rId9" imgW="1892300" imgH="660400" progId="Equation.3">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38600" y="4749800"/>
                        <a:ext cx="4848225" cy="157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rand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744E86A-E7EC-41CF-B6CE-086DA6E46E0B}" type="slidenum">
              <a:rPr lang="zh-CN" altLang="en-US" b="0" smtClean="0"/>
              <a:pPr/>
              <a:t>37</a:t>
            </a:fld>
            <a:endParaRPr lang="en-US" altLang="zh-CN" b="0" smtClean="0"/>
          </a:p>
        </p:txBody>
      </p:sp>
      <p:sp>
        <p:nvSpPr>
          <p:cNvPr id="3993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FD327DF-F85D-4D15-B79F-750AE41B9772}" type="datetime1">
              <a:rPr lang="zh-CN" altLang="en-US" sz="1800" b="0" smtClean="0"/>
              <a:pPr/>
              <a:t>2024/9/23</a:t>
            </a:fld>
            <a:endParaRPr lang="en-US" altLang="zh-CN" sz="1800" b="0" smtClean="0"/>
          </a:p>
        </p:txBody>
      </p:sp>
      <p:sp>
        <p:nvSpPr>
          <p:cNvPr id="358402" name="Rectangle 1026"/>
          <p:cNvSpPr>
            <a:spLocks noGrp="1" noChangeArrowheads="1"/>
          </p:cNvSpPr>
          <p:nvPr>
            <p:ph type="title"/>
          </p:nvPr>
        </p:nvSpPr>
        <p:spPr/>
        <p:txBody>
          <a:bodyPr/>
          <a:lstStyle/>
          <a:p>
            <a:pPr>
              <a:defRPr/>
            </a:pPr>
            <a:r>
              <a:rPr lang="zh-CN" altLang="en-US" smtClean="0"/>
              <a:t>1.6 消元法的应用条件</a:t>
            </a:r>
          </a:p>
        </p:txBody>
      </p:sp>
      <p:sp>
        <p:nvSpPr>
          <p:cNvPr id="39941" name="Rectangle 1027"/>
          <p:cNvSpPr>
            <a:spLocks noGrp="1" noChangeArrowheads="1"/>
          </p:cNvSpPr>
          <p:nvPr>
            <p:ph type="body" idx="1"/>
          </p:nvPr>
        </p:nvSpPr>
        <p:spPr>
          <a:xfrm>
            <a:off x="600075" y="1116013"/>
            <a:ext cx="8142288" cy="384175"/>
          </a:xfrm>
        </p:spPr>
        <p:txBody>
          <a:bodyPr/>
          <a:lstStyle/>
          <a:p>
            <a:r>
              <a:rPr lang="zh-CN" altLang="en-US" smtClean="0"/>
              <a:t>定理3.1:若</a:t>
            </a:r>
            <a:r>
              <a:rPr lang="en-US" altLang="zh-CN" smtClean="0"/>
              <a:t>A</a:t>
            </a:r>
            <a:r>
              <a:rPr lang="zh-CN" altLang="en-US" smtClean="0"/>
              <a:t>的各阶主子式均不为0，即|</a:t>
            </a:r>
            <a:r>
              <a:rPr lang="en-US" altLang="zh-CN" smtClean="0"/>
              <a:t>A</a:t>
            </a:r>
            <a:r>
              <a:rPr lang="en-US" altLang="zh-CN" baseline="-25000" smtClean="0"/>
              <a:t>1</a:t>
            </a:r>
            <a:r>
              <a:rPr lang="zh-CN" altLang="en-US" smtClean="0"/>
              <a:t>|</a:t>
            </a:r>
            <a:r>
              <a:rPr lang="en-US" altLang="zh-CN" baseline="-25000" smtClean="0"/>
              <a:t> </a:t>
            </a:r>
            <a:r>
              <a:rPr lang="en-US" altLang="zh-CN" smtClean="0"/>
              <a:t>=|a</a:t>
            </a:r>
            <a:r>
              <a:rPr lang="en-US" altLang="zh-CN" baseline="-25000" smtClean="0"/>
              <a:t>11</a:t>
            </a:r>
            <a:r>
              <a:rPr lang="en-US" altLang="zh-CN" smtClean="0"/>
              <a:t>|</a:t>
            </a:r>
            <a:r>
              <a:rPr lang="en-US" altLang="zh-CN" smtClean="0">
                <a:sym typeface="Symbol" pitchFamily="18" charset="2"/>
              </a:rPr>
              <a:t>0,</a:t>
            </a:r>
          </a:p>
        </p:txBody>
      </p:sp>
      <p:sp>
        <p:nvSpPr>
          <p:cNvPr id="358405" name="Rectangle 1029"/>
          <p:cNvSpPr>
            <a:spLocks noChangeArrowheads="1"/>
          </p:cNvSpPr>
          <p:nvPr/>
        </p:nvSpPr>
        <p:spPr bwMode="auto">
          <a:xfrm>
            <a:off x="696913" y="3657600"/>
            <a:ext cx="8142287"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latin typeface="Times New Roman" pitchFamily="18" charset="0"/>
              </a:rPr>
              <a:t>证明：因为</a:t>
            </a:r>
            <a:r>
              <a:rPr lang="en-US" altLang="zh-CN" sz="2800">
                <a:latin typeface="Times New Roman" pitchFamily="18" charset="0"/>
              </a:rPr>
              <a:t>A=LU</a:t>
            </a:r>
            <a:r>
              <a:rPr lang="en-US" altLang="zh-CN" sz="2800">
                <a:latin typeface="Times New Roman" pitchFamily="18" charset="0"/>
                <a:sym typeface="Symbol" pitchFamily="18" charset="2"/>
              </a:rPr>
              <a:t>,</a:t>
            </a:r>
            <a:r>
              <a:rPr lang="zh-CN" altLang="en-US" sz="2800">
                <a:latin typeface="Times New Roman" pitchFamily="18" charset="0"/>
                <a:sym typeface="Symbol" pitchFamily="18" charset="2"/>
              </a:rPr>
              <a:t>若</a:t>
            </a:r>
            <a:r>
              <a:rPr lang="en-US" altLang="zh-CN" sz="2800">
                <a:latin typeface="Times New Roman" pitchFamily="18" charset="0"/>
                <a:sym typeface="Symbol" pitchFamily="18" charset="2"/>
              </a:rPr>
              <a:t>A</a:t>
            </a:r>
            <a:r>
              <a:rPr lang="zh-CN" altLang="en-US" sz="2800">
                <a:latin typeface="Times New Roman" pitchFamily="18" charset="0"/>
                <a:sym typeface="Symbol" pitchFamily="18" charset="2"/>
              </a:rPr>
              <a:t>可转化为</a:t>
            </a:r>
            <a:r>
              <a:rPr lang="en-US" altLang="zh-CN" sz="2800">
                <a:latin typeface="Times New Roman" pitchFamily="18" charset="0"/>
              </a:rPr>
              <a:t>LU</a:t>
            </a:r>
            <a:r>
              <a:rPr lang="en-US" altLang="zh-CN" sz="2800">
                <a:latin typeface="Times New Roman" pitchFamily="18" charset="0"/>
                <a:sym typeface="Symbol" pitchFamily="18" charset="2"/>
              </a:rPr>
              <a:t>,</a:t>
            </a:r>
            <a:r>
              <a:rPr lang="zh-CN" altLang="en-US" sz="2800">
                <a:latin typeface="Times New Roman" pitchFamily="18" charset="0"/>
                <a:sym typeface="Symbol" pitchFamily="18" charset="2"/>
              </a:rPr>
              <a:t>则其</a:t>
            </a:r>
            <a:r>
              <a:rPr lang="zh-CN" altLang="en-US" sz="2800">
                <a:latin typeface="Times New Roman" pitchFamily="18" charset="0"/>
              </a:rPr>
              <a:t>各阶主子矩阵</a:t>
            </a:r>
            <a:r>
              <a:rPr lang="en-US" altLang="zh-CN" sz="2800">
                <a:latin typeface="Times New Roman" pitchFamily="18" charset="0"/>
              </a:rPr>
              <a:t>A</a:t>
            </a:r>
            <a:r>
              <a:rPr lang="en-US" altLang="zh-CN" sz="2800" i="1" baseline="-25000">
                <a:latin typeface="Times New Roman" pitchFamily="18" charset="0"/>
              </a:rPr>
              <a:t>i</a:t>
            </a:r>
            <a:r>
              <a:rPr lang="zh-CN" altLang="en-US" sz="2800">
                <a:latin typeface="Times New Roman" pitchFamily="18" charset="0"/>
              </a:rPr>
              <a:t>均能转化成相应阶的积 </a:t>
            </a:r>
            <a:r>
              <a:rPr lang="en-US" altLang="zh-CN" sz="2800">
                <a:latin typeface="Times New Roman" pitchFamily="18" charset="0"/>
              </a:rPr>
              <a:t>L</a:t>
            </a:r>
            <a:r>
              <a:rPr lang="en-US" altLang="zh-CN" sz="2800" i="1" baseline="-25000">
                <a:latin typeface="Times New Roman" pitchFamily="18" charset="0"/>
              </a:rPr>
              <a:t>i </a:t>
            </a:r>
            <a:r>
              <a:rPr lang="en-US" altLang="zh-CN" sz="2800">
                <a:latin typeface="Times New Roman" pitchFamily="18" charset="0"/>
              </a:rPr>
              <a:t>U</a:t>
            </a:r>
            <a:r>
              <a:rPr lang="en-US" altLang="zh-CN" sz="2800" i="1" baseline="-25000">
                <a:latin typeface="Times New Roman" pitchFamily="18" charset="0"/>
              </a:rPr>
              <a:t>i</a:t>
            </a:r>
            <a:r>
              <a:rPr lang="zh-CN" altLang="en-US" sz="2800">
                <a:latin typeface="Times New Roman" pitchFamily="18" charset="0"/>
              </a:rPr>
              <a:t> ，</a:t>
            </a:r>
            <a:endParaRPr lang="zh-CN" altLang="en-US" sz="2800">
              <a:latin typeface="Times New Roman" pitchFamily="18" charset="0"/>
              <a:sym typeface="Symbol" pitchFamily="18" charset="2"/>
            </a:endParaRPr>
          </a:p>
        </p:txBody>
      </p:sp>
      <p:graphicFrame>
        <p:nvGraphicFramePr>
          <p:cNvPr id="358406" name="Object 1030"/>
          <p:cNvGraphicFramePr>
            <a:graphicFrameLocks noChangeAspect="1"/>
          </p:cNvGraphicFramePr>
          <p:nvPr/>
        </p:nvGraphicFramePr>
        <p:xfrm>
          <a:off x="1554163" y="4489450"/>
          <a:ext cx="5749925" cy="2216150"/>
        </p:xfrm>
        <a:graphic>
          <a:graphicData uri="http://schemas.openxmlformats.org/presentationml/2006/ole">
            <mc:AlternateContent xmlns:mc="http://schemas.openxmlformats.org/markup-compatibility/2006">
              <mc:Choice xmlns:v="urn:schemas-microsoft-com:vml" Requires="v">
                <p:oleObj spid="_x0000_s39951" name="Equation" r:id="rId4" imgW="2171700" imgH="901700" progId="Equation.3">
                  <p:embed/>
                </p:oleObj>
              </mc:Choice>
              <mc:Fallback>
                <p:oleObj name="Equation" r:id="rId4" imgW="2171700" imgH="901700" progId="Equation.3">
                  <p:embed/>
                  <p:pic>
                    <p:nvPicPr>
                      <p:cNvPr id="0" name="Object 10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4163" y="4489450"/>
                        <a:ext cx="5749925" cy="221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08" name="Object 1032"/>
          <p:cNvGraphicFramePr>
            <a:graphicFrameLocks noChangeAspect="1"/>
          </p:cNvGraphicFramePr>
          <p:nvPr/>
        </p:nvGraphicFramePr>
        <p:xfrm>
          <a:off x="1066800" y="1371600"/>
          <a:ext cx="7543800" cy="2157413"/>
        </p:xfrm>
        <a:graphic>
          <a:graphicData uri="http://schemas.openxmlformats.org/presentationml/2006/ole">
            <mc:AlternateContent xmlns:mc="http://schemas.openxmlformats.org/markup-compatibility/2006">
              <mc:Choice xmlns:v="urn:schemas-microsoft-com:vml" Requires="v">
                <p:oleObj spid="_x0000_s39952" name="Equation" r:id="rId6" imgW="2946400" imgH="939800" progId="Equation.3">
                  <p:embed/>
                </p:oleObj>
              </mc:Choice>
              <mc:Fallback>
                <p:oleObj name="Equation" r:id="rId6" imgW="2946400" imgH="939800" progId="Equation.3">
                  <p:embed/>
                  <p:pic>
                    <p:nvPicPr>
                      <p:cNvPr id="0" name="Object 10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6800" y="1371600"/>
                        <a:ext cx="7543800" cy="2157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58408"/>
                                        </p:tgtEl>
                                        <p:attrNameLst>
                                          <p:attrName>style.visibility</p:attrName>
                                        </p:attrNameLst>
                                      </p:cBhvr>
                                      <p:to>
                                        <p:strVal val="visible"/>
                                      </p:to>
                                    </p:set>
                                    <p:animEffect transition="in" filter="dissolve">
                                      <p:cBhvr>
                                        <p:cTn id="7" dur="500"/>
                                        <p:tgtEl>
                                          <p:spTgt spid="3584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58405">
                                            <p:txEl>
                                              <p:pRg st="0" end="0"/>
                                            </p:txEl>
                                          </p:spTgt>
                                        </p:tgtEl>
                                        <p:attrNameLst>
                                          <p:attrName>style.visibility</p:attrName>
                                        </p:attrNameLst>
                                      </p:cBhvr>
                                      <p:to>
                                        <p:strVal val="visible"/>
                                      </p:to>
                                    </p:set>
                                    <p:animEffect transition="in" filter="wipe(up)">
                                      <p:cBhvr>
                                        <p:cTn id="12" dur="75"/>
                                        <p:tgtEl>
                                          <p:spTgt spid="358405">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58406"/>
                                        </p:tgtEl>
                                        <p:attrNameLst>
                                          <p:attrName>style.visibility</p:attrName>
                                        </p:attrNameLst>
                                      </p:cBhvr>
                                      <p:to>
                                        <p:strVal val="visible"/>
                                      </p:to>
                                    </p:set>
                                    <p:animEffect transition="in" filter="dissolve">
                                      <p:cBhvr>
                                        <p:cTn id="17" dur="500"/>
                                        <p:tgtEl>
                                          <p:spTgt spid="3584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5" grpId="0" build="p"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590F9B48-2B2D-43DC-86C8-95347B6DEEB5}" type="slidenum">
              <a:rPr lang="zh-CN" altLang="en-US" b="0" smtClean="0"/>
              <a:pPr/>
              <a:t>38</a:t>
            </a:fld>
            <a:endParaRPr lang="en-US" altLang="zh-CN" b="0" smtClean="0"/>
          </a:p>
        </p:txBody>
      </p:sp>
      <p:sp>
        <p:nvSpPr>
          <p:cNvPr id="4096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9AF8250-F6E7-4E2B-AEE9-525D1CA14D2A}" type="datetime1">
              <a:rPr lang="zh-CN" altLang="en-US" sz="1800" b="0" smtClean="0"/>
              <a:pPr/>
              <a:t>2024/9/23</a:t>
            </a:fld>
            <a:endParaRPr lang="en-US" altLang="zh-CN" sz="1800" b="0" smtClean="0"/>
          </a:p>
        </p:txBody>
      </p:sp>
      <p:sp>
        <p:nvSpPr>
          <p:cNvPr id="452610" name="Rectangle 2"/>
          <p:cNvSpPr>
            <a:spLocks noGrp="1" noChangeArrowheads="1"/>
          </p:cNvSpPr>
          <p:nvPr>
            <p:ph type="title"/>
          </p:nvPr>
        </p:nvSpPr>
        <p:spPr/>
        <p:txBody>
          <a:bodyPr/>
          <a:lstStyle/>
          <a:p>
            <a:pPr>
              <a:defRPr/>
            </a:pPr>
            <a:r>
              <a:rPr lang="zh-CN" altLang="en-US" smtClean="0"/>
              <a:t>1.6 消元法的应用条件</a:t>
            </a:r>
          </a:p>
        </p:txBody>
      </p:sp>
      <p:graphicFrame>
        <p:nvGraphicFramePr>
          <p:cNvPr id="40965" name="Object 4"/>
          <p:cNvGraphicFramePr>
            <a:graphicFrameLocks noChangeAspect="1"/>
          </p:cNvGraphicFramePr>
          <p:nvPr/>
        </p:nvGraphicFramePr>
        <p:xfrm>
          <a:off x="228600" y="1066800"/>
          <a:ext cx="4876800" cy="1657350"/>
        </p:xfrm>
        <a:graphic>
          <a:graphicData uri="http://schemas.openxmlformats.org/presentationml/2006/ole">
            <mc:AlternateContent xmlns:mc="http://schemas.openxmlformats.org/markup-compatibility/2006">
              <mc:Choice xmlns:v="urn:schemas-microsoft-com:vml" Requires="v">
                <p:oleObj spid="_x0000_s40982" name="Equation" r:id="rId3" imgW="2232595" imgH="693360" progId="Equation.3">
                  <p:embed/>
                </p:oleObj>
              </mc:Choice>
              <mc:Fallback>
                <p:oleObj name="Equation" r:id="rId3" imgW="2232595" imgH="69336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 y="1066800"/>
                        <a:ext cx="4876800" cy="1657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2613" name="Rectangle 5"/>
          <p:cNvSpPr>
            <a:spLocks noChangeArrowheads="1"/>
          </p:cNvSpPr>
          <p:nvPr/>
        </p:nvSpPr>
        <p:spPr bwMode="auto">
          <a:xfrm>
            <a:off x="3581400" y="1123950"/>
            <a:ext cx="491013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pPr>
              <a:lnSpc>
                <a:spcPct val="90000"/>
              </a:lnSpc>
              <a:spcBef>
                <a:spcPct val="35000"/>
              </a:spcBef>
              <a:buClr>
                <a:srgbClr val="27305F"/>
              </a:buClr>
              <a:buSzPct val="60000"/>
              <a:buFont typeface="Wingdings" pitchFamily="2" charset="2"/>
              <a:buNone/>
            </a:pPr>
            <a:r>
              <a:rPr lang="en-US" altLang="zh-CN" sz="2800">
                <a:latin typeface="Times New Roman" pitchFamily="18" charset="0"/>
              </a:rPr>
              <a:t>|A</a:t>
            </a:r>
            <a:r>
              <a:rPr lang="en-US" altLang="zh-CN" sz="2800" baseline="-25000">
                <a:latin typeface="Times New Roman" pitchFamily="18" charset="0"/>
              </a:rPr>
              <a:t>1</a:t>
            </a:r>
            <a:r>
              <a:rPr lang="en-US" altLang="zh-CN" sz="2800">
                <a:latin typeface="Times New Roman" pitchFamily="18" charset="0"/>
              </a:rPr>
              <a:t>|</a:t>
            </a:r>
            <a:r>
              <a:rPr lang="en-US" altLang="zh-CN" sz="2800" baseline="-25000">
                <a:latin typeface="Times New Roman" pitchFamily="18" charset="0"/>
              </a:rPr>
              <a:t> </a:t>
            </a:r>
            <a:r>
              <a:rPr lang="en-US" altLang="zh-CN" sz="2800">
                <a:latin typeface="Times New Roman" pitchFamily="18" charset="0"/>
              </a:rPr>
              <a:t>=</a:t>
            </a:r>
            <a:r>
              <a:rPr lang="en-US" altLang="zh-CN" sz="2800" i="1">
                <a:latin typeface="Times New Roman" pitchFamily="18" charset="0"/>
              </a:rPr>
              <a:t>l</a:t>
            </a:r>
            <a:r>
              <a:rPr lang="en-US" altLang="zh-CN" sz="2800" baseline="-25000">
                <a:latin typeface="Times New Roman" pitchFamily="18" charset="0"/>
              </a:rPr>
              <a:t>11</a:t>
            </a:r>
            <a:r>
              <a:rPr lang="en-US" altLang="zh-CN" sz="2800">
                <a:latin typeface="Times New Roman" pitchFamily="18" charset="0"/>
              </a:rPr>
              <a:t>.</a:t>
            </a:r>
            <a:r>
              <a:rPr lang="en-US" altLang="zh-CN" sz="2800" i="1">
                <a:latin typeface="Times New Roman" pitchFamily="18" charset="0"/>
              </a:rPr>
              <a:t>u</a:t>
            </a:r>
            <a:r>
              <a:rPr lang="en-US" altLang="zh-CN" sz="2800" baseline="-25000">
                <a:latin typeface="Times New Roman" pitchFamily="18" charset="0"/>
              </a:rPr>
              <a:t>11 </a:t>
            </a:r>
            <a:r>
              <a:rPr lang="en-US" altLang="zh-CN" sz="2800">
                <a:latin typeface="Times New Roman" pitchFamily="18" charset="0"/>
                <a:sym typeface="Symbol" pitchFamily="18" charset="2"/>
              </a:rPr>
              <a:t></a:t>
            </a:r>
            <a:r>
              <a:rPr lang="en-US" altLang="zh-CN" sz="2800" baseline="-25000">
                <a:latin typeface="Times New Roman" pitchFamily="18" charset="0"/>
              </a:rPr>
              <a:t> </a:t>
            </a:r>
            <a:r>
              <a:rPr lang="en-US" altLang="zh-CN" sz="2800">
                <a:latin typeface="Times New Roman" pitchFamily="18" charset="0"/>
                <a:sym typeface="Symbol" pitchFamily="18" charset="2"/>
              </a:rPr>
              <a:t>0</a:t>
            </a:r>
            <a:r>
              <a:rPr lang="en-US" altLang="zh-CN" sz="2800" baseline="-25000">
                <a:latin typeface="Times New Roman" pitchFamily="18" charset="0"/>
              </a:rPr>
              <a:t> </a:t>
            </a:r>
            <a:r>
              <a:rPr lang="en-US" altLang="zh-CN" sz="2800">
                <a:latin typeface="Times New Roman" pitchFamily="18" charset="0"/>
                <a:sym typeface="Symbol" pitchFamily="18" charset="2"/>
              </a:rPr>
              <a:t>,</a:t>
            </a:r>
            <a:r>
              <a:rPr lang="zh-CN" altLang="en-US" sz="2800">
                <a:latin typeface="Times New Roman" pitchFamily="18" charset="0"/>
                <a:sym typeface="Symbol" pitchFamily="18" charset="2"/>
              </a:rPr>
              <a:t>所以</a:t>
            </a:r>
            <a:r>
              <a:rPr lang="en-US" altLang="zh-CN" sz="2800" i="1">
                <a:latin typeface="Times New Roman" pitchFamily="18" charset="0"/>
              </a:rPr>
              <a:t>l</a:t>
            </a:r>
            <a:r>
              <a:rPr lang="en-US" altLang="zh-CN" sz="2800" baseline="-25000">
                <a:latin typeface="Times New Roman" pitchFamily="18" charset="0"/>
              </a:rPr>
              <a:t>11</a:t>
            </a:r>
            <a:r>
              <a:rPr lang="en-US" altLang="zh-CN" sz="2800">
                <a:latin typeface="Times New Roman" pitchFamily="18" charset="0"/>
                <a:sym typeface="Symbol" pitchFamily="18" charset="2"/>
              </a:rPr>
              <a:t>0,</a:t>
            </a:r>
            <a:r>
              <a:rPr lang="en-US" altLang="zh-CN" sz="2800">
                <a:latin typeface="Times New Roman" pitchFamily="18" charset="0"/>
              </a:rPr>
              <a:t> </a:t>
            </a:r>
            <a:r>
              <a:rPr lang="en-US" altLang="zh-CN" sz="2800" i="1">
                <a:latin typeface="Times New Roman" pitchFamily="18" charset="0"/>
              </a:rPr>
              <a:t>u</a:t>
            </a:r>
            <a:r>
              <a:rPr lang="en-US" altLang="zh-CN" sz="2800" baseline="-25000">
                <a:latin typeface="Times New Roman" pitchFamily="18" charset="0"/>
              </a:rPr>
              <a:t>11</a:t>
            </a:r>
            <a:r>
              <a:rPr lang="en-US" altLang="zh-CN" sz="2800">
                <a:latin typeface="Times New Roman" pitchFamily="18" charset="0"/>
                <a:sym typeface="Symbol" pitchFamily="18" charset="2"/>
              </a:rPr>
              <a:t>0</a:t>
            </a:r>
            <a:endParaRPr lang="zh-CN" altLang="en-US" sz="2800">
              <a:latin typeface="Times New Roman" pitchFamily="18" charset="0"/>
              <a:sym typeface="Symbol" pitchFamily="18" charset="2"/>
            </a:endParaRPr>
          </a:p>
        </p:txBody>
      </p:sp>
      <p:graphicFrame>
        <p:nvGraphicFramePr>
          <p:cNvPr id="452614" name="Object 6"/>
          <p:cNvGraphicFramePr>
            <a:graphicFrameLocks noChangeAspect="1"/>
          </p:cNvGraphicFramePr>
          <p:nvPr/>
        </p:nvGraphicFramePr>
        <p:xfrm>
          <a:off x="842963" y="2286000"/>
          <a:ext cx="8301037" cy="1728788"/>
        </p:xfrm>
        <a:graphic>
          <a:graphicData uri="http://schemas.openxmlformats.org/presentationml/2006/ole">
            <mc:AlternateContent xmlns:mc="http://schemas.openxmlformats.org/markup-compatibility/2006">
              <mc:Choice xmlns:v="urn:schemas-microsoft-com:vml" Requires="v">
                <p:oleObj spid="_x0000_s40983" name="Equation" r:id="rId5" imgW="3238500" imgH="711200" progId="Equation.3">
                  <p:embed/>
                </p:oleObj>
              </mc:Choice>
              <mc:Fallback>
                <p:oleObj name="Equation" r:id="rId5" imgW="3238500" imgH="711200"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2963" y="2286000"/>
                        <a:ext cx="8301037" cy="1728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968" name="Object 7"/>
          <p:cNvGraphicFramePr>
            <a:graphicFrameLocks noChangeAspect="1"/>
          </p:cNvGraphicFramePr>
          <p:nvPr/>
        </p:nvGraphicFramePr>
        <p:xfrm>
          <a:off x="152400" y="3886200"/>
          <a:ext cx="6242050" cy="1658938"/>
        </p:xfrm>
        <a:graphic>
          <a:graphicData uri="http://schemas.openxmlformats.org/presentationml/2006/ole">
            <mc:AlternateContent xmlns:mc="http://schemas.openxmlformats.org/markup-compatibility/2006">
              <mc:Choice xmlns:v="urn:schemas-microsoft-com:vml" Requires="v">
                <p:oleObj spid="_x0000_s40984" name="Equation" r:id="rId7" imgW="2880265" imgH="693360" progId="Equation.3">
                  <p:embed/>
                </p:oleObj>
              </mc:Choice>
              <mc:Fallback>
                <p:oleObj name="Equation" r:id="rId7" imgW="2880265" imgH="693360" progId="Equation.3">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3886200"/>
                        <a:ext cx="6242050" cy="1658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2616" name="Object 8"/>
          <p:cNvGraphicFramePr>
            <a:graphicFrameLocks noChangeAspect="1"/>
          </p:cNvGraphicFramePr>
          <p:nvPr/>
        </p:nvGraphicFramePr>
        <p:xfrm>
          <a:off x="931863" y="5486400"/>
          <a:ext cx="7831137" cy="1111250"/>
        </p:xfrm>
        <a:graphic>
          <a:graphicData uri="http://schemas.openxmlformats.org/presentationml/2006/ole">
            <mc:AlternateContent xmlns:mc="http://schemas.openxmlformats.org/markup-compatibility/2006">
              <mc:Choice xmlns:v="urn:schemas-microsoft-com:vml" Requires="v">
                <p:oleObj spid="_x0000_s40985" name="Equation" r:id="rId9" imgW="3581400" imgH="457200" progId="Equation.3">
                  <p:embed/>
                </p:oleObj>
              </mc:Choice>
              <mc:Fallback>
                <p:oleObj name="Equation" r:id="rId9" imgW="3581400" imgH="4572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1863" y="5486400"/>
                        <a:ext cx="7831137"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52613"/>
                                        </p:tgtEl>
                                        <p:attrNameLst>
                                          <p:attrName>style.visibility</p:attrName>
                                        </p:attrNameLst>
                                      </p:cBhvr>
                                      <p:to>
                                        <p:strVal val="visible"/>
                                      </p:to>
                                    </p:set>
                                    <p:anim calcmode="lin" valueType="num">
                                      <p:cBhvr>
                                        <p:cTn id="7" dur="500" fill="hold"/>
                                        <p:tgtEl>
                                          <p:spTgt spid="452613"/>
                                        </p:tgtEl>
                                        <p:attrNameLst>
                                          <p:attrName>ppt_w</p:attrName>
                                        </p:attrNameLst>
                                      </p:cBhvr>
                                      <p:tavLst>
                                        <p:tav tm="0">
                                          <p:val>
                                            <p:fltVal val="0"/>
                                          </p:val>
                                        </p:tav>
                                        <p:tav tm="100000">
                                          <p:val>
                                            <p:strVal val="#ppt_w"/>
                                          </p:val>
                                        </p:tav>
                                      </p:tavLst>
                                    </p:anim>
                                    <p:anim calcmode="lin" valueType="num">
                                      <p:cBhvr>
                                        <p:cTn id="8" dur="500" fill="hold"/>
                                        <p:tgtEl>
                                          <p:spTgt spid="452613"/>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7" presetClass="entr" presetSubtype="10" fill="hold" nodeType="clickEffect">
                                  <p:stCondLst>
                                    <p:cond delay="0"/>
                                  </p:stCondLst>
                                  <p:childTnLst>
                                    <p:set>
                                      <p:cBhvr>
                                        <p:cTn id="12" dur="1" fill="hold">
                                          <p:stCondLst>
                                            <p:cond delay="0"/>
                                          </p:stCondLst>
                                        </p:cTn>
                                        <p:tgtEl>
                                          <p:spTgt spid="452614"/>
                                        </p:tgtEl>
                                        <p:attrNameLst>
                                          <p:attrName>style.visibility</p:attrName>
                                        </p:attrNameLst>
                                      </p:cBhvr>
                                      <p:to>
                                        <p:strVal val="visible"/>
                                      </p:to>
                                    </p:set>
                                    <p:anim calcmode="lin" valueType="num">
                                      <p:cBhvr>
                                        <p:cTn id="13" dur="500" fill="hold"/>
                                        <p:tgtEl>
                                          <p:spTgt spid="452614"/>
                                        </p:tgtEl>
                                        <p:attrNameLst>
                                          <p:attrName>ppt_w</p:attrName>
                                        </p:attrNameLst>
                                      </p:cBhvr>
                                      <p:tavLst>
                                        <p:tav tm="0">
                                          <p:val>
                                            <p:fltVal val="0"/>
                                          </p:val>
                                        </p:tav>
                                        <p:tav tm="100000">
                                          <p:val>
                                            <p:strVal val="#ppt_w"/>
                                          </p:val>
                                        </p:tav>
                                      </p:tavLst>
                                    </p:anim>
                                    <p:anim calcmode="lin" valueType="num">
                                      <p:cBhvr>
                                        <p:cTn id="14" dur="500" fill="hold"/>
                                        <p:tgtEl>
                                          <p:spTgt spid="452614"/>
                                        </p:tgtEl>
                                        <p:attrNameLst>
                                          <p:attrName>ppt_h</p:attrName>
                                        </p:attrNameLst>
                                      </p:cBhvr>
                                      <p:tavLst>
                                        <p:tav tm="0">
                                          <p:val>
                                            <p:strVal val="#ppt_h"/>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17" presetClass="entr" presetSubtype="10" fill="hold" nodeType="clickEffect">
                                  <p:stCondLst>
                                    <p:cond delay="0"/>
                                  </p:stCondLst>
                                  <p:childTnLst>
                                    <p:set>
                                      <p:cBhvr>
                                        <p:cTn id="18" dur="1" fill="hold">
                                          <p:stCondLst>
                                            <p:cond delay="0"/>
                                          </p:stCondLst>
                                        </p:cTn>
                                        <p:tgtEl>
                                          <p:spTgt spid="452616"/>
                                        </p:tgtEl>
                                        <p:attrNameLst>
                                          <p:attrName>style.visibility</p:attrName>
                                        </p:attrNameLst>
                                      </p:cBhvr>
                                      <p:to>
                                        <p:strVal val="visible"/>
                                      </p:to>
                                    </p:set>
                                    <p:anim calcmode="lin" valueType="num">
                                      <p:cBhvr>
                                        <p:cTn id="19" dur="500" fill="hold"/>
                                        <p:tgtEl>
                                          <p:spTgt spid="452616"/>
                                        </p:tgtEl>
                                        <p:attrNameLst>
                                          <p:attrName>ppt_w</p:attrName>
                                        </p:attrNameLst>
                                      </p:cBhvr>
                                      <p:tavLst>
                                        <p:tav tm="0">
                                          <p:val>
                                            <p:fltVal val="0"/>
                                          </p:val>
                                        </p:tav>
                                        <p:tav tm="100000">
                                          <p:val>
                                            <p:strVal val="#ppt_w"/>
                                          </p:val>
                                        </p:tav>
                                      </p:tavLst>
                                    </p:anim>
                                    <p:anim calcmode="lin" valueType="num">
                                      <p:cBhvr>
                                        <p:cTn id="20" dur="500" fill="hold"/>
                                        <p:tgtEl>
                                          <p:spTgt spid="45261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2613"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BE477244-A9EC-423D-86AD-915A2ABB8258}" type="slidenum">
              <a:rPr lang="zh-CN" altLang="en-US" b="0" smtClean="0"/>
              <a:pPr/>
              <a:t>39</a:t>
            </a:fld>
            <a:endParaRPr lang="en-US" altLang="zh-CN" b="0" smtClean="0"/>
          </a:p>
        </p:txBody>
      </p:sp>
      <p:sp>
        <p:nvSpPr>
          <p:cNvPr id="4198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53FE9F7-2479-4F22-B414-4BDBB301D360}" type="datetime1">
              <a:rPr lang="zh-CN" altLang="en-US" sz="1800" b="0" smtClean="0"/>
              <a:pPr/>
              <a:t>2024/9/23</a:t>
            </a:fld>
            <a:endParaRPr lang="en-US" altLang="zh-CN" sz="1800" b="0" smtClean="0"/>
          </a:p>
        </p:txBody>
      </p:sp>
      <p:sp>
        <p:nvSpPr>
          <p:cNvPr id="450562" name="Rectangle 2"/>
          <p:cNvSpPr>
            <a:spLocks noGrp="1" noChangeArrowheads="1"/>
          </p:cNvSpPr>
          <p:nvPr>
            <p:ph type="title"/>
          </p:nvPr>
        </p:nvSpPr>
        <p:spPr/>
        <p:txBody>
          <a:bodyPr/>
          <a:lstStyle/>
          <a:p>
            <a:pPr>
              <a:defRPr/>
            </a:pPr>
            <a:r>
              <a:rPr lang="zh-CN" altLang="en-US" smtClean="0"/>
              <a:t>1.6 消元法的应用条件</a:t>
            </a:r>
          </a:p>
        </p:txBody>
      </p:sp>
      <p:graphicFrame>
        <p:nvGraphicFramePr>
          <p:cNvPr id="450569" name="Object 9"/>
          <p:cNvGraphicFramePr>
            <a:graphicFrameLocks noChangeAspect="1"/>
          </p:cNvGraphicFramePr>
          <p:nvPr/>
        </p:nvGraphicFramePr>
        <p:xfrm>
          <a:off x="304800" y="1193800"/>
          <a:ext cx="8229600" cy="2387600"/>
        </p:xfrm>
        <a:graphic>
          <a:graphicData uri="http://schemas.openxmlformats.org/presentationml/2006/ole">
            <mc:AlternateContent xmlns:mc="http://schemas.openxmlformats.org/markup-compatibility/2006">
              <mc:Choice xmlns:v="urn:schemas-microsoft-com:vml" Requires="v">
                <p:oleObj spid="_x0000_s41997" name="Equation" r:id="rId4" imgW="3489901" imgH="922104" progId="Equation.3">
                  <p:embed/>
                </p:oleObj>
              </mc:Choice>
              <mc:Fallback>
                <p:oleObj name="Equation" r:id="rId4" imgW="3489901" imgH="922104"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4800" y="1193800"/>
                        <a:ext cx="8229600" cy="2387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570" name="Object 10"/>
          <p:cNvGraphicFramePr>
            <a:graphicFrameLocks noChangeAspect="1"/>
          </p:cNvGraphicFramePr>
          <p:nvPr/>
        </p:nvGraphicFramePr>
        <p:xfrm>
          <a:off x="533400" y="3886200"/>
          <a:ext cx="6934200" cy="1371600"/>
        </p:xfrm>
        <a:graphic>
          <a:graphicData uri="http://schemas.openxmlformats.org/presentationml/2006/ole">
            <mc:AlternateContent xmlns:mc="http://schemas.openxmlformats.org/markup-compatibility/2006">
              <mc:Choice xmlns:v="urn:schemas-microsoft-com:vml" Requires="v">
                <p:oleObj spid="_x0000_s41998" name="Equation" r:id="rId6" imgW="2451100" imgH="457200" progId="Equation.3">
                  <p:embed/>
                </p:oleObj>
              </mc:Choice>
              <mc:Fallback>
                <p:oleObj name="Equation" r:id="rId6" imgW="2451100" imgH="45720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3400" y="3886200"/>
                        <a:ext cx="693420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50569"/>
                                        </p:tgtEl>
                                        <p:attrNameLst>
                                          <p:attrName>style.visibility</p:attrName>
                                        </p:attrNameLst>
                                      </p:cBhvr>
                                      <p:to>
                                        <p:strVal val="visible"/>
                                      </p:to>
                                    </p:set>
                                    <p:animEffect transition="in" filter="dissolve">
                                      <p:cBhvr>
                                        <p:cTn id="7" dur="500"/>
                                        <p:tgtEl>
                                          <p:spTgt spid="4505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450570"/>
                                        </p:tgtEl>
                                        <p:attrNameLst>
                                          <p:attrName>style.visibility</p:attrName>
                                        </p:attrNameLst>
                                      </p:cBhvr>
                                      <p:to>
                                        <p:strVal val="visible"/>
                                      </p:to>
                                    </p:set>
                                    <p:animEffect transition="in" filter="dissolve">
                                      <p:cBhvr>
                                        <p:cTn id="12" dur="500"/>
                                        <p:tgtEl>
                                          <p:spTgt spid="4505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390CB089-3A94-493C-8F0B-A41B2B71B553}" type="slidenum">
              <a:rPr lang="zh-CN" altLang="en-US" b="0" smtClean="0"/>
              <a:pPr/>
              <a:t>40</a:t>
            </a:fld>
            <a:endParaRPr lang="en-US" altLang="zh-CN" b="0" smtClean="0"/>
          </a:p>
        </p:txBody>
      </p:sp>
      <p:sp>
        <p:nvSpPr>
          <p:cNvPr id="4301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95A6A59-84F0-4701-922B-C321C3455FA9}" type="datetime1">
              <a:rPr lang="zh-CN" altLang="en-US" sz="1800" b="0" smtClean="0"/>
              <a:pPr/>
              <a:t>2024/9/23</a:t>
            </a:fld>
            <a:endParaRPr lang="en-US" altLang="zh-CN" sz="1800" b="0" smtClean="0"/>
          </a:p>
        </p:txBody>
      </p:sp>
      <p:sp>
        <p:nvSpPr>
          <p:cNvPr id="359426" name="Rectangle 2"/>
          <p:cNvSpPr>
            <a:spLocks noGrp="1" noChangeArrowheads="1"/>
          </p:cNvSpPr>
          <p:nvPr>
            <p:ph type="title"/>
          </p:nvPr>
        </p:nvSpPr>
        <p:spPr/>
        <p:txBody>
          <a:bodyPr/>
          <a:lstStyle/>
          <a:p>
            <a:pPr>
              <a:defRPr/>
            </a:pPr>
            <a:r>
              <a:rPr lang="zh-CN" altLang="en-US" smtClean="0"/>
              <a:t>1.6 消元法的应用条件</a:t>
            </a:r>
          </a:p>
        </p:txBody>
      </p:sp>
      <p:sp>
        <p:nvSpPr>
          <p:cNvPr id="43013" name="Rectangle 3"/>
          <p:cNvSpPr>
            <a:spLocks noGrp="1" noChangeArrowheads="1"/>
          </p:cNvSpPr>
          <p:nvPr>
            <p:ph type="body" idx="1"/>
          </p:nvPr>
        </p:nvSpPr>
        <p:spPr>
          <a:xfrm>
            <a:off x="600075" y="1292225"/>
            <a:ext cx="8142288" cy="4095750"/>
          </a:xfrm>
        </p:spPr>
        <p:txBody>
          <a:bodyPr/>
          <a:lstStyle/>
          <a:p>
            <a:pPr>
              <a:lnSpc>
                <a:spcPct val="110000"/>
              </a:lnSpc>
            </a:pPr>
            <a:r>
              <a:rPr lang="zh-CN" altLang="en-US" sz="3200" smtClean="0">
                <a:sym typeface="Symbol" pitchFamily="18" charset="2"/>
              </a:rPr>
              <a:t>定理3.2   若</a:t>
            </a:r>
            <a:r>
              <a:rPr lang="en-US" altLang="zh-CN" sz="3200" smtClean="0">
                <a:sym typeface="Symbol" pitchFamily="18" charset="2"/>
              </a:rPr>
              <a:t>A</a:t>
            </a:r>
            <a:r>
              <a:rPr lang="zh-CN" altLang="en-US" sz="3200" smtClean="0">
                <a:sym typeface="Symbol" pitchFamily="18" charset="2"/>
              </a:rPr>
              <a:t>为实对称正定矩阵，则</a:t>
            </a:r>
            <a:r>
              <a:rPr lang="en-US" altLang="zh-CN" sz="3200" i="1" smtClean="0"/>
              <a:t>l</a:t>
            </a:r>
            <a:r>
              <a:rPr lang="en-US" altLang="zh-CN" sz="3200" baseline="-25000" smtClean="0"/>
              <a:t>ii</a:t>
            </a:r>
            <a:r>
              <a:rPr lang="en-US" altLang="zh-CN" sz="3200" smtClean="0">
                <a:sym typeface="Symbol" pitchFamily="18" charset="2"/>
              </a:rPr>
              <a:t>0,</a:t>
            </a:r>
            <a:r>
              <a:rPr lang="en-US" altLang="zh-CN" sz="3200" i="1" smtClean="0"/>
              <a:t>u</a:t>
            </a:r>
            <a:r>
              <a:rPr lang="en-US" altLang="zh-CN" sz="3200" baseline="-25000" smtClean="0"/>
              <a:t>ii</a:t>
            </a:r>
            <a:r>
              <a:rPr lang="en-US" altLang="zh-CN" sz="3200" smtClean="0">
                <a:sym typeface="Symbol" pitchFamily="18" charset="2"/>
              </a:rPr>
              <a:t>0 (i=1,2, …,n)</a:t>
            </a:r>
          </a:p>
          <a:p>
            <a:pPr>
              <a:lnSpc>
                <a:spcPct val="110000"/>
              </a:lnSpc>
            </a:pPr>
            <a:r>
              <a:rPr lang="zh-CN" altLang="en-US" sz="3200" smtClean="0">
                <a:sym typeface="Symbol" pitchFamily="18" charset="2"/>
              </a:rPr>
              <a:t>证明：因实对称矩阵为正定的必要且充分条件是其所有的主子式都大于零，即|</a:t>
            </a:r>
            <a:r>
              <a:rPr lang="en-US" altLang="zh-CN" sz="3200" smtClean="0"/>
              <a:t>A</a:t>
            </a:r>
            <a:r>
              <a:rPr lang="en-US" altLang="zh-CN" sz="3200" baseline="-25000" smtClean="0"/>
              <a:t>1</a:t>
            </a:r>
            <a:r>
              <a:rPr lang="en-US" altLang="zh-CN" sz="3200" smtClean="0"/>
              <a:t>|&gt;0,</a:t>
            </a:r>
            <a:r>
              <a:rPr lang="zh-CN" altLang="en-US" sz="3200" smtClean="0">
                <a:sym typeface="Symbol" pitchFamily="18" charset="2"/>
              </a:rPr>
              <a:t>|</a:t>
            </a:r>
            <a:r>
              <a:rPr lang="en-US" altLang="zh-CN" sz="3200" smtClean="0"/>
              <a:t>A</a:t>
            </a:r>
            <a:r>
              <a:rPr lang="en-US" altLang="zh-CN" sz="3200" baseline="-25000" smtClean="0"/>
              <a:t>2</a:t>
            </a:r>
            <a:r>
              <a:rPr lang="en-US" altLang="zh-CN" sz="3200" smtClean="0"/>
              <a:t>|&gt;0,…,</a:t>
            </a:r>
            <a:r>
              <a:rPr lang="zh-CN" altLang="en-US" sz="3200" smtClean="0">
                <a:sym typeface="Symbol" pitchFamily="18" charset="2"/>
              </a:rPr>
              <a:t>|</a:t>
            </a:r>
            <a:r>
              <a:rPr lang="en-US" altLang="zh-CN" sz="3200" smtClean="0"/>
              <a:t>A</a:t>
            </a:r>
            <a:r>
              <a:rPr lang="en-US" altLang="zh-CN" sz="3200" baseline="-25000" smtClean="0"/>
              <a:t>n</a:t>
            </a:r>
            <a:r>
              <a:rPr lang="en-US" altLang="zh-CN" sz="3200" smtClean="0"/>
              <a:t>|&gt;0</a:t>
            </a:r>
          </a:p>
          <a:p>
            <a:pPr>
              <a:lnSpc>
                <a:spcPct val="110000"/>
              </a:lnSpc>
              <a:buFont typeface="Wingdings" pitchFamily="2" charset="2"/>
              <a:buNone/>
            </a:pPr>
            <a:r>
              <a:rPr lang="zh-CN" altLang="en-US" sz="3200" smtClean="0">
                <a:sym typeface="Symbol" pitchFamily="18" charset="2"/>
              </a:rPr>
              <a:t>		显然满足定理3.1中|</a:t>
            </a:r>
            <a:r>
              <a:rPr lang="en-US" altLang="zh-CN" sz="3200" smtClean="0"/>
              <a:t>A</a:t>
            </a:r>
            <a:r>
              <a:rPr lang="en-US" altLang="zh-CN" sz="3200" baseline="-25000" smtClean="0"/>
              <a:t>i</a:t>
            </a:r>
            <a:r>
              <a:rPr lang="en-US" altLang="zh-CN" sz="3200" smtClean="0"/>
              <a:t>|</a:t>
            </a:r>
            <a:r>
              <a:rPr lang="en-US" altLang="zh-CN" sz="3200" smtClean="0">
                <a:sym typeface="Symbol" pitchFamily="18" charset="2"/>
              </a:rPr>
              <a:t></a:t>
            </a:r>
            <a:r>
              <a:rPr lang="en-US" altLang="zh-CN" sz="3200" smtClean="0"/>
              <a:t>0</a:t>
            </a:r>
            <a:r>
              <a:rPr lang="zh-CN" altLang="en-US" sz="3200" smtClean="0"/>
              <a:t>的条件，因此定理3.2得证。</a:t>
            </a:r>
            <a:endParaRPr lang="zh-CN" altLang="en-US" sz="3200" smtClean="0">
              <a:sym typeface="Symbol" pitchFamily="18" charset="2"/>
            </a:endParaRP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196C6E6E-4C17-44C5-9E6A-1E5248DB0D31}" type="slidenum">
              <a:rPr lang="zh-CN" altLang="en-US" b="0" smtClean="0"/>
              <a:pPr/>
              <a:t>41</a:t>
            </a:fld>
            <a:endParaRPr lang="en-US" altLang="zh-CN" b="0" smtClean="0"/>
          </a:p>
        </p:txBody>
      </p:sp>
      <p:sp>
        <p:nvSpPr>
          <p:cNvPr id="4403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FC5D8B0C-D9BB-468B-A492-80D4E0E30403}" type="datetime1">
              <a:rPr lang="zh-CN" altLang="en-US" sz="1800" b="0" smtClean="0"/>
              <a:pPr/>
              <a:t>2024/9/23</a:t>
            </a:fld>
            <a:endParaRPr lang="en-US" altLang="zh-CN" sz="1800" b="0" smtClean="0"/>
          </a:p>
        </p:txBody>
      </p:sp>
      <p:sp>
        <p:nvSpPr>
          <p:cNvPr id="360450" name="Rectangle 2"/>
          <p:cNvSpPr>
            <a:spLocks noGrp="1" noChangeArrowheads="1"/>
          </p:cNvSpPr>
          <p:nvPr>
            <p:ph type="title"/>
          </p:nvPr>
        </p:nvSpPr>
        <p:spPr/>
        <p:txBody>
          <a:bodyPr/>
          <a:lstStyle/>
          <a:p>
            <a:pPr>
              <a:defRPr/>
            </a:pPr>
            <a:r>
              <a:rPr lang="zh-CN" altLang="en-US" smtClean="0"/>
              <a:t>1.6 消元法的应用条件</a:t>
            </a:r>
          </a:p>
        </p:txBody>
      </p:sp>
      <p:sp>
        <p:nvSpPr>
          <p:cNvPr id="44037" name="Rectangle 3"/>
          <p:cNvSpPr>
            <a:spLocks noGrp="1" noChangeArrowheads="1"/>
          </p:cNvSpPr>
          <p:nvPr>
            <p:ph type="body" idx="1"/>
          </p:nvPr>
        </p:nvSpPr>
        <p:spPr>
          <a:xfrm>
            <a:off x="600075" y="1292225"/>
            <a:ext cx="8142288" cy="768350"/>
          </a:xfrm>
        </p:spPr>
        <p:txBody>
          <a:bodyPr/>
          <a:lstStyle/>
          <a:p>
            <a:r>
              <a:rPr lang="zh-CN" altLang="en-US" smtClean="0">
                <a:sym typeface="Symbol" pitchFamily="18" charset="2"/>
              </a:rPr>
              <a:t>如果采用平方根法进行求解，则必有</a:t>
            </a:r>
            <a:r>
              <a:rPr lang="en-US" altLang="zh-CN" i="1" smtClean="0"/>
              <a:t>l</a:t>
            </a:r>
            <a:r>
              <a:rPr lang="en-US" altLang="zh-CN" baseline="-25000" smtClean="0"/>
              <a:t>ii</a:t>
            </a:r>
            <a:r>
              <a:rPr lang="en-US" altLang="zh-CN" baseline="30000" smtClean="0"/>
              <a:t>2</a:t>
            </a:r>
            <a:r>
              <a:rPr lang="en-US" altLang="zh-CN" smtClean="0"/>
              <a:t>&gt;</a:t>
            </a:r>
            <a:r>
              <a:rPr lang="en-US" altLang="zh-CN" smtClean="0">
                <a:sym typeface="Symbol" pitchFamily="18" charset="2"/>
              </a:rPr>
              <a:t>0 (i=1,2, …,n)，</a:t>
            </a:r>
            <a:r>
              <a:rPr lang="zh-CN" altLang="en-US" smtClean="0">
                <a:sym typeface="Symbol" pitchFamily="18" charset="2"/>
              </a:rPr>
              <a:t>这是因为</a:t>
            </a:r>
            <a:endParaRPr lang="zh-CN" altLang="en-US" smtClean="0"/>
          </a:p>
        </p:txBody>
      </p:sp>
      <p:graphicFrame>
        <p:nvGraphicFramePr>
          <p:cNvPr id="360452" name="Object 4"/>
          <p:cNvGraphicFramePr>
            <a:graphicFrameLocks noChangeAspect="1"/>
          </p:cNvGraphicFramePr>
          <p:nvPr/>
        </p:nvGraphicFramePr>
        <p:xfrm>
          <a:off x="762000" y="2133600"/>
          <a:ext cx="8001000" cy="3059113"/>
        </p:xfrm>
        <a:graphic>
          <a:graphicData uri="http://schemas.openxmlformats.org/presentationml/2006/ole">
            <mc:AlternateContent xmlns:mc="http://schemas.openxmlformats.org/markup-compatibility/2006">
              <mc:Choice xmlns:v="urn:schemas-microsoft-com:vml" Requires="v">
                <p:oleObj spid="_x0000_s44043" name="Equation" r:id="rId3" imgW="3009900" imgH="1244600" progId="Equation.3">
                  <p:embed/>
                </p:oleObj>
              </mc:Choice>
              <mc:Fallback>
                <p:oleObj name="Equation" r:id="rId3" imgW="3009900" imgH="1244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133600"/>
                        <a:ext cx="8001000" cy="305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0453" name="Rectangle 5"/>
          <p:cNvSpPr>
            <a:spLocks noChangeArrowheads="1"/>
          </p:cNvSpPr>
          <p:nvPr/>
        </p:nvSpPr>
        <p:spPr bwMode="auto">
          <a:xfrm>
            <a:off x="533400" y="5486400"/>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sym typeface="Symbol" pitchFamily="18" charset="2"/>
              </a:rPr>
              <a:t>	不必进行复数计算。</a:t>
            </a:r>
            <a:endParaRPr lang="zh-CN" altLang="en-US" sz="2800">
              <a:latin typeface="Times New Roman"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60452"/>
                                        </p:tgtEl>
                                        <p:attrNameLst>
                                          <p:attrName>style.visibility</p:attrName>
                                        </p:attrNameLst>
                                      </p:cBhvr>
                                      <p:to>
                                        <p:strVal val="visible"/>
                                      </p:to>
                                    </p:set>
                                    <p:animEffect transition="in" filter="dissolve">
                                      <p:cBhvr>
                                        <p:cTn id="7" dur="500"/>
                                        <p:tgtEl>
                                          <p:spTgt spid="360452"/>
                                        </p:tgtEl>
                                      </p:cBhvr>
                                    </p:animEffect>
                                  </p:childTnLst>
                                </p:cTn>
                              </p:par>
                            </p:childTnLst>
                          </p:cTn>
                        </p:par>
                        <p:par>
                          <p:cTn id="8" fill="hold" nodeType="afterGroup">
                            <p:stCondLst>
                              <p:cond delay="500"/>
                            </p:stCondLst>
                            <p:childTnLst>
                              <p:par>
                                <p:cTn id="9" presetID="22" presetClass="entr" presetSubtype="1" fill="hold" grpId="0" nodeType="afterEffect">
                                  <p:stCondLst>
                                    <p:cond delay="0"/>
                                  </p:stCondLst>
                                  <p:iterate type="lt">
                                    <p:tmPct val="100000"/>
                                  </p:iterate>
                                  <p:childTnLst>
                                    <p:set>
                                      <p:cBhvr>
                                        <p:cTn id="10" dur="1" fill="hold">
                                          <p:stCondLst>
                                            <p:cond delay="0"/>
                                          </p:stCondLst>
                                        </p:cTn>
                                        <p:tgtEl>
                                          <p:spTgt spid="360453"/>
                                        </p:tgtEl>
                                        <p:attrNameLst>
                                          <p:attrName>style.visibility</p:attrName>
                                        </p:attrNameLst>
                                      </p:cBhvr>
                                      <p:to>
                                        <p:strVal val="visible"/>
                                      </p:to>
                                    </p:set>
                                    <p:animEffect transition="in" filter="wipe(up)">
                                      <p:cBhvr>
                                        <p:cTn id="11" dur="75"/>
                                        <p:tgtEl>
                                          <p:spTgt spid="3604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0453" grpId="0"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505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8E4776A-5395-4D3A-8840-0816537BF4C7}" type="slidenum">
              <a:rPr lang="zh-CN" altLang="en-US" b="0" smtClean="0"/>
              <a:pPr/>
              <a:t>42</a:t>
            </a:fld>
            <a:endParaRPr lang="en-US" altLang="zh-CN" b="0" smtClean="0"/>
          </a:p>
        </p:txBody>
      </p:sp>
      <p:sp>
        <p:nvSpPr>
          <p:cNvPr id="4505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7BA57AD-3C73-41E5-88A7-80887557B349}" type="datetime1">
              <a:rPr lang="zh-CN" altLang="en-US" sz="1800" b="0" smtClean="0"/>
              <a:pPr/>
              <a:t>2024/9/23</a:t>
            </a:fld>
            <a:endParaRPr lang="en-US" altLang="zh-CN" sz="1800" b="0" smtClean="0"/>
          </a:p>
        </p:txBody>
      </p:sp>
      <p:sp>
        <p:nvSpPr>
          <p:cNvPr id="45060" name="Rectangle 2"/>
          <p:cNvSpPr>
            <a:spLocks noGrp="1" noChangeArrowheads="1"/>
          </p:cNvSpPr>
          <p:nvPr>
            <p:ph type="body" idx="1"/>
          </p:nvPr>
        </p:nvSpPr>
        <p:spPr>
          <a:xfrm>
            <a:off x="600075" y="1143000"/>
            <a:ext cx="8142288" cy="384175"/>
          </a:xfrm>
        </p:spPr>
        <p:txBody>
          <a:bodyPr/>
          <a:lstStyle/>
          <a:p>
            <a:r>
              <a:rPr lang="zh-CN" altLang="en-US" smtClean="0"/>
              <a:t>线性方程组：</a:t>
            </a:r>
          </a:p>
        </p:txBody>
      </p:sp>
      <p:graphicFrame>
        <p:nvGraphicFramePr>
          <p:cNvPr id="45061" name="Object 3"/>
          <p:cNvGraphicFramePr>
            <a:graphicFrameLocks noChangeAspect="1"/>
          </p:cNvGraphicFramePr>
          <p:nvPr/>
        </p:nvGraphicFramePr>
        <p:xfrm>
          <a:off x="2963863" y="1066800"/>
          <a:ext cx="4122737" cy="1970088"/>
        </p:xfrm>
        <a:graphic>
          <a:graphicData uri="http://schemas.openxmlformats.org/presentationml/2006/ole">
            <mc:AlternateContent xmlns:mc="http://schemas.openxmlformats.org/markup-compatibility/2006">
              <mc:Choice xmlns:v="urn:schemas-microsoft-com:vml" Requires="v">
                <p:oleObj spid="_x0000_s45072" name="Equation" r:id="rId4" imgW="1968500" imgH="939800" progId="Equation.3">
                  <p:embed/>
                </p:oleObj>
              </mc:Choice>
              <mc:Fallback>
                <p:oleObj name="Equation" r:id="rId4" imgW="1968500" imgH="9398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3863" y="1066800"/>
                        <a:ext cx="4122737"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5684" name="Rectangle 4"/>
          <p:cNvSpPr>
            <a:spLocks noGrp="1" noChangeArrowheads="1"/>
          </p:cNvSpPr>
          <p:nvPr>
            <p:ph type="title"/>
          </p:nvPr>
        </p:nvSpPr>
        <p:spPr/>
        <p:txBody>
          <a:bodyPr/>
          <a:lstStyle/>
          <a:p>
            <a:pPr>
              <a:defRPr/>
            </a:pPr>
            <a:r>
              <a:rPr lang="zh-CN" altLang="en-US" smtClean="0"/>
              <a:t>线性代数基础</a:t>
            </a:r>
          </a:p>
        </p:txBody>
      </p:sp>
      <p:sp>
        <p:nvSpPr>
          <p:cNvPr id="455685" name="Rectangle 5"/>
          <p:cNvSpPr>
            <a:spLocks noChangeArrowheads="1"/>
          </p:cNvSpPr>
          <p:nvPr/>
        </p:nvSpPr>
        <p:spPr bwMode="auto">
          <a:xfrm>
            <a:off x="544513" y="2971800"/>
            <a:ext cx="8142287" cy="2005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80000"/>
              </a:lnSpc>
              <a:spcBef>
                <a:spcPct val="35000"/>
              </a:spcBef>
              <a:buClr>
                <a:srgbClr val="27305F"/>
              </a:buClr>
              <a:buSzPct val="60000"/>
              <a:buFont typeface="Wingdings" pitchFamily="2" charset="2"/>
              <a:buNone/>
            </a:pPr>
            <a:r>
              <a:rPr lang="zh-CN" altLang="en-US" sz="2800">
                <a:latin typeface="Times New Roman" pitchFamily="18" charset="0"/>
              </a:rPr>
              <a:t>如果矩阵</a:t>
            </a:r>
            <a:r>
              <a:rPr lang="en-US" altLang="zh-CN" sz="2800">
                <a:latin typeface="Times New Roman" pitchFamily="18" charset="0"/>
              </a:rPr>
              <a:t>A</a:t>
            </a:r>
            <a:r>
              <a:rPr lang="zh-CN" altLang="en-US" sz="2800">
                <a:latin typeface="Times New Roman" pitchFamily="18" charset="0"/>
              </a:rPr>
              <a:t>是非奇异的,即|</a:t>
            </a:r>
            <a:r>
              <a:rPr lang="en-US" altLang="zh-CN" sz="2800">
                <a:latin typeface="Times New Roman" pitchFamily="18" charset="0"/>
              </a:rPr>
              <a:t>A|≠0,</a:t>
            </a:r>
            <a:r>
              <a:rPr lang="zh-CN" altLang="en-US" sz="2800">
                <a:solidFill>
                  <a:srgbClr val="FF3300"/>
                </a:solidFill>
                <a:latin typeface="Times New Roman" pitchFamily="18" charset="0"/>
              </a:rPr>
              <a:t>方程组的解唯一</a:t>
            </a:r>
            <a:r>
              <a:rPr lang="zh-CN" altLang="en-US" sz="2800">
                <a:latin typeface="Times New Roman" pitchFamily="18" charset="0"/>
              </a:rPr>
              <a:t>。</a:t>
            </a:r>
          </a:p>
          <a:p>
            <a:pPr marL="258763" indent="-258763" algn="l" defTabSz="814388">
              <a:lnSpc>
                <a:spcPct val="80000"/>
              </a:lnSpc>
              <a:spcBef>
                <a:spcPct val="35000"/>
              </a:spcBef>
              <a:buClr>
                <a:srgbClr val="27305F"/>
              </a:buClr>
              <a:buSzPct val="60000"/>
              <a:buFont typeface="Wingdings" pitchFamily="2" charset="2"/>
              <a:buChar char="n"/>
            </a:pPr>
            <a:r>
              <a:rPr lang="zh-CN" altLang="en-US" sz="2800">
                <a:latin typeface="Times New Roman" pitchFamily="18" charset="0"/>
              </a:rPr>
              <a:t>定义：若方阵</a:t>
            </a:r>
            <a:r>
              <a:rPr lang="en-US" altLang="zh-CN" sz="2800">
                <a:latin typeface="Times New Roman" pitchFamily="18" charset="0"/>
              </a:rPr>
              <a:t>A</a:t>
            </a:r>
            <a:r>
              <a:rPr lang="zh-CN" altLang="en-US" sz="2800">
                <a:latin typeface="Times New Roman" pitchFamily="18" charset="0"/>
              </a:rPr>
              <a:t>的行列式|</a:t>
            </a:r>
            <a:r>
              <a:rPr lang="en-US" altLang="zh-CN" sz="2800">
                <a:latin typeface="Times New Roman" pitchFamily="18" charset="0"/>
              </a:rPr>
              <a:t>A|=0，</a:t>
            </a:r>
            <a:r>
              <a:rPr lang="zh-CN" altLang="en-US" sz="2800">
                <a:latin typeface="Times New Roman" pitchFamily="18" charset="0"/>
              </a:rPr>
              <a:t>则称</a:t>
            </a:r>
            <a:r>
              <a:rPr lang="en-US" altLang="zh-CN" sz="2800">
                <a:latin typeface="Times New Roman" pitchFamily="18" charset="0"/>
              </a:rPr>
              <a:t>A</a:t>
            </a:r>
            <a:r>
              <a:rPr lang="zh-CN" altLang="en-US" sz="2800">
                <a:latin typeface="Times New Roman" pitchFamily="18" charset="0"/>
              </a:rPr>
              <a:t>为</a:t>
            </a:r>
            <a:r>
              <a:rPr lang="zh-CN" altLang="en-US" sz="2800">
                <a:solidFill>
                  <a:srgbClr val="FF3300"/>
                </a:solidFill>
                <a:latin typeface="Times New Roman" pitchFamily="18" charset="0"/>
              </a:rPr>
              <a:t>奇异矩阵</a:t>
            </a:r>
            <a:r>
              <a:rPr lang="zh-CN" altLang="en-US" sz="2800">
                <a:latin typeface="Times New Roman" pitchFamily="18" charset="0"/>
              </a:rPr>
              <a:t>,若|</a:t>
            </a:r>
            <a:r>
              <a:rPr lang="en-US" altLang="zh-CN" sz="2800">
                <a:latin typeface="Times New Roman" pitchFamily="18" charset="0"/>
              </a:rPr>
              <a:t>A|≠0,</a:t>
            </a:r>
            <a:r>
              <a:rPr lang="zh-CN" altLang="en-US" sz="2800">
                <a:latin typeface="Times New Roman" pitchFamily="18" charset="0"/>
              </a:rPr>
              <a:t>则称</a:t>
            </a:r>
            <a:r>
              <a:rPr lang="en-US" altLang="zh-CN" sz="2800">
                <a:latin typeface="Times New Roman" pitchFamily="18" charset="0"/>
              </a:rPr>
              <a:t>A</a:t>
            </a:r>
            <a:r>
              <a:rPr lang="zh-CN" altLang="en-US" sz="2800">
                <a:latin typeface="Times New Roman" pitchFamily="18" charset="0"/>
              </a:rPr>
              <a:t>为</a:t>
            </a:r>
            <a:r>
              <a:rPr lang="zh-CN" altLang="en-US" sz="2800">
                <a:solidFill>
                  <a:srgbClr val="FF3300"/>
                </a:solidFill>
                <a:latin typeface="Times New Roman" pitchFamily="18" charset="0"/>
              </a:rPr>
              <a:t>非奇异矩阵</a:t>
            </a:r>
            <a:r>
              <a:rPr lang="zh-CN" altLang="en-US" sz="2800">
                <a:latin typeface="Times New Roman" pitchFamily="18" charset="0"/>
              </a:rPr>
              <a:t>。</a:t>
            </a:r>
          </a:p>
          <a:p>
            <a:pPr marL="258763" indent="-258763" algn="l" defTabSz="814388">
              <a:lnSpc>
                <a:spcPct val="80000"/>
              </a:lnSpc>
              <a:spcBef>
                <a:spcPct val="35000"/>
              </a:spcBef>
              <a:buClr>
                <a:srgbClr val="27305F"/>
              </a:buClr>
              <a:buSzPct val="60000"/>
              <a:buFont typeface="Wingdings" pitchFamily="2" charset="2"/>
              <a:buChar char="n"/>
            </a:pPr>
            <a:r>
              <a:rPr lang="zh-CN" altLang="en-US" sz="2800">
                <a:solidFill>
                  <a:srgbClr val="FF3300"/>
                </a:solidFill>
                <a:latin typeface="Times New Roman" pitchFamily="18" charset="0"/>
              </a:rPr>
              <a:t>克莱姆法则</a:t>
            </a:r>
            <a:r>
              <a:rPr lang="zh-CN" altLang="en-US" sz="2800">
                <a:latin typeface="Times New Roman" pitchFamily="18" charset="0"/>
              </a:rPr>
              <a:t>:设上述方程组的系数行列式</a:t>
            </a:r>
            <a:r>
              <a:rPr lang="en-US" altLang="zh-CN" sz="2800">
                <a:latin typeface="Times New Roman" pitchFamily="18" charset="0"/>
              </a:rPr>
              <a:t>A≠0,</a:t>
            </a:r>
            <a:r>
              <a:rPr lang="zh-CN" altLang="en-US" sz="2800">
                <a:latin typeface="Times New Roman" pitchFamily="18" charset="0"/>
              </a:rPr>
              <a:t>则该方程组有唯一解：</a:t>
            </a:r>
          </a:p>
        </p:txBody>
      </p:sp>
      <p:graphicFrame>
        <p:nvGraphicFramePr>
          <p:cNvPr id="455688" name="Object 8"/>
          <p:cNvGraphicFramePr>
            <a:graphicFrameLocks noChangeAspect="1"/>
          </p:cNvGraphicFramePr>
          <p:nvPr/>
        </p:nvGraphicFramePr>
        <p:xfrm>
          <a:off x="3852863" y="4660900"/>
          <a:ext cx="3884612" cy="825500"/>
        </p:xfrm>
        <a:graphic>
          <a:graphicData uri="http://schemas.openxmlformats.org/presentationml/2006/ole">
            <mc:AlternateContent xmlns:mc="http://schemas.openxmlformats.org/markup-compatibility/2006">
              <mc:Choice xmlns:v="urn:schemas-microsoft-com:vml" Requires="v">
                <p:oleObj spid="_x0000_s45073" name="Equation" r:id="rId6" imgW="1854200" imgH="393700" progId="Equation.3">
                  <p:embed/>
                </p:oleObj>
              </mc:Choice>
              <mc:Fallback>
                <p:oleObj name="Equation" r:id="rId6" imgW="1854200" imgH="3937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2863" y="4660900"/>
                        <a:ext cx="3884612"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5689" name="Rectangle 9"/>
          <p:cNvSpPr>
            <a:spLocks noChangeArrowheads="1"/>
          </p:cNvSpPr>
          <p:nvPr/>
        </p:nvSpPr>
        <p:spPr bwMode="auto">
          <a:xfrm>
            <a:off x="533400" y="5486400"/>
            <a:ext cx="8142288"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	其中</a:t>
            </a:r>
            <a:r>
              <a:rPr lang="en-US" altLang="zh-CN" sz="2800">
                <a:latin typeface="Times New Roman" pitchFamily="18" charset="0"/>
              </a:rPr>
              <a:t>A</a:t>
            </a:r>
            <a:r>
              <a:rPr lang="en-US" altLang="zh-CN" sz="2800" i="1" baseline="-25000">
                <a:latin typeface="Times New Roman" pitchFamily="18" charset="0"/>
              </a:rPr>
              <a:t>j</a:t>
            </a:r>
            <a:r>
              <a:rPr lang="en-US" altLang="zh-CN" sz="2800">
                <a:latin typeface="Times New Roman" pitchFamily="18" charset="0"/>
              </a:rPr>
              <a:t>(</a:t>
            </a:r>
            <a:r>
              <a:rPr lang="en-US" altLang="zh-CN" sz="2800" i="1">
                <a:latin typeface="Times New Roman" pitchFamily="18" charset="0"/>
              </a:rPr>
              <a:t>j</a:t>
            </a:r>
            <a:r>
              <a:rPr lang="en-US" altLang="zh-CN" sz="2800">
                <a:latin typeface="Times New Roman" pitchFamily="18" charset="0"/>
              </a:rPr>
              <a:t>=1,2,…,</a:t>
            </a:r>
            <a:r>
              <a:rPr lang="en-US" altLang="zh-CN" sz="2800" i="1">
                <a:latin typeface="Times New Roman" pitchFamily="18" charset="0"/>
              </a:rPr>
              <a:t>n</a:t>
            </a:r>
            <a:r>
              <a:rPr lang="en-US" altLang="zh-CN" sz="2800">
                <a:latin typeface="Times New Roman" pitchFamily="18" charset="0"/>
              </a:rPr>
              <a:t>)</a:t>
            </a:r>
            <a:r>
              <a:rPr lang="zh-CN" altLang="en-US" sz="2800">
                <a:latin typeface="Times New Roman" pitchFamily="18" charset="0"/>
              </a:rPr>
              <a:t>是将行列式</a:t>
            </a:r>
            <a:r>
              <a:rPr lang="en-US" altLang="zh-CN" sz="2800">
                <a:latin typeface="Times New Roman" pitchFamily="18" charset="0"/>
              </a:rPr>
              <a:t>A</a:t>
            </a:r>
            <a:r>
              <a:rPr lang="zh-CN" altLang="en-US" sz="2800">
                <a:latin typeface="Times New Roman" pitchFamily="18" charset="0"/>
              </a:rPr>
              <a:t>的第</a:t>
            </a:r>
            <a:r>
              <a:rPr lang="en-US" altLang="zh-CN" sz="2800">
                <a:latin typeface="Times New Roman" pitchFamily="18" charset="0"/>
              </a:rPr>
              <a:t>j</a:t>
            </a:r>
            <a:r>
              <a:rPr lang="zh-CN" altLang="en-US" sz="2800">
                <a:latin typeface="Times New Roman" pitchFamily="18" charset="0"/>
              </a:rPr>
              <a:t>列元素换为方程组右端的常数项</a:t>
            </a:r>
            <a:r>
              <a:rPr lang="en-US" altLang="zh-CN" sz="2800" i="1">
                <a:latin typeface="Times New Roman" pitchFamily="18" charset="0"/>
              </a:rPr>
              <a:t>b</a:t>
            </a:r>
            <a:r>
              <a:rPr lang="en-US" altLang="zh-CN" sz="2800" baseline="-25000">
                <a:latin typeface="Times New Roman" pitchFamily="18" charset="0"/>
              </a:rPr>
              <a:t>1</a:t>
            </a:r>
            <a:r>
              <a:rPr lang="en-US" altLang="zh-CN" sz="2800">
                <a:latin typeface="Times New Roman" pitchFamily="18" charset="0"/>
              </a:rPr>
              <a:t>、</a:t>
            </a:r>
            <a:r>
              <a:rPr lang="en-US" altLang="zh-CN" sz="2800" i="1">
                <a:latin typeface="Times New Roman" pitchFamily="18" charset="0"/>
              </a:rPr>
              <a:t>b</a:t>
            </a:r>
            <a:r>
              <a:rPr lang="en-US" altLang="zh-CN" sz="2800" baseline="-25000">
                <a:latin typeface="Times New Roman" pitchFamily="18" charset="0"/>
              </a:rPr>
              <a:t>2</a:t>
            </a:r>
            <a:r>
              <a:rPr lang="en-US" altLang="zh-CN" sz="2800">
                <a:latin typeface="Times New Roman" pitchFamily="18" charset="0"/>
              </a:rPr>
              <a:t>… </a:t>
            </a:r>
            <a:r>
              <a:rPr lang="en-US" altLang="zh-CN" sz="2800" i="1">
                <a:latin typeface="Times New Roman" pitchFamily="18" charset="0"/>
              </a:rPr>
              <a:t>b</a:t>
            </a:r>
            <a:r>
              <a:rPr lang="en-US" altLang="zh-CN" sz="2800" baseline="-25000">
                <a:latin typeface="Times New Roman" pitchFamily="18" charset="0"/>
              </a:rPr>
              <a:t>n</a:t>
            </a:r>
            <a:r>
              <a:rPr lang="zh-CN" altLang="en-US" sz="2800">
                <a:latin typeface="Times New Roman" pitchFamily="18" charset="0"/>
              </a:rPr>
              <a:t>所得的</a:t>
            </a:r>
            <a:r>
              <a:rPr lang="en-US" altLang="zh-CN" sz="2800">
                <a:latin typeface="Times New Roman" pitchFamily="18" charset="0"/>
              </a:rPr>
              <a:t>n</a:t>
            </a:r>
            <a:r>
              <a:rPr lang="zh-CN" altLang="en-US" sz="2800">
                <a:latin typeface="Times New Roman" pitchFamily="18" charset="0"/>
              </a:rPr>
              <a:t>阶行列式。</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455685"/>
                                        </p:tgtEl>
                                        <p:attrNameLst>
                                          <p:attrName>style.visibility</p:attrName>
                                        </p:attrNameLst>
                                      </p:cBhvr>
                                      <p:to>
                                        <p:strVal val="visible"/>
                                      </p:to>
                                    </p:set>
                                    <p:animEffect transition="in" filter="wipe(up)">
                                      <p:cBhvr>
                                        <p:cTn id="7" dur="75"/>
                                        <p:tgtEl>
                                          <p:spTgt spid="4556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455688"/>
                                        </p:tgtEl>
                                        <p:attrNameLst>
                                          <p:attrName>style.visibility</p:attrName>
                                        </p:attrNameLst>
                                      </p:cBhvr>
                                      <p:to>
                                        <p:strVal val="visible"/>
                                      </p:to>
                                    </p:set>
                                    <p:animEffect transition="in" filter="wipe(up)">
                                      <p:cBhvr>
                                        <p:cTn id="12" dur="500"/>
                                        <p:tgtEl>
                                          <p:spTgt spid="4556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55689"/>
                                        </p:tgtEl>
                                        <p:attrNameLst>
                                          <p:attrName>style.visibility</p:attrName>
                                        </p:attrNameLst>
                                      </p:cBhvr>
                                      <p:to>
                                        <p:strVal val="visible"/>
                                      </p:to>
                                    </p:set>
                                    <p:animEffect transition="in" filter="wipe(up)">
                                      <p:cBhvr>
                                        <p:cTn id="17" dur="500"/>
                                        <p:tgtEl>
                                          <p:spTgt spid="4556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5685" grpId="0" autoUpdateAnimBg="0"/>
      <p:bldP spid="455689"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14EE912C-D9C3-425D-91CA-1DA6ABBEC2A5}" type="slidenum">
              <a:rPr lang="zh-CN" altLang="en-US" b="0" smtClean="0"/>
              <a:pPr/>
              <a:t>43</a:t>
            </a:fld>
            <a:endParaRPr lang="en-US" altLang="zh-CN" b="0" smtClean="0"/>
          </a:p>
        </p:txBody>
      </p:sp>
      <p:sp>
        <p:nvSpPr>
          <p:cNvPr id="4608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7F50D8E6-219C-4D0D-AC8C-301E165FBC90}" type="datetime1">
              <a:rPr lang="zh-CN" altLang="en-US" sz="1800" b="0" smtClean="0"/>
              <a:pPr/>
              <a:t>2024/9/23</a:t>
            </a:fld>
            <a:endParaRPr lang="en-US" altLang="zh-CN" sz="1800" b="0" smtClean="0"/>
          </a:p>
        </p:txBody>
      </p:sp>
      <p:sp>
        <p:nvSpPr>
          <p:cNvPr id="453634" name="Rectangle 2"/>
          <p:cNvSpPr>
            <a:spLocks noGrp="1" noChangeArrowheads="1"/>
          </p:cNvSpPr>
          <p:nvPr>
            <p:ph type="title"/>
          </p:nvPr>
        </p:nvSpPr>
        <p:spPr/>
        <p:txBody>
          <a:bodyPr/>
          <a:lstStyle/>
          <a:p>
            <a:pPr>
              <a:defRPr/>
            </a:pPr>
            <a:r>
              <a:rPr lang="zh-CN" altLang="en-US" smtClean="0"/>
              <a:t>线性代数基础</a:t>
            </a:r>
          </a:p>
        </p:txBody>
      </p:sp>
      <p:sp>
        <p:nvSpPr>
          <p:cNvPr id="46085" name="Rectangle 6"/>
          <p:cNvSpPr>
            <a:spLocks noGrp="1" noChangeArrowheads="1"/>
          </p:cNvSpPr>
          <p:nvPr>
            <p:ph type="body" idx="1"/>
          </p:nvPr>
        </p:nvSpPr>
        <p:spPr>
          <a:xfrm>
            <a:off x="4876800" y="1219200"/>
            <a:ext cx="3209925" cy="384175"/>
          </a:xfrm>
        </p:spPr>
        <p:txBody>
          <a:bodyPr/>
          <a:lstStyle/>
          <a:p>
            <a:r>
              <a:rPr lang="zh-CN" altLang="en-US" smtClean="0">
                <a:solidFill>
                  <a:srgbClr val="FF3300"/>
                </a:solidFill>
              </a:rPr>
              <a:t>齐次线性方程组</a:t>
            </a:r>
          </a:p>
        </p:txBody>
      </p:sp>
      <p:graphicFrame>
        <p:nvGraphicFramePr>
          <p:cNvPr id="46086" name="Object 7"/>
          <p:cNvGraphicFramePr>
            <a:graphicFrameLocks noChangeAspect="1"/>
          </p:cNvGraphicFramePr>
          <p:nvPr/>
        </p:nvGraphicFramePr>
        <p:xfrm>
          <a:off x="609600" y="1676400"/>
          <a:ext cx="4122738" cy="1970088"/>
        </p:xfrm>
        <a:graphic>
          <a:graphicData uri="http://schemas.openxmlformats.org/presentationml/2006/ole">
            <mc:AlternateContent xmlns:mc="http://schemas.openxmlformats.org/markup-compatibility/2006">
              <mc:Choice xmlns:v="urn:schemas-microsoft-com:vml" Requires="v">
                <p:oleObj spid="_x0000_s46095" name="Equation" r:id="rId4" imgW="1968500" imgH="939800" progId="Equation.3">
                  <p:embed/>
                </p:oleObj>
              </mc:Choice>
              <mc:Fallback>
                <p:oleObj name="Equation" r:id="rId4" imgW="1968500" imgH="9398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 y="1676400"/>
                        <a:ext cx="4122738"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7" name="Object 8"/>
          <p:cNvGraphicFramePr>
            <a:graphicFrameLocks noChangeAspect="1"/>
          </p:cNvGraphicFramePr>
          <p:nvPr/>
        </p:nvGraphicFramePr>
        <p:xfrm>
          <a:off x="4773613" y="1600200"/>
          <a:ext cx="4176712" cy="1970088"/>
        </p:xfrm>
        <a:graphic>
          <a:graphicData uri="http://schemas.openxmlformats.org/presentationml/2006/ole">
            <mc:AlternateContent xmlns:mc="http://schemas.openxmlformats.org/markup-compatibility/2006">
              <mc:Choice xmlns:v="urn:schemas-microsoft-com:vml" Requires="v">
                <p:oleObj spid="_x0000_s46096" name="Equation" r:id="rId6" imgW="1993900" imgH="939800" progId="Equation.3">
                  <p:embed/>
                </p:oleObj>
              </mc:Choice>
              <mc:Fallback>
                <p:oleObj name="Equation" r:id="rId6" imgW="1993900" imgH="9398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73613" y="1600200"/>
                        <a:ext cx="4176712" cy="197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3641" name="Rectangle 9"/>
          <p:cNvSpPr>
            <a:spLocks noChangeArrowheads="1"/>
          </p:cNvSpPr>
          <p:nvPr/>
        </p:nvSpPr>
        <p:spPr bwMode="auto">
          <a:xfrm>
            <a:off x="620713" y="3752850"/>
            <a:ext cx="8142287" cy="2752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latin typeface="Times New Roman" pitchFamily="18" charset="0"/>
              </a:rPr>
              <a:t>对于齐次线性方程组的解，有以下几个结论：</a:t>
            </a:r>
          </a:p>
          <a:p>
            <a:pPr marL="649288" lvl="1" indent="-261938"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1.齐次线性方程组肯定有解——零解</a:t>
            </a:r>
          </a:p>
          <a:p>
            <a:pPr marL="649288" lvl="1" indent="-261938"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2.当系数行列式</a:t>
            </a:r>
            <a:r>
              <a:rPr lang="en-US" altLang="zh-CN" sz="2800">
                <a:latin typeface="Times New Roman" pitchFamily="18" charset="0"/>
              </a:rPr>
              <a:t>A≠0,</a:t>
            </a:r>
            <a:r>
              <a:rPr lang="zh-CN" altLang="en-US" sz="2800">
                <a:latin typeface="Times New Roman" pitchFamily="18" charset="0"/>
              </a:rPr>
              <a:t>根据克莱姆法则知齐次线性方程组只有零解</a:t>
            </a:r>
          </a:p>
          <a:p>
            <a:pPr marL="649288" lvl="1" indent="-261938" algn="l" defTabSz="814388">
              <a:lnSpc>
                <a:spcPct val="90000"/>
              </a:lnSpc>
              <a:spcBef>
                <a:spcPct val="35000"/>
              </a:spcBef>
              <a:buClr>
                <a:srgbClr val="27305F"/>
              </a:buClr>
              <a:buSzPct val="60000"/>
              <a:buFont typeface="Wingdings" pitchFamily="2" charset="2"/>
              <a:buNone/>
            </a:pPr>
            <a:r>
              <a:rPr lang="zh-CN" altLang="en-US" sz="2800">
                <a:solidFill>
                  <a:srgbClr val="FF3300"/>
                </a:solidFill>
                <a:latin typeface="Times New Roman" pitchFamily="18" charset="0"/>
              </a:rPr>
              <a:t>3.齐次线性方程组有非零解的充要条件是系数行列式|</a:t>
            </a:r>
            <a:r>
              <a:rPr lang="en-US" altLang="zh-CN" sz="2800">
                <a:solidFill>
                  <a:srgbClr val="FF3300"/>
                </a:solidFill>
                <a:latin typeface="Times New Roman" pitchFamily="18" charset="0"/>
              </a:rPr>
              <a:t>A|=0</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453641"/>
                                        </p:tgtEl>
                                        <p:attrNameLst>
                                          <p:attrName>style.visibility</p:attrName>
                                        </p:attrNameLst>
                                      </p:cBhvr>
                                      <p:to>
                                        <p:strVal val="visible"/>
                                      </p:to>
                                    </p:set>
                                    <p:animEffect transition="in" filter="wipe(up)">
                                      <p:cBhvr>
                                        <p:cTn id="7" dur="75"/>
                                        <p:tgtEl>
                                          <p:spTgt spid="4536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3641" grpId="0"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9A6B73B1-860B-41EC-AA02-8DA04EAE6727}" type="slidenum">
              <a:rPr lang="zh-CN" altLang="en-US" b="0" smtClean="0"/>
              <a:pPr/>
              <a:t>44</a:t>
            </a:fld>
            <a:endParaRPr lang="en-US" altLang="zh-CN" b="0" smtClean="0"/>
          </a:p>
        </p:txBody>
      </p:sp>
      <p:sp>
        <p:nvSpPr>
          <p:cNvPr id="4710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BDD2B734-B697-4AEA-9A3D-85523340BDB4}" type="datetime1">
              <a:rPr lang="zh-CN" altLang="en-US" sz="1800" b="0" smtClean="0"/>
              <a:pPr/>
              <a:t>2024/9/23</a:t>
            </a:fld>
            <a:endParaRPr lang="en-US" altLang="zh-CN" sz="1800" b="0" smtClean="0"/>
          </a:p>
        </p:txBody>
      </p:sp>
      <p:sp>
        <p:nvSpPr>
          <p:cNvPr id="362498" name="Rectangle 2"/>
          <p:cNvSpPr>
            <a:spLocks noGrp="1" noChangeArrowheads="1"/>
          </p:cNvSpPr>
          <p:nvPr>
            <p:ph type="title"/>
          </p:nvPr>
        </p:nvSpPr>
        <p:spPr/>
        <p:txBody>
          <a:bodyPr/>
          <a:lstStyle/>
          <a:p>
            <a:pPr>
              <a:defRPr/>
            </a:pPr>
            <a:r>
              <a:rPr lang="zh-CN" altLang="en-US" smtClean="0"/>
              <a:t>1.6 消元法的应用条件</a:t>
            </a:r>
          </a:p>
        </p:txBody>
      </p:sp>
      <p:sp>
        <p:nvSpPr>
          <p:cNvPr id="47109" name="Rectangle 3"/>
          <p:cNvSpPr>
            <a:spLocks noGrp="1" noChangeArrowheads="1"/>
          </p:cNvSpPr>
          <p:nvPr>
            <p:ph type="body" idx="1"/>
          </p:nvPr>
        </p:nvSpPr>
        <p:spPr>
          <a:xfrm>
            <a:off x="600075" y="1292225"/>
            <a:ext cx="8142288" cy="2092325"/>
          </a:xfrm>
        </p:spPr>
        <p:txBody>
          <a:bodyPr/>
          <a:lstStyle/>
          <a:p>
            <a:r>
              <a:rPr lang="zh-CN" altLang="en-US" sz="3200" smtClean="0"/>
              <a:t>阿达马定理   </a:t>
            </a:r>
            <a:r>
              <a:rPr lang="en-US" altLang="zh-CN" sz="3200" smtClean="0"/>
              <a:t>r</a:t>
            </a:r>
            <a:r>
              <a:rPr lang="zh-CN" altLang="en-US" sz="3200" smtClean="0"/>
              <a:t>阶主子式|</a:t>
            </a:r>
            <a:r>
              <a:rPr lang="en-US" altLang="zh-CN" sz="3200" smtClean="0"/>
              <a:t>A</a:t>
            </a:r>
            <a:r>
              <a:rPr lang="en-US" altLang="zh-CN" sz="3200" baseline="-25000" smtClean="0"/>
              <a:t>r</a:t>
            </a:r>
            <a:r>
              <a:rPr lang="zh-CN" altLang="en-US" sz="3200" smtClean="0"/>
              <a:t>|</a:t>
            </a:r>
            <a:r>
              <a:rPr lang="en-US" altLang="zh-CN" sz="3200" smtClean="0">
                <a:sym typeface="Symbol" pitchFamily="18" charset="2"/>
              </a:rPr>
              <a:t>0</a:t>
            </a:r>
            <a:r>
              <a:rPr lang="zh-CN" altLang="en-US" sz="3200" smtClean="0">
                <a:sym typeface="Symbol" pitchFamily="18" charset="2"/>
              </a:rPr>
              <a:t>的一个充分条件是下述严格对角占优条件</a:t>
            </a:r>
          </a:p>
          <a:p>
            <a:endParaRPr lang="zh-CN" altLang="en-US" sz="3200" smtClean="0">
              <a:sym typeface="Symbol" pitchFamily="18" charset="2"/>
            </a:endParaRPr>
          </a:p>
          <a:p>
            <a:pPr lvl="1">
              <a:buFontTx/>
              <a:buNone/>
            </a:pPr>
            <a:r>
              <a:rPr lang="zh-CN" altLang="en-US" sz="3200" smtClean="0">
                <a:sym typeface="Symbol" pitchFamily="18" charset="2"/>
              </a:rPr>
              <a:t>成立</a:t>
            </a:r>
          </a:p>
        </p:txBody>
      </p:sp>
      <p:graphicFrame>
        <p:nvGraphicFramePr>
          <p:cNvPr id="47110" name="Object 4"/>
          <p:cNvGraphicFramePr>
            <a:graphicFrameLocks noChangeAspect="1"/>
          </p:cNvGraphicFramePr>
          <p:nvPr/>
        </p:nvGraphicFramePr>
        <p:xfrm>
          <a:off x="2286000" y="2117725"/>
          <a:ext cx="4572000" cy="1371600"/>
        </p:xfrm>
        <a:graphic>
          <a:graphicData uri="http://schemas.openxmlformats.org/presentationml/2006/ole">
            <mc:AlternateContent xmlns:mc="http://schemas.openxmlformats.org/markup-compatibility/2006">
              <mc:Choice xmlns:v="urn:schemas-microsoft-com:vml" Requires="v">
                <p:oleObj spid="_x0000_s47115" name="Equation" r:id="rId3" imgW="1651000" imgH="533400" progId="Equation.3">
                  <p:embed/>
                </p:oleObj>
              </mc:Choice>
              <mc:Fallback>
                <p:oleObj name="Equation" r:id="rId3" imgW="1651000" imgH="533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117725"/>
                        <a:ext cx="4572000" cy="137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2501" name="Rectangle 5"/>
          <p:cNvSpPr>
            <a:spLocks noChangeArrowheads="1"/>
          </p:cNvSpPr>
          <p:nvPr/>
        </p:nvSpPr>
        <p:spPr bwMode="auto">
          <a:xfrm>
            <a:off x="609600" y="3962400"/>
            <a:ext cx="8142288"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3200">
                <a:latin typeface="黑体" pitchFamily="2" charset="-122"/>
                <a:ea typeface="黑体" pitchFamily="2" charset="-122"/>
              </a:rPr>
              <a:t>证明：用反证法，假设|</a:t>
            </a:r>
            <a:r>
              <a:rPr lang="en-US" altLang="zh-CN" sz="3200">
                <a:latin typeface="黑体" pitchFamily="2" charset="-122"/>
                <a:ea typeface="黑体" pitchFamily="2" charset="-122"/>
              </a:rPr>
              <a:t>A</a:t>
            </a:r>
            <a:r>
              <a:rPr lang="en-US" altLang="zh-CN" sz="3200" baseline="-25000">
                <a:latin typeface="黑体" pitchFamily="2" charset="-122"/>
                <a:ea typeface="黑体" pitchFamily="2" charset="-122"/>
              </a:rPr>
              <a:t>r</a:t>
            </a:r>
            <a:r>
              <a:rPr lang="zh-CN" altLang="en-US" sz="3200">
                <a:latin typeface="黑体" pitchFamily="2" charset="-122"/>
                <a:ea typeface="黑体" pitchFamily="2" charset="-122"/>
              </a:rPr>
              <a:t>|</a:t>
            </a:r>
            <a:r>
              <a:rPr lang="en-US" altLang="zh-CN" sz="3200">
                <a:latin typeface="黑体" pitchFamily="2" charset="-122"/>
                <a:ea typeface="黑体" pitchFamily="2" charset="-122"/>
                <a:sym typeface="Symbol" pitchFamily="18" charset="2"/>
              </a:rPr>
              <a:t>=0，</a:t>
            </a:r>
            <a:r>
              <a:rPr lang="zh-CN" altLang="en-US" sz="3200">
                <a:latin typeface="黑体" pitchFamily="2" charset="-122"/>
                <a:ea typeface="黑体" pitchFamily="2" charset="-122"/>
                <a:sym typeface="Symbol" pitchFamily="18" charset="2"/>
              </a:rPr>
              <a:t>则线组</a:t>
            </a:r>
            <a:r>
              <a:rPr lang="en-US" altLang="zh-CN" sz="3200">
                <a:latin typeface="黑体" pitchFamily="2" charset="-122"/>
                <a:ea typeface="黑体" pitchFamily="2" charset="-122"/>
              </a:rPr>
              <a:t>A</a:t>
            </a:r>
            <a:r>
              <a:rPr lang="en-US" altLang="zh-CN" sz="3200" baseline="-25000">
                <a:latin typeface="黑体" pitchFamily="2" charset="-122"/>
                <a:ea typeface="黑体" pitchFamily="2" charset="-122"/>
              </a:rPr>
              <a:t>r</a:t>
            </a:r>
            <a:r>
              <a:rPr lang="en-US" altLang="zh-CN" sz="3200">
                <a:latin typeface="黑体" pitchFamily="2" charset="-122"/>
                <a:ea typeface="黑体" pitchFamily="2" charset="-122"/>
              </a:rPr>
              <a:t>X=0</a:t>
            </a:r>
            <a:r>
              <a:rPr lang="zh-CN" altLang="en-US" sz="3200">
                <a:latin typeface="黑体" pitchFamily="2" charset="-122"/>
                <a:ea typeface="黑体" pitchFamily="2" charset="-122"/>
              </a:rPr>
              <a:t>有非零解</a:t>
            </a:r>
            <a:r>
              <a:rPr lang="en-US" altLang="zh-CN" sz="3200">
                <a:latin typeface="黑体" pitchFamily="2" charset="-122"/>
                <a:ea typeface="黑体" pitchFamily="2" charset="-122"/>
                <a:sym typeface="Symbol" pitchFamily="18" charset="2"/>
              </a:rPr>
              <a:t></a:t>
            </a:r>
            <a:r>
              <a:rPr lang="en-US" altLang="zh-CN" sz="3200" baseline="-25000">
                <a:latin typeface="黑体" pitchFamily="2" charset="-122"/>
                <a:ea typeface="黑体" pitchFamily="2" charset="-122"/>
                <a:sym typeface="Symbol" pitchFamily="18" charset="2"/>
              </a:rPr>
              <a:t>1</a:t>
            </a:r>
            <a:r>
              <a:rPr lang="en-US" altLang="zh-CN" sz="3200">
                <a:latin typeface="黑体" pitchFamily="2" charset="-122"/>
                <a:ea typeface="黑体" pitchFamily="2" charset="-122"/>
                <a:sym typeface="Symbol" pitchFamily="18" charset="2"/>
              </a:rPr>
              <a:t>,</a:t>
            </a:r>
            <a:r>
              <a:rPr lang="en-US" altLang="zh-CN" sz="3200" baseline="-25000">
                <a:latin typeface="黑体" pitchFamily="2" charset="-122"/>
                <a:ea typeface="黑体" pitchFamily="2" charset="-122"/>
                <a:sym typeface="Symbol" pitchFamily="18" charset="2"/>
              </a:rPr>
              <a:t>2</a:t>
            </a:r>
            <a:r>
              <a:rPr lang="en-US" altLang="zh-CN" sz="3200">
                <a:latin typeface="黑体" pitchFamily="2" charset="-122"/>
                <a:ea typeface="黑体" pitchFamily="2" charset="-122"/>
                <a:sym typeface="Symbol" pitchFamily="18" charset="2"/>
              </a:rPr>
              <a:t>,</a:t>
            </a:r>
            <a:r>
              <a:rPr lang="en-US" altLang="zh-CN" sz="3200">
                <a:latin typeface="Times New Roman" pitchFamily="18" charset="0"/>
                <a:ea typeface="黑体" pitchFamily="2" charset="-122"/>
                <a:sym typeface="Symbol" pitchFamily="18" charset="2"/>
              </a:rPr>
              <a:t>…</a:t>
            </a:r>
            <a:r>
              <a:rPr lang="en-US" altLang="zh-CN" sz="3200">
                <a:latin typeface="黑体" pitchFamily="2" charset="-122"/>
                <a:ea typeface="黑体" pitchFamily="2" charset="-122"/>
                <a:sym typeface="Symbol" pitchFamily="18" charset="2"/>
              </a:rPr>
              <a:t>,</a:t>
            </a:r>
            <a:r>
              <a:rPr lang="en-US" altLang="zh-CN" sz="3200" baseline="-25000">
                <a:latin typeface="黑体" pitchFamily="2" charset="-122"/>
                <a:ea typeface="黑体" pitchFamily="2" charset="-122"/>
                <a:sym typeface="Symbol" pitchFamily="18" charset="2"/>
              </a:rPr>
              <a:t>r</a:t>
            </a:r>
            <a:r>
              <a:rPr lang="en-US" altLang="zh-CN" sz="3200">
                <a:latin typeface="黑体" pitchFamily="2" charset="-122"/>
                <a:ea typeface="黑体" pitchFamily="2" charset="-122"/>
                <a:sym typeface="Symbol" pitchFamily="18" charset="2"/>
              </a:rPr>
              <a:t>。</a:t>
            </a:r>
            <a:endParaRPr lang="zh-CN" altLang="en-US" sz="3200">
              <a:latin typeface="黑体" pitchFamily="2" charset="-122"/>
              <a:ea typeface="黑体" pitchFamily="2" charset="-122"/>
              <a:sym typeface="Symbol" pitchFamily="18" charset="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62501">
                                            <p:txEl>
                                              <p:pRg st="0" end="0"/>
                                            </p:txEl>
                                          </p:spTgt>
                                        </p:tgtEl>
                                        <p:attrNameLst>
                                          <p:attrName>style.visibility</p:attrName>
                                        </p:attrNameLst>
                                      </p:cBhvr>
                                      <p:to>
                                        <p:strVal val="visible"/>
                                      </p:to>
                                    </p:set>
                                    <p:animEffect transition="in" filter="wipe(up)">
                                      <p:cBhvr>
                                        <p:cTn id="7" dur="75"/>
                                        <p:tgtEl>
                                          <p:spTgt spid="36250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501" grpId="0" build="p"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C2E8B6C-49CD-4346-BDDC-D7DA29C4C1E0}" type="slidenum">
              <a:rPr lang="zh-CN" altLang="en-US" b="0" smtClean="0"/>
              <a:pPr/>
              <a:t>45</a:t>
            </a:fld>
            <a:endParaRPr lang="en-US" altLang="zh-CN" b="0" smtClean="0"/>
          </a:p>
        </p:txBody>
      </p:sp>
      <p:sp>
        <p:nvSpPr>
          <p:cNvPr id="4813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214F19B6-6974-4FD4-9877-4369DB7E348D}" type="datetime1">
              <a:rPr lang="zh-CN" altLang="en-US" sz="1800" b="0" smtClean="0"/>
              <a:pPr/>
              <a:t>2024/9/23</a:t>
            </a:fld>
            <a:endParaRPr lang="en-US" altLang="zh-CN" sz="1800" b="0" smtClean="0"/>
          </a:p>
        </p:txBody>
      </p:sp>
      <p:sp>
        <p:nvSpPr>
          <p:cNvPr id="363522" name="Rectangle 2"/>
          <p:cNvSpPr>
            <a:spLocks noGrp="1" noChangeArrowheads="1"/>
          </p:cNvSpPr>
          <p:nvPr>
            <p:ph type="title"/>
          </p:nvPr>
        </p:nvSpPr>
        <p:spPr/>
        <p:txBody>
          <a:bodyPr/>
          <a:lstStyle/>
          <a:p>
            <a:pPr>
              <a:defRPr/>
            </a:pPr>
            <a:r>
              <a:rPr lang="zh-CN" altLang="en-US" smtClean="0"/>
              <a:t>1.6 消元法的应用条件</a:t>
            </a:r>
          </a:p>
        </p:txBody>
      </p:sp>
      <p:sp>
        <p:nvSpPr>
          <p:cNvPr id="363523" name="Rectangle 3"/>
          <p:cNvSpPr>
            <a:spLocks noGrp="1" noChangeArrowheads="1"/>
          </p:cNvSpPr>
          <p:nvPr>
            <p:ph type="body" idx="1"/>
          </p:nvPr>
        </p:nvSpPr>
        <p:spPr>
          <a:xfrm>
            <a:off x="7002463" y="5373688"/>
            <a:ext cx="1295400" cy="387350"/>
          </a:xfrm>
        </p:spPr>
        <p:txBody>
          <a:bodyPr/>
          <a:lstStyle/>
          <a:p>
            <a:pPr>
              <a:buFont typeface="Wingdings" pitchFamily="2" charset="2"/>
              <a:buNone/>
            </a:pPr>
            <a:r>
              <a:rPr lang="zh-CN" altLang="en-US" smtClean="0"/>
              <a:t>矛盾，</a:t>
            </a:r>
            <a:endParaRPr lang="zh-CN" altLang="en-US" sz="3200" smtClean="0">
              <a:sym typeface="Symbol" pitchFamily="18" charset="2"/>
            </a:endParaRPr>
          </a:p>
        </p:txBody>
      </p:sp>
      <p:graphicFrame>
        <p:nvGraphicFramePr>
          <p:cNvPr id="363524" name="Object 4"/>
          <p:cNvGraphicFramePr>
            <a:graphicFrameLocks noChangeAspect="1"/>
          </p:cNvGraphicFramePr>
          <p:nvPr/>
        </p:nvGraphicFramePr>
        <p:xfrm>
          <a:off x="458788" y="3933825"/>
          <a:ext cx="5364162" cy="1408113"/>
        </p:xfrm>
        <a:graphic>
          <a:graphicData uri="http://schemas.openxmlformats.org/presentationml/2006/ole">
            <mc:AlternateContent xmlns:mc="http://schemas.openxmlformats.org/markup-compatibility/2006">
              <mc:Choice xmlns:v="urn:schemas-microsoft-com:vml" Requires="v">
                <p:oleObj spid="_x0000_s48153" name="Equation" r:id="rId3" imgW="1930400" imgH="546100" progId="Equation.3">
                  <p:embed/>
                </p:oleObj>
              </mc:Choice>
              <mc:Fallback>
                <p:oleObj name="Equation" r:id="rId3" imgW="1930400" imgH="5461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788" y="3933825"/>
                        <a:ext cx="5364162" cy="140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63525" name="Object 5"/>
          <p:cNvGraphicFramePr>
            <a:graphicFrameLocks noChangeAspect="1"/>
          </p:cNvGraphicFramePr>
          <p:nvPr/>
        </p:nvGraphicFramePr>
        <p:xfrm>
          <a:off x="684213" y="2060575"/>
          <a:ext cx="3232150" cy="1247775"/>
        </p:xfrm>
        <a:graphic>
          <a:graphicData uri="http://schemas.openxmlformats.org/presentationml/2006/ole">
            <mc:AlternateContent xmlns:mc="http://schemas.openxmlformats.org/markup-compatibility/2006">
              <mc:Choice xmlns:v="urn:schemas-microsoft-com:vml" Requires="v">
                <p:oleObj spid="_x0000_s48154" name="Equation" r:id="rId5" imgW="1282700" imgH="533400" progId="Equation.3">
                  <p:embed/>
                </p:oleObj>
              </mc:Choice>
              <mc:Fallback>
                <p:oleObj name="Equation" r:id="rId5" imgW="1282700" imgH="5334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2060575"/>
                        <a:ext cx="3232150" cy="124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3527" name="Rectangle 7"/>
          <p:cNvSpPr>
            <a:spLocks noChangeArrowheads="1"/>
          </p:cNvSpPr>
          <p:nvPr/>
        </p:nvSpPr>
        <p:spPr bwMode="auto">
          <a:xfrm>
            <a:off x="457200" y="1143000"/>
            <a:ext cx="8142288" cy="776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黑体" pitchFamily="2" charset="-122"/>
                <a:ea typeface="黑体" pitchFamily="2" charset="-122"/>
              </a:rPr>
              <a:t>	</a:t>
            </a:r>
            <a:r>
              <a:rPr lang="zh-CN" altLang="en-US" sz="2800">
                <a:latin typeface="黑体" pitchFamily="2" charset="-122"/>
                <a:ea typeface="黑体" pitchFamily="2" charset="-122"/>
                <a:sym typeface="Symbol" pitchFamily="18" charset="2"/>
              </a:rPr>
              <a:t>设</a:t>
            </a:r>
            <a:r>
              <a:rPr lang="en-US" altLang="zh-CN" sz="2800">
                <a:latin typeface="黑体" pitchFamily="2" charset="-122"/>
                <a:ea typeface="黑体" pitchFamily="2" charset="-122"/>
                <a:sym typeface="Symbol" pitchFamily="18" charset="2"/>
              </a:rPr>
              <a:t></a:t>
            </a:r>
            <a:r>
              <a:rPr lang="en-US" altLang="zh-CN" sz="2800" baseline="-25000">
                <a:latin typeface="黑体" pitchFamily="2" charset="-122"/>
                <a:ea typeface="黑体" pitchFamily="2" charset="-122"/>
                <a:sym typeface="Symbol" pitchFamily="18" charset="2"/>
              </a:rPr>
              <a:t>k</a:t>
            </a:r>
            <a:r>
              <a:rPr lang="en-US" altLang="zh-CN" sz="2800">
                <a:latin typeface="黑体" pitchFamily="2" charset="-122"/>
                <a:ea typeface="黑体" pitchFamily="2" charset="-122"/>
                <a:sym typeface="Symbol" pitchFamily="18" charset="2"/>
              </a:rPr>
              <a:t>=max(</a:t>
            </a:r>
            <a:r>
              <a:rPr lang="zh-CN" altLang="en-US" sz="2800">
                <a:latin typeface="黑体" pitchFamily="2" charset="-122"/>
                <a:ea typeface="黑体" pitchFamily="2" charset="-122"/>
                <a:sym typeface="Symbol" pitchFamily="18" charset="2"/>
              </a:rPr>
              <a:t></a:t>
            </a:r>
            <a:r>
              <a:rPr lang="zh-CN" altLang="en-US" sz="2800" baseline="-25000">
                <a:latin typeface="黑体" pitchFamily="2" charset="-122"/>
                <a:ea typeface="黑体" pitchFamily="2" charset="-122"/>
                <a:sym typeface="Symbol" pitchFamily="18" charset="2"/>
              </a:rPr>
              <a:t>1</a:t>
            </a:r>
            <a:r>
              <a:rPr lang="zh-CN" altLang="en-US" sz="2800">
                <a:latin typeface="黑体" pitchFamily="2" charset="-122"/>
                <a:ea typeface="黑体" pitchFamily="2" charset="-122"/>
                <a:sym typeface="Symbol" pitchFamily="18" charset="2"/>
              </a:rPr>
              <a:t>,</a:t>
            </a:r>
            <a:r>
              <a:rPr lang="zh-CN" altLang="en-US" sz="2800" baseline="-25000">
                <a:latin typeface="黑体" pitchFamily="2" charset="-122"/>
                <a:ea typeface="黑体" pitchFamily="2" charset="-122"/>
                <a:sym typeface="Symbol" pitchFamily="18" charset="2"/>
              </a:rPr>
              <a:t>2</a:t>
            </a:r>
            <a:r>
              <a:rPr lang="zh-CN" altLang="en-US" sz="2800">
                <a:latin typeface="黑体" pitchFamily="2" charset="-122"/>
                <a:ea typeface="黑体" pitchFamily="2" charset="-122"/>
                <a:sym typeface="Symbol" pitchFamily="18" charset="2"/>
              </a:rPr>
              <a:t>,</a:t>
            </a:r>
            <a:r>
              <a:rPr lang="zh-CN" altLang="en-US" sz="2800">
                <a:latin typeface="Times New Roman" pitchFamily="18" charset="0"/>
                <a:ea typeface="黑体" pitchFamily="2" charset="-122"/>
                <a:sym typeface="Symbol" pitchFamily="18" charset="2"/>
              </a:rPr>
              <a:t>…</a:t>
            </a:r>
            <a:r>
              <a:rPr lang="zh-CN" altLang="en-US" sz="2800">
                <a:latin typeface="黑体" pitchFamily="2" charset="-122"/>
                <a:ea typeface="黑体" pitchFamily="2" charset="-122"/>
                <a:sym typeface="Symbol" pitchFamily="18" charset="2"/>
              </a:rPr>
              <a:t>,</a:t>
            </a:r>
            <a:r>
              <a:rPr lang="en-US" altLang="zh-CN" sz="2800">
                <a:latin typeface="黑体" pitchFamily="2" charset="-122"/>
                <a:ea typeface="黑体" pitchFamily="2" charset="-122"/>
                <a:sym typeface="Symbol" pitchFamily="18" charset="2"/>
              </a:rPr>
              <a:t></a:t>
            </a:r>
            <a:r>
              <a:rPr lang="en-US" altLang="zh-CN" sz="2800" baseline="-25000">
                <a:latin typeface="黑体" pitchFamily="2" charset="-122"/>
                <a:ea typeface="黑体" pitchFamily="2" charset="-122"/>
                <a:sym typeface="Symbol" pitchFamily="18" charset="2"/>
              </a:rPr>
              <a:t>r</a:t>
            </a:r>
            <a:r>
              <a:rPr lang="en-US" altLang="zh-CN" sz="2800">
                <a:latin typeface="黑体" pitchFamily="2" charset="-122"/>
                <a:ea typeface="黑体" pitchFamily="2" charset="-122"/>
                <a:sym typeface="Symbol" pitchFamily="18" charset="2"/>
              </a:rPr>
              <a:t>),</a:t>
            </a:r>
            <a:r>
              <a:rPr lang="zh-CN" altLang="en-US" sz="2800">
                <a:latin typeface="黑体" pitchFamily="2" charset="-122"/>
                <a:ea typeface="黑体" pitchFamily="2" charset="-122"/>
                <a:sym typeface="Symbol" pitchFamily="18" charset="2"/>
              </a:rPr>
              <a:t>第</a:t>
            </a:r>
            <a:r>
              <a:rPr lang="en-US" altLang="zh-CN" sz="2800">
                <a:latin typeface="黑体" pitchFamily="2" charset="-122"/>
                <a:ea typeface="黑体" pitchFamily="2" charset="-122"/>
                <a:sym typeface="Symbol" pitchFamily="18" charset="2"/>
              </a:rPr>
              <a:t>k</a:t>
            </a:r>
            <a:r>
              <a:rPr lang="zh-CN" altLang="en-US" sz="2800">
                <a:latin typeface="黑体" pitchFamily="2" charset="-122"/>
                <a:ea typeface="黑体" pitchFamily="2" charset="-122"/>
                <a:sym typeface="Symbol" pitchFamily="18" charset="2"/>
              </a:rPr>
              <a:t>个方程中，</a:t>
            </a:r>
            <a:r>
              <a:rPr lang="en-US" altLang="zh-CN" sz="2800">
                <a:latin typeface="黑体" pitchFamily="2" charset="-122"/>
                <a:ea typeface="黑体" pitchFamily="2" charset="-122"/>
                <a:sym typeface="Symbol" pitchFamily="18" charset="2"/>
              </a:rPr>
              <a:t></a:t>
            </a:r>
            <a:r>
              <a:rPr lang="en-US" altLang="zh-CN" sz="2800" baseline="-25000">
                <a:latin typeface="黑体" pitchFamily="2" charset="-122"/>
                <a:ea typeface="黑体" pitchFamily="2" charset="-122"/>
                <a:sym typeface="Symbol" pitchFamily="18" charset="2"/>
              </a:rPr>
              <a:t>k</a:t>
            </a:r>
            <a:r>
              <a:rPr lang="zh-CN" altLang="en-US" sz="2800">
                <a:latin typeface="黑体" pitchFamily="2" charset="-122"/>
                <a:ea typeface="黑体" pitchFamily="2" charset="-122"/>
                <a:sym typeface="Symbol" pitchFamily="18" charset="2"/>
              </a:rPr>
              <a:t>处于对角线位置上。这时有如下等式与不等式成立：</a:t>
            </a:r>
          </a:p>
        </p:txBody>
      </p:sp>
      <p:graphicFrame>
        <p:nvGraphicFramePr>
          <p:cNvPr id="363528" name="Object 8"/>
          <p:cNvGraphicFramePr>
            <a:graphicFrameLocks noChangeAspect="1"/>
          </p:cNvGraphicFramePr>
          <p:nvPr/>
        </p:nvGraphicFramePr>
        <p:xfrm>
          <a:off x="2700338" y="5062538"/>
          <a:ext cx="4202112" cy="1212850"/>
        </p:xfrm>
        <a:graphic>
          <a:graphicData uri="http://schemas.openxmlformats.org/presentationml/2006/ole">
            <mc:AlternateContent xmlns:mc="http://schemas.openxmlformats.org/markup-compatibility/2006">
              <mc:Choice xmlns:v="urn:schemas-microsoft-com:vml" Requires="v">
                <p:oleObj spid="_x0000_s48155" name="公式" r:id="rId7" imgW="1699244" imgH="518184" progId="Equation.3">
                  <p:embed/>
                </p:oleObj>
              </mc:Choice>
              <mc:Fallback>
                <p:oleObj name="公式" r:id="rId7" imgW="1699244" imgH="518184"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338" y="5062538"/>
                        <a:ext cx="4202112" cy="1212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8138" name="对象 1"/>
          <p:cNvGraphicFramePr>
            <a:graphicFrameLocks noChangeAspect="1"/>
          </p:cNvGraphicFramePr>
          <p:nvPr/>
        </p:nvGraphicFramePr>
        <p:xfrm>
          <a:off x="4157663" y="1936750"/>
          <a:ext cx="4708525" cy="2076450"/>
        </p:xfrm>
        <a:graphic>
          <a:graphicData uri="http://schemas.openxmlformats.org/presentationml/2006/ole">
            <mc:AlternateContent xmlns:mc="http://schemas.openxmlformats.org/markup-compatibility/2006">
              <mc:Choice xmlns:v="urn:schemas-microsoft-com:vml" Requires="v">
                <p:oleObj spid="_x0000_s48156" name="公式" r:id="rId9" imgW="2247900" imgH="990600" progId="Equation.3">
                  <p:embed/>
                </p:oleObj>
              </mc:Choice>
              <mc:Fallback>
                <p:oleObj name="公式" r:id="rId9" imgW="2247900" imgH="990600" progId="Equation.3">
                  <p:embed/>
                  <p:pic>
                    <p:nvPicPr>
                      <p:cNvPr id="0" name="对象 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57663" y="1936750"/>
                        <a:ext cx="4708525" cy="2076450"/>
                      </a:xfrm>
                      <a:prstGeom prst="rect">
                        <a:avLst/>
                      </a:prstGeom>
                      <a:noFill/>
                      <a:ln w="9525">
                        <a:solidFill>
                          <a:srgbClr val="0000FF"/>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3"/>
          <p:cNvSpPr txBox="1">
            <a:spLocks noChangeArrowheads="1"/>
          </p:cNvSpPr>
          <p:nvPr/>
        </p:nvSpPr>
        <p:spPr bwMode="auto">
          <a:xfrm>
            <a:off x="323850" y="5432425"/>
            <a:ext cx="361315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9pPr>
          </a:lstStyle>
          <a:p>
            <a:pPr>
              <a:buFont typeface="Wingdings" pitchFamily="2" charset="2"/>
              <a:buNone/>
              <a:defRPr/>
            </a:pPr>
            <a:r>
              <a:rPr lang="zh-CN" altLang="en-US" kern="0" dirty="0" smtClean="0"/>
              <a:t>	此结论与条件</a:t>
            </a:r>
            <a:endParaRPr lang="zh-CN" altLang="en-US" sz="3200" kern="0" dirty="0" smtClean="0">
              <a:sym typeface="Symbol" pitchFamily="18" charset="2"/>
            </a:endParaRPr>
          </a:p>
        </p:txBody>
      </p:sp>
      <p:sp>
        <p:nvSpPr>
          <p:cNvPr id="12" name="Rectangle 3"/>
          <p:cNvSpPr txBox="1">
            <a:spLocks noChangeArrowheads="1"/>
          </p:cNvSpPr>
          <p:nvPr/>
        </p:nvSpPr>
        <p:spPr bwMode="auto">
          <a:xfrm>
            <a:off x="2132013" y="6207125"/>
            <a:ext cx="5616575" cy="387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58763" indent="-258763" algn="l" defTabSz="814388" rtl="0" eaLnBrk="0" fontAlgn="base" hangingPunct="0">
              <a:lnSpc>
                <a:spcPct val="90000"/>
              </a:lnSpc>
              <a:spcBef>
                <a:spcPct val="35000"/>
              </a:spcBef>
              <a:spcAft>
                <a:spcPct val="0"/>
              </a:spcAft>
              <a:buClr>
                <a:srgbClr val="27305F"/>
              </a:buClr>
              <a:buSzPct val="60000"/>
              <a:buFont typeface="Wingdings" pitchFamily="2" charset="2"/>
              <a:buChar char="n"/>
              <a:defRPr sz="2800" b="1">
                <a:solidFill>
                  <a:schemeClr val="tx1"/>
                </a:solidFill>
                <a:latin typeface="+mn-lt"/>
                <a:ea typeface="+mn-ea"/>
                <a:cs typeface="+mn-cs"/>
              </a:defRPr>
            </a:lvl1pPr>
            <a:lvl2pPr marL="649288" indent="-261938" algn="l" defTabSz="814388" rtl="0" eaLnBrk="0" fontAlgn="base" hangingPunct="0">
              <a:lnSpc>
                <a:spcPct val="90000"/>
              </a:lnSpc>
              <a:spcBef>
                <a:spcPct val="35000"/>
              </a:spcBef>
              <a:spcAft>
                <a:spcPct val="0"/>
              </a:spcAft>
              <a:buClr>
                <a:srgbClr val="27305F"/>
              </a:buClr>
              <a:buChar char="–"/>
              <a:defRPr sz="2800" b="1">
                <a:solidFill>
                  <a:schemeClr val="tx1"/>
                </a:solidFill>
                <a:latin typeface="+mn-lt"/>
                <a:ea typeface="+mn-ea"/>
              </a:defRPr>
            </a:lvl2pPr>
            <a:lvl3pPr marL="1027113" indent="-249238"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n-ea"/>
              </a:defRPr>
            </a:lvl3pPr>
            <a:lvl4pPr marL="1416050"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4pPr>
            <a:lvl5pPr marL="18049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5pPr>
            <a:lvl6pPr marL="22621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6pPr>
            <a:lvl7pPr marL="27193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7pPr>
            <a:lvl8pPr marL="31765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8pPr>
            <a:lvl9pPr marL="3633788" indent="-260350" algn="l" defTabSz="814388" rtl="0" eaLnBrk="0" fontAlgn="base" hangingPunct="0">
              <a:lnSpc>
                <a:spcPct val="90000"/>
              </a:lnSpc>
              <a:spcBef>
                <a:spcPct val="35000"/>
              </a:spcBef>
              <a:spcAft>
                <a:spcPct val="0"/>
              </a:spcAft>
              <a:buClr>
                <a:srgbClr val="27305F"/>
              </a:buClr>
              <a:buChar char="•"/>
              <a:defRPr sz="2400" b="1">
                <a:solidFill>
                  <a:schemeClr val="tx1"/>
                </a:solidFill>
                <a:latin typeface="+mn-lt"/>
                <a:ea typeface="+mj-ea"/>
              </a:defRPr>
            </a:lvl9pPr>
          </a:lstStyle>
          <a:p>
            <a:pPr>
              <a:buFont typeface="Wingdings" pitchFamily="2" charset="2"/>
              <a:buNone/>
              <a:defRPr/>
            </a:pPr>
            <a:r>
              <a:rPr lang="zh-CN" altLang="en-US" kern="0" dirty="0" smtClean="0"/>
              <a:t>故假设|</a:t>
            </a:r>
            <a:r>
              <a:rPr lang="en-US" altLang="zh-CN" kern="0" dirty="0" err="1" smtClean="0"/>
              <a:t>A</a:t>
            </a:r>
            <a:r>
              <a:rPr lang="en-US" altLang="zh-CN" kern="0" baseline="-25000" dirty="0" err="1" smtClean="0"/>
              <a:t>r</a:t>
            </a:r>
            <a:r>
              <a:rPr lang="zh-CN" altLang="en-US" kern="0" dirty="0" smtClean="0"/>
              <a:t>|</a:t>
            </a:r>
            <a:r>
              <a:rPr lang="en-US" altLang="zh-CN" kern="0" dirty="0" smtClean="0">
                <a:sym typeface="Symbol" pitchFamily="18" charset="2"/>
              </a:rPr>
              <a:t>=0</a:t>
            </a:r>
            <a:r>
              <a:rPr lang="zh-CN" altLang="en-US" kern="0" dirty="0" smtClean="0">
                <a:sym typeface="Symbol" pitchFamily="18" charset="2"/>
              </a:rPr>
              <a:t>不对，定理得证。</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63527">
                                            <p:txEl>
                                              <p:pRg st="0" end="0"/>
                                            </p:txEl>
                                          </p:spTgt>
                                        </p:tgtEl>
                                        <p:attrNameLst>
                                          <p:attrName>style.visibility</p:attrName>
                                        </p:attrNameLst>
                                      </p:cBhvr>
                                      <p:to>
                                        <p:strVal val="visible"/>
                                      </p:to>
                                    </p:set>
                                    <p:animEffect transition="in" filter="wipe(up)">
                                      <p:cBhvr>
                                        <p:cTn id="7" dur="75"/>
                                        <p:tgtEl>
                                          <p:spTgt spid="3635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63525"/>
                                        </p:tgtEl>
                                        <p:attrNameLst>
                                          <p:attrName>style.visibility</p:attrName>
                                        </p:attrNameLst>
                                      </p:cBhvr>
                                      <p:to>
                                        <p:strVal val="visible"/>
                                      </p:to>
                                    </p:set>
                                    <p:animEffect transition="in" filter="dissolve">
                                      <p:cBhvr>
                                        <p:cTn id="12" dur="500"/>
                                        <p:tgtEl>
                                          <p:spTgt spid="3635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63524"/>
                                        </p:tgtEl>
                                        <p:attrNameLst>
                                          <p:attrName>style.visibility</p:attrName>
                                        </p:attrNameLst>
                                      </p:cBhvr>
                                      <p:to>
                                        <p:strVal val="visible"/>
                                      </p:to>
                                    </p:set>
                                    <p:animEffect transition="in" filter="dissolve">
                                      <p:cBhvr>
                                        <p:cTn id="17" dur="500"/>
                                        <p:tgtEl>
                                          <p:spTgt spid="36352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363523">
                                            <p:txEl>
                                              <p:pRg st="0" end="0"/>
                                            </p:txEl>
                                          </p:spTgt>
                                        </p:tgtEl>
                                        <p:attrNameLst>
                                          <p:attrName>style.visibility</p:attrName>
                                        </p:attrNameLst>
                                      </p:cBhvr>
                                      <p:to>
                                        <p:strVal val="visible"/>
                                      </p:to>
                                    </p:set>
                                    <p:animEffect transition="in" filter="wipe(up)">
                                      <p:cBhvr>
                                        <p:cTn id="22" dur="75"/>
                                        <p:tgtEl>
                                          <p:spTgt spid="363523">
                                            <p:txEl>
                                              <p:pRg st="0" end="0"/>
                                            </p:txEl>
                                          </p:spTgt>
                                        </p:tgtEl>
                                      </p:cBhvr>
                                    </p:animEffect>
                                  </p:childTnLst>
                                </p:cTn>
                              </p:par>
                            </p:childTnLst>
                          </p:cTn>
                        </p:par>
                        <p:par>
                          <p:cTn id="23" fill="hold" nodeType="afterGroup">
                            <p:stCondLst>
                              <p:cond delay="225"/>
                            </p:stCondLst>
                            <p:childTnLst>
                              <p:par>
                                <p:cTn id="24" presetID="2" presetClass="entr" presetSubtype="8" fill="hold" nodeType="afterEffect">
                                  <p:stCondLst>
                                    <p:cond delay="0"/>
                                  </p:stCondLst>
                                  <p:childTnLst>
                                    <p:set>
                                      <p:cBhvr>
                                        <p:cTn id="25" dur="1" fill="hold">
                                          <p:stCondLst>
                                            <p:cond delay="0"/>
                                          </p:stCondLst>
                                        </p:cTn>
                                        <p:tgtEl>
                                          <p:spTgt spid="363528"/>
                                        </p:tgtEl>
                                        <p:attrNameLst>
                                          <p:attrName>style.visibility</p:attrName>
                                        </p:attrNameLst>
                                      </p:cBhvr>
                                      <p:to>
                                        <p:strVal val="visible"/>
                                      </p:to>
                                    </p:set>
                                    <p:anim calcmode="lin" valueType="num">
                                      <p:cBhvr additive="base">
                                        <p:cTn id="26" dur="500" fill="hold"/>
                                        <p:tgtEl>
                                          <p:spTgt spid="363528"/>
                                        </p:tgtEl>
                                        <p:attrNameLst>
                                          <p:attrName>ppt_x</p:attrName>
                                        </p:attrNameLst>
                                      </p:cBhvr>
                                      <p:tavLst>
                                        <p:tav tm="0">
                                          <p:val>
                                            <p:strVal val="0-#ppt_w/2"/>
                                          </p:val>
                                        </p:tav>
                                        <p:tav tm="100000">
                                          <p:val>
                                            <p:strVal val="#ppt_x"/>
                                          </p:val>
                                        </p:tav>
                                      </p:tavLst>
                                    </p:anim>
                                    <p:anim calcmode="lin" valueType="num">
                                      <p:cBhvr additive="base">
                                        <p:cTn id="27" dur="500" fill="hold"/>
                                        <p:tgtEl>
                                          <p:spTgt spid="363528"/>
                                        </p:tgtEl>
                                        <p:attrNameLst>
                                          <p:attrName>ppt_y</p:attrName>
                                        </p:attrNameLst>
                                      </p:cBhvr>
                                      <p:tavLst>
                                        <p:tav tm="0">
                                          <p:val>
                                            <p:strVal val="#ppt_y"/>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11">
                                            <p:txEl>
                                              <p:pRg st="0" end="0"/>
                                            </p:txEl>
                                          </p:spTgt>
                                        </p:tgtEl>
                                        <p:attrNameLst>
                                          <p:attrName>style.visibility</p:attrName>
                                        </p:attrNameLst>
                                      </p:cBhvr>
                                      <p:to>
                                        <p:strVal val="visible"/>
                                      </p:to>
                                    </p:set>
                                    <p:animEffect transition="in" filter="wipe(up)">
                                      <p:cBhvr>
                                        <p:cTn id="32" dur="75"/>
                                        <p:tgtEl>
                                          <p:spTgt spid="11">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iterate type="lt">
                                    <p:tmPct val="100000"/>
                                  </p:iterate>
                                  <p:childTnLst>
                                    <p:set>
                                      <p:cBhvr>
                                        <p:cTn id="36" dur="1" fill="hold">
                                          <p:stCondLst>
                                            <p:cond delay="0"/>
                                          </p:stCondLst>
                                        </p:cTn>
                                        <p:tgtEl>
                                          <p:spTgt spid="12">
                                            <p:txEl>
                                              <p:pRg st="0" end="0"/>
                                            </p:txEl>
                                          </p:spTgt>
                                        </p:tgtEl>
                                        <p:attrNameLst>
                                          <p:attrName>style.visibility</p:attrName>
                                        </p:attrNameLst>
                                      </p:cBhvr>
                                      <p:to>
                                        <p:strVal val="visible"/>
                                      </p:to>
                                    </p:set>
                                    <p:animEffect transition="in" filter="wipe(up)">
                                      <p:cBhvr>
                                        <p:cTn id="37" dur="75"/>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3523" grpId="0" build="p" bldLvl="2" autoUpdateAnimBg="0"/>
      <p:bldP spid="363527" grpId="0" build="p" bldLvl="2" autoUpdateAnimBg="0"/>
      <p:bldP spid="11" grpId="0" build="p" bldLvl="2" autoUpdateAnimBg="0"/>
      <p:bldP spid="12" grpId="0" build="p" bldLvl="2"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123DC418-3B11-4DCB-8F46-03AB385E20FF}" type="slidenum">
              <a:rPr lang="zh-CN" altLang="en-US" b="0" smtClean="0"/>
              <a:pPr/>
              <a:t>46</a:t>
            </a:fld>
            <a:endParaRPr lang="en-US" altLang="zh-CN" b="0" smtClean="0"/>
          </a:p>
        </p:txBody>
      </p:sp>
      <p:sp>
        <p:nvSpPr>
          <p:cNvPr id="4915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77BE5C4-B83B-495E-954D-E77A44B9AE20}" type="datetime1">
              <a:rPr lang="zh-CN" altLang="en-US" sz="1800" b="0" smtClean="0"/>
              <a:pPr/>
              <a:t>2024/9/23</a:t>
            </a:fld>
            <a:endParaRPr lang="en-US" altLang="zh-CN" sz="1800" b="0" smtClean="0"/>
          </a:p>
        </p:txBody>
      </p:sp>
      <p:sp>
        <p:nvSpPr>
          <p:cNvPr id="361474" name="Rectangle 2"/>
          <p:cNvSpPr>
            <a:spLocks noGrp="1" noChangeArrowheads="1"/>
          </p:cNvSpPr>
          <p:nvPr>
            <p:ph type="title"/>
          </p:nvPr>
        </p:nvSpPr>
        <p:spPr/>
        <p:txBody>
          <a:bodyPr/>
          <a:lstStyle/>
          <a:p>
            <a:pPr>
              <a:defRPr/>
            </a:pPr>
            <a:r>
              <a:rPr lang="zh-CN" altLang="en-US" smtClean="0"/>
              <a:t>1.6 消元法的应用条件</a:t>
            </a:r>
          </a:p>
        </p:txBody>
      </p:sp>
      <p:sp>
        <p:nvSpPr>
          <p:cNvPr id="361475" name="Rectangle 3"/>
          <p:cNvSpPr>
            <a:spLocks noGrp="1" noChangeArrowheads="1"/>
          </p:cNvSpPr>
          <p:nvPr>
            <p:ph type="body" idx="1"/>
          </p:nvPr>
        </p:nvSpPr>
        <p:spPr>
          <a:xfrm>
            <a:off x="600075" y="1292225"/>
            <a:ext cx="8142288" cy="2284413"/>
          </a:xfrm>
        </p:spPr>
        <p:txBody>
          <a:bodyPr/>
          <a:lstStyle/>
          <a:p>
            <a:pPr>
              <a:lnSpc>
                <a:spcPct val="100000"/>
              </a:lnSpc>
              <a:defRPr/>
            </a:pPr>
            <a:r>
              <a:rPr lang="zh-CN" altLang="en-US" dirty="0" smtClean="0"/>
              <a:t>定理3.3  若</a:t>
            </a:r>
            <a:r>
              <a:rPr lang="en-US" altLang="zh-CN" dirty="0" smtClean="0"/>
              <a:t>A</a:t>
            </a:r>
            <a:r>
              <a:rPr lang="zh-CN" altLang="en-US" dirty="0" smtClean="0"/>
              <a:t>为严格对角占优矩阵，则</a:t>
            </a:r>
            <a:r>
              <a:rPr lang="en-US" altLang="zh-CN" i="1" dirty="0" smtClean="0"/>
              <a:t>l</a:t>
            </a:r>
            <a:r>
              <a:rPr lang="en-US" altLang="zh-CN" i="1" kern="1200" baseline="-25000" dirty="0" smtClean="0"/>
              <a:t>ii</a:t>
            </a:r>
            <a:r>
              <a:rPr lang="en-US" altLang="zh-CN" dirty="0" smtClean="0">
                <a:sym typeface="Symbol" pitchFamily="18" charset="2"/>
              </a:rPr>
              <a:t>0,</a:t>
            </a:r>
            <a:r>
              <a:rPr lang="en-US" altLang="zh-CN" i="1" dirty="0" smtClean="0"/>
              <a:t>u</a:t>
            </a:r>
            <a:r>
              <a:rPr lang="en-US" altLang="zh-CN" i="1" kern="1200" baseline="-25000" dirty="0" smtClean="0"/>
              <a:t>ii</a:t>
            </a:r>
            <a:r>
              <a:rPr lang="en-US" altLang="zh-CN" dirty="0" smtClean="0">
                <a:sym typeface="Symbol" pitchFamily="18" charset="2"/>
              </a:rPr>
              <a:t>0 (</a:t>
            </a:r>
            <a:r>
              <a:rPr lang="en-US" altLang="zh-CN" dirty="0" err="1" smtClean="0">
                <a:sym typeface="Symbol" pitchFamily="18" charset="2"/>
              </a:rPr>
              <a:t>i</a:t>
            </a:r>
            <a:r>
              <a:rPr lang="en-US" altLang="zh-CN" dirty="0" smtClean="0">
                <a:sym typeface="Symbol" pitchFamily="18" charset="2"/>
              </a:rPr>
              <a:t>=1, 2,…,n)</a:t>
            </a:r>
          </a:p>
          <a:p>
            <a:pPr>
              <a:lnSpc>
                <a:spcPct val="100000"/>
              </a:lnSpc>
              <a:defRPr/>
            </a:pPr>
            <a:r>
              <a:rPr lang="zh-CN" altLang="en-US" dirty="0" smtClean="0"/>
              <a:t>证明：所谓严格对角占优矩阵，指的是其对角线上元素的绝对值大于同行上其余元素绝对值之和的矩阵，它满足</a:t>
            </a:r>
          </a:p>
        </p:txBody>
      </p:sp>
      <p:graphicFrame>
        <p:nvGraphicFramePr>
          <p:cNvPr id="361476" name="Object 4"/>
          <p:cNvGraphicFramePr>
            <a:graphicFrameLocks noChangeAspect="1"/>
          </p:cNvGraphicFramePr>
          <p:nvPr/>
        </p:nvGraphicFramePr>
        <p:xfrm>
          <a:off x="2943225" y="3260725"/>
          <a:ext cx="4371975" cy="1311275"/>
        </p:xfrm>
        <a:graphic>
          <a:graphicData uri="http://schemas.openxmlformats.org/presentationml/2006/ole">
            <mc:AlternateContent xmlns:mc="http://schemas.openxmlformats.org/markup-compatibility/2006">
              <mc:Choice xmlns:v="urn:schemas-microsoft-com:vml" Requires="v">
                <p:oleObj spid="_x0000_s49163" name="Equation" r:id="rId3" imgW="1651000" imgH="533400" progId="Equation.3">
                  <p:embed/>
                </p:oleObj>
              </mc:Choice>
              <mc:Fallback>
                <p:oleObj name="Equation" r:id="rId3" imgW="1651000" imgH="5334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43225" y="3260725"/>
                        <a:ext cx="4371975" cy="1311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1477" name="Rectangle 5"/>
          <p:cNvSpPr>
            <a:spLocks noChangeArrowheads="1"/>
          </p:cNvSpPr>
          <p:nvPr/>
        </p:nvSpPr>
        <p:spPr bwMode="auto">
          <a:xfrm>
            <a:off x="533400" y="4559300"/>
            <a:ext cx="8142288" cy="170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lvl1pPr marL="258763" indent="-258763" algn="l" defTabSz="814388">
              <a:defRPr sz="2400">
                <a:solidFill>
                  <a:schemeClr val="tx1"/>
                </a:solidFill>
                <a:latin typeface="Arial" charset="0"/>
                <a:ea typeface="宋体" pitchFamily="2" charset="-122"/>
              </a:defRPr>
            </a:lvl1pPr>
            <a:lvl2pPr marL="649288" indent="-261938" algn="l" defTabSz="814388">
              <a:defRPr sz="2400">
                <a:solidFill>
                  <a:schemeClr val="tx1"/>
                </a:solidFill>
                <a:latin typeface="Arial" charset="0"/>
                <a:ea typeface="宋体" pitchFamily="2" charset="-122"/>
              </a:defRPr>
            </a:lvl2pPr>
            <a:lvl3pPr marL="1027113" indent="-249238" algn="l" defTabSz="814388">
              <a:defRPr sz="2400">
                <a:solidFill>
                  <a:schemeClr val="tx1"/>
                </a:solidFill>
                <a:latin typeface="Arial" charset="0"/>
                <a:ea typeface="宋体" pitchFamily="2" charset="-122"/>
              </a:defRPr>
            </a:lvl3pPr>
            <a:lvl4pPr marL="1416050" indent="-260350" algn="l" defTabSz="814388">
              <a:defRPr sz="2400">
                <a:solidFill>
                  <a:schemeClr val="tx1"/>
                </a:solidFill>
                <a:latin typeface="Arial" charset="0"/>
                <a:ea typeface="宋体" pitchFamily="2" charset="-122"/>
              </a:defRPr>
            </a:lvl4pPr>
            <a:lvl5pPr marL="1804988" indent="-260350" algn="l" defTabSz="814388">
              <a:defRPr sz="2400">
                <a:solidFill>
                  <a:schemeClr val="tx1"/>
                </a:solidFill>
                <a:latin typeface="Arial" charset="0"/>
                <a:ea typeface="宋体" pitchFamily="2" charset="-122"/>
              </a:defRPr>
            </a:lvl5pPr>
            <a:lvl6pPr marL="2262188" indent="-260350" defTabSz="814388" eaLnBrk="0" fontAlgn="base" hangingPunct="0">
              <a:spcBef>
                <a:spcPct val="0"/>
              </a:spcBef>
              <a:spcAft>
                <a:spcPct val="0"/>
              </a:spcAft>
              <a:defRPr sz="2400">
                <a:solidFill>
                  <a:schemeClr val="tx1"/>
                </a:solidFill>
                <a:latin typeface="Arial" charset="0"/>
                <a:ea typeface="宋体" pitchFamily="2" charset="-122"/>
              </a:defRPr>
            </a:lvl6pPr>
            <a:lvl7pPr marL="2719388" indent="-260350" defTabSz="814388" eaLnBrk="0" fontAlgn="base" hangingPunct="0">
              <a:spcBef>
                <a:spcPct val="0"/>
              </a:spcBef>
              <a:spcAft>
                <a:spcPct val="0"/>
              </a:spcAft>
              <a:defRPr sz="2400">
                <a:solidFill>
                  <a:schemeClr val="tx1"/>
                </a:solidFill>
                <a:latin typeface="Arial" charset="0"/>
                <a:ea typeface="宋体" pitchFamily="2" charset="-122"/>
              </a:defRPr>
            </a:lvl7pPr>
            <a:lvl8pPr marL="3176588" indent="-260350" defTabSz="814388" eaLnBrk="0" fontAlgn="base" hangingPunct="0">
              <a:spcBef>
                <a:spcPct val="0"/>
              </a:spcBef>
              <a:spcAft>
                <a:spcPct val="0"/>
              </a:spcAft>
              <a:defRPr sz="2400">
                <a:solidFill>
                  <a:schemeClr val="tx1"/>
                </a:solidFill>
                <a:latin typeface="Arial" charset="0"/>
                <a:ea typeface="宋体" pitchFamily="2" charset="-122"/>
              </a:defRPr>
            </a:lvl8pPr>
            <a:lvl9pPr marL="3633788" indent="-260350" defTabSz="814388" eaLnBrk="0" fontAlgn="base" hangingPunct="0">
              <a:spcBef>
                <a:spcPct val="0"/>
              </a:spcBef>
              <a:spcAft>
                <a:spcPct val="0"/>
              </a:spcAft>
              <a:defRPr sz="2400">
                <a:solidFill>
                  <a:schemeClr val="tx1"/>
                </a:solidFill>
                <a:latin typeface="Arial" charset="0"/>
                <a:ea typeface="宋体" pitchFamily="2" charset="-122"/>
              </a:defRPr>
            </a:lvl9pPr>
          </a:lstStyle>
          <a:p>
            <a:pPr>
              <a:spcBef>
                <a:spcPct val="35000"/>
              </a:spcBef>
              <a:buClr>
                <a:srgbClr val="27305F"/>
              </a:buClr>
              <a:buSzPct val="60000"/>
              <a:buFont typeface="Wingdings" pitchFamily="2" charset="2"/>
              <a:buNone/>
              <a:defRPr/>
            </a:pPr>
            <a:r>
              <a:rPr lang="zh-CN" altLang="en-US" sz="2800" dirty="0" smtClean="0">
                <a:latin typeface="黑体" pitchFamily="2" charset="-122"/>
                <a:ea typeface="黑体" pitchFamily="2" charset="-122"/>
              </a:rPr>
              <a:t>	在这种情况下，</a:t>
            </a:r>
            <a:r>
              <a:rPr lang="en-US" altLang="zh-CN" sz="2800" dirty="0" smtClean="0">
                <a:latin typeface="黑体" pitchFamily="2" charset="-122"/>
                <a:ea typeface="黑体" pitchFamily="2" charset="-122"/>
              </a:rPr>
              <a:t>A</a:t>
            </a:r>
            <a:r>
              <a:rPr lang="zh-CN" altLang="en-US" sz="2800" dirty="0" smtClean="0">
                <a:latin typeface="黑体" pitchFamily="2" charset="-122"/>
                <a:ea typeface="黑体" pitchFamily="2" charset="-122"/>
              </a:rPr>
              <a:t>的各阶主子矩阵</a:t>
            </a:r>
            <a:r>
              <a:rPr lang="en-US" altLang="zh-CN" sz="2800" dirty="0" smtClean="0">
                <a:latin typeface="黑体" pitchFamily="2" charset="-122"/>
                <a:ea typeface="黑体" pitchFamily="2" charset="-122"/>
              </a:rPr>
              <a:t>A</a:t>
            </a:r>
            <a:r>
              <a:rPr lang="en-US" altLang="zh-CN" sz="2800" baseline="-25000" dirty="0" smtClean="0">
                <a:latin typeface="黑体" pitchFamily="2" charset="-122"/>
                <a:ea typeface="黑体" pitchFamily="2" charset="-122"/>
              </a:rPr>
              <a:t>1</a:t>
            </a:r>
            <a:r>
              <a:rPr lang="zh-CN" altLang="en-US" sz="2800" dirty="0" smtClean="0">
                <a:latin typeface="黑体" pitchFamily="2" charset="-122"/>
                <a:ea typeface="黑体" pitchFamily="2" charset="-122"/>
              </a:rPr>
              <a:t>、</a:t>
            </a:r>
            <a:r>
              <a:rPr lang="en-US" altLang="zh-CN" sz="2800" dirty="0" smtClean="0">
                <a:latin typeface="黑体" pitchFamily="2" charset="-122"/>
                <a:ea typeface="黑体" pitchFamily="2" charset="-122"/>
              </a:rPr>
              <a:t>A</a:t>
            </a:r>
            <a:r>
              <a:rPr lang="en-US" altLang="zh-CN" sz="2800" baseline="-25000" dirty="0" smtClean="0">
                <a:latin typeface="黑体" pitchFamily="2" charset="-122"/>
                <a:ea typeface="黑体" pitchFamily="2" charset="-122"/>
              </a:rPr>
              <a:t>2</a:t>
            </a:r>
            <a:r>
              <a:rPr lang="en-US" altLang="zh-CN" sz="2800" dirty="0" smtClean="0">
                <a:latin typeface="Times New Roman"/>
                <a:ea typeface="黑体" pitchFamily="2" charset="-122"/>
              </a:rPr>
              <a:t>…</a:t>
            </a:r>
            <a:r>
              <a:rPr lang="en-US" altLang="zh-CN" sz="2800" dirty="0" smtClean="0">
                <a:latin typeface="黑体" pitchFamily="2" charset="-122"/>
                <a:ea typeface="黑体" pitchFamily="2" charset="-122"/>
              </a:rPr>
              <a:t>A</a:t>
            </a:r>
            <a:r>
              <a:rPr lang="en-US" altLang="zh-CN" sz="2800" baseline="-25000" dirty="0" smtClean="0">
                <a:latin typeface="黑体" pitchFamily="2" charset="-122"/>
                <a:ea typeface="黑体" pitchFamily="2" charset="-122"/>
              </a:rPr>
              <a:t>n</a:t>
            </a:r>
            <a:r>
              <a:rPr lang="zh-CN" altLang="en-US" sz="2800" dirty="0" smtClean="0">
                <a:latin typeface="黑体" pitchFamily="2" charset="-122"/>
                <a:ea typeface="黑体" pitchFamily="2" charset="-122"/>
              </a:rPr>
              <a:t>均是严格对角占优矩阵。根据阿达马定理知，其各阶主子式均不等于零，按定理3.1知</a:t>
            </a:r>
            <a:r>
              <a:rPr lang="en-US" altLang="zh-CN" sz="2800" i="1" dirty="0" smtClean="0">
                <a:latin typeface="+mn-lt"/>
                <a:ea typeface="黑体" pitchFamily="2" charset="-122"/>
              </a:rPr>
              <a:t>l</a:t>
            </a:r>
            <a:r>
              <a:rPr lang="en-US" altLang="zh-CN" sz="2800" i="1" baseline="-25000" dirty="0" smtClean="0">
                <a:latin typeface="+mn-lt"/>
                <a:ea typeface="黑体" pitchFamily="2" charset="-122"/>
              </a:rPr>
              <a:t>ii</a:t>
            </a:r>
            <a:r>
              <a:rPr lang="en-US" altLang="zh-CN" sz="2800" dirty="0" smtClean="0">
                <a:latin typeface="黑体" pitchFamily="2" charset="-122"/>
                <a:ea typeface="黑体" pitchFamily="2" charset="-122"/>
                <a:sym typeface="Symbol" pitchFamily="18" charset="2"/>
              </a:rPr>
              <a:t>0,</a:t>
            </a:r>
            <a:r>
              <a:rPr lang="en-US" altLang="zh-CN" sz="2800" i="1" dirty="0" smtClean="0">
                <a:latin typeface="+mn-lt"/>
                <a:ea typeface="黑体" pitchFamily="2" charset="-122"/>
              </a:rPr>
              <a:t>u</a:t>
            </a:r>
            <a:r>
              <a:rPr lang="en-US" altLang="zh-CN" sz="2800" i="1" baseline="-25000" dirty="0" smtClean="0">
                <a:latin typeface="+mn-lt"/>
                <a:ea typeface="黑体" pitchFamily="2" charset="-122"/>
              </a:rPr>
              <a:t>ii</a:t>
            </a:r>
            <a:r>
              <a:rPr lang="en-US" altLang="zh-CN" sz="2800" dirty="0" smtClean="0">
                <a:latin typeface="黑体" pitchFamily="2" charset="-122"/>
                <a:ea typeface="黑体" pitchFamily="2" charset="-122"/>
                <a:sym typeface="Symbol" pitchFamily="18" charset="2"/>
              </a:rPr>
              <a:t>0 (</a:t>
            </a:r>
            <a:r>
              <a:rPr lang="en-US" altLang="zh-CN" sz="2800" i="1" dirty="0" err="1" smtClean="0">
                <a:latin typeface="+mn-lt"/>
                <a:ea typeface="黑体" pitchFamily="2" charset="-122"/>
                <a:sym typeface="Symbol" pitchFamily="18" charset="2"/>
              </a:rPr>
              <a:t>i</a:t>
            </a:r>
            <a:r>
              <a:rPr lang="en-US" altLang="zh-CN" sz="2800" dirty="0" smtClean="0">
                <a:latin typeface="黑体" pitchFamily="2" charset="-122"/>
                <a:ea typeface="黑体" pitchFamily="2" charset="-122"/>
                <a:sym typeface="Symbol" pitchFamily="18" charset="2"/>
              </a:rPr>
              <a:t>=1,2, </a:t>
            </a:r>
            <a:r>
              <a:rPr lang="en-US" altLang="zh-CN" sz="2800" dirty="0" smtClean="0">
                <a:latin typeface="Times New Roman"/>
                <a:ea typeface="黑体" pitchFamily="2" charset="-122"/>
                <a:sym typeface="Symbol" pitchFamily="18" charset="2"/>
              </a:rPr>
              <a:t>…</a:t>
            </a:r>
            <a:r>
              <a:rPr lang="en-US" altLang="zh-CN" sz="2800" dirty="0" smtClean="0">
                <a:latin typeface="黑体" pitchFamily="2" charset="-122"/>
                <a:ea typeface="黑体" pitchFamily="2" charset="-122"/>
                <a:sym typeface="Symbol" pitchFamily="18" charset="2"/>
              </a:rPr>
              <a:t>,</a:t>
            </a:r>
            <a:r>
              <a:rPr lang="en-US" altLang="zh-CN" sz="2800" i="1" dirty="0" smtClean="0">
                <a:latin typeface="+mn-lt"/>
                <a:ea typeface="黑体" pitchFamily="2" charset="-122"/>
                <a:sym typeface="Symbol" pitchFamily="18" charset="2"/>
              </a:rPr>
              <a:t>n</a:t>
            </a:r>
            <a:r>
              <a:rPr lang="en-US" altLang="zh-CN" sz="2800" dirty="0" smtClean="0">
                <a:latin typeface="黑体" pitchFamily="2" charset="-122"/>
                <a:ea typeface="黑体" pitchFamily="2" charset="-122"/>
                <a:sym typeface="Symbol" pitchFamily="18" charset="2"/>
              </a:rPr>
              <a:t>)，</a:t>
            </a:r>
            <a:r>
              <a:rPr lang="zh-CN" altLang="en-US" sz="2800" dirty="0" smtClean="0">
                <a:latin typeface="黑体" pitchFamily="2" charset="-122"/>
                <a:ea typeface="黑体" pitchFamily="2" charset="-122"/>
                <a:sym typeface="Symbol" pitchFamily="18" charset="2"/>
              </a:rPr>
              <a:t>证毕。</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61476"/>
                                        </p:tgtEl>
                                        <p:attrNameLst>
                                          <p:attrName>style.visibility</p:attrName>
                                        </p:attrNameLst>
                                      </p:cBhvr>
                                      <p:to>
                                        <p:strVal val="visible"/>
                                      </p:to>
                                    </p:set>
                                    <p:animEffect transition="in" filter="dissolve">
                                      <p:cBhvr>
                                        <p:cTn id="7" dur="500"/>
                                        <p:tgtEl>
                                          <p:spTgt spid="3614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61477"/>
                                        </p:tgtEl>
                                        <p:attrNameLst>
                                          <p:attrName>style.visibility</p:attrName>
                                        </p:attrNameLst>
                                      </p:cBhvr>
                                      <p:to>
                                        <p:strVal val="visible"/>
                                      </p:to>
                                    </p:set>
                                    <p:animEffect transition="in" filter="wipe(up)">
                                      <p:cBhvr>
                                        <p:cTn id="12" dur="75"/>
                                        <p:tgtEl>
                                          <p:spTgt spid="361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1477"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2"/>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2AAFEEE-CBE1-4572-8F23-5A7CE4E00340}" type="slidenum">
              <a:rPr lang="zh-CN" altLang="en-US" b="0" smtClean="0"/>
              <a:pPr/>
              <a:t>47</a:t>
            </a:fld>
            <a:endParaRPr lang="en-US" altLang="zh-CN" b="0" smtClean="0"/>
          </a:p>
        </p:txBody>
      </p:sp>
      <p:sp>
        <p:nvSpPr>
          <p:cNvPr id="50179" name="日期占位符 3"/>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1876B7A8-4CF8-463C-914F-1DDD050BC403}" type="datetime1">
              <a:rPr lang="zh-CN" altLang="en-US" sz="1800" b="0" smtClean="0"/>
              <a:pPr/>
              <a:t>2024/9/23</a:t>
            </a:fld>
            <a:endParaRPr lang="en-US" altLang="zh-CN" sz="1800" b="0" smtClean="0"/>
          </a:p>
        </p:txBody>
      </p:sp>
      <p:grpSp>
        <p:nvGrpSpPr>
          <p:cNvPr id="50180" name="Group 2"/>
          <p:cNvGrpSpPr>
            <a:grpSpLocks/>
          </p:cNvGrpSpPr>
          <p:nvPr/>
        </p:nvGrpSpPr>
        <p:grpSpPr bwMode="auto">
          <a:xfrm>
            <a:off x="555625" y="2036763"/>
            <a:ext cx="7945438" cy="2608262"/>
            <a:chOff x="350" y="1283"/>
            <a:chExt cx="5005" cy="1643"/>
          </a:xfrm>
        </p:grpSpPr>
        <p:sp>
          <p:nvSpPr>
            <p:cNvPr id="50182" name="Rectangle 3"/>
            <p:cNvSpPr>
              <a:spLocks noChangeArrowheads="1"/>
            </p:cNvSpPr>
            <p:nvPr/>
          </p:nvSpPr>
          <p:spPr bwMode="auto">
            <a:xfrm>
              <a:off x="483" y="1325"/>
              <a:ext cx="4780" cy="1564"/>
            </a:xfrm>
            <a:prstGeom prst="rect">
              <a:avLst/>
            </a:prstGeom>
            <a:solidFill>
              <a:srgbClr val="969696"/>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135003" dir="2471156" algn="ctr" rotWithShape="0">
                      <a:srgbClr val="DDDDDD"/>
                    </a:outerShdw>
                  </a:effectLst>
                </a14:hiddenEffects>
              </a:ext>
            </a:extLst>
          </p:spPr>
          <p:txBody>
            <a:bodyPr anchor="ctr">
              <a:spAutoFit/>
            </a:bodyPr>
            <a:lstStyle/>
            <a:p>
              <a:endParaRPr lang="zh-CN" altLang="en-US"/>
            </a:p>
          </p:txBody>
        </p:sp>
        <p:sp>
          <p:nvSpPr>
            <p:cNvPr id="50183"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4"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5" name="AutoShape 6"/>
            <p:cNvSpPr>
              <a:spLocks noChangeArrowheads="1"/>
            </p:cNvSpPr>
            <p:nvPr/>
          </p:nvSpPr>
          <p:spPr bwMode="auto">
            <a:xfrm>
              <a:off x="377" y="1283"/>
              <a:ext cx="4974" cy="98"/>
            </a:xfrm>
            <a:custGeom>
              <a:avLst/>
              <a:gdLst>
                <a:gd name="T0" fmla="*/ 1132 w 21600"/>
                <a:gd name="T1" fmla="*/ 0 h 21600"/>
                <a:gd name="T2" fmla="*/ 573 w 21600"/>
                <a:gd name="T3" fmla="*/ 0 h 21600"/>
                <a:gd name="T4" fmla="*/ 14 w 21600"/>
                <a:gd name="T5" fmla="*/ 0 h 21600"/>
                <a:gd name="T6" fmla="*/ 573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6" name="AutoShape 7"/>
            <p:cNvSpPr>
              <a:spLocks noChangeArrowheads="1"/>
            </p:cNvSpPr>
            <p:nvPr/>
          </p:nvSpPr>
          <p:spPr bwMode="auto">
            <a:xfrm flipV="1">
              <a:off x="350" y="2828"/>
              <a:ext cx="5005" cy="98"/>
            </a:xfrm>
            <a:custGeom>
              <a:avLst/>
              <a:gdLst>
                <a:gd name="T0" fmla="*/ 1143 w 21600"/>
                <a:gd name="T1" fmla="*/ 0 h 21600"/>
                <a:gd name="T2" fmla="*/ 580 w 21600"/>
                <a:gd name="T3" fmla="*/ 0 h 21600"/>
                <a:gd name="T4" fmla="*/ 16 w 21600"/>
                <a:gd name="T5" fmla="*/ 0 h 21600"/>
                <a:gd name="T6" fmla="*/ 58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0187"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356361" name="Rectangle 9"/>
          <p:cNvSpPr>
            <a:spLocks noChangeArrowheads="1"/>
          </p:cNvSpPr>
          <p:nvPr/>
        </p:nvSpPr>
        <p:spPr bwMode="auto">
          <a:xfrm>
            <a:off x="609600" y="2801938"/>
            <a:ext cx="7585075" cy="855662"/>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spAutoFit/>
          </a:bodyPr>
          <a:lstStyle>
            <a:lvl1pPr marL="290513" indent="-290513" algn="l" defTabSz="915988">
              <a:defRPr sz="2400">
                <a:solidFill>
                  <a:schemeClr val="tx1"/>
                </a:solidFill>
                <a:latin typeface="Arial" charset="0"/>
                <a:ea typeface="宋体" pitchFamily="2" charset="-122"/>
              </a:defRPr>
            </a:lvl1pPr>
            <a:lvl2pPr algn="l" defTabSz="915988">
              <a:defRPr sz="2400">
                <a:solidFill>
                  <a:schemeClr val="tx1"/>
                </a:solidFill>
                <a:latin typeface="Arial" charset="0"/>
                <a:ea typeface="宋体" pitchFamily="2" charset="-122"/>
              </a:defRPr>
            </a:lvl2pPr>
            <a:lvl3pPr algn="l" defTabSz="915988">
              <a:defRPr sz="2400">
                <a:solidFill>
                  <a:schemeClr val="tx1"/>
                </a:solidFill>
                <a:latin typeface="Arial" charset="0"/>
                <a:ea typeface="宋体" pitchFamily="2" charset="-122"/>
              </a:defRPr>
            </a:lvl3pPr>
            <a:lvl4pPr algn="l" defTabSz="915988">
              <a:defRPr sz="2400">
                <a:solidFill>
                  <a:schemeClr val="tx1"/>
                </a:solidFill>
                <a:latin typeface="Arial" charset="0"/>
                <a:ea typeface="宋体" pitchFamily="2" charset="-122"/>
              </a:defRPr>
            </a:lvl4pPr>
            <a:lvl5pPr algn="l" defTabSz="915988">
              <a:defRPr sz="2400">
                <a:solidFill>
                  <a:schemeClr val="tx1"/>
                </a:solidFill>
                <a:latin typeface="Arial" charset="0"/>
                <a:ea typeface="宋体" pitchFamily="2" charset="-122"/>
              </a:defRPr>
            </a:lvl5pPr>
            <a:lvl6pPr defTabSz="915988" eaLnBrk="0" fontAlgn="base" hangingPunct="0">
              <a:spcBef>
                <a:spcPct val="0"/>
              </a:spcBef>
              <a:spcAft>
                <a:spcPct val="0"/>
              </a:spcAft>
              <a:defRPr sz="2400">
                <a:solidFill>
                  <a:schemeClr val="tx1"/>
                </a:solidFill>
                <a:latin typeface="Arial" charset="0"/>
                <a:ea typeface="宋体" pitchFamily="2" charset="-122"/>
              </a:defRPr>
            </a:lvl6pPr>
            <a:lvl7pPr defTabSz="915988" eaLnBrk="0" fontAlgn="base" hangingPunct="0">
              <a:spcBef>
                <a:spcPct val="0"/>
              </a:spcBef>
              <a:spcAft>
                <a:spcPct val="0"/>
              </a:spcAft>
              <a:defRPr sz="2400">
                <a:solidFill>
                  <a:schemeClr val="tx1"/>
                </a:solidFill>
                <a:latin typeface="Arial" charset="0"/>
                <a:ea typeface="宋体" pitchFamily="2" charset="-122"/>
              </a:defRPr>
            </a:lvl7pPr>
            <a:lvl8pPr defTabSz="915988" eaLnBrk="0" fontAlgn="base" hangingPunct="0">
              <a:spcBef>
                <a:spcPct val="0"/>
              </a:spcBef>
              <a:spcAft>
                <a:spcPct val="0"/>
              </a:spcAft>
              <a:defRPr sz="2400">
                <a:solidFill>
                  <a:schemeClr val="tx1"/>
                </a:solidFill>
                <a:latin typeface="Arial" charset="0"/>
                <a:ea typeface="宋体" pitchFamily="2" charset="-122"/>
              </a:defRPr>
            </a:lvl8pPr>
            <a:lvl9pPr defTabSz="915988" eaLnBrk="0" fontAlgn="base" hangingPunct="0">
              <a:spcBef>
                <a:spcPct val="0"/>
              </a:spcBef>
              <a:spcAft>
                <a:spcPct val="0"/>
              </a:spcAft>
              <a:defRPr sz="2400">
                <a:solidFill>
                  <a:schemeClr val="tx1"/>
                </a:solidFill>
                <a:latin typeface="Arial" charset="0"/>
                <a:ea typeface="宋体" pitchFamily="2" charset="-122"/>
              </a:defRPr>
            </a:lvl9pPr>
          </a:lstStyle>
          <a:p>
            <a:pPr algn="ctr">
              <a:lnSpc>
                <a:spcPct val="85000"/>
              </a:lnSpc>
              <a:spcBef>
                <a:spcPct val="35000"/>
              </a:spcBef>
              <a:buClr>
                <a:srgbClr val="FF0000"/>
              </a:buClr>
              <a:buSzPct val="95000"/>
              <a:defRPr/>
            </a:pPr>
            <a:r>
              <a:rPr lang="zh-CN" altLang="en-US" sz="6600" smtClean="0">
                <a:solidFill>
                  <a:schemeClr val="bg1"/>
                </a:solidFill>
                <a:effectLst>
                  <a:outerShdw blurRad="38100" dist="38100" dir="2700000" algn="tl">
                    <a:srgbClr val="C0C0C0"/>
                  </a:outerShdw>
                </a:effectLst>
              </a:rPr>
              <a:t>§2   主元素法</a:t>
            </a:r>
            <a:endParaRPr lang="zh-CN" altLang="en-US" sz="4800" i="1" smtClean="0">
              <a:solidFill>
                <a:schemeClr val="bg1"/>
              </a:solidFill>
              <a:effectLst>
                <a:outerShdw blurRad="38100" dist="38100" dir="2700000" algn="tl">
                  <a:srgbClr val="C0C0C0"/>
                </a:outerShdw>
              </a:effectLst>
              <a:ea typeface="楷体_GB2312" pitchFamily="49" charset="-122"/>
            </a:endParaRP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9FCD4E6F-BA19-42CF-A639-B20899126B21}" type="slidenum">
              <a:rPr lang="zh-CN" altLang="en-US" b="0" smtClean="0"/>
              <a:pPr/>
              <a:t>48</a:t>
            </a:fld>
            <a:endParaRPr lang="en-US" altLang="zh-CN" b="0" smtClean="0"/>
          </a:p>
        </p:txBody>
      </p:sp>
      <p:sp>
        <p:nvSpPr>
          <p:cNvPr id="5120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0D5523A-22FF-4258-84A7-3A762C80E7E5}" type="datetime1">
              <a:rPr lang="zh-CN" altLang="en-US" sz="1800" b="0" smtClean="0"/>
              <a:pPr/>
              <a:t>2024/9/23</a:t>
            </a:fld>
            <a:endParaRPr lang="en-US" altLang="zh-CN" sz="1800" b="0" smtClean="0"/>
          </a:p>
        </p:txBody>
      </p:sp>
      <p:sp>
        <p:nvSpPr>
          <p:cNvPr id="364546" name="Rectangle 2"/>
          <p:cNvSpPr>
            <a:spLocks noGrp="1" noChangeArrowheads="1"/>
          </p:cNvSpPr>
          <p:nvPr>
            <p:ph type="title"/>
          </p:nvPr>
        </p:nvSpPr>
        <p:spPr>
          <a:xfrm>
            <a:off x="600075" y="255588"/>
            <a:ext cx="8142288" cy="658812"/>
          </a:xfrm>
        </p:spPr>
        <p:txBody>
          <a:bodyPr/>
          <a:lstStyle/>
          <a:p>
            <a:pPr>
              <a:defRPr/>
            </a:pPr>
            <a:r>
              <a:rPr lang="zh-CN" altLang="en-US" sz="4800" smtClean="0"/>
              <a:t>消元法缺点</a:t>
            </a:r>
          </a:p>
        </p:txBody>
      </p:sp>
      <p:sp>
        <p:nvSpPr>
          <p:cNvPr id="51205" name="Rectangle 3"/>
          <p:cNvSpPr>
            <a:spLocks noGrp="1" noChangeArrowheads="1"/>
          </p:cNvSpPr>
          <p:nvPr>
            <p:ph type="body" idx="1"/>
          </p:nvPr>
        </p:nvSpPr>
        <p:spPr>
          <a:xfrm>
            <a:off x="600075" y="1292225"/>
            <a:ext cx="8142288" cy="3916363"/>
          </a:xfrm>
        </p:spPr>
        <p:txBody>
          <a:bodyPr/>
          <a:lstStyle/>
          <a:p>
            <a:r>
              <a:rPr lang="en-US" altLang="zh-CN" sz="3200" i="1" smtClean="0">
                <a:sym typeface="Symbol" pitchFamily="18" charset="2"/>
              </a:rPr>
              <a:t>l</a:t>
            </a:r>
            <a:r>
              <a:rPr lang="en-US" altLang="zh-CN" sz="3200" i="1" baseline="-25000" smtClean="0">
                <a:sym typeface="Symbol" pitchFamily="18" charset="2"/>
              </a:rPr>
              <a:t>ij</a:t>
            </a:r>
            <a:r>
              <a:rPr lang="en-US" altLang="zh-CN" sz="3200" smtClean="0">
                <a:sym typeface="Symbol" pitchFamily="18" charset="2"/>
              </a:rPr>
              <a:t>=</a:t>
            </a:r>
            <a:r>
              <a:rPr lang="zh-CN" altLang="en-US" sz="3200" smtClean="0">
                <a:sym typeface="Symbol" pitchFamily="18" charset="2"/>
              </a:rPr>
              <a:t>分子/</a:t>
            </a:r>
            <a:r>
              <a:rPr lang="en-US" altLang="zh-CN" sz="3200" i="1" smtClean="0">
                <a:sym typeface="Symbol" pitchFamily="18" charset="2"/>
              </a:rPr>
              <a:t>u</a:t>
            </a:r>
            <a:r>
              <a:rPr lang="en-US" altLang="zh-CN" sz="3200" i="1" baseline="-25000" smtClean="0">
                <a:sym typeface="Symbol" pitchFamily="18" charset="2"/>
              </a:rPr>
              <a:t>jj</a:t>
            </a:r>
            <a:r>
              <a:rPr lang="en-US" altLang="zh-CN" sz="3200" smtClean="0">
                <a:sym typeface="Symbol" pitchFamily="18" charset="2"/>
              </a:rPr>
              <a:t>，</a:t>
            </a:r>
            <a:r>
              <a:rPr lang="en-US" altLang="zh-CN" sz="3200" i="1" smtClean="0">
                <a:sym typeface="Symbol" pitchFamily="18" charset="2"/>
              </a:rPr>
              <a:t>u</a:t>
            </a:r>
            <a:r>
              <a:rPr lang="en-US" altLang="zh-CN" sz="3200" i="1" baseline="-25000" smtClean="0">
                <a:sym typeface="Symbol" pitchFamily="18" charset="2"/>
              </a:rPr>
              <a:t>ij</a:t>
            </a:r>
            <a:r>
              <a:rPr lang="en-US" altLang="zh-CN" sz="3200" smtClean="0">
                <a:sym typeface="Symbol" pitchFamily="18" charset="2"/>
              </a:rPr>
              <a:t>=</a:t>
            </a:r>
            <a:r>
              <a:rPr lang="zh-CN" altLang="en-US" sz="3200" smtClean="0">
                <a:sym typeface="Symbol" pitchFamily="18" charset="2"/>
              </a:rPr>
              <a:t>分子/</a:t>
            </a:r>
            <a:r>
              <a:rPr lang="en-US" altLang="zh-CN" sz="3200" i="1" smtClean="0">
                <a:sym typeface="Symbol" pitchFamily="18" charset="2"/>
              </a:rPr>
              <a:t>l</a:t>
            </a:r>
            <a:r>
              <a:rPr lang="en-US" altLang="zh-CN" sz="3200" i="1" baseline="-25000" smtClean="0">
                <a:sym typeface="Symbol" pitchFamily="18" charset="2"/>
              </a:rPr>
              <a:t>ii</a:t>
            </a:r>
            <a:r>
              <a:rPr lang="zh-CN" altLang="en-US" sz="3200" smtClean="0">
                <a:sym typeface="Symbol" pitchFamily="18" charset="2"/>
              </a:rPr>
              <a:t>，</a:t>
            </a:r>
          </a:p>
          <a:p>
            <a:pPr>
              <a:buFont typeface="Wingdings" pitchFamily="2" charset="2"/>
              <a:buNone/>
            </a:pPr>
            <a:r>
              <a:rPr lang="en-US" altLang="zh-CN" sz="3200" i="1" smtClean="0">
                <a:sym typeface="Symbol" pitchFamily="18" charset="2"/>
              </a:rPr>
              <a:t>   z</a:t>
            </a:r>
            <a:r>
              <a:rPr lang="en-US" altLang="zh-CN" sz="3200" i="1" baseline="-25000" smtClean="0">
                <a:sym typeface="Symbol" pitchFamily="18" charset="2"/>
              </a:rPr>
              <a:t>i</a:t>
            </a:r>
            <a:r>
              <a:rPr lang="en-US" altLang="zh-CN" sz="3200" smtClean="0">
                <a:sym typeface="Symbol" pitchFamily="18" charset="2"/>
              </a:rPr>
              <a:t>=</a:t>
            </a:r>
            <a:r>
              <a:rPr lang="zh-CN" altLang="en-US" sz="3200" smtClean="0">
                <a:sym typeface="Symbol" pitchFamily="18" charset="2"/>
              </a:rPr>
              <a:t>分子/</a:t>
            </a:r>
            <a:r>
              <a:rPr lang="en-US" altLang="zh-CN" sz="3200" i="1" smtClean="0">
                <a:sym typeface="Symbol" pitchFamily="18" charset="2"/>
              </a:rPr>
              <a:t>l</a:t>
            </a:r>
            <a:r>
              <a:rPr lang="en-US" altLang="zh-CN" sz="3200" i="1" baseline="-25000" smtClean="0">
                <a:sym typeface="Symbol" pitchFamily="18" charset="2"/>
              </a:rPr>
              <a:t>ii</a:t>
            </a:r>
            <a:r>
              <a:rPr lang="zh-CN" altLang="en-US" sz="3200" smtClean="0">
                <a:sym typeface="Symbol" pitchFamily="18" charset="2"/>
              </a:rPr>
              <a:t>，</a:t>
            </a:r>
            <a:r>
              <a:rPr lang="en-US" altLang="zh-CN" sz="3200" i="1" smtClean="0">
                <a:sym typeface="Symbol" pitchFamily="18" charset="2"/>
              </a:rPr>
              <a:t>x</a:t>
            </a:r>
            <a:r>
              <a:rPr lang="en-US" altLang="zh-CN" sz="3200" i="1" baseline="-25000" smtClean="0">
                <a:sym typeface="Symbol" pitchFamily="18" charset="2"/>
              </a:rPr>
              <a:t>i</a:t>
            </a:r>
            <a:r>
              <a:rPr lang="en-US" altLang="zh-CN" sz="3200" smtClean="0">
                <a:sym typeface="Symbol" pitchFamily="18" charset="2"/>
              </a:rPr>
              <a:t>=</a:t>
            </a:r>
            <a:r>
              <a:rPr lang="zh-CN" altLang="en-US" sz="3200" smtClean="0">
                <a:sym typeface="Symbol" pitchFamily="18" charset="2"/>
              </a:rPr>
              <a:t>分子/</a:t>
            </a:r>
            <a:r>
              <a:rPr lang="en-US" altLang="zh-CN" sz="3200" i="1" smtClean="0">
                <a:sym typeface="Symbol" pitchFamily="18" charset="2"/>
              </a:rPr>
              <a:t>u</a:t>
            </a:r>
            <a:r>
              <a:rPr lang="en-US" altLang="zh-CN" sz="3200" i="1" baseline="-25000" smtClean="0">
                <a:sym typeface="Symbol" pitchFamily="18" charset="2"/>
              </a:rPr>
              <a:t>ii</a:t>
            </a:r>
            <a:endParaRPr lang="zh-CN" altLang="en-US" sz="3200" smtClean="0">
              <a:sym typeface="Symbol" pitchFamily="18" charset="2"/>
            </a:endParaRPr>
          </a:p>
          <a:p>
            <a:r>
              <a:rPr lang="zh-CN" altLang="en-US" sz="3200" smtClean="0">
                <a:sym typeface="Symbol" pitchFamily="18" charset="2"/>
              </a:rPr>
              <a:t>公式</a:t>
            </a:r>
            <a:r>
              <a:rPr lang="en-US" altLang="zh-CN" sz="3200" i="1" smtClean="0">
                <a:sym typeface="Symbol" pitchFamily="18" charset="2"/>
              </a:rPr>
              <a:t>l</a:t>
            </a:r>
            <a:r>
              <a:rPr lang="en-US" altLang="zh-CN" sz="3200" i="1" baseline="-25000" smtClean="0">
                <a:sym typeface="Symbol" pitchFamily="18" charset="2"/>
              </a:rPr>
              <a:t>ik </a:t>
            </a:r>
            <a:r>
              <a:rPr lang="en-US" altLang="zh-CN" sz="3200" i="1" smtClean="0">
                <a:sym typeface="Symbol" pitchFamily="18" charset="2"/>
              </a:rPr>
              <a:t>u</a:t>
            </a:r>
            <a:r>
              <a:rPr lang="en-US" altLang="zh-CN" sz="3200" i="1" baseline="-25000" smtClean="0">
                <a:sym typeface="Symbol" pitchFamily="18" charset="2"/>
              </a:rPr>
              <a:t>kj</a:t>
            </a:r>
            <a:r>
              <a:rPr lang="zh-CN" altLang="en-US" sz="3200" smtClean="0">
                <a:sym typeface="Symbol" pitchFamily="18" charset="2"/>
              </a:rPr>
              <a:t>，</a:t>
            </a:r>
            <a:endParaRPr lang="en-US" altLang="zh-CN" sz="3200" smtClean="0">
              <a:sym typeface="Symbol" pitchFamily="18" charset="2"/>
            </a:endParaRPr>
          </a:p>
          <a:p>
            <a:r>
              <a:rPr lang="zh-CN" altLang="en-US" sz="3200" smtClean="0">
                <a:sym typeface="Symbol" pitchFamily="18" charset="2"/>
              </a:rPr>
              <a:t>分母为零</a:t>
            </a:r>
          </a:p>
          <a:p>
            <a:pPr lvl="1"/>
            <a:r>
              <a:rPr lang="zh-CN" altLang="en-US" sz="3200" smtClean="0">
                <a:sym typeface="Symbol" pitchFamily="18" charset="2"/>
              </a:rPr>
              <a:t>线性方程组解唯一只需要</a:t>
            </a:r>
            <a:r>
              <a:rPr lang="zh-CN" altLang="en-US" sz="3200" smtClean="0"/>
              <a:t>|</a:t>
            </a:r>
            <a:r>
              <a:rPr lang="en-US" altLang="zh-CN" sz="3200" smtClean="0"/>
              <a:t>A|≠0</a:t>
            </a:r>
          </a:p>
          <a:p>
            <a:pPr lvl="1"/>
            <a:r>
              <a:rPr lang="zh-CN" altLang="en-US" sz="3200" smtClean="0"/>
              <a:t>消元法应用条件要求各阶主子式均不为0（定理3.1）</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6265E27-D58B-4FA6-8608-461087AE85AF}" type="slidenum">
              <a:rPr lang="zh-CN" altLang="en-US" b="0" smtClean="0"/>
              <a:pPr/>
              <a:t>49</a:t>
            </a:fld>
            <a:endParaRPr lang="en-US" altLang="zh-CN" b="0" smtClean="0"/>
          </a:p>
        </p:txBody>
      </p:sp>
      <p:sp>
        <p:nvSpPr>
          <p:cNvPr id="5222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0A327A3A-8482-4ADA-A5FD-258BF8B6AE74}" type="datetime1">
              <a:rPr lang="zh-CN" altLang="en-US" sz="1800" b="0" smtClean="0"/>
              <a:pPr/>
              <a:t>2024/9/23</a:t>
            </a:fld>
            <a:endParaRPr lang="en-US" altLang="zh-CN" sz="1800" b="0" smtClean="0"/>
          </a:p>
        </p:txBody>
      </p:sp>
      <p:sp>
        <p:nvSpPr>
          <p:cNvPr id="402434" name="Rectangle 2"/>
          <p:cNvSpPr>
            <a:spLocks noGrp="1" noChangeArrowheads="1"/>
          </p:cNvSpPr>
          <p:nvPr>
            <p:ph type="title"/>
          </p:nvPr>
        </p:nvSpPr>
        <p:spPr/>
        <p:txBody>
          <a:bodyPr/>
          <a:lstStyle/>
          <a:p>
            <a:pPr>
              <a:defRPr/>
            </a:pPr>
            <a:r>
              <a:rPr lang="zh-CN" altLang="en-US" smtClean="0"/>
              <a:t>§2   主元素法</a:t>
            </a:r>
          </a:p>
        </p:txBody>
      </p:sp>
      <p:sp>
        <p:nvSpPr>
          <p:cNvPr id="52229" name="Rectangle 3"/>
          <p:cNvSpPr>
            <a:spLocks noGrp="1" noChangeArrowheads="1"/>
          </p:cNvSpPr>
          <p:nvPr>
            <p:ph type="body" idx="1"/>
          </p:nvPr>
        </p:nvSpPr>
        <p:spPr>
          <a:xfrm>
            <a:off x="600075" y="1292225"/>
            <a:ext cx="8142288" cy="971550"/>
          </a:xfrm>
        </p:spPr>
        <p:txBody>
          <a:bodyPr/>
          <a:lstStyle/>
          <a:p>
            <a:r>
              <a:rPr lang="zh-CN" altLang="en-US" sz="3200" smtClean="0">
                <a:sym typeface="Symbol" pitchFamily="18" charset="2"/>
              </a:rPr>
              <a:t>例如 </a:t>
            </a:r>
          </a:p>
          <a:p>
            <a:endParaRPr lang="zh-CN" altLang="en-US" smtClean="0"/>
          </a:p>
        </p:txBody>
      </p:sp>
      <p:graphicFrame>
        <p:nvGraphicFramePr>
          <p:cNvPr id="52230" name="Object 7"/>
          <p:cNvGraphicFramePr>
            <a:graphicFrameLocks noChangeAspect="1"/>
          </p:cNvGraphicFramePr>
          <p:nvPr/>
        </p:nvGraphicFramePr>
        <p:xfrm>
          <a:off x="1752600" y="1100138"/>
          <a:ext cx="4800600" cy="1065212"/>
        </p:xfrm>
        <a:graphic>
          <a:graphicData uri="http://schemas.openxmlformats.org/presentationml/2006/ole">
            <mc:AlternateContent xmlns:mc="http://schemas.openxmlformats.org/markup-compatibility/2006">
              <mc:Choice xmlns:v="urn:schemas-microsoft-com:vml" Requires="v">
                <p:oleObj spid="_x0000_s52259" name="Equation" r:id="rId4" imgW="2019300" imgH="482600" progId="Equation.3">
                  <p:embed/>
                </p:oleObj>
              </mc:Choice>
              <mc:Fallback>
                <p:oleObj name="Equation" r:id="rId4" imgW="2019300" imgH="4826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1100138"/>
                        <a:ext cx="4800600" cy="1065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2441" name="Rectangle 9"/>
          <p:cNvSpPr>
            <a:spLocks noChangeArrowheads="1"/>
          </p:cNvSpPr>
          <p:nvPr/>
        </p:nvSpPr>
        <p:spPr bwMode="auto">
          <a:xfrm>
            <a:off x="457200" y="2209800"/>
            <a:ext cx="81534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lnSpc>
                <a:spcPct val="90000"/>
              </a:lnSpc>
              <a:spcBef>
                <a:spcPct val="35000"/>
              </a:spcBef>
              <a:buClr>
                <a:srgbClr val="27305F"/>
              </a:buClr>
              <a:buSzPct val="60000"/>
              <a:buFont typeface="Wingdings" pitchFamily="2" charset="2"/>
              <a:buChar char="n"/>
            </a:pPr>
            <a:r>
              <a:rPr lang="zh-CN" altLang="en-US" sz="2800">
                <a:latin typeface="Times New Roman" pitchFamily="18" charset="0"/>
                <a:ea typeface="黑体" pitchFamily="2" charset="-122"/>
                <a:sym typeface="Symbol" pitchFamily="18" charset="2"/>
              </a:rPr>
              <a:t>现在用高斯消元法求解，取五位有效数字。</a:t>
            </a:r>
          </a:p>
        </p:txBody>
      </p:sp>
      <p:graphicFrame>
        <p:nvGraphicFramePr>
          <p:cNvPr id="52232" name="Object 10"/>
          <p:cNvGraphicFramePr>
            <a:graphicFrameLocks noChangeAspect="1"/>
          </p:cNvGraphicFramePr>
          <p:nvPr/>
        </p:nvGraphicFramePr>
        <p:xfrm>
          <a:off x="6554788" y="1066800"/>
          <a:ext cx="2589212" cy="966788"/>
        </p:xfrm>
        <a:graphic>
          <a:graphicData uri="http://schemas.openxmlformats.org/presentationml/2006/ole">
            <mc:AlternateContent xmlns:mc="http://schemas.openxmlformats.org/markup-compatibility/2006">
              <mc:Choice xmlns:v="urn:schemas-microsoft-com:vml" Requires="v">
                <p:oleObj spid="_x0000_s52260" name="Equation" r:id="rId6" imgW="977476" imgH="393529" progId="Equation.3">
                  <p:embed/>
                </p:oleObj>
              </mc:Choice>
              <mc:Fallback>
                <p:oleObj name="Equation" r:id="rId6" imgW="977476" imgH="393529"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54788" y="1066800"/>
                        <a:ext cx="2589212" cy="9667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2445" name="Object 13"/>
          <p:cNvGraphicFramePr>
            <a:graphicFrameLocks noChangeAspect="1"/>
          </p:cNvGraphicFramePr>
          <p:nvPr/>
        </p:nvGraphicFramePr>
        <p:xfrm>
          <a:off x="838200" y="4727575"/>
          <a:ext cx="4572000" cy="1185863"/>
        </p:xfrm>
        <a:graphic>
          <a:graphicData uri="http://schemas.openxmlformats.org/presentationml/2006/ole">
            <mc:AlternateContent xmlns:mc="http://schemas.openxmlformats.org/markup-compatibility/2006">
              <mc:Choice xmlns:v="urn:schemas-microsoft-com:vml" Requires="v">
                <p:oleObj spid="_x0000_s52261" name="Equation" r:id="rId8" imgW="2019300" imgH="482600" progId="Equation.3">
                  <p:embed/>
                </p:oleObj>
              </mc:Choice>
              <mc:Fallback>
                <p:oleObj name="Equation" r:id="rId8" imgW="2019300" imgH="482600" progId="Equation.3">
                  <p:embed/>
                  <p:pic>
                    <p:nvPicPr>
                      <p:cNvPr id="0"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4727575"/>
                        <a:ext cx="4572000"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2446" name="Object 14"/>
          <p:cNvGraphicFramePr>
            <a:graphicFrameLocks noChangeAspect="1"/>
          </p:cNvGraphicFramePr>
          <p:nvPr/>
        </p:nvGraphicFramePr>
        <p:xfrm>
          <a:off x="6172200" y="4956175"/>
          <a:ext cx="2117725" cy="530225"/>
        </p:xfrm>
        <a:graphic>
          <a:graphicData uri="http://schemas.openxmlformats.org/presentationml/2006/ole">
            <mc:AlternateContent xmlns:mc="http://schemas.openxmlformats.org/markup-compatibility/2006">
              <mc:Choice xmlns:v="urn:schemas-microsoft-com:vml" Requires="v">
                <p:oleObj spid="_x0000_s52262" name="Equation" r:id="rId10" imgW="799753" imgH="215806" progId="Equation.3">
                  <p:embed/>
                </p:oleObj>
              </mc:Choice>
              <mc:Fallback>
                <p:oleObj name="Equation" r:id="rId10" imgW="799753" imgH="215806"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72200" y="4956175"/>
                        <a:ext cx="2117725"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2447" name="Object 15"/>
          <p:cNvGraphicFramePr>
            <a:graphicFrameLocks noChangeAspect="1"/>
          </p:cNvGraphicFramePr>
          <p:nvPr/>
        </p:nvGraphicFramePr>
        <p:xfrm>
          <a:off x="914400" y="5870575"/>
          <a:ext cx="5334000" cy="530225"/>
        </p:xfrm>
        <a:graphic>
          <a:graphicData uri="http://schemas.openxmlformats.org/presentationml/2006/ole">
            <mc:AlternateContent xmlns:mc="http://schemas.openxmlformats.org/markup-compatibility/2006">
              <mc:Choice xmlns:v="urn:schemas-microsoft-com:vml" Requires="v">
                <p:oleObj spid="_x0000_s52263" name="Equation" r:id="rId12" imgW="2311400" imgH="215900" progId="Equation.3">
                  <p:embed/>
                </p:oleObj>
              </mc:Choice>
              <mc:Fallback>
                <p:oleObj name="Equation" r:id="rId12" imgW="2311400" imgH="215900" progId="Equation.3">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14400" y="5870575"/>
                        <a:ext cx="5334000"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2448" name="Object 16"/>
          <p:cNvGraphicFramePr>
            <a:graphicFrameLocks noChangeAspect="1"/>
          </p:cNvGraphicFramePr>
          <p:nvPr/>
        </p:nvGraphicFramePr>
        <p:xfrm>
          <a:off x="7023100" y="5794375"/>
          <a:ext cx="1176338" cy="530225"/>
        </p:xfrm>
        <a:graphic>
          <a:graphicData uri="http://schemas.openxmlformats.org/presentationml/2006/ole">
            <mc:AlternateContent xmlns:mc="http://schemas.openxmlformats.org/markup-compatibility/2006">
              <mc:Choice xmlns:v="urn:schemas-microsoft-com:vml" Requires="v">
                <p:oleObj spid="_x0000_s52264" name="Equation" r:id="rId14" imgW="444114" imgH="215713" progId="Equation.3">
                  <p:embed/>
                </p:oleObj>
              </mc:Choice>
              <mc:Fallback>
                <p:oleObj name="Equation" r:id="rId14" imgW="444114" imgH="215713" progId="Equation.3">
                  <p:embed/>
                  <p:pic>
                    <p:nvPicPr>
                      <p:cNvPr id="0" name="Object 1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023100" y="5794375"/>
                        <a:ext cx="1176338"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2458" name="Object 26"/>
          <p:cNvGraphicFramePr>
            <a:graphicFrameLocks noChangeAspect="1"/>
          </p:cNvGraphicFramePr>
          <p:nvPr/>
        </p:nvGraphicFramePr>
        <p:xfrm>
          <a:off x="304800" y="2667000"/>
          <a:ext cx="8610600" cy="1905000"/>
        </p:xfrm>
        <a:graphic>
          <a:graphicData uri="http://schemas.openxmlformats.org/presentationml/2006/ole">
            <mc:AlternateContent xmlns:mc="http://schemas.openxmlformats.org/markup-compatibility/2006">
              <mc:Choice xmlns:v="urn:schemas-microsoft-com:vml" Requires="v">
                <p:oleObj spid="_x0000_s52265" name="Equation" r:id="rId16" imgW="3670300" imgH="812800" progId="Equation.3">
                  <p:embed/>
                </p:oleObj>
              </mc:Choice>
              <mc:Fallback>
                <p:oleObj name="Equation" r:id="rId16" imgW="3670300" imgH="812800" progId="Equation.3">
                  <p:embed/>
                  <p:pic>
                    <p:nvPicPr>
                      <p:cNvPr id="0" name="Object 2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4800" y="2667000"/>
                        <a:ext cx="8610600" cy="190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402441">
                                            <p:txEl>
                                              <p:pRg st="0" end="0"/>
                                            </p:txEl>
                                          </p:spTgt>
                                        </p:tgtEl>
                                        <p:attrNameLst>
                                          <p:attrName>style.visibility</p:attrName>
                                        </p:attrNameLst>
                                      </p:cBhvr>
                                      <p:to>
                                        <p:strVal val="visible"/>
                                      </p:to>
                                    </p:set>
                                    <p:animEffect transition="in" filter="wipe(left)">
                                      <p:cBhvr>
                                        <p:cTn id="7" dur="75"/>
                                        <p:tgtEl>
                                          <p:spTgt spid="402441">
                                            <p:txEl>
                                              <p:pRg st="0" end="0"/>
                                            </p:txEl>
                                          </p:spTgt>
                                        </p:tgtEl>
                                      </p:cBhvr>
                                    </p:animEffect>
                                  </p:childTnLst>
                                </p:cTn>
                              </p:par>
                            </p:childTnLst>
                          </p:cTn>
                        </p:par>
                        <p:par>
                          <p:cTn id="8" fill="hold" nodeType="afterGroup">
                            <p:stCondLst>
                              <p:cond delay="1425"/>
                            </p:stCondLst>
                            <p:childTnLst>
                              <p:par>
                                <p:cTn id="9" presetID="2" presetClass="entr" presetSubtype="8" fill="hold" nodeType="afterEffect">
                                  <p:stCondLst>
                                    <p:cond delay="2000"/>
                                  </p:stCondLst>
                                  <p:childTnLst>
                                    <p:set>
                                      <p:cBhvr>
                                        <p:cTn id="10" dur="1" fill="hold">
                                          <p:stCondLst>
                                            <p:cond delay="0"/>
                                          </p:stCondLst>
                                        </p:cTn>
                                        <p:tgtEl>
                                          <p:spTgt spid="402458"/>
                                        </p:tgtEl>
                                        <p:attrNameLst>
                                          <p:attrName>style.visibility</p:attrName>
                                        </p:attrNameLst>
                                      </p:cBhvr>
                                      <p:to>
                                        <p:strVal val="visible"/>
                                      </p:to>
                                    </p:set>
                                    <p:anim calcmode="lin" valueType="num">
                                      <p:cBhvr additive="base">
                                        <p:cTn id="11" dur="500" fill="hold"/>
                                        <p:tgtEl>
                                          <p:spTgt spid="402458"/>
                                        </p:tgtEl>
                                        <p:attrNameLst>
                                          <p:attrName>ppt_x</p:attrName>
                                        </p:attrNameLst>
                                      </p:cBhvr>
                                      <p:tavLst>
                                        <p:tav tm="0">
                                          <p:val>
                                            <p:strVal val="0-#ppt_w/2"/>
                                          </p:val>
                                        </p:tav>
                                        <p:tav tm="100000">
                                          <p:val>
                                            <p:strVal val="#ppt_x"/>
                                          </p:val>
                                        </p:tav>
                                      </p:tavLst>
                                    </p:anim>
                                    <p:anim calcmode="lin" valueType="num">
                                      <p:cBhvr additive="base">
                                        <p:cTn id="12" dur="500" fill="hold"/>
                                        <p:tgtEl>
                                          <p:spTgt spid="402458"/>
                                        </p:tgtEl>
                                        <p:attrNameLst>
                                          <p:attrName>ppt_y</p:attrName>
                                        </p:attrNameLst>
                                      </p:cBhvr>
                                      <p:tavLst>
                                        <p:tav tm="0">
                                          <p:val>
                                            <p:strVal val="#ppt_y"/>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402445"/>
                                        </p:tgtEl>
                                        <p:attrNameLst>
                                          <p:attrName>style.visibility</p:attrName>
                                        </p:attrNameLst>
                                      </p:cBhvr>
                                      <p:to>
                                        <p:strVal val="visible"/>
                                      </p:to>
                                    </p:set>
                                    <p:animEffect transition="in" filter="dissolve">
                                      <p:cBhvr>
                                        <p:cTn id="17" dur="500"/>
                                        <p:tgtEl>
                                          <p:spTgt spid="40244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02446"/>
                                        </p:tgtEl>
                                        <p:attrNameLst>
                                          <p:attrName>style.visibility</p:attrName>
                                        </p:attrNameLst>
                                      </p:cBhvr>
                                      <p:to>
                                        <p:strVal val="visible"/>
                                      </p:to>
                                    </p:set>
                                    <p:animEffect transition="in" filter="dissolve">
                                      <p:cBhvr>
                                        <p:cTn id="22" dur="500"/>
                                        <p:tgtEl>
                                          <p:spTgt spid="4024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02447"/>
                                        </p:tgtEl>
                                        <p:attrNameLst>
                                          <p:attrName>style.visibility</p:attrName>
                                        </p:attrNameLst>
                                      </p:cBhvr>
                                      <p:to>
                                        <p:strVal val="visible"/>
                                      </p:to>
                                    </p:set>
                                    <p:animEffect transition="in" filter="dissolve">
                                      <p:cBhvr>
                                        <p:cTn id="27" dur="500"/>
                                        <p:tgtEl>
                                          <p:spTgt spid="40244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402448"/>
                                        </p:tgtEl>
                                        <p:attrNameLst>
                                          <p:attrName>style.visibility</p:attrName>
                                        </p:attrNameLst>
                                      </p:cBhvr>
                                      <p:to>
                                        <p:strVal val="visible"/>
                                      </p:to>
                                    </p:set>
                                    <p:animEffect transition="in" filter="dissolve">
                                      <p:cBhvr>
                                        <p:cTn id="32" dur="500"/>
                                        <p:tgtEl>
                                          <p:spTgt spid="4024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2441" grpId="0" build="p"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30064A2B-C1DF-49D0-8E7E-E6FFF9E6E0C3}" type="slidenum">
              <a:rPr lang="zh-CN" altLang="en-US" b="0" smtClean="0"/>
              <a:pPr/>
              <a:t>50</a:t>
            </a:fld>
            <a:endParaRPr lang="en-US" altLang="zh-CN" b="0" smtClean="0"/>
          </a:p>
        </p:txBody>
      </p:sp>
      <p:sp>
        <p:nvSpPr>
          <p:cNvPr id="5325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DD31F7D8-3E9C-4991-99F0-2F67D9094D59}" type="datetime1">
              <a:rPr lang="zh-CN" altLang="en-US" sz="1800" b="0" smtClean="0"/>
              <a:pPr/>
              <a:t>2024/9/23</a:t>
            </a:fld>
            <a:endParaRPr lang="en-US" altLang="zh-CN" sz="1800" b="0" smtClean="0"/>
          </a:p>
        </p:txBody>
      </p:sp>
      <p:sp>
        <p:nvSpPr>
          <p:cNvPr id="404482" name="Rectangle 2"/>
          <p:cNvSpPr>
            <a:spLocks noGrp="1" noChangeArrowheads="1"/>
          </p:cNvSpPr>
          <p:nvPr>
            <p:ph type="title"/>
          </p:nvPr>
        </p:nvSpPr>
        <p:spPr/>
        <p:txBody>
          <a:bodyPr/>
          <a:lstStyle/>
          <a:p>
            <a:pPr>
              <a:defRPr/>
            </a:pPr>
            <a:r>
              <a:rPr lang="zh-CN" altLang="en-US" smtClean="0"/>
              <a:t>§2   主元素法</a:t>
            </a:r>
          </a:p>
        </p:txBody>
      </p:sp>
      <p:graphicFrame>
        <p:nvGraphicFramePr>
          <p:cNvPr id="404484" name="Object 4"/>
          <p:cNvGraphicFramePr>
            <a:graphicFrameLocks noChangeAspect="1"/>
          </p:cNvGraphicFramePr>
          <p:nvPr/>
        </p:nvGraphicFramePr>
        <p:xfrm>
          <a:off x="4495800" y="1066800"/>
          <a:ext cx="4572000" cy="1143000"/>
        </p:xfrm>
        <a:graphic>
          <a:graphicData uri="http://schemas.openxmlformats.org/presentationml/2006/ole">
            <mc:AlternateContent xmlns:mc="http://schemas.openxmlformats.org/markup-compatibility/2006">
              <mc:Choice xmlns:v="urn:schemas-microsoft-com:vml" Requires="v">
                <p:oleObj spid="_x0000_s53274" name="Equation" r:id="rId4" imgW="2019300" imgH="482600" progId="Equation.3">
                  <p:embed/>
                </p:oleObj>
              </mc:Choice>
              <mc:Fallback>
                <p:oleObj name="Equation" r:id="rId4" imgW="2019300" imgH="482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5800" y="1066800"/>
                        <a:ext cx="4572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4486" name="Rectangle 6"/>
          <p:cNvSpPr>
            <a:spLocks noChangeArrowheads="1"/>
          </p:cNvSpPr>
          <p:nvPr/>
        </p:nvSpPr>
        <p:spPr bwMode="auto">
          <a:xfrm>
            <a:off x="381000" y="2209800"/>
            <a:ext cx="81534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lnSpc>
                <a:spcPct val="90000"/>
              </a:lnSpc>
              <a:spcBef>
                <a:spcPct val="35000"/>
              </a:spcBef>
              <a:buClr>
                <a:srgbClr val="27305F"/>
              </a:buClr>
              <a:buSzPct val="60000"/>
              <a:buFont typeface="Wingdings" pitchFamily="2" charset="2"/>
              <a:buChar char="n"/>
            </a:pPr>
            <a:r>
              <a:rPr lang="zh-CN" altLang="en-US" sz="2800">
                <a:latin typeface="Times New Roman" pitchFamily="18" charset="0"/>
                <a:sym typeface="Symbol" pitchFamily="18" charset="2"/>
              </a:rPr>
              <a:t>消去第二个方程中的</a:t>
            </a:r>
            <a:r>
              <a:rPr lang="en-US" altLang="zh-CN" sz="2800">
                <a:latin typeface="Times New Roman" pitchFamily="18" charset="0"/>
                <a:sym typeface="Symbol" pitchFamily="18" charset="2"/>
              </a:rPr>
              <a:t>x1</a:t>
            </a:r>
            <a:endParaRPr lang="zh-CN" altLang="en-US" sz="2800">
              <a:latin typeface="Times New Roman" pitchFamily="18" charset="0"/>
              <a:sym typeface="Symbol" pitchFamily="18" charset="2"/>
            </a:endParaRPr>
          </a:p>
        </p:txBody>
      </p:sp>
      <p:graphicFrame>
        <p:nvGraphicFramePr>
          <p:cNvPr id="404488" name="Object 8"/>
          <p:cNvGraphicFramePr>
            <a:graphicFrameLocks noChangeAspect="1"/>
          </p:cNvGraphicFramePr>
          <p:nvPr/>
        </p:nvGraphicFramePr>
        <p:xfrm>
          <a:off x="1171575" y="4651375"/>
          <a:ext cx="5153025" cy="1185863"/>
        </p:xfrm>
        <a:graphic>
          <a:graphicData uri="http://schemas.openxmlformats.org/presentationml/2006/ole">
            <mc:AlternateContent xmlns:mc="http://schemas.openxmlformats.org/markup-compatibility/2006">
              <mc:Choice xmlns:v="urn:schemas-microsoft-com:vml" Requires="v">
                <p:oleObj spid="_x0000_s53275" name="Equation" r:id="rId6" imgW="1993900" imgH="482600" progId="Equation.3">
                  <p:embed/>
                </p:oleObj>
              </mc:Choice>
              <mc:Fallback>
                <p:oleObj name="Equation" r:id="rId6" imgW="1993900" imgH="482600"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1575" y="4651375"/>
                        <a:ext cx="5153025" cy="1185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4489" name="Object 9"/>
          <p:cNvGraphicFramePr>
            <a:graphicFrameLocks noChangeAspect="1"/>
          </p:cNvGraphicFramePr>
          <p:nvPr/>
        </p:nvGraphicFramePr>
        <p:xfrm>
          <a:off x="1158875" y="5870575"/>
          <a:ext cx="4202113" cy="530225"/>
        </p:xfrm>
        <a:graphic>
          <a:graphicData uri="http://schemas.openxmlformats.org/presentationml/2006/ole">
            <mc:AlternateContent xmlns:mc="http://schemas.openxmlformats.org/markup-compatibility/2006">
              <mc:Choice xmlns:v="urn:schemas-microsoft-com:vml" Requires="v">
                <p:oleObj spid="_x0000_s53276" name="Equation" r:id="rId8" imgW="1586811" imgH="215806" progId="Equation.3">
                  <p:embed/>
                </p:oleObj>
              </mc:Choice>
              <mc:Fallback>
                <p:oleObj name="Equation" r:id="rId8" imgW="1586811" imgH="215806" progId="Equation.3">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58875" y="5870575"/>
                        <a:ext cx="4202113" cy="530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3257" name="Object 14"/>
          <p:cNvGraphicFramePr>
            <a:graphicFrameLocks noChangeAspect="1"/>
          </p:cNvGraphicFramePr>
          <p:nvPr/>
        </p:nvGraphicFramePr>
        <p:xfrm>
          <a:off x="0" y="1114425"/>
          <a:ext cx="4267200" cy="1095375"/>
        </p:xfrm>
        <a:graphic>
          <a:graphicData uri="http://schemas.openxmlformats.org/presentationml/2006/ole">
            <mc:AlternateContent xmlns:mc="http://schemas.openxmlformats.org/markup-compatibility/2006">
              <mc:Choice xmlns:v="urn:schemas-microsoft-com:vml" Requires="v">
                <p:oleObj spid="_x0000_s53277" name="Equation" r:id="rId10" imgW="2019300" imgH="482600" progId="Equation.3">
                  <p:embed/>
                </p:oleObj>
              </mc:Choice>
              <mc:Fallback>
                <p:oleObj name="Equation" r:id="rId10" imgW="2019300" imgH="48260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0" y="1114425"/>
                        <a:ext cx="4267200" cy="1095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4495" name="Object 15"/>
          <p:cNvGraphicFramePr>
            <a:graphicFrameLocks noChangeAspect="1"/>
          </p:cNvGraphicFramePr>
          <p:nvPr/>
        </p:nvGraphicFramePr>
        <p:xfrm>
          <a:off x="304800" y="2743200"/>
          <a:ext cx="8610600" cy="1905000"/>
        </p:xfrm>
        <a:graphic>
          <a:graphicData uri="http://schemas.openxmlformats.org/presentationml/2006/ole">
            <mc:AlternateContent xmlns:mc="http://schemas.openxmlformats.org/markup-compatibility/2006">
              <mc:Choice xmlns:v="urn:schemas-microsoft-com:vml" Requires="v">
                <p:oleObj spid="_x0000_s53278" name="Equation" r:id="rId12" imgW="3670300" imgH="812800" progId="Equation.3">
                  <p:embed/>
                </p:oleObj>
              </mc:Choice>
              <mc:Fallback>
                <p:oleObj name="Equation" r:id="rId12" imgW="3670300" imgH="812800" progId="Equation.3">
                  <p:embed/>
                  <p:pic>
                    <p:nvPicPr>
                      <p:cNvPr id="0" name="Object 1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4800" y="2743200"/>
                        <a:ext cx="8610600" cy="190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404484"/>
                                        </p:tgtEl>
                                        <p:attrNameLst>
                                          <p:attrName>style.visibility</p:attrName>
                                        </p:attrNameLst>
                                      </p:cBhvr>
                                      <p:to>
                                        <p:strVal val="visible"/>
                                      </p:to>
                                    </p:set>
                                    <p:animEffect transition="in" filter="dissolve">
                                      <p:cBhvr>
                                        <p:cTn id="7" dur="500"/>
                                        <p:tgtEl>
                                          <p:spTgt spid="4044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lt">
                                    <p:tmPct val="100000"/>
                                  </p:iterate>
                                  <p:childTnLst>
                                    <p:set>
                                      <p:cBhvr>
                                        <p:cTn id="11" dur="1" fill="hold">
                                          <p:stCondLst>
                                            <p:cond delay="0"/>
                                          </p:stCondLst>
                                        </p:cTn>
                                        <p:tgtEl>
                                          <p:spTgt spid="404486">
                                            <p:txEl>
                                              <p:pRg st="0" end="0"/>
                                            </p:txEl>
                                          </p:spTgt>
                                        </p:tgtEl>
                                        <p:attrNameLst>
                                          <p:attrName>style.visibility</p:attrName>
                                        </p:attrNameLst>
                                      </p:cBhvr>
                                      <p:to>
                                        <p:strVal val="visible"/>
                                      </p:to>
                                    </p:set>
                                    <p:animEffect transition="in" filter="wipe(left)">
                                      <p:cBhvr>
                                        <p:cTn id="12" dur="75"/>
                                        <p:tgtEl>
                                          <p:spTgt spid="404486">
                                            <p:txEl>
                                              <p:pRg st="0" end="0"/>
                                            </p:txEl>
                                          </p:spTgt>
                                        </p:tgtEl>
                                      </p:cBhvr>
                                    </p:animEffect>
                                  </p:childTnLst>
                                </p:cTn>
                              </p:par>
                            </p:childTnLst>
                          </p:cTn>
                        </p:par>
                        <p:par>
                          <p:cTn id="13" fill="hold" nodeType="afterGroup">
                            <p:stCondLst>
                              <p:cond delay="825"/>
                            </p:stCondLst>
                            <p:childTnLst>
                              <p:par>
                                <p:cTn id="14" presetID="2" presetClass="entr" presetSubtype="8" fill="hold" nodeType="afterEffect">
                                  <p:stCondLst>
                                    <p:cond delay="2000"/>
                                  </p:stCondLst>
                                  <p:childTnLst>
                                    <p:set>
                                      <p:cBhvr>
                                        <p:cTn id="15" dur="1" fill="hold">
                                          <p:stCondLst>
                                            <p:cond delay="0"/>
                                          </p:stCondLst>
                                        </p:cTn>
                                        <p:tgtEl>
                                          <p:spTgt spid="404495"/>
                                        </p:tgtEl>
                                        <p:attrNameLst>
                                          <p:attrName>style.visibility</p:attrName>
                                        </p:attrNameLst>
                                      </p:cBhvr>
                                      <p:to>
                                        <p:strVal val="visible"/>
                                      </p:to>
                                    </p:set>
                                    <p:anim calcmode="lin" valueType="num">
                                      <p:cBhvr additive="base">
                                        <p:cTn id="16" dur="500" fill="hold"/>
                                        <p:tgtEl>
                                          <p:spTgt spid="404495"/>
                                        </p:tgtEl>
                                        <p:attrNameLst>
                                          <p:attrName>ppt_x</p:attrName>
                                        </p:attrNameLst>
                                      </p:cBhvr>
                                      <p:tavLst>
                                        <p:tav tm="0">
                                          <p:val>
                                            <p:strVal val="0-#ppt_w/2"/>
                                          </p:val>
                                        </p:tav>
                                        <p:tav tm="100000">
                                          <p:val>
                                            <p:strVal val="#ppt_x"/>
                                          </p:val>
                                        </p:tav>
                                      </p:tavLst>
                                    </p:anim>
                                    <p:anim calcmode="lin" valueType="num">
                                      <p:cBhvr additive="base">
                                        <p:cTn id="17" dur="500" fill="hold"/>
                                        <p:tgtEl>
                                          <p:spTgt spid="404495"/>
                                        </p:tgtEl>
                                        <p:attrNameLst>
                                          <p:attrName>ppt_y</p:attrName>
                                        </p:attrNameLst>
                                      </p:cBhvr>
                                      <p:tavLst>
                                        <p:tav tm="0">
                                          <p:val>
                                            <p:strVal val="#ppt_y"/>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404488"/>
                                        </p:tgtEl>
                                        <p:attrNameLst>
                                          <p:attrName>style.visibility</p:attrName>
                                        </p:attrNameLst>
                                      </p:cBhvr>
                                      <p:to>
                                        <p:strVal val="visible"/>
                                      </p:to>
                                    </p:set>
                                    <p:animEffect transition="in" filter="dissolve">
                                      <p:cBhvr>
                                        <p:cTn id="22" dur="500"/>
                                        <p:tgtEl>
                                          <p:spTgt spid="40448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404489"/>
                                        </p:tgtEl>
                                        <p:attrNameLst>
                                          <p:attrName>style.visibility</p:attrName>
                                        </p:attrNameLst>
                                      </p:cBhvr>
                                      <p:to>
                                        <p:strVal val="visible"/>
                                      </p:to>
                                    </p:set>
                                    <p:animEffect transition="in" filter="dissolve">
                                      <p:cBhvr>
                                        <p:cTn id="27" dur="500"/>
                                        <p:tgtEl>
                                          <p:spTgt spid="4044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4486" grpId="0" build="p" autoUpdateAnimBg="0"/>
    </p:bldLst>
  </p:timing>
</p:sld>
</file>

<file path=ppt/slides/slide5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8ED7A5B-BC14-4A79-BC3B-BF94A3C04A9D}" type="slidenum">
              <a:rPr lang="zh-CN" altLang="en-US" b="0" smtClean="0"/>
              <a:pPr/>
              <a:t>51</a:t>
            </a:fld>
            <a:endParaRPr lang="en-US" altLang="zh-CN" b="0" smtClean="0"/>
          </a:p>
        </p:txBody>
      </p:sp>
      <p:sp>
        <p:nvSpPr>
          <p:cNvPr id="5427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354FE0B-4AB7-4374-9BFC-C50731AE5F27}" type="datetime1">
              <a:rPr lang="zh-CN" altLang="en-US" sz="1800" b="0" smtClean="0"/>
              <a:pPr/>
              <a:t>2024/9/23</a:t>
            </a:fld>
            <a:endParaRPr lang="en-US" altLang="zh-CN" sz="1800" b="0" smtClean="0"/>
          </a:p>
        </p:txBody>
      </p:sp>
      <p:sp>
        <p:nvSpPr>
          <p:cNvPr id="483330" name="Rectangle 2"/>
          <p:cNvSpPr>
            <a:spLocks noGrp="1" noChangeArrowheads="1"/>
          </p:cNvSpPr>
          <p:nvPr>
            <p:ph type="title"/>
          </p:nvPr>
        </p:nvSpPr>
        <p:spPr/>
        <p:txBody>
          <a:bodyPr/>
          <a:lstStyle/>
          <a:p>
            <a:pPr>
              <a:defRPr/>
            </a:pPr>
            <a:r>
              <a:rPr lang="zh-CN" altLang="en-US" smtClean="0"/>
              <a:t>§2   主元素法</a:t>
            </a:r>
          </a:p>
        </p:txBody>
      </p:sp>
      <p:sp>
        <p:nvSpPr>
          <p:cNvPr id="54277" name="Rectangle 3"/>
          <p:cNvSpPr>
            <a:spLocks noGrp="1" noChangeArrowheads="1"/>
          </p:cNvSpPr>
          <p:nvPr>
            <p:ph type="body" idx="1"/>
          </p:nvPr>
        </p:nvSpPr>
        <p:spPr>
          <a:xfrm>
            <a:off x="4500563" y="1557338"/>
            <a:ext cx="4325937" cy="384175"/>
          </a:xfrm>
        </p:spPr>
        <p:txBody>
          <a:bodyPr/>
          <a:lstStyle/>
          <a:p>
            <a:r>
              <a:rPr lang="zh-CN" altLang="en-US" smtClean="0">
                <a:sym typeface="Symbol" pitchFamily="18" charset="2"/>
              </a:rPr>
              <a:t>采用交换的方法使</a:t>
            </a:r>
            <a:r>
              <a:rPr lang="en-US" altLang="zh-CN" i="1" smtClean="0">
                <a:sym typeface="Symbol" pitchFamily="18" charset="2"/>
              </a:rPr>
              <a:t>u</a:t>
            </a:r>
            <a:r>
              <a:rPr lang="en-US" altLang="zh-CN" i="1" baseline="-25000" smtClean="0">
                <a:sym typeface="Symbol" pitchFamily="18" charset="2"/>
              </a:rPr>
              <a:t>11</a:t>
            </a:r>
            <a:r>
              <a:rPr lang="en-US" altLang="zh-CN" smtClean="0">
                <a:sym typeface="Symbol" pitchFamily="18" charset="2"/>
              </a:rPr>
              <a:t>0。</a:t>
            </a:r>
            <a:endParaRPr lang="zh-CN" altLang="en-US" smtClean="0">
              <a:sym typeface="Symbol" pitchFamily="18" charset="2"/>
            </a:endParaRPr>
          </a:p>
        </p:txBody>
      </p:sp>
      <p:sp>
        <p:nvSpPr>
          <p:cNvPr id="54278" name="Rectangle 6"/>
          <p:cNvSpPr>
            <a:spLocks noChangeArrowheads="1"/>
          </p:cNvSpPr>
          <p:nvPr/>
        </p:nvSpPr>
        <p:spPr bwMode="auto">
          <a:xfrm>
            <a:off x="771525" y="1227138"/>
            <a:ext cx="4087813" cy="977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50000"/>
              </a:lnSpc>
              <a:spcBef>
                <a:spcPts val="1200"/>
              </a:spcBef>
              <a:buClr>
                <a:srgbClr val="27305F"/>
              </a:buClr>
              <a:buSzPct val="60000"/>
              <a:buFont typeface="Wingdings" pitchFamily="2" charset="2"/>
              <a:buNone/>
            </a:pPr>
            <a:r>
              <a:rPr lang="en-US" altLang="zh-CN" sz="32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=1         (1)</a:t>
            </a:r>
          </a:p>
          <a:p>
            <a:pPr marL="258763" indent="-258763" algn="l" defTabSz="814388">
              <a:lnSpc>
                <a:spcPct val="5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1 </a:t>
            </a:r>
            <a:r>
              <a:rPr lang="en-US" altLang="zh-CN" sz="2800">
                <a:latin typeface="Times New Roman" pitchFamily="18" charset="0"/>
              </a:rPr>
              <a:t>–</a:t>
            </a:r>
            <a:r>
              <a:rPr lang="en-US" altLang="zh-CN" sz="2800" i="1">
                <a:latin typeface="Times New Roman" pitchFamily="18" charset="0"/>
              </a:rPr>
              <a:t> 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=2         (2)</a:t>
            </a:r>
          </a:p>
          <a:p>
            <a:pPr marL="258763" indent="-258763" algn="l" defTabSz="814388">
              <a:lnSpc>
                <a:spcPct val="50000"/>
              </a:lnSpc>
              <a:spcBef>
                <a:spcPts val="1200"/>
              </a:spcBef>
              <a:buClr>
                <a:srgbClr val="27305F"/>
              </a:buClr>
              <a:buSzPct val="60000"/>
              <a:buFont typeface="Wingdings" pitchFamily="2" charset="2"/>
              <a:buNone/>
            </a:pPr>
            <a:r>
              <a:rPr lang="en-US" altLang="zh-CN" sz="2800" i="1">
                <a:latin typeface="Times New Roman" pitchFamily="18" charset="0"/>
              </a:rPr>
              <a:t>2x</a:t>
            </a:r>
            <a:r>
              <a:rPr lang="en-US" altLang="zh-CN" sz="2800" baseline="-25000">
                <a:latin typeface="Times New Roman" pitchFamily="18" charset="0"/>
              </a:rPr>
              <a:t>1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+ 2</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=3        (3)</a:t>
            </a:r>
          </a:p>
        </p:txBody>
      </p:sp>
      <p:sp>
        <p:nvSpPr>
          <p:cNvPr id="54279" name="AutoShape 7"/>
          <p:cNvSpPr>
            <a:spLocks/>
          </p:cNvSpPr>
          <p:nvPr/>
        </p:nvSpPr>
        <p:spPr bwMode="auto">
          <a:xfrm>
            <a:off x="539750" y="1336675"/>
            <a:ext cx="163513" cy="815975"/>
          </a:xfrm>
          <a:prstGeom prst="leftBrace">
            <a:avLst>
              <a:gd name="adj1" fmla="val 41586"/>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nvGrpSpPr>
          <p:cNvPr id="483346" name="Group 18"/>
          <p:cNvGrpSpPr>
            <a:grpSpLocks/>
          </p:cNvGrpSpPr>
          <p:nvPr/>
        </p:nvGrpSpPr>
        <p:grpSpPr bwMode="auto">
          <a:xfrm>
            <a:off x="227013" y="2254250"/>
            <a:ext cx="4816475" cy="1589088"/>
            <a:chOff x="134" y="1401"/>
            <a:chExt cx="3034" cy="1001"/>
          </a:xfrm>
        </p:grpSpPr>
        <p:grpSp>
          <p:nvGrpSpPr>
            <p:cNvPr id="54289" name="Group 16"/>
            <p:cNvGrpSpPr>
              <a:grpSpLocks/>
            </p:cNvGrpSpPr>
            <p:nvPr/>
          </p:nvGrpSpPr>
          <p:grpSpPr bwMode="auto">
            <a:xfrm>
              <a:off x="240" y="1704"/>
              <a:ext cx="2928" cy="698"/>
              <a:chOff x="240" y="1704"/>
              <a:chExt cx="2928" cy="698"/>
            </a:xfrm>
          </p:grpSpPr>
          <p:sp>
            <p:nvSpPr>
              <p:cNvPr id="54291" name="Rectangle 4"/>
              <p:cNvSpPr>
                <a:spLocks noChangeArrowheads="1"/>
              </p:cNvSpPr>
              <p:nvPr/>
            </p:nvSpPr>
            <p:spPr bwMode="auto">
              <a:xfrm>
                <a:off x="382" y="1704"/>
                <a:ext cx="2786" cy="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60000"/>
                  </a:lnSpc>
                  <a:spcBef>
                    <a:spcPts val="1200"/>
                  </a:spcBef>
                  <a:buClr>
                    <a:srgbClr val="27305F"/>
                  </a:buClr>
                  <a:buSzPct val="60000"/>
                  <a:buFont typeface="Wingdings" pitchFamily="2" charset="2"/>
                  <a:buNone/>
                </a:pPr>
                <a:r>
                  <a:rPr lang="en-US" altLang="zh-CN" sz="32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a:t>
                </a:r>
                <a:r>
                  <a:rPr lang="en-US" altLang="zh-CN" sz="2800" i="1">
                    <a:latin typeface="Times New Roman" pitchFamily="18" charset="0"/>
                  </a:rPr>
                  <a:t> 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=2     (1) </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3  </a:t>
                </a:r>
                <a:r>
                  <a:rPr lang="en-US" altLang="zh-CN" sz="2800">
                    <a:latin typeface="Times New Roman" pitchFamily="18" charset="0"/>
                  </a:rPr>
                  <a:t>=1   (2)</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2x</a:t>
                </a:r>
                <a:r>
                  <a:rPr lang="en-US" altLang="zh-CN" sz="2800" baseline="-25000">
                    <a:latin typeface="Times New Roman" pitchFamily="18" charset="0"/>
                  </a:rPr>
                  <a:t>1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+ 2</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=3   (3)</a:t>
                </a:r>
              </a:p>
            </p:txBody>
          </p:sp>
          <p:sp>
            <p:nvSpPr>
              <p:cNvPr id="54292" name="AutoShape 5"/>
              <p:cNvSpPr>
                <a:spLocks/>
              </p:cNvSpPr>
              <p:nvPr/>
            </p:nvSpPr>
            <p:spPr bwMode="auto">
              <a:xfrm>
                <a:off x="240" y="1800"/>
                <a:ext cx="100" cy="541"/>
              </a:xfrm>
              <a:prstGeom prst="leftBrace">
                <a:avLst>
                  <a:gd name="adj1" fmla="val 45083"/>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54290" name="Rectangle 8"/>
            <p:cNvSpPr>
              <a:spLocks noChangeArrowheads="1"/>
            </p:cNvSpPr>
            <p:nvPr/>
          </p:nvSpPr>
          <p:spPr bwMode="auto">
            <a:xfrm>
              <a:off x="134" y="1401"/>
              <a:ext cx="158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solidFill>
                    <a:srgbClr val="0000FF"/>
                  </a:solidFill>
                  <a:latin typeface="黑体" pitchFamily="2" charset="-122"/>
                  <a:ea typeface="黑体" pitchFamily="2" charset="-122"/>
                  <a:sym typeface="Symbol" pitchFamily="18" charset="2"/>
                </a:rPr>
                <a:t>(2)和(1)</a:t>
              </a:r>
              <a:r>
                <a:rPr lang="en-US" altLang="zh-CN" sz="2800">
                  <a:solidFill>
                    <a:srgbClr val="0000FF"/>
                  </a:solidFill>
                  <a:latin typeface="黑体" pitchFamily="2" charset="-122"/>
                  <a:ea typeface="黑体" pitchFamily="2" charset="-122"/>
                  <a:sym typeface="Symbol" pitchFamily="18" charset="2"/>
                </a:rPr>
                <a:t> </a:t>
              </a:r>
              <a:r>
                <a:rPr lang="zh-CN" altLang="en-US" sz="2800">
                  <a:solidFill>
                    <a:srgbClr val="0000FF"/>
                  </a:solidFill>
                  <a:latin typeface="黑体" pitchFamily="2" charset="-122"/>
                  <a:ea typeface="黑体" pitchFamily="2" charset="-122"/>
                  <a:sym typeface="Symbol" pitchFamily="18" charset="2"/>
                </a:rPr>
                <a:t>交换</a:t>
              </a:r>
            </a:p>
          </p:txBody>
        </p:sp>
      </p:grpSp>
      <p:grpSp>
        <p:nvGrpSpPr>
          <p:cNvPr id="483345" name="Group 17"/>
          <p:cNvGrpSpPr>
            <a:grpSpLocks/>
          </p:cNvGrpSpPr>
          <p:nvPr/>
        </p:nvGrpSpPr>
        <p:grpSpPr bwMode="auto">
          <a:xfrm>
            <a:off x="4632325" y="2182813"/>
            <a:ext cx="4816475" cy="1630362"/>
            <a:chOff x="2918" y="1375"/>
            <a:chExt cx="3034" cy="1027"/>
          </a:xfrm>
        </p:grpSpPr>
        <p:sp>
          <p:nvSpPr>
            <p:cNvPr id="54286" name="Rectangle 9"/>
            <p:cNvSpPr>
              <a:spLocks noChangeArrowheads="1"/>
            </p:cNvSpPr>
            <p:nvPr/>
          </p:nvSpPr>
          <p:spPr bwMode="auto">
            <a:xfrm>
              <a:off x="3166" y="1704"/>
              <a:ext cx="2786" cy="6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60000"/>
                </a:lnSpc>
                <a:spcBef>
                  <a:spcPts val="1200"/>
                </a:spcBef>
                <a:buClr>
                  <a:srgbClr val="27305F"/>
                </a:buClr>
                <a:buSzPct val="60000"/>
                <a:buFont typeface="Wingdings" pitchFamily="2" charset="2"/>
                <a:buNone/>
              </a:pPr>
              <a:r>
                <a:rPr lang="en-US" altLang="zh-CN" sz="3200">
                  <a:latin typeface="Times New Roman" pitchFamily="18" charset="0"/>
                </a:rPr>
                <a:t> </a:t>
              </a:r>
              <a:r>
                <a:rPr lang="en-US" altLang="zh-CN" sz="2800">
                  <a:latin typeface="Times New Roman" pitchFamily="18" charset="0"/>
                </a:rPr>
                <a:t>2</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+2</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=3      (1)</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1 </a:t>
              </a:r>
              <a:r>
                <a:rPr lang="en-US" altLang="zh-CN" sz="2800">
                  <a:latin typeface="Times New Roman" pitchFamily="18" charset="0"/>
                </a:rPr>
                <a:t>–</a:t>
              </a:r>
              <a:r>
                <a:rPr lang="en-US" altLang="zh-CN" sz="2800" i="1">
                  <a:latin typeface="Times New Roman" pitchFamily="18" charset="0"/>
                </a:rPr>
                <a:t> 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=2       (2)</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3  </a:t>
              </a:r>
              <a:r>
                <a:rPr lang="en-US" altLang="zh-CN" sz="2800">
                  <a:latin typeface="Times New Roman" pitchFamily="18" charset="0"/>
                </a:rPr>
                <a:t>=1       (3)</a:t>
              </a:r>
            </a:p>
          </p:txBody>
        </p:sp>
        <p:sp>
          <p:nvSpPr>
            <p:cNvPr id="54287" name="AutoShape 10"/>
            <p:cNvSpPr>
              <a:spLocks/>
            </p:cNvSpPr>
            <p:nvPr/>
          </p:nvSpPr>
          <p:spPr bwMode="auto">
            <a:xfrm>
              <a:off x="3024" y="1800"/>
              <a:ext cx="128" cy="587"/>
            </a:xfrm>
            <a:prstGeom prst="leftBrace">
              <a:avLst>
                <a:gd name="adj1" fmla="val 38216"/>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sp>
          <p:nvSpPr>
            <p:cNvPr id="54288" name="Rectangle 11"/>
            <p:cNvSpPr>
              <a:spLocks noChangeArrowheads="1"/>
            </p:cNvSpPr>
            <p:nvPr/>
          </p:nvSpPr>
          <p:spPr bwMode="auto">
            <a:xfrm>
              <a:off x="2918" y="1375"/>
              <a:ext cx="158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spAutoFit/>
            </a:bodyPr>
            <a:lstStyle/>
            <a:p>
              <a:r>
                <a:rPr lang="zh-CN" altLang="en-US" sz="2800">
                  <a:solidFill>
                    <a:srgbClr val="0000FF"/>
                  </a:solidFill>
                  <a:latin typeface="黑体" pitchFamily="2" charset="-122"/>
                  <a:ea typeface="黑体" pitchFamily="2" charset="-122"/>
                  <a:sym typeface="Symbol" pitchFamily="18" charset="2"/>
                </a:rPr>
                <a:t>(3)和(1)</a:t>
              </a:r>
              <a:r>
                <a:rPr lang="en-US" altLang="zh-CN" sz="2800">
                  <a:solidFill>
                    <a:srgbClr val="0000FF"/>
                  </a:solidFill>
                  <a:latin typeface="黑体" pitchFamily="2" charset="-122"/>
                  <a:ea typeface="黑体" pitchFamily="2" charset="-122"/>
                  <a:sym typeface="Symbol" pitchFamily="18" charset="2"/>
                </a:rPr>
                <a:t> </a:t>
              </a:r>
              <a:r>
                <a:rPr lang="zh-CN" altLang="en-US" sz="2800">
                  <a:solidFill>
                    <a:srgbClr val="0000FF"/>
                  </a:solidFill>
                  <a:latin typeface="黑体" pitchFamily="2" charset="-122"/>
                  <a:ea typeface="黑体" pitchFamily="2" charset="-122"/>
                  <a:sym typeface="Symbol" pitchFamily="18" charset="2"/>
                </a:rPr>
                <a:t>交换</a:t>
              </a:r>
            </a:p>
          </p:txBody>
        </p:sp>
      </p:grpSp>
      <p:sp>
        <p:nvSpPr>
          <p:cNvPr id="54282" name="Rectangle 12"/>
          <p:cNvSpPr>
            <a:spLocks noChangeArrowheads="1"/>
          </p:cNvSpPr>
          <p:nvPr/>
        </p:nvSpPr>
        <p:spPr bwMode="auto">
          <a:xfrm>
            <a:off x="4500563" y="981075"/>
            <a:ext cx="4643437"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lnSpc>
                <a:spcPct val="90000"/>
              </a:lnSpc>
              <a:spcBef>
                <a:spcPct val="35000"/>
              </a:spcBef>
              <a:buClr>
                <a:srgbClr val="27305F"/>
              </a:buClr>
              <a:buSzPct val="60000"/>
              <a:buFont typeface="Wingdings" pitchFamily="2" charset="2"/>
              <a:buChar char="n"/>
            </a:pPr>
            <a:r>
              <a:rPr lang="zh-CN" altLang="en-US" sz="2800">
                <a:latin typeface="Times New Roman" pitchFamily="18" charset="0"/>
              </a:rPr>
              <a:t>这时</a:t>
            </a:r>
            <a:r>
              <a:rPr lang="en-US" altLang="zh-CN" sz="2800" i="1">
                <a:latin typeface="Times New Roman" pitchFamily="18" charset="0"/>
                <a:sym typeface="Symbol" pitchFamily="18" charset="2"/>
              </a:rPr>
              <a:t>u</a:t>
            </a:r>
            <a:r>
              <a:rPr lang="en-US" altLang="zh-CN" sz="2800" i="1" baseline="-25000">
                <a:latin typeface="Times New Roman" pitchFamily="18" charset="0"/>
                <a:sym typeface="Symbol" pitchFamily="18" charset="2"/>
              </a:rPr>
              <a:t>11</a:t>
            </a:r>
            <a:r>
              <a:rPr lang="en-US" altLang="zh-CN" sz="2800">
                <a:latin typeface="Times New Roman" pitchFamily="18" charset="0"/>
                <a:sym typeface="Symbol" pitchFamily="18" charset="2"/>
              </a:rPr>
              <a:t>=0，</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21</a:t>
            </a:r>
            <a:r>
              <a:rPr lang="en-US" altLang="zh-CN" sz="2800">
                <a:latin typeface="Times New Roman" pitchFamily="18" charset="0"/>
                <a:sym typeface="Symbol" pitchFamily="18" charset="2"/>
              </a:rPr>
              <a:t>=1/0，</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31</a:t>
            </a:r>
            <a:r>
              <a:rPr lang="en-US" altLang="zh-CN" sz="2800">
                <a:latin typeface="Times New Roman" pitchFamily="18" charset="0"/>
                <a:sym typeface="Symbol" pitchFamily="18" charset="2"/>
              </a:rPr>
              <a:t>=2/0</a:t>
            </a:r>
          </a:p>
        </p:txBody>
      </p:sp>
      <p:sp>
        <p:nvSpPr>
          <p:cNvPr id="483341" name="Rectangle 13"/>
          <p:cNvSpPr>
            <a:spLocks noChangeArrowheads="1"/>
          </p:cNvSpPr>
          <p:nvPr/>
        </p:nvSpPr>
        <p:spPr bwMode="auto">
          <a:xfrm>
            <a:off x="323850" y="3933825"/>
            <a:ext cx="3886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lnSpc>
                <a:spcPct val="90000"/>
              </a:lnSpc>
              <a:spcBef>
                <a:spcPct val="35000"/>
              </a:spcBef>
              <a:buClr>
                <a:srgbClr val="27305F"/>
              </a:buClr>
              <a:buSzPct val="60000"/>
              <a:buFont typeface="Wingdings" pitchFamily="2" charset="2"/>
              <a:buNone/>
            </a:pPr>
            <a:r>
              <a:rPr lang="en-US" altLang="zh-CN" sz="2800" i="1">
                <a:latin typeface="Times New Roman" pitchFamily="18" charset="0"/>
                <a:sym typeface="Symbol" pitchFamily="18" charset="2"/>
              </a:rPr>
              <a:t>u</a:t>
            </a:r>
            <a:r>
              <a:rPr lang="en-US" altLang="zh-CN" sz="2800" i="1" baseline="-25000">
                <a:latin typeface="Times New Roman" pitchFamily="18" charset="0"/>
                <a:sym typeface="Symbol" pitchFamily="18" charset="2"/>
              </a:rPr>
              <a:t>11</a:t>
            </a:r>
            <a:r>
              <a:rPr lang="en-US" altLang="zh-CN" sz="2800">
                <a:latin typeface="Times New Roman" pitchFamily="18" charset="0"/>
                <a:sym typeface="Symbol" pitchFamily="18" charset="2"/>
              </a:rPr>
              <a:t>=1，</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21</a:t>
            </a:r>
            <a:r>
              <a:rPr lang="en-US" altLang="zh-CN" sz="2800">
                <a:latin typeface="Times New Roman" pitchFamily="18" charset="0"/>
                <a:sym typeface="Symbol" pitchFamily="18" charset="2"/>
              </a:rPr>
              <a:t>=0/1，</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31</a:t>
            </a:r>
            <a:r>
              <a:rPr lang="en-US" altLang="zh-CN" sz="2800">
                <a:latin typeface="Times New Roman" pitchFamily="18" charset="0"/>
                <a:sym typeface="Symbol" pitchFamily="18" charset="2"/>
              </a:rPr>
              <a:t>=2/1</a:t>
            </a:r>
          </a:p>
        </p:txBody>
      </p:sp>
      <p:sp>
        <p:nvSpPr>
          <p:cNvPr id="483342" name="Rectangle 14"/>
          <p:cNvSpPr>
            <a:spLocks noChangeArrowheads="1"/>
          </p:cNvSpPr>
          <p:nvPr/>
        </p:nvSpPr>
        <p:spPr bwMode="auto">
          <a:xfrm>
            <a:off x="4859338" y="3933825"/>
            <a:ext cx="38862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lnSpc>
                <a:spcPct val="90000"/>
              </a:lnSpc>
              <a:spcBef>
                <a:spcPct val="35000"/>
              </a:spcBef>
              <a:buClr>
                <a:srgbClr val="27305F"/>
              </a:buClr>
              <a:buSzPct val="60000"/>
              <a:buFont typeface="Wingdings" pitchFamily="2" charset="2"/>
              <a:buNone/>
            </a:pPr>
            <a:r>
              <a:rPr lang="en-US" altLang="zh-CN" sz="2800" i="1">
                <a:latin typeface="Times New Roman" pitchFamily="18" charset="0"/>
                <a:sym typeface="Symbol" pitchFamily="18" charset="2"/>
              </a:rPr>
              <a:t>u</a:t>
            </a:r>
            <a:r>
              <a:rPr lang="en-US" altLang="zh-CN" sz="2800" i="1" baseline="-25000">
                <a:latin typeface="Times New Roman" pitchFamily="18" charset="0"/>
                <a:sym typeface="Symbol" pitchFamily="18" charset="2"/>
              </a:rPr>
              <a:t>11</a:t>
            </a:r>
            <a:r>
              <a:rPr lang="en-US" altLang="zh-CN" sz="2800">
                <a:latin typeface="Times New Roman" pitchFamily="18" charset="0"/>
                <a:sym typeface="Symbol" pitchFamily="18" charset="2"/>
              </a:rPr>
              <a:t>=2，</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21</a:t>
            </a:r>
            <a:r>
              <a:rPr lang="en-US" altLang="zh-CN" sz="2800">
                <a:latin typeface="Times New Roman" pitchFamily="18" charset="0"/>
                <a:sym typeface="Symbol" pitchFamily="18" charset="2"/>
              </a:rPr>
              <a:t>=1/2，</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31</a:t>
            </a:r>
            <a:r>
              <a:rPr lang="en-US" altLang="zh-CN" sz="2800">
                <a:latin typeface="Times New Roman" pitchFamily="18" charset="0"/>
                <a:sym typeface="Symbol" pitchFamily="18" charset="2"/>
              </a:rPr>
              <a:t>=0/2</a:t>
            </a:r>
          </a:p>
        </p:txBody>
      </p:sp>
      <p:sp>
        <p:nvSpPr>
          <p:cNvPr id="483343" name="Rectangle 15"/>
          <p:cNvSpPr>
            <a:spLocks noChangeArrowheads="1"/>
          </p:cNvSpPr>
          <p:nvPr/>
        </p:nvSpPr>
        <p:spPr bwMode="auto">
          <a:xfrm>
            <a:off x="-107950" y="4292600"/>
            <a:ext cx="9396413"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gn="l">
              <a:buFont typeface="Wingdings" pitchFamily="2" charset="2"/>
              <a:buNone/>
            </a:pPr>
            <a:r>
              <a:rPr lang="zh-CN" altLang="en-US" sz="2800">
                <a:solidFill>
                  <a:srgbClr val="FF3300"/>
                </a:solidFill>
                <a:latin typeface="Times New Roman" pitchFamily="18" charset="0"/>
                <a:ea typeface="黑体" pitchFamily="2" charset="-122"/>
              </a:rPr>
              <a:t>结论</a:t>
            </a:r>
          </a:p>
          <a:p>
            <a:pPr algn="l">
              <a:buSzPct val="50000"/>
              <a:buFont typeface="Wingdings" pitchFamily="2" charset="2"/>
              <a:buChar char="u"/>
            </a:pPr>
            <a:r>
              <a:rPr lang="zh-CN" altLang="en-US" sz="2800">
                <a:solidFill>
                  <a:srgbClr val="FF3300"/>
                </a:solidFill>
                <a:latin typeface="Times New Roman" pitchFamily="18" charset="0"/>
                <a:ea typeface="黑体" pitchFamily="2" charset="-122"/>
              </a:rPr>
              <a:t>如果</a:t>
            </a:r>
            <a:r>
              <a:rPr lang="en-US" altLang="zh-CN" sz="2800" i="1">
                <a:solidFill>
                  <a:srgbClr val="FF3300"/>
                </a:solidFill>
                <a:latin typeface="Times New Roman" pitchFamily="18" charset="0"/>
                <a:ea typeface="黑体" pitchFamily="2" charset="-122"/>
              </a:rPr>
              <a:t>l</a:t>
            </a:r>
            <a:r>
              <a:rPr lang="en-US" altLang="zh-CN" sz="2800" i="1" baseline="-25000">
                <a:solidFill>
                  <a:srgbClr val="FF3300"/>
                </a:solidFill>
                <a:latin typeface="Times New Roman" pitchFamily="18" charset="0"/>
                <a:ea typeface="黑体" pitchFamily="2" charset="-122"/>
              </a:rPr>
              <a:t>ij</a:t>
            </a:r>
            <a:r>
              <a:rPr lang="zh-CN" altLang="en-US" sz="2800">
                <a:solidFill>
                  <a:srgbClr val="FF3300"/>
                </a:solidFill>
                <a:latin typeface="Times New Roman" pitchFamily="18" charset="0"/>
                <a:ea typeface="黑体" pitchFamily="2" charset="-122"/>
              </a:rPr>
              <a:t>的算式中分母较小(&lt;1)，对分子误差有放大作用</a:t>
            </a:r>
          </a:p>
          <a:p>
            <a:pPr algn="l">
              <a:buSzPct val="50000"/>
              <a:buFont typeface="Wingdings" pitchFamily="2" charset="2"/>
              <a:buChar char="u"/>
            </a:pPr>
            <a:r>
              <a:rPr lang="zh-CN" altLang="en-US" sz="2800">
                <a:solidFill>
                  <a:srgbClr val="FF3300"/>
                </a:solidFill>
                <a:latin typeface="Times New Roman" pitchFamily="18" charset="0"/>
                <a:ea typeface="黑体" pitchFamily="2" charset="-122"/>
              </a:rPr>
              <a:t>消元时,如果</a:t>
            </a:r>
            <a:r>
              <a:rPr lang="en-US" altLang="zh-CN" sz="2800" i="1">
                <a:solidFill>
                  <a:srgbClr val="FF3300"/>
                </a:solidFill>
                <a:latin typeface="Times New Roman" pitchFamily="18" charset="0"/>
                <a:ea typeface="黑体" pitchFamily="2" charset="-122"/>
              </a:rPr>
              <a:t>l</a:t>
            </a:r>
            <a:r>
              <a:rPr lang="en-US" altLang="zh-CN" sz="2800" i="1" baseline="-25000">
                <a:solidFill>
                  <a:srgbClr val="FF3300"/>
                </a:solidFill>
                <a:latin typeface="Times New Roman" pitchFamily="18" charset="0"/>
                <a:ea typeface="黑体" pitchFamily="2" charset="-122"/>
              </a:rPr>
              <a:t>ij</a:t>
            </a:r>
            <a:r>
              <a:rPr lang="zh-CN" altLang="en-US" sz="2800">
                <a:solidFill>
                  <a:srgbClr val="FF3300"/>
                </a:solidFill>
                <a:latin typeface="Times New Roman" pitchFamily="18" charset="0"/>
                <a:ea typeface="黑体" pitchFamily="2" charset="-122"/>
              </a:rPr>
              <a:t>&gt;1,用它做乘数会使被乘方程中的误差扩大</a:t>
            </a:r>
          </a:p>
          <a:p>
            <a:pPr algn="l">
              <a:buSzPct val="50000"/>
              <a:buFont typeface="Wingdings" pitchFamily="2" charset="2"/>
              <a:buChar char="u"/>
            </a:pPr>
            <a:r>
              <a:rPr lang="zh-CN" altLang="en-US" sz="2800">
                <a:solidFill>
                  <a:srgbClr val="FF3300"/>
                </a:solidFill>
                <a:latin typeface="Times New Roman" pitchFamily="18" charset="0"/>
                <a:ea typeface="黑体" pitchFamily="2" charset="-122"/>
              </a:rPr>
              <a:t>回代过程中用较大数值的</a:t>
            </a:r>
            <a:r>
              <a:rPr lang="en-US" altLang="zh-CN" sz="2800" i="1">
                <a:solidFill>
                  <a:srgbClr val="FF3300"/>
                </a:solidFill>
                <a:latin typeface="Times New Roman" pitchFamily="18" charset="0"/>
                <a:ea typeface="黑体" pitchFamily="2" charset="-122"/>
              </a:rPr>
              <a:t>u</a:t>
            </a:r>
            <a:r>
              <a:rPr lang="en-US" altLang="zh-CN" sz="2800" i="1" baseline="-25000">
                <a:solidFill>
                  <a:srgbClr val="FF3300"/>
                </a:solidFill>
                <a:latin typeface="Times New Roman" pitchFamily="18" charset="0"/>
                <a:ea typeface="黑体" pitchFamily="2" charset="-122"/>
              </a:rPr>
              <a:t>ij</a:t>
            </a:r>
            <a:r>
              <a:rPr lang="zh-CN" altLang="en-US" sz="2800">
                <a:solidFill>
                  <a:srgbClr val="FF3300"/>
                </a:solidFill>
                <a:latin typeface="Times New Roman" pitchFamily="18" charset="0"/>
                <a:ea typeface="黑体" pitchFamily="2" charset="-122"/>
              </a:rPr>
              <a:t>为分母可减少除法的舍入误差</a:t>
            </a:r>
            <a:endParaRPr lang="en-US" altLang="zh-CN" sz="2800">
              <a:solidFill>
                <a:srgbClr val="FF3300"/>
              </a:solidFill>
              <a:latin typeface="Times New Roman" pitchFamily="18" charset="0"/>
              <a:ea typeface="黑体"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83346"/>
                                        </p:tgtEl>
                                        <p:attrNameLst>
                                          <p:attrName>style.visibility</p:attrName>
                                        </p:attrNameLst>
                                      </p:cBhvr>
                                      <p:to>
                                        <p:strVal val="visible"/>
                                      </p:to>
                                    </p:set>
                                    <p:animEffect transition="in" filter="blinds(horizontal)">
                                      <p:cBhvr>
                                        <p:cTn id="7" dur="500"/>
                                        <p:tgtEl>
                                          <p:spTgt spid="4833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83345"/>
                                        </p:tgtEl>
                                        <p:attrNameLst>
                                          <p:attrName>style.visibility</p:attrName>
                                        </p:attrNameLst>
                                      </p:cBhvr>
                                      <p:to>
                                        <p:strVal val="visible"/>
                                      </p:to>
                                    </p:set>
                                    <p:animEffect transition="in" filter="box(in)">
                                      <p:cBhvr>
                                        <p:cTn id="12" dur="500"/>
                                        <p:tgtEl>
                                          <p:spTgt spid="4833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83341"/>
                                        </p:tgtEl>
                                        <p:attrNameLst>
                                          <p:attrName>style.visibility</p:attrName>
                                        </p:attrNameLst>
                                      </p:cBhvr>
                                      <p:to>
                                        <p:strVal val="visible"/>
                                      </p:to>
                                    </p:set>
                                    <p:animEffect transition="in" filter="wipe(up)">
                                      <p:cBhvr>
                                        <p:cTn id="17" dur="500"/>
                                        <p:tgtEl>
                                          <p:spTgt spid="48334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83342"/>
                                        </p:tgtEl>
                                        <p:attrNameLst>
                                          <p:attrName>style.visibility</p:attrName>
                                        </p:attrNameLst>
                                      </p:cBhvr>
                                      <p:to>
                                        <p:strVal val="visible"/>
                                      </p:to>
                                    </p:set>
                                    <p:animEffect transition="in" filter="wipe(up)">
                                      <p:cBhvr>
                                        <p:cTn id="22" dur="500"/>
                                        <p:tgtEl>
                                          <p:spTgt spid="4833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483343"/>
                                        </p:tgtEl>
                                        <p:attrNameLst>
                                          <p:attrName>style.visibility</p:attrName>
                                        </p:attrNameLst>
                                      </p:cBhvr>
                                      <p:to>
                                        <p:strVal val="visible"/>
                                      </p:to>
                                    </p:set>
                                    <p:anim calcmode="lin" valueType="num">
                                      <p:cBhvr additive="base">
                                        <p:cTn id="27" dur="500" fill="hold"/>
                                        <p:tgtEl>
                                          <p:spTgt spid="483343"/>
                                        </p:tgtEl>
                                        <p:attrNameLst>
                                          <p:attrName>ppt_x</p:attrName>
                                        </p:attrNameLst>
                                      </p:cBhvr>
                                      <p:tavLst>
                                        <p:tav tm="0">
                                          <p:val>
                                            <p:strVal val="#ppt_x"/>
                                          </p:val>
                                        </p:tav>
                                        <p:tav tm="100000">
                                          <p:val>
                                            <p:strVal val="#ppt_x"/>
                                          </p:val>
                                        </p:tav>
                                      </p:tavLst>
                                    </p:anim>
                                    <p:anim calcmode="lin" valueType="num">
                                      <p:cBhvr additive="base">
                                        <p:cTn id="28" dur="500" fill="hold"/>
                                        <p:tgtEl>
                                          <p:spTgt spid="4833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3341" grpId="0" autoUpdateAnimBg="0"/>
      <p:bldP spid="483342" grpId="0" autoUpdateAnimBg="0"/>
      <p:bldP spid="48334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A89CE2C0-68B4-42E3-8BF2-1D8B3334C8D4}" type="slidenum">
              <a:rPr lang="zh-CN" altLang="en-US" b="0" smtClean="0"/>
              <a:pPr/>
              <a:t>52</a:t>
            </a:fld>
            <a:endParaRPr lang="en-US" altLang="zh-CN" b="0" smtClean="0"/>
          </a:p>
        </p:txBody>
      </p:sp>
      <p:sp>
        <p:nvSpPr>
          <p:cNvPr id="5529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D7B4351-638A-4F72-8FC3-09BFEB2E3595}" type="datetime1">
              <a:rPr lang="zh-CN" altLang="en-US" sz="1800" b="0" smtClean="0"/>
              <a:pPr/>
              <a:t>2024/9/23</a:t>
            </a:fld>
            <a:endParaRPr lang="en-US" altLang="zh-CN" sz="1800" b="0" smtClean="0"/>
          </a:p>
        </p:txBody>
      </p:sp>
      <p:sp>
        <p:nvSpPr>
          <p:cNvPr id="366594" name="Rectangle 2"/>
          <p:cNvSpPr>
            <a:spLocks noGrp="1" noChangeArrowheads="1"/>
          </p:cNvSpPr>
          <p:nvPr>
            <p:ph type="title"/>
          </p:nvPr>
        </p:nvSpPr>
        <p:spPr/>
        <p:txBody>
          <a:bodyPr/>
          <a:lstStyle/>
          <a:p>
            <a:pPr>
              <a:defRPr/>
            </a:pPr>
            <a:r>
              <a:rPr lang="zh-CN" altLang="en-US" smtClean="0"/>
              <a:t>§2   主元素法</a:t>
            </a:r>
          </a:p>
        </p:txBody>
      </p:sp>
      <p:sp>
        <p:nvSpPr>
          <p:cNvPr id="55301" name="Rectangle 3"/>
          <p:cNvSpPr>
            <a:spLocks noGrp="1" noChangeArrowheads="1"/>
          </p:cNvSpPr>
          <p:nvPr>
            <p:ph type="body" idx="1"/>
          </p:nvPr>
        </p:nvSpPr>
        <p:spPr>
          <a:xfrm>
            <a:off x="685800" y="1295400"/>
            <a:ext cx="7848600" cy="3286125"/>
          </a:xfrm>
        </p:spPr>
        <p:txBody>
          <a:bodyPr/>
          <a:lstStyle/>
          <a:p>
            <a:r>
              <a:rPr lang="zh-CN" altLang="en-US" smtClean="0">
                <a:sym typeface="Symbol" pitchFamily="18" charset="2"/>
              </a:rPr>
              <a:t>交换原则：</a:t>
            </a:r>
          </a:p>
          <a:p>
            <a:pPr lvl="1"/>
            <a:r>
              <a:rPr lang="zh-CN" altLang="en-US" smtClean="0">
                <a:sym typeface="Symbol" pitchFamily="18" charset="2"/>
              </a:rPr>
              <a:t>使在对角线位置上获得绝对值尽可能大的系数作为</a:t>
            </a:r>
            <a:r>
              <a:rPr lang="en-US" altLang="zh-CN" i="1" smtClean="0">
                <a:sym typeface="Symbol" pitchFamily="18" charset="2"/>
              </a:rPr>
              <a:t>u</a:t>
            </a:r>
            <a:r>
              <a:rPr lang="en-US" altLang="zh-CN" i="1" baseline="-25000" smtClean="0">
                <a:sym typeface="Symbol" pitchFamily="18" charset="2"/>
              </a:rPr>
              <a:t>ij</a:t>
            </a:r>
            <a:r>
              <a:rPr lang="en-US" altLang="zh-CN" smtClean="0">
                <a:sym typeface="Symbol" pitchFamily="18" charset="2"/>
              </a:rPr>
              <a:t>，</a:t>
            </a:r>
            <a:r>
              <a:rPr lang="zh-CN" altLang="en-US" smtClean="0">
                <a:sym typeface="Symbol" pitchFamily="18" charset="2"/>
              </a:rPr>
              <a:t>称这样的</a:t>
            </a:r>
            <a:r>
              <a:rPr lang="en-US" altLang="zh-CN" i="1" smtClean="0">
                <a:sym typeface="Symbol" pitchFamily="18" charset="2"/>
              </a:rPr>
              <a:t>u</a:t>
            </a:r>
            <a:r>
              <a:rPr lang="en-US" altLang="zh-CN" i="1" baseline="-25000" smtClean="0">
                <a:sym typeface="Symbol" pitchFamily="18" charset="2"/>
              </a:rPr>
              <a:t>ij</a:t>
            </a:r>
            <a:r>
              <a:rPr lang="zh-CN" altLang="en-US" smtClean="0">
                <a:sym typeface="Symbol" pitchFamily="18" charset="2"/>
              </a:rPr>
              <a:t>为</a:t>
            </a:r>
            <a:r>
              <a:rPr lang="zh-CN" altLang="en-US" u="sng" smtClean="0">
                <a:solidFill>
                  <a:srgbClr val="FF3300"/>
                </a:solidFill>
                <a:sym typeface="Symbol" pitchFamily="18" charset="2"/>
              </a:rPr>
              <a:t>主元素</a:t>
            </a:r>
            <a:r>
              <a:rPr lang="zh-CN" altLang="en-US" smtClean="0">
                <a:sym typeface="Symbol" pitchFamily="18" charset="2"/>
              </a:rPr>
              <a:t>，并称使用主元素的消元法为</a:t>
            </a:r>
            <a:r>
              <a:rPr lang="zh-CN" altLang="en-US" u="sng" smtClean="0">
                <a:solidFill>
                  <a:srgbClr val="FF3300"/>
                </a:solidFill>
                <a:sym typeface="Symbol" pitchFamily="18" charset="2"/>
              </a:rPr>
              <a:t>主元素法</a:t>
            </a:r>
          </a:p>
          <a:p>
            <a:r>
              <a:rPr lang="zh-CN" altLang="en-US" smtClean="0">
                <a:sym typeface="Symbol" pitchFamily="18" charset="2"/>
              </a:rPr>
              <a:t>根据主元素选取范围分为：</a:t>
            </a:r>
          </a:p>
          <a:p>
            <a:pPr lvl="1"/>
            <a:r>
              <a:rPr lang="zh-CN" altLang="en-US" smtClean="0">
                <a:sym typeface="Symbol" pitchFamily="18" charset="2"/>
              </a:rPr>
              <a:t>列主元素法、</a:t>
            </a:r>
          </a:p>
          <a:p>
            <a:pPr lvl="1"/>
            <a:r>
              <a:rPr lang="zh-CN" altLang="en-US" smtClean="0">
                <a:sym typeface="Symbol" pitchFamily="18" charset="2"/>
              </a:rPr>
              <a:t>全主元素法</a:t>
            </a: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32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9175683E-53B9-4727-81A1-4BFDC0B5C5B9}" type="slidenum">
              <a:rPr lang="zh-CN" altLang="en-US" b="0" smtClean="0"/>
              <a:pPr/>
              <a:t>53</a:t>
            </a:fld>
            <a:endParaRPr lang="en-US" altLang="zh-CN" b="0" smtClean="0"/>
          </a:p>
        </p:txBody>
      </p:sp>
      <p:sp>
        <p:nvSpPr>
          <p:cNvPr id="5632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D5528FF4-8CE3-42AB-A963-5AE2D3225F9B}" type="datetime1">
              <a:rPr lang="zh-CN" altLang="en-US" sz="1800" b="0" smtClean="0"/>
              <a:pPr/>
              <a:t>2024/9/23</a:t>
            </a:fld>
            <a:endParaRPr lang="en-US" altLang="zh-CN" sz="1800" b="0" smtClean="0"/>
          </a:p>
        </p:txBody>
      </p:sp>
      <p:sp>
        <p:nvSpPr>
          <p:cNvPr id="367618" name="Rectangle 2"/>
          <p:cNvSpPr>
            <a:spLocks noGrp="1" noChangeArrowheads="1"/>
          </p:cNvSpPr>
          <p:nvPr>
            <p:ph type="title"/>
          </p:nvPr>
        </p:nvSpPr>
        <p:spPr/>
        <p:txBody>
          <a:bodyPr/>
          <a:lstStyle/>
          <a:p>
            <a:pPr>
              <a:defRPr/>
            </a:pPr>
            <a:r>
              <a:rPr lang="zh-CN" altLang="en-US" smtClean="0">
                <a:sym typeface="Symbol" pitchFamily="18" charset="2"/>
              </a:rPr>
              <a:t>2.1 列主元素法</a:t>
            </a:r>
          </a:p>
        </p:txBody>
      </p:sp>
      <p:sp>
        <p:nvSpPr>
          <p:cNvPr id="367619" name="Rectangle 3"/>
          <p:cNvSpPr>
            <a:spLocks noGrp="1" noChangeArrowheads="1"/>
          </p:cNvSpPr>
          <p:nvPr>
            <p:ph type="body" idx="1"/>
          </p:nvPr>
        </p:nvSpPr>
        <p:spPr>
          <a:xfrm>
            <a:off x="600075" y="1066800"/>
            <a:ext cx="8142288" cy="917575"/>
          </a:xfrm>
        </p:spPr>
        <p:txBody>
          <a:bodyPr/>
          <a:lstStyle/>
          <a:p>
            <a:r>
              <a:rPr lang="zh-CN" altLang="en-US" smtClean="0"/>
              <a:t>列主元素法就是在待消元的所在列中选取主元。 </a:t>
            </a:r>
          </a:p>
          <a:p>
            <a:r>
              <a:rPr lang="zh-CN" altLang="en-US" smtClean="0"/>
              <a:t>例3.5 用</a:t>
            </a:r>
            <a:r>
              <a:rPr lang="zh-CN" altLang="en-US" smtClean="0">
                <a:sym typeface="Symbol" pitchFamily="18" charset="2"/>
              </a:rPr>
              <a:t>列主元素法解下列线组</a:t>
            </a:r>
          </a:p>
        </p:txBody>
      </p:sp>
      <p:grpSp>
        <p:nvGrpSpPr>
          <p:cNvPr id="367620" name="Group 4"/>
          <p:cNvGrpSpPr>
            <a:grpSpLocks/>
          </p:cNvGrpSpPr>
          <p:nvPr/>
        </p:nvGrpSpPr>
        <p:grpSpPr bwMode="auto">
          <a:xfrm>
            <a:off x="533400" y="2136775"/>
            <a:ext cx="7848600" cy="1600200"/>
            <a:chOff x="576" y="864"/>
            <a:chExt cx="4944" cy="1008"/>
          </a:xfrm>
        </p:grpSpPr>
        <p:sp>
          <p:nvSpPr>
            <p:cNvPr id="56333" name="Rectangle 5"/>
            <p:cNvSpPr>
              <a:spLocks noChangeArrowheads="1"/>
            </p:cNvSpPr>
            <p:nvPr/>
          </p:nvSpPr>
          <p:spPr bwMode="auto">
            <a:xfrm>
              <a:off x="816" y="864"/>
              <a:ext cx="4704" cy="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3200">
                  <a:latin typeface="Times New Roman" pitchFamily="18" charset="0"/>
                </a:rPr>
                <a:t> </a:t>
              </a:r>
              <a:r>
                <a:rPr lang="en-US" altLang="zh-CN" sz="2800">
                  <a:latin typeface="Times New Roman" pitchFamily="18" charset="0"/>
                </a:rPr>
                <a:t>10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- 19</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- 2</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=3       (1)</a:t>
              </a:r>
            </a:p>
            <a:p>
              <a:pPr marL="258763" indent="-258763" algn="l" defTabSz="814388">
                <a:lnSpc>
                  <a:spcPct val="90000"/>
                </a:lnSpc>
                <a:spcBef>
                  <a:spcPts val="1200"/>
                </a:spcBef>
                <a:buClr>
                  <a:srgbClr val="27305F"/>
                </a:buClr>
                <a:buSzPct val="60000"/>
                <a:buFont typeface="Wingdings" pitchFamily="2" charset="2"/>
                <a:buNone/>
              </a:pPr>
              <a:r>
                <a:rPr lang="en-US" altLang="zh-CN" sz="2800">
                  <a:latin typeface="Times New Roman" pitchFamily="18" charset="0"/>
                </a:rPr>
                <a:t>-20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+40</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=4       (2)</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1 </a:t>
              </a:r>
              <a:r>
                <a:rPr lang="en-US" altLang="zh-CN" sz="2800">
                  <a:latin typeface="Times New Roman" pitchFamily="18" charset="0"/>
                </a:rPr>
                <a:t>+ 4</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       (3)</a:t>
              </a:r>
            </a:p>
          </p:txBody>
        </p:sp>
        <p:sp>
          <p:nvSpPr>
            <p:cNvPr id="56334" name="AutoShape 6"/>
            <p:cNvSpPr>
              <a:spLocks/>
            </p:cNvSpPr>
            <p:nvPr/>
          </p:nvSpPr>
          <p:spPr bwMode="auto">
            <a:xfrm>
              <a:off x="576" y="960"/>
              <a:ext cx="196" cy="912"/>
            </a:xfrm>
            <a:prstGeom prst="leftBrace">
              <a:avLst>
                <a:gd name="adj1" fmla="val 38776"/>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67623" name="Rectangle 7"/>
          <p:cNvSpPr>
            <a:spLocks noChangeArrowheads="1"/>
          </p:cNvSpPr>
          <p:nvPr/>
        </p:nvSpPr>
        <p:spPr bwMode="auto">
          <a:xfrm>
            <a:off x="609600" y="3962400"/>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latin typeface="黑体" pitchFamily="2" charset="-122"/>
                <a:ea typeface="黑体" pitchFamily="2" charset="-122"/>
              </a:rPr>
              <a:t>解：选择-20作为该列的</a:t>
            </a:r>
            <a:r>
              <a:rPr lang="zh-CN" altLang="en-US" sz="2800">
                <a:latin typeface="黑体" pitchFamily="2" charset="-122"/>
                <a:ea typeface="黑体" pitchFamily="2" charset="-122"/>
                <a:sym typeface="Symbol" pitchFamily="18" charset="2"/>
              </a:rPr>
              <a:t>主元素，</a:t>
            </a:r>
          </a:p>
        </p:txBody>
      </p:sp>
      <p:sp>
        <p:nvSpPr>
          <p:cNvPr id="367624" name="Rectangle 8"/>
          <p:cNvSpPr>
            <a:spLocks noChangeArrowheads="1"/>
          </p:cNvSpPr>
          <p:nvPr/>
        </p:nvSpPr>
        <p:spPr bwMode="auto">
          <a:xfrm>
            <a:off x="838200" y="2136775"/>
            <a:ext cx="533400" cy="1520825"/>
          </a:xfrm>
          <a:prstGeom prst="rect">
            <a:avLst/>
          </a:prstGeom>
          <a:noFill/>
          <a:ln w="381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nvGrpSpPr>
          <p:cNvPr id="367625" name="Group 9"/>
          <p:cNvGrpSpPr>
            <a:grpSpLocks/>
          </p:cNvGrpSpPr>
          <p:nvPr/>
        </p:nvGrpSpPr>
        <p:grpSpPr bwMode="auto">
          <a:xfrm>
            <a:off x="609600" y="4572000"/>
            <a:ext cx="7848600" cy="1600200"/>
            <a:chOff x="576" y="864"/>
            <a:chExt cx="4944" cy="1008"/>
          </a:xfrm>
        </p:grpSpPr>
        <p:sp>
          <p:nvSpPr>
            <p:cNvPr id="56331" name="Rectangle 10"/>
            <p:cNvSpPr>
              <a:spLocks noChangeArrowheads="1"/>
            </p:cNvSpPr>
            <p:nvPr/>
          </p:nvSpPr>
          <p:spPr bwMode="auto">
            <a:xfrm>
              <a:off x="816" y="864"/>
              <a:ext cx="4704" cy="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a:latin typeface="Times New Roman" pitchFamily="18" charset="0"/>
                </a:rPr>
                <a:t>-20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+40</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=3      (4)</a:t>
              </a:r>
            </a:p>
            <a:p>
              <a:pPr marL="258763" indent="-258763" algn="l" defTabSz="814388">
                <a:lnSpc>
                  <a:spcPct val="90000"/>
                </a:lnSpc>
                <a:spcBef>
                  <a:spcPts val="1200"/>
                </a:spcBef>
                <a:buClr>
                  <a:srgbClr val="27305F"/>
                </a:buClr>
                <a:buSzPct val="60000"/>
                <a:buFont typeface="Wingdings" pitchFamily="2" charset="2"/>
                <a:buNone/>
              </a:pPr>
              <a:r>
                <a:rPr lang="en-US" altLang="zh-CN" sz="3200">
                  <a:latin typeface="Times New Roman" pitchFamily="18" charset="0"/>
                </a:rPr>
                <a:t> </a:t>
              </a:r>
              <a:r>
                <a:rPr lang="en-US" altLang="zh-CN" sz="2800">
                  <a:latin typeface="Times New Roman" pitchFamily="18" charset="0"/>
                </a:rPr>
                <a:t>10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- 19</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- 2</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=4      (5)</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1 </a:t>
              </a:r>
              <a:r>
                <a:rPr lang="en-US" altLang="zh-CN" sz="2800">
                  <a:latin typeface="Times New Roman" pitchFamily="18" charset="0"/>
                </a:rPr>
                <a:t>+ 4</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      (6)</a:t>
              </a:r>
            </a:p>
          </p:txBody>
        </p:sp>
        <p:sp>
          <p:nvSpPr>
            <p:cNvPr id="56332" name="AutoShape 11"/>
            <p:cNvSpPr>
              <a:spLocks/>
            </p:cNvSpPr>
            <p:nvPr/>
          </p:nvSpPr>
          <p:spPr bwMode="auto">
            <a:xfrm>
              <a:off x="576" y="960"/>
              <a:ext cx="196" cy="912"/>
            </a:xfrm>
            <a:prstGeom prst="leftBrace">
              <a:avLst>
                <a:gd name="adj1" fmla="val 38776"/>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67630" name="Rectangle 14"/>
          <p:cNvSpPr>
            <a:spLocks noChangeArrowheads="1"/>
          </p:cNvSpPr>
          <p:nvPr/>
        </p:nvSpPr>
        <p:spPr bwMode="auto">
          <a:xfrm>
            <a:off x="5076825" y="4625975"/>
            <a:ext cx="3533775" cy="86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tx1"/>
                  </a:outerShdw>
                </a:effectLst>
              </a14:hiddenEffects>
            </a:ext>
          </a:extLst>
        </p:spPr>
        <p:txBody>
          <a:bodyPr>
            <a:spAutoFit/>
          </a:bodyPr>
          <a:lstStyle/>
          <a:p>
            <a:pPr>
              <a:lnSpc>
                <a:spcPct val="90000"/>
              </a:lnSpc>
              <a:spcBef>
                <a:spcPct val="35000"/>
              </a:spcBef>
              <a:buClr>
                <a:srgbClr val="27305F"/>
              </a:buClr>
              <a:buSzPct val="60000"/>
              <a:buFont typeface="Wingdings" pitchFamily="2" charset="2"/>
              <a:buNone/>
            </a:pPr>
            <a:r>
              <a:rPr lang="zh-CN" altLang="en-US" sz="2800">
                <a:latin typeface="Times New Roman" pitchFamily="18" charset="0"/>
              </a:rPr>
              <a:t>计算</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21</a:t>
            </a:r>
            <a:r>
              <a:rPr lang="en-US" altLang="zh-CN" sz="2800">
                <a:latin typeface="Times New Roman" pitchFamily="18" charset="0"/>
                <a:sym typeface="Symbol" pitchFamily="18" charset="2"/>
              </a:rPr>
              <a:t>=10/-20</a:t>
            </a:r>
            <a:r>
              <a:rPr lang="en-US" altLang="zh-CN" sz="2800">
                <a:latin typeface="Times New Roman" pitchFamily="18" charset="0"/>
              </a:rPr>
              <a:t>=-0.5</a:t>
            </a:r>
            <a:r>
              <a:rPr lang="zh-CN" altLang="en-US" sz="2800">
                <a:latin typeface="Times New Roman" pitchFamily="18" charset="0"/>
                <a:sym typeface="Symbol" pitchFamily="18" charset="2"/>
              </a:rPr>
              <a:t>， </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31</a:t>
            </a:r>
            <a:r>
              <a:rPr lang="en-US" altLang="zh-CN" sz="2800">
                <a:latin typeface="Times New Roman" pitchFamily="18" charset="0"/>
                <a:sym typeface="Symbol" pitchFamily="18" charset="2"/>
              </a:rPr>
              <a:t>=1/-20</a:t>
            </a:r>
            <a:r>
              <a:rPr lang="en-US" altLang="zh-CN" sz="2800">
                <a:latin typeface="Times New Roman" pitchFamily="18" charset="0"/>
              </a:rPr>
              <a:t>=-0.05</a:t>
            </a:r>
            <a:endParaRPr lang="zh-CN" altLang="en-US" sz="2800">
              <a:latin typeface="Times New Roman" pitchFamily="18"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67619">
                                            <p:txEl>
                                              <p:pRg st="0" end="0"/>
                                            </p:txEl>
                                          </p:spTgt>
                                        </p:tgtEl>
                                        <p:attrNameLst>
                                          <p:attrName>style.visibility</p:attrName>
                                        </p:attrNameLst>
                                      </p:cBhvr>
                                      <p:to>
                                        <p:strVal val="visible"/>
                                      </p:to>
                                    </p:set>
                                    <p:animEffect transition="in" filter="wipe(up)">
                                      <p:cBhvr>
                                        <p:cTn id="7" dur="75"/>
                                        <p:tgtEl>
                                          <p:spTgt spid="3676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67619">
                                            <p:txEl>
                                              <p:pRg st="1" end="1"/>
                                            </p:txEl>
                                          </p:spTgt>
                                        </p:tgtEl>
                                        <p:attrNameLst>
                                          <p:attrName>style.visibility</p:attrName>
                                        </p:attrNameLst>
                                      </p:cBhvr>
                                      <p:to>
                                        <p:strVal val="visible"/>
                                      </p:to>
                                    </p:set>
                                    <p:animEffect transition="in" filter="wipe(up)">
                                      <p:cBhvr>
                                        <p:cTn id="12" dur="75"/>
                                        <p:tgtEl>
                                          <p:spTgt spid="3676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67620"/>
                                        </p:tgtEl>
                                        <p:attrNameLst>
                                          <p:attrName>style.visibility</p:attrName>
                                        </p:attrNameLst>
                                      </p:cBhvr>
                                      <p:to>
                                        <p:strVal val="visible"/>
                                      </p:to>
                                    </p:set>
                                    <p:animEffect transition="in" filter="dissolve">
                                      <p:cBhvr>
                                        <p:cTn id="17" dur="500"/>
                                        <p:tgtEl>
                                          <p:spTgt spid="3676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367623"/>
                                        </p:tgtEl>
                                        <p:attrNameLst>
                                          <p:attrName>style.visibility</p:attrName>
                                        </p:attrNameLst>
                                      </p:cBhvr>
                                      <p:to>
                                        <p:strVal val="visible"/>
                                      </p:to>
                                    </p:set>
                                    <p:animEffect transition="in" filter="wipe(up)">
                                      <p:cBhvr>
                                        <p:cTn id="22" dur="75"/>
                                        <p:tgtEl>
                                          <p:spTgt spid="36762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367624"/>
                                        </p:tgtEl>
                                        <p:attrNameLst>
                                          <p:attrName>style.visibility</p:attrName>
                                        </p:attrNameLst>
                                      </p:cBhvr>
                                      <p:to>
                                        <p:strVal val="visible"/>
                                      </p:to>
                                    </p:set>
                                    <p:animEffect transition="in" filter="dissolve">
                                      <p:cBhvr>
                                        <p:cTn id="27" dur="500"/>
                                        <p:tgtEl>
                                          <p:spTgt spid="3676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367625"/>
                                        </p:tgtEl>
                                        <p:attrNameLst>
                                          <p:attrName>style.visibility</p:attrName>
                                        </p:attrNameLst>
                                      </p:cBhvr>
                                      <p:to>
                                        <p:strVal val="visible"/>
                                      </p:to>
                                    </p:set>
                                    <p:animEffect transition="in" filter="dissolve">
                                      <p:cBhvr>
                                        <p:cTn id="32" dur="500"/>
                                        <p:tgtEl>
                                          <p:spTgt spid="36762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367630"/>
                                        </p:tgtEl>
                                        <p:attrNameLst>
                                          <p:attrName>style.visibility</p:attrName>
                                        </p:attrNameLst>
                                      </p:cBhvr>
                                      <p:to>
                                        <p:strVal val="visible"/>
                                      </p:to>
                                    </p:set>
                                    <p:animEffect transition="in" filter="wipe(up)">
                                      <p:cBhvr>
                                        <p:cTn id="37" dur="500"/>
                                        <p:tgtEl>
                                          <p:spTgt spid="3676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7619" grpId="0" build="p" bldLvl="2" autoUpdateAnimBg="0"/>
      <p:bldP spid="367623" grpId="0" autoUpdateAnimBg="0"/>
      <p:bldP spid="367624" grpId="0" animBg="1"/>
      <p:bldP spid="367630"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9097AC68-547B-46C3-AD73-97927C3DCBB1}" type="slidenum">
              <a:rPr lang="zh-CN" altLang="en-US" b="0" smtClean="0"/>
              <a:pPr/>
              <a:t>54</a:t>
            </a:fld>
            <a:endParaRPr lang="en-US" altLang="zh-CN" b="0" smtClean="0"/>
          </a:p>
        </p:txBody>
      </p:sp>
      <p:sp>
        <p:nvSpPr>
          <p:cNvPr id="5734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E115C4D-EC6C-4DE1-8464-E2554AB88575}" type="datetime1">
              <a:rPr lang="zh-CN" altLang="en-US" sz="1800" b="0" smtClean="0"/>
              <a:pPr/>
              <a:t>2024/9/23</a:t>
            </a:fld>
            <a:endParaRPr lang="en-US" altLang="zh-CN" sz="1800" b="0" smtClean="0"/>
          </a:p>
        </p:txBody>
      </p:sp>
      <p:sp>
        <p:nvSpPr>
          <p:cNvPr id="368642" name="Rectangle 2"/>
          <p:cNvSpPr>
            <a:spLocks noGrp="1" noChangeArrowheads="1"/>
          </p:cNvSpPr>
          <p:nvPr>
            <p:ph type="title"/>
          </p:nvPr>
        </p:nvSpPr>
        <p:spPr/>
        <p:txBody>
          <a:bodyPr/>
          <a:lstStyle/>
          <a:p>
            <a:pPr>
              <a:defRPr/>
            </a:pPr>
            <a:r>
              <a:rPr lang="zh-CN" altLang="en-US" smtClean="0">
                <a:sym typeface="Symbol" pitchFamily="18" charset="2"/>
              </a:rPr>
              <a:t>2.1 列主元素法</a:t>
            </a:r>
          </a:p>
        </p:txBody>
      </p:sp>
      <p:sp>
        <p:nvSpPr>
          <p:cNvPr id="368643" name="Rectangle 3"/>
          <p:cNvSpPr>
            <a:spLocks noGrp="1" noChangeArrowheads="1"/>
          </p:cNvSpPr>
          <p:nvPr>
            <p:ph type="body" idx="1"/>
          </p:nvPr>
        </p:nvSpPr>
        <p:spPr>
          <a:xfrm>
            <a:off x="600075" y="1292225"/>
            <a:ext cx="8142288" cy="384175"/>
          </a:xfrm>
        </p:spPr>
        <p:txBody>
          <a:bodyPr/>
          <a:lstStyle/>
          <a:p>
            <a:pPr>
              <a:buFont typeface="Wingdings" pitchFamily="2" charset="2"/>
              <a:buNone/>
            </a:pPr>
            <a:r>
              <a:rPr lang="zh-CN" altLang="en-US" smtClean="0"/>
              <a:t>(5)- </a:t>
            </a:r>
            <a:r>
              <a:rPr lang="en-US" altLang="zh-CN" i="1" smtClean="0">
                <a:sym typeface="Symbol" pitchFamily="18" charset="2"/>
              </a:rPr>
              <a:t>l</a:t>
            </a:r>
            <a:r>
              <a:rPr lang="en-US" altLang="zh-CN" i="1" baseline="-25000" smtClean="0">
                <a:sym typeface="Symbol" pitchFamily="18" charset="2"/>
              </a:rPr>
              <a:t>21</a:t>
            </a:r>
            <a:r>
              <a:rPr lang="zh-CN" altLang="en-US" smtClean="0"/>
              <a:t>(4),   (6)- </a:t>
            </a:r>
            <a:r>
              <a:rPr lang="en-US" altLang="zh-CN" i="1" smtClean="0">
                <a:sym typeface="Symbol" pitchFamily="18" charset="2"/>
              </a:rPr>
              <a:t>l</a:t>
            </a:r>
            <a:r>
              <a:rPr lang="en-US" altLang="zh-CN" i="1" baseline="-25000" smtClean="0">
                <a:sym typeface="Symbol" pitchFamily="18" charset="2"/>
              </a:rPr>
              <a:t>31</a:t>
            </a:r>
            <a:r>
              <a:rPr lang="zh-CN" altLang="en-US" smtClean="0"/>
              <a:t>(4)得</a:t>
            </a:r>
          </a:p>
        </p:txBody>
      </p:sp>
      <p:grpSp>
        <p:nvGrpSpPr>
          <p:cNvPr id="368647" name="Group 7"/>
          <p:cNvGrpSpPr>
            <a:grpSpLocks/>
          </p:cNvGrpSpPr>
          <p:nvPr/>
        </p:nvGrpSpPr>
        <p:grpSpPr bwMode="auto">
          <a:xfrm>
            <a:off x="685800" y="1905000"/>
            <a:ext cx="7772400" cy="920750"/>
            <a:chOff x="432" y="1440"/>
            <a:chExt cx="4896" cy="580"/>
          </a:xfrm>
        </p:grpSpPr>
        <p:sp>
          <p:nvSpPr>
            <p:cNvPr id="57356" name="Rectangle 5"/>
            <p:cNvSpPr>
              <a:spLocks noChangeArrowheads="1"/>
            </p:cNvSpPr>
            <p:nvPr/>
          </p:nvSpPr>
          <p:spPr bwMode="auto">
            <a:xfrm>
              <a:off x="624" y="1440"/>
              <a:ext cx="4704"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2 </a:t>
              </a:r>
              <a:r>
                <a:rPr lang="en-US" altLang="zh-CN" sz="2800">
                  <a:latin typeface="Times New Roman" pitchFamily="18" charset="0"/>
                </a:rPr>
                <a:t>–   1.5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      (7)</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6x</a:t>
              </a:r>
              <a:r>
                <a:rPr lang="en-US" altLang="zh-CN" sz="2800" baseline="-25000">
                  <a:latin typeface="Times New Roman" pitchFamily="18" charset="0"/>
                </a:rPr>
                <a:t>2 </a:t>
              </a:r>
              <a:r>
                <a:rPr lang="en-US" altLang="zh-CN" sz="2800">
                  <a:latin typeface="Times New Roman" pitchFamily="18" charset="0"/>
                </a:rPr>
                <a:t>+ 5.05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=5.2   (8)</a:t>
              </a:r>
            </a:p>
          </p:txBody>
        </p:sp>
        <p:sp>
          <p:nvSpPr>
            <p:cNvPr id="57357" name="AutoShape 6"/>
            <p:cNvSpPr>
              <a:spLocks/>
            </p:cNvSpPr>
            <p:nvPr/>
          </p:nvSpPr>
          <p:spPr bwMode="auto">
            <a:xfrm>
              <a:off x="432" y="1536"/>
              <a:ext cx="148" cy="432"/>
            </a:xfrm>
            <a:prstGeom prst="leftBrace">
              <a:avLst>
                <a:gd name="adj1" fmla="val 24324"/>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68648" name="Rectangle 8"/>
          <p:cNvSpPr>
            <a:spLocks noChangeArrowheads="1"/>
          </p:cNvSpPr>
          <p:nvPr/>
        </p:nvSpPr>
        <p:spPr bwMode="auto">
          <a:xfrm>
            <a:off x="620713" y="2968625"/>
            <a:ext cx="8142287"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ea typeface="黑体" pitchFamily="2" charset="-122"/>
              </a:rPr>
              <a:t>选6为主元素</a:t>
            </a:r>
          </a:p>
        </p:txBody>
      </p:sp>
      <p:grpSp>
        <p:nvGrpSpPr>
          <p:cNvPr id="368649" name="Group 9"/>
          <p:cNvGrpSpPr>
            <a:grpSpLocks/>
          </p:cNvGrpSpPr>
          <p:nvPr/>
        </p:nvGrpSpPr>
        <p:grpSpPr bwMode="auto">
          <a:xfrm>
            <a:off x="685800" y="3346450"/>
            <a:ext cx="7772400" cy="920750"/>
            <a:chOff x="432" y="1440"/>
            <a:chExt cx="4896" cy="580"/>
          </a:xfrm>
        </p:grpSpPr>
        <p:sp>
          <p:nvSpPr>
            <p:cNvPr id="57354" name="Rectangle 10"/>
            <p:cNvSpPr>
              <a:spLocks noChangeArrowheads="1"/>
            </p:cNvSpPr>
            <p:nvPr/>
          </p:nvSpPr>
          <p:spPr bwMode="auto">
            <a:xfrm>
              <a:off x="624" y="1440"/>
              <a:ext cx="4704"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6x</a:t>
              </a:r>
              <a:r>
                <a:rPr lang="en-US" altLang="zh-CN" sz="2800" baseline="-25000">
                  <a:latin typeface="Times New Roman" pitchFamily="18" charset="0"/>
                </a:rPr>
                <a:t>2 </a:t>
              </a:r>
              <a:r>
                <a:rPr lang="en-US" altLang="zh-CN" sz="2800">
                  <a:latin typeface="Times New Roman" pitchFamily="18" charset="0"/>
                </a:rPr>
                <a:t>+ 5.05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=5.2   (9)</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2 </a:t>
              </a:r>
              <a:r>
                <a:rPr lang="en-US" altLang="zh-CN" sz="2800">
                  <a:latin typeface="Times New Roman" pitchFamily="18" charset="0"/>
                </a:rPr>
                <a:t>–   1.5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      (10)</a:t>
              </a:r>
            </a:p>
          </p:txBody>
        </p:sp>
        <p:sp>
          <p:nvSpPr>
            <p:cNvPr id="57355" name="AutoShape 11"/>
            <p:cNvSpPr>
              <a:spLocks/>
            </p:cNvSpPr>
            <p:nvPr/>
          </p:nvSpPr>
          <p:spPr bwMode="auto">
            <a:xfrm>
              <a:off x="432" y="1536"/>
              <a:ext cx="148" cy="432"/>
            </a:xfrm>
            <a:prstGeom prst="leftBrace">
              <a:avLst>
                <a:gd name="adj1" fmla="val 24324"/>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68652" name="Rectangle 12"/>
          <p:cNvSpPr>
            <a:spLocks noChangeArrowheads="1"/>
          </p:cNvSpPr>
          <p:nvPr/>
        </p:nvSpPr>
        <p:spPr bwMode="auto">
          <a:xfrm>
            <a:off x="685800" y="4416425"/>
            <a:ext cx="8142288"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ea typeface="黑体" pitchFamily="2" charset="-122"/>
              </a:rPr>
              <a:t>计算</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32</a:t>
            </a:r>
            <a:r>
              <a:rPr lang="en-US" altLang="zh-CN" sz="2800">
                <a:latin typeface="Times New Roman" pitchFamily="18" charset="0"/>
                <a:sym typeface="Symbol" pitchFamily="18" charset="2"/>
              </a:rPr>
              <a:t>=1/6</a:t>
            </a:r>
            <a:r>
              <a:rPr lang="en-US" altLang="zh-CN" sz="2800">
                <a:latin typeface="Times New Roman" pitchFamily="18" charset="0"/>
              </a:rPr>
              <a:t>=0.16667</a:t>
            </a:r>
            <a:r>
              <a:rPr lang="zh-CN" altLang="en-US" sz="2800">
                <a:latin typeface="Times New Roman" pitchFamily="18" charset="0"/>
                <a:sym typeface="Symbol" pitchFamily="18" charset="2"/>
              </a:rPr>
              <a:t>，</a:t>
            </a:r>
          </a:p>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sym typeface="Symbol" pitchFamily="18" charset="2"/>
              </a:rPr>
              <a:t> </a:t>
            </a:r>
            <a:r>
              <a:rPr lang="zh-CN" altLang="en-US" sz="2800">
                <a:latin typeface="Times New Roman" pitchFamily="18" charset="0"/>
              </a:rPr>
              <a:t>(10)- </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32</a:t>
            </a:r>
            <a:r>
              <a:rPr lang="zh-CN" altLang="en-US" sz="2800">
                <a:latin typeface="Times New Roman" pitchFamily="18" charset="0"/>
              </a:rPr>
              <a:t>(9) </a:t>
            </a:r>
            <a:r>
              <a:rPr lang="zh-CN" altLang="en-US" sz="2800">
                <a:latin typeface="Times New Roman" pitchFamily="18" charset="0"/>
                <a:ea typeface="黑体" pitchFamily="2" charset="-122"/>
              </a:rPr>
              <a:t>得</a:t>
            </a:r>
          </a:p>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-2.34168</a:t>
            </a:r>
            <a:r>
              <a:rPr lang="en-US" altLang="zh-CN" sz="2800">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=4.13332   (11)</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68643">
                                            <p:txEl>
                                              <p:pRg st="0" end="0"/>
                                            </p:txEl>
                                          </p:spTgt>
                                        </p:tgtEl>
                                        <p:attrNameLst>
                                          <p:attrName>style.visibility</p:attrName>
                                        </p:attrNameLst>
                                      </p:cBhvr>
                                      <p:to>
                                        <p:strVal val="visible"/>
                                      </p:to>
                                    </p:set>
                                    <p:animEffect transition="in" filter="wipe(up)">
                                      <p:cBhvr>
                                        <p:cTn id="7" dur="75"/>
                                        <p:tgtEl>
                                          <p:spTgt spid="3686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68647"/>
                                        </p:tgtEl>
                                        <p:attrNameLst>
                                          <p:attrName>style.visibility</p:attrName>
                                        </p:attrNameLst>
                                      </p:cBhvr>
                                      <p:to>
                                        <p:strVal val="visible"/>
                                      </p:to>
                                    </p:set>
                                    <p:animEffect transition="in" filter="dissolve">
                                      <p:cBhvr>
                                        <p:cTn id="12" dur="500"/>
                                        <p:tgtEl>
                                          <p:spTgt spid="3686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368648"/>
                                        </p:tgtEl>
                                        <p:attrNameLst>
                                          <p:attrName>style.visibility</p:attrName>
                                        </p:attrNameLst>
                                      </p:cBhvr>
                                      <p:to>
                                        <p:strVal val="visible"/>
                                      </p:to>
                                    </p:set>
                                    <p:animEffect transition="in" filter="wipe(up)">
                                      <p:cBhvr>
                                        <p:cTn id="17" dur="75"/>
                                        <p:tgtEl>
                                          <p:spTgt spid="36864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68649"/>
                                        </p:tgtEl>
                                        <p:attrNameLst>
                                          <p:attrName>style.visibility</p:attrName>
                                        </p:attrNameLst>
                                      </p:cBhvr>
                                      <p:to>
                                        <p:strVal val="visible"/>
                                      </p:to>
                                    </p:set>
                                    <p:animEffect transition="in" filter="dissolve">
                                      <p:cBhvr>
                                        <p:cTn id="22" dur="500"/>
                                        <p:tgtEl>
                                          <p:spTgt spid="36864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iterate type="lt">
                                    <p:tmPct val="100000"/>
                                  </p:iterate>
                                  <p:childTnLst>
                                    <p:set>
                                      <p:cBhvr>
                                        <p:cTn id="26" dur="1" fill="hold">
                                          <p:stCondLst>
                                            <p:cond delay="0"/>
                                          </p:stCondLst>
                                        </p:cTn>
                                        <p:tgtEl>
                                          <p:spTgt spid="368652"/>
                                        </p:tgtEl>
                                        <p:attrNameLst>
                                          <p:attrName>style.visibility</p:attrName>
                                        </p:attrNameLst>
                                      </p:cBhvr>
                                      <p:to>
                                        <p:strVal val="visible"/>
                                      </p:to>
                                    </p:set>
                                    <p:animEffect transition="in" filter="wipe(up)">
                                      <p:cBhvr>
                                        <p:cTn id="27" dur="75"/>
                                        <p:tgtEl>
                                          <p:spTgt spid="368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43" grpId="0" build="p" bldLvl="2" autoUpdateAnimBg="0"/>
      <p:bldP spid="368648" grpId="0" autoUpdateAnimBg="0"/>
      <p:bldP spid="368652" grpId="0" autoUpdateAnimBg="0"/>
    </p:bldLst>
  </p:timing>
</p:sld>
</file>

<file path=ppt/slides/slide5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70"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BED3C8E-46C8-484B-A306-25D847A84C2E}" type="slidenum">
              <a:rPr lang="zh-CN" altLang="en-US" b="0" smtClean="0"/>
              <a:pPr/>
              <a:t>55</a:t>
            </a:fld>
            <a:endParaRPr lang="en-US" altLang="zh-CN" b="0" smtClean="0"/>
          </a:p>
        </p:txBody>
      </p:sp>
      <p:sp>
        <p:nvSpPr>
          <p:cNvPr id="58371"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97316F8A-AEDB-47AC-B614-DE3F67C60C71}" type="datetime1">
              <a:rPr lang="zh-CN" altLang="en-US" sz="1800" b="0" smtClean="0"/>
              <a:pPr/>
              <a:t>2024/9/23</a:t>
            </a:fld>
            <a:endParaRPr lang="en-US" altLang="zh-CN" sz="1800" b="0" smtClean="0"/>
          </a:p>
        </p:txBody>
      </p:sp>
      <p:sp>
        <p:nvSpPr>
          <p:cNvPr id="369666" name="Rectangle 2"/>
          <p:cNvSpPr>
            <a:spLocks noGrp="1" noChangeArrowheads="1"/>
          </p:cNvSpPr>
          <p:nvPr>
            <p:ph type="title"/>
          </p:nvPr>
        </p:nvSpPr>
        <p:spPr/>
        <p:txBody>
          <a:bodyPr/>
          <a:lstStyle/>
          <a:p>
            <a:pPr>
              <a:defRPr/>
            </a:pPr>
            <a:r>
              <a:rPr lang="zh-CN" altLang="en-US" smtClean="0">
                <a:sym typeface="Symbol" pitchFamily="18" charset="2"/>
              </a:rPr>
              <a:t>2.1 列主元素法</a:t>
            </a:r>
          </a:p>
        </p:txBody>
      </p:sp>
      <p:sp>
        <p:nvSpPr>
          <p:cNvPr id="369667" name="Rectangle 3"/>
          <p:cNvSpPr>
            <a:spLocks noGrp="1" noChangeArrowheads="1"/>
          </p:cNvSpPr>
          <p:nvPr>
            <p:ph type="body" idx="1"/>
          </p:nvPr>
        </p:nvSpPr>
        <p:spPr>
          <a:xfrm>
            <a:off x="600075" y="1292225"/>
            <a:ext cx="8142288" cy="384175"/>
          </a:xfrm>
        </p:spPr>
        <p:txBody>
          <a:bodyPr/>
          <a:lstStyle/>
          <a:p>
            <a:pPr>
              <a:buFont typeface="Wingdings" pitchFamily="2" charset="2"/>
              <a:buNone/>
            </a:pPr>
            <a:r>
              <a:rPr lang="zh-CN" altLang="en-US" smtClean="0"/>
              <a:t>保留有主元素的方程</a:t>
            </a:r>
          </a:p>
        </p:txBody>
      </p:sp>
      <p:grpSp>
        <p:nvGrpSpPr>
          <p:cNvPr id="369668" name="Group 4"/>
          <p:cNvGrpSpPr>
            <a:grpSpLocks/>
          </p:cNvGrpSpPr>
          <p:nvPr/>
        </p:nvGrpSpPr>
        <p:grpSpPr bwMode="auto">
          <a:xfrm>
            <a:off x="990600" y="1752600"/>
            <a:ext cx="7848600" cy="1600200"/>
            <a:chOff x="576" y="864"/>
            <a:chExt cx="4944" cy="1008"/>
          </a:xfrm>
        </p:grpSpPr>
        <p:sp>
          <p:nvSpPr>
            <p:cNvPr id="58379" name="Rectangle 5"/>
            <p:cNvSpPr>
              <a:spLocks noChangeArrowheads="1"/>
            </p:cNvSpPr>
            <p:nvPr/>
          </p:nvSpPr>
          <p:spPr bwMode="auto">
            <a:xfrm>
              <a:off x="816" y="864"/>
              <a:ext cx="4704" cy="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r>
                <a:rPr lang="zh-CN" altLang="en-US" sz="2800">
                  <a:latin typeface="Times New Roman" pitchFamily="18" charset="0"/>
                </a:rPr>
                <a:t>-2.34168</a:t>
              </a:r>
              <a:r>
                <a:rPr lang="en-US" altLang="zh-CN" sz="2800">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=4.13332   (11)</a:t>
              </a:r>
            </a:p>
            <a:p>
              <a:pPr marL="258763" indent="-258763" algn="l" defTabSz="814388"/>
              <a:r>
                <a:rPr lang="en-US" altLang="zh-CN" sz="2800">
                  <a:latin typeface="Times New Roman" pitchFamily="18" charset="0"/>
                </a:rPr>
                <a:t> -20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+40</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=4    (4)</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6x</a:t>
              </a:r>
              <a:r>
                <a:rPr lang="en-US" altLang="zh-CN" sz="2800" baseline="-25000">
                  <a:latin typeface="Times New Roman" pitchFamily="18" charset="0"/>
                </a:rPr>
                <a:t>2 </a:t>
              </a:r>
              <a:r>
                <a:rPr lang="en-US" altLang="zh-CN" sz="2800">
                  <a:latin typeface="Times New Roman" pitchFamily="18" charset="0"/>
                </a:rPr>
                <a:t>+ 5.05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=5.2    (9)</a:t>
              </a:r>
            </a:p>
          </p:txBody>
        </p:sp>
        <p:sp>
          <p:nvSpPr>
            <p:cNvPr id="58380" name="AutoShape 6"/>
            <p:cNvSpPr>
              <a:spLocks/>
            </p:cNvSpPr>
            <p:nvPr/>
          </p:nvSpPr>
          <p:spPr bwMode="auto">
            <a:xfrm>
              <a:off x="576" y="960"/>
              <a:ext cx="196" cy="912"/>
            </a:xfrm>
            <a:prstGeom prst="leftBrace">
              <a:avLst>
                <a:gd name="adj1" fmla="val 38776"/>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69671" name="Rectangle 7"/>
          <p:cNvSpPr>
            <a:spLocks noChangeArrowheads="1"/>
          </p:cNvSpPr>
          <p:nvPr/>
        </p:nvSpPr>
        <p:spPr bwMode="auto">
          <a:xfrm>
            <a:off x="685800" y="3502025"/>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ea typeface="黑体" pitchFamily="2" charset="-122"/>
              </a:rPr>
              <a:t>进行回代</a:t>
            </a:r>
          </a:p>
        </p:txBody>
      </p:sp>
      <p:grpSp>
        <p:nvGrpSpPr>
          <p:cNvPr id="369672" name="Group 8"/>
          <p:cNvGrpSpPr>
            <a:grpSpLocks/>
          </p:cNvGrpSpPr>
          <p:nvPr/>
        </p:nvGrpSpPr>
        <p:grpSpPr bwMode="auto">
          <a:xfrm>
            <a:off x="914400" y="3929063"/>
            <a:ext cx="5867400" cy="1619250"/>
            <a:chOff x="912" y="1296"/>
            <a:chExt cx="3696" cy="1020"/>
          </a:xfrm>
        </p:grpSpPr>
        <p:sp>
          <p:nvSpPr>
            <p:cNvPr id="58377" name="Rectangle 9"/>
            <p:cNvSpPr>
              <a:spLocks noChangeArrowheads="1"/>
            </p:cNvSpPr>
            <p:nvPr/>
          </p:nvSpPr>
          <p:spPr bwMode="auto">
            <a:xfrm>
              <a:off x="1152" y="1296"/>
              <a:ext cx="3456" cy="1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3200" i="1">
                  <a:latin typeface="Times New Roman" pitchFamily="18" charset="0"/>
                </a:rPr>
                <a:t>x</a:t>
              </a:r>
              <a:r>
                <a:rPr lang="en-US" altLang="zh-CN" sz="3200" baseline="-25000">
                  <a:latin typeface="Times New Roman" pitchFamily="18" charset="0"/>
                </a:rPr>
                <a:t>3 </a:t>
              </a:r>
              <a:r>
                <a:rPr lang="en-US" altLang="zh-CN" sz="3200">
                  <a:latin typeface="Times New Roman" pitchFamily="18" charset="0"/>
                </a:rPr>
                <a:t>=-1.76511</a:t>
              </a:r>
            </a:p>
            <a:p>
              <a:pPr marL="258763" indent="-258763" algn="l" defTabSz="814388">
                <a:lnSpc>
                  <a:spcPct val="90000"/>
                </a:lnSpc>
                <a:spcBef>
                  <a:spcPts val="1200"/>
                </a:spcBef>
                <a:buClr>
                  <a:srgbClr val="27305F"/>
                </a:buClr>
                <a:buSzPct val="60000"/>
                <a:buFont typeface="Wingdings" pitchFamily="2" charset="2"/>
                <a:buNone/>
              </a:pPr>
              <a:r>
                <a:rPr lang="en-US" altLang="zh-CN" sz="3200" i="1">
                  <a:latin typeface="Times New Roman" pitchFamily="18" charset="0"/>
                </a:rPr>
                <a:t>x</a:t>
              </a:r>
              <a:r>
                <a:rPr lang="en-US" altLang="zh-CN" sz="3200" baseline="-25000">
                  <a:latin typeface="Times New Roman" pitchFamily="18" charset="0"/>
                </a:rPr>
                <a:t>2</a:t>
              </a:r>
              <a:r>
                <a:rPr lang="en-US" altLang="zh-CN" sz="3200">
                  <a:latin typeface="Times New Roman" pitchFamily="18" charset="0"/>
                </a:rPr>
                <a:t>=2.35230</a:t>
              </a:r>
            </a:p>
            <a:p>
              <a:pPr marL="258763" indent="-258763" algn="l" defTabSz="814388">
                <a:lnSpc>
                  <a:spcPct val="90000"/>
                </a:lnSpc>
                <a:spcBef>
                  <a:spcPts val="1200"/>
                </a:spcBef>
                <a:buClr>
                  <a:srgbClr val="27305F"/>
                </a:buClr>
                <a:buSzPct val="60000"/>
                <a:buFont typeface="Wingdings" pitchFamily="2" charset="2"/>
                <a:buNone/>
              </a:pPr>
              <a:r>
                <a:rPr lang="en-US" altLang="zh-CN" sz="3200" i="1">
                  <a:latin typeface="Times New Roman" pitchFamily="18" charset="0"/>
                </a:rPr>
                <a:t>x</a:t>
              </a:r>
              <a:r>
                <a:rPr lang="en-US" altLang="zh-CN" sz="3200" baseline="-25000">
                  <a:latin typeface="Times New Roman" pitchFamily="18" charset="0"/>
                </a:rPr>
                <a:t>1</a:t>
              </a:r>
              <a:r>
                <a:rPr lang="en-US" altLang="zh-CN" sz="3200">
                  <a:latin typeface="Times New Roman" pitchFamily="18" charset="0"/>
                </a:rPr>
                <a:t>=4.41634</a:t>
              </a:r>
              <a:endParaRPr lang="en-US" altLang="zh-CN" sz="3200" baseline="-25000">
                <a:latin typeface="Times New Roman" pitchFamily="18" charset="0"/>
              </a:endParaRPr>
            </a:p>
          </p:txBody>
        </p:sp>
        <p:sp>
          <p:nvSpPr>
            <p:cNvPr id="58378" name="AutoShape 10"/>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69667">
                                            <p:txEl>
                                              <p:pRg st="0" end="0"/>
                                            </p:txEl>
                                          </p:spTgt>
                                        </p:tgtEl>
                                        <p:attrNameLst>
                                          <p:attrName>style.visibility</p:attrName>
                                        </p:attrNameLst>
                                      </p:cBhvr>
                                      <p:to>
                                        <p:strVal val="visible"/>
                                      </p:to>
                                    </p:set>
                                    <p:animEffect transition="in" filter="wipe(up)">
                                      <p:cBhvr>
                                        <p:cTn id="7" dur="75"/>
                                        <p:tgtEl>
                                          <p:spTgt spid="3696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69668"/>
                                        </p:tgtEl>
                                        <p:attrNameLst>
                                          <p:attrName>style.visibility</p:attrName>
                                        </p:attrNameLst>
                                      </p:cBhvr>
                                      <p:to>
                                        <p:strVal val="visible"/>
                                      </p:to>
                                    </p:set>
                                    <p:animEffect transition="in" filter="dissolve">
                                      <p:cBhvr>
                                        <p:cTn id="12" dur="500"/>
                                        <p:tgtEl>
                                          <p:spTgt spid="3696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369671"/>
                                        </p:tgtEl>
                                        <p:attrNameLst>
                                          <p:attrName>style.visibility</p:attrName>
                                        </p:attrNameLst>
                                      </p:cBhvr>
                                      <p:to>
                                        <p:strVal val="visible"/>
                                      </p:to>
                                    </p:set>
                                    <p:animEffect transition="in" filter="wipe(up)">
                                      <p:cBhvr>
                                        <p:cTn id="17" dur="75"/>
                                        <p:tgtEl>
                                          <p:spTgt spid="36967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69672"/>
                                        </p:tgtEl>
                                        <p:attrNameLst>
                                          <p:attrName>style.visibility</p:attrName>
                                        </p:attrNameLst>
                                      </p:cBhvr>
                                      <p:to>
                                        <p:strVal val="visible"/>
                                      </p:to>
                                    </p:set>
                                    <p:animEffect transition="in" filter="dissolve">
                                      <p:cBhvr>
                                        <p:cTn id="22" dur="500"/>
                                        <p:tgtEl>
                                          <p:spTgt spid="3696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667" grpId="0" build="p" bldLvl="2" autoUpdateAnimBg="0"/>
      <p:bldP spid="369671" grpId="0" autoUpdateAnimBg="0"/>
    </p:bldLst>
  </p:timing>
</p:sld>
</file>

<file path=ppt/slides/slide5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9394"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54B2878B-9849-493E-884B-9E3920B248FC}" type="slidenum">
              <a:rPr lang="zh-CN" altLang="en-US" b="0" smtClean="0"/>
              <a:pPr/>
              <a:t>56</a:t>
            </a:fld>
            <a:endParaRPr lang="en-US" altLang="zh-CN" b="0" smtClean="0"/>
          </a:p>
        </p:txBody>
      </p:sp>
      <p:sp>
        <p:nvSpPr>
          <p:cNvPr id="59395"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601F85C-F0E2-469C-B5D3-E50836F8DD93}" type="datetime1">
              <a:rPr lang="zh-CN" altLang="en-US" sz="1800" b="0" smtClean="0"/>
              <a:pPr/>
              <a:t>2024/9/23</a:t>
            </a:fld>
            <a:endParaRPr lang="en-US" altLang="zh-CN" sz="1800" b="0" smtClean="0"/>
          </a:p>
        </p:txBody>
      </p:sp>
      <p:sp>
        <p:nvSpPr>
          <p:cNvPr id="371714" name="Rectangle 2"/>
          <p:cNvSpPr>
            <a:spLocks noGrp="1" noChangeArrowheads="1"/>
          </p:cNvSpPr>
          <p:nvPr>
            <p:ph type="title"/>
          </p:nvPr>
        </p:nvSpPr>
        <p:spPr/>
        <p:txBody>
          <a:bodyPr/>
          <a:lstStyle/>
          <a:p>
            <a:pPr>
              <a:defRPr/>
            </a:pPr>
            <a:r>
              <a:rPr lang="zh-CN" altLang="en-US" smtClean="0">
                <a:sym typeface="Symbol" pitchFamily="18" charset="2"/>
              </a:rPr>
              <a:t>2.2 全主元素法</a:t>
            </a:r>
          </a:p>
        </p:txBody>
      </p:sp>
      <p:sp>
        <p:nvSpPr>
          <p:cNvPr id="59397" name="Rectangle 3"/>
          <p:cNvSpPr>
            <a:spLocks noGrp="1" noChangeArrowheads="1"/>
          </p:cNvSpPr>
          <p:nvPr>
            <p:ph type="body" idx="1"/>
          </p:nvPr>
        </p:nvSpPr>
        <p:spPr>
          <a:xfrm>
            <a:off x="600075" y="1143000"/>
            <a:ext cx="8142288" cy="917575"/>
          </a:xfrm>
        </p:spPr>
        <p:txBody>
          <a:bodyPr/>
          <a:lstStyle/>
          <a:p>
            <a:r>
              <a:rPr lang="zh-CN" altLang="en-US" smtClean="0"/>
              <a:t>在全体待选系数中选取主元素，是</a:t>
            </a:r>
            <a:r>
              <a:rPr lang="zh-CN" altLang="en-US" smtClean="0">
                <a:sym typeface="Symbol" pitchFamily="18" charset="2"/>
              </a:rPr>
              <a:t>全主元素法。</a:t>
            </a:r>
            <a:endParaRPr lang="zh-CN" altLang="en-US" smtClean="0"/>
          </a:p>
          <a:p>
            <a:r>
              <a:rPr lang="zh-CN" altLang="en-US" smtClean="0"/>
              <a:t>例3.6 用</a:t>
            </a:r>
            <a:r>
              <a:rPr lang="zh-CN" altLang="en-US" smtClean="0">
                <a:sym typeface="Symbol" pitchFamily="18" charset="2"/>
              </a:rPr>
              <a:t>全主元素法解下列线组</a:t>
            </a:r>
          </a:p>
        </p:txBody>
      </p:sp>
      <p:grpSp>
        <p:nvGrpSpPr>
          <p:cNvPr id="371716" name="Group 4"/>
          <p:cNvGrpSpPr>
            <a:grpSpLocks/>
          </p:cNvGrpSpPr>
          <p:nvPr/>
        </p:nvGrpSpPr>
        <p:grpSpPr bwMode="auto">
          <a:xfrm>
            <a:off x="1066800" y="2209800"/>
            <a:ext cx="7848600" cy="1600200"/>
            <a:chOff x="576" y="864"/>
            <a:chExt cx="4944" cy="1008"/>
          </a:xfrm>
        </p:grpSpPr>
        <p:sp>
          <p:nvSpPr>
            <p:cNvPr id="59403" name="Rectangle 5"/>
            <p:cNvSpPr>
              <a:spLocks noChangeArrowheads="1"/>
            </p:cNvSpPr>
            <p:nvPr/>
          </p:nvSpPr>
          <p:spPr bwMode="auto">
            <a:xfrm>
              <a:off x="816" y="864"/>
              <a:ext cx="4704" cy="9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3200">
                  <a:latin typeface="Times New Roman" pitchFamily="18" charset="0"/>
                </a:rPr>
                <a:t> </a:t>
              </a:r>
              <a:r>
                <a:rPr lang="en-US" altLang="zh-CN" sz="2800">
                  <a:latin typeface="Times New Roman" pitchFamily="18" charset="0"/>
                </a:rPr>
                <a:t>10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- 19</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- 2</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=3       (1)</a:t>
              </a:r>
            </a:p>
            <a:p>
              <a:pPr marL="258763" indent="-258763" algn="l" defTabSz="814388">
                <a:lnSpc>
                  <a:spcPct val="90000"/>
                </a:lnSpc>
                <a:spcBef>
                  <a:spcPts val="1200"/>
                </a:spcBef>
                <a:buClr>
                  <a:srgbClr val="27305F"/>
                </a:buClr>
                <a:buSzPct val="60000"/>
                <a:buFont typeface="Wingdings" pitchFamily="2" charset="2"/>
                <a:buNone/>
              </a:pPr>
              <a:r>
                <a:rPr lang="en-US" altLang="zh-CN" sz="2800">
                  <a:latin typeface="Times New Roman" pitchFamily="18" charset="0"/>
                </a:rPr>
                <a:t>-20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+40</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=4       (2)</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x</a:t>
              </a:r>
              <a:r>
                <a:rPr lang="en-US" altLang="zh-CN" sz="2800" baseline="-25000">
                  <a:latin typeface="Times New Roman" pitchFamily="18" charset="0"/>
                </a:rPr>
                <a:t>1 </a:t>
              </a:r>
              <a:r>
                <a:rPr lang="en-US" altLang="zh-CN" sz="2800">
                  <a:latin typeface="Times New Roman" pitchFamily="18" charset="0"/>
                </a:rPr>
                <a:t>+ 4</a:t>
              </a:r>
              <a:r>
                <a:rPr lang="en-US" altLang="zh-CN" sz="2800" i="1">
                  <a:latin typeface="Times New Roman" pitchFamily="18" charset="0"/>
                </a:rPr>
                <a:t>x</a:t>
              </a:r>
              <a:r>
                <a:rPr lang="en-US" altLang="zh-CN" sz="2800" baseline="-25000">
                  <a:latin typeface="Times New Roman" pitchFamily="18" charset="0"/>
                </a:rPr>
                <a:t>2 </a:t>
              </a:r>
              <a:r>
                <a:rPr lang="en-US" altLang="zh-CN" sz="2800">
                  <a:latin typeface="Times New Roman" pitchFamily="18" charset="0"/>
                </a:rPr>
                <a:t>+ 5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       (3)</a:t>
              </a:r>
            </a:p>
          </p:txBody>
        </p:sp>
        <p:sp>
          <p:nvSpPr>
            <p:cNvPr id="59404" name="AutoShape 6"/>
            <p:cNvSpPr>
              <a:spLocks/>
            </p:cNvSpPr>
            <p:nvPr/>
          </p:nvSpPr>
          <p:spPr bwMode="auto">
            <a:xfrm>
              <a:off x="576" y="960"/>
              <a:ext cx="196" cy="912"/>
            </a:xfrm>
            <a:prstGeom prst="leftBrace">
              <a:avLst>
                <a:gd name="adj1" fmla="val 38776"/>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71719" name="Rectangle 7"/>
          <p:cNvSpPr>
            <a:spLocks noChangeArrowheads="1"/>
          </p:cNvSpPr>
          <p:nvPr/>
        </p:nvSpPr>
        <p:spPr bwMode="auto">
          <a:xfrm>
            <a:off x="609600" y="3962400"/>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Char char="n"/>
            </a:pPr>
            <a:r>
              <a:rPr lang="zh-CN" altLang="en-US" sz="2800">
                <a:latin typeface="黑体" pitchFamily="2" charset="-122"/>
                <a:ea typeface="黑体" pitchFamily="2" charset="-122"/>
              </a:rPr>
              <a:t>解：选择</a:t>
            </a:r>
            <a:r>
              <a:rPr lang="en-US" altLang="zh-CN" sz="2800">
                <a:latin typeface="黑体" pitchFamily="2" charset="-122"/>
                <a:ea typeface="黑体" pitchFamily="2" charset="-122"/>
              </a:rPr>
              <a:t>40</a:t>
            </a:r>
            <a:r>
              <a:rPr lang="zh-CN" altLang="en-US" sz="2800">
                <a:latin typeface="黑体" pitchFamily="2" charset="-122"/>
                <a:ea typeface="黑体" pitchFamily="2" charset="-122"/>
              </a:rPr>
              <a:t>作为</a:t>
            </a:r>
            <a:r>
              <a:rPr lang="zh-CN" altLang="en-US" sz="2800">
                <a:latin typeface="黑体" pitchFamily="2" charset="-122"/>
                <a:ea typeface="黑体" pitchFamily="2" charset="-122"/>
                <a:sym typeface="Symbol" pitchFamily="18" charset="2"/>
              </a:rPr>
              <a:t>主元素，交换后得</a:t>
            </a:r>
          </a:p>
        </p:txBody>
      </p:sp>
      <p:grpSp>
        <p:nvGrpSpPr>
          <p:cNvPr id="371725" name="Group 13"/>
          <p:cNvGrpSpPr>
            <a:grpSpLocks/>
          </p:cNvGrpSpPr>
          <p:nvPr/>
        </p:nvGrpSpPr>
        <p:grpSpPr bwMode="auto">
          <a:xfrm>
            <a:off x="1066800" y="4724400"/>
            <a:ext cx="7848600" cy="1071563"/>
            <a:chOff x="384" y="3264"/>
            <a:chExt cx="4944" cy="675"/>
          </a:xfrm>
        </p:grpSpPr>
        <p:sp>
          <p:nvSpPr>
            <p:cNvPr id="59401" name="Rectangle 10"/>
            <p:cNvSpPr>
              <a:spLocks noChangeArrowheads="1"/>
            </p:cNvSpPr>
            <p:nvPr/>
          </p:nvSpPr>
          <p:spPr bwMode="auto">
            <a:xfrm>
              <a:off x="624" y="3264"/>
              <a:ext cx="4704" cy="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60000"/>
                </a:lnSpc>
                <a:spcBef>
                  <a:spcPts val="1200"/>
                </a:spcBef>
                <a:buClr>
                  <a:srgbClr val="27305F"/>
                </a:buClr>
                <a:buSzPct val="60000"/>
                <a:buFont typeface="Wingdings" pitchFamily="2" charset="2"/>
                <a:buNone/>
              </a:pPr>
              <a:r>
                <a:rPr lang="en-US" altLang="zh-CN" sz="2800">
                  <a:latin typeface="Times New Roman" pitchFamily="18" charset="0"/>
                </a:rPr>
                <a:t>40</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 - 20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a:t>
              </a:r>
              <a:r>
                <a:rPr lang="en-US" altLang="zh-CN" sz="2800" baseline="-250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=4      (4)</a:t>
              </a:r>
            </a:p>
            <a:p>
              <a:pPr marL="258763" indent="-258763" algn="l" defTabSz="814388">
                <a:lnSpc>
                  <a:spcPct val="60000"/>
                </a:lnSpc>
                <a:spcBef>
                  <a:spcPts val="1200"/>
                </a:spcBef>
                <a:buClr>
                  <a:srgbClr val="27305F"/>
                </a:buClr>
                <a:buSzPct val="60000"/>
                <a:buFont typeface="Wingdings" pitchFamily="2" charset="2"/>
                <a:buNone/>
              </a:pPr>
              <a:r>
                <a:rPr lang="en-US" altLang="zh-CN" sz="2800">
                  <a:latin typeface="Times New Roman" pitchFamily="18" charset="0"/>
                </a:rPr>
                <a:t>-19</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+10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- 2</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=3      (5)</a:t>
              </a:r>
            </a:p>
            <a:p>
              <a:pPr marL="258763" indent="-258763" algn="l" defTabSz="814388">
                <a:lnSpc>
                  <a:spcPct val="60000"/>
                </a:lnSpc>
                <a:spcBef>
                  <a:spcPts val="1200"/>
                </a:spcBef>
                <a:buClr>
                  <a:srgbClr val="27305F"/>
                </a:buClr>
                <a:buSzPct val="60000"/>
                <a:buFont typeface="Wingdings" pitchFamily="2" charset="2"/>
                <a:buNone/>
              </a:pPr>
              <a:r>
                <a:rPr lang="en-US" altLang="zh-CN" sz="2800" i="1">
                  <a:latin typeface="Times New Roman" pitchFamily="18" charset="0"/>
                </a:rPr>
                <a:t>   </a:t>
              </a:r>
              <a:r>
                <a:rPr lang="en-US" altLang="zh-CN" sz="2800">
                  <a:latin typeface="Times New Roman" pitchFamily="18" charset="0"/>
                </a:rPr>
                <a:t>4</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a:t>
              </a:r>
              <a:r>
                <a:rPr lang="en-US" altLang="zh-CN" sz="2800" i="1">
                  <a:latin typeface="Times New Roman" pitchFamily="18" charset="0"/>
                </a:rPr>
                <a:t>    x</a:t>
              </a:r>
              <a:r>
                <a:rPr lang="en-US" altLang="zh-CN" sz="2800" baseline="-25000">
                  <a:latin typeface="Times New Roman" pitchFamily="18" charset="0"/>
                </a:rPr>
                <a:t>1 </a:t>
              </a:r>
              <a:r>
                <a:rPr lang="en-US" altLang="zh-CN" sz="2800">
                  <a:latin typeface="Times New Roman" pitchFamily="18" charset="0"/>
                </a:rPr>
                <a:t>+5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=5      (6)</a:t>
              </a:r>
            </a:p>
          </p:txBody>
        </p:sp>
        <p:sp>
          <p:nvSpPr>
            <p:cNvPr id="59402" name="AutoShape 11"/>
            <p:cNvSpPr>
              <a:spLocks/>
            </p:cNvSpPr>
            <p:nvPr/>
          </p:nvSpPr>
          <p:spPr bwMode="auto">
            <a:xfrm>
              <a:off x="384" y="3264"/>
              <a:ext cx="196" cy="672"/>
            </a:xfrm>
            <a:prstGeom prst="leftBrace">
              <a:avLst>
                <a:gd name="adj1" fmla="val 28571"/>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371716"/>
                                        </p:tgtEl>
                                        <p:attrNameLst>
                                          <p:attrName>style.visibility</p:attrName>
                                        </p:attrNameLst>
                                      </p:cBhvr>
                                      <p:to>
                                        <p:strVal val="visible"/>
                                      </p:to>
                                    </p:set>
                                    <p:animEffect transition="in" filter="dissolve">
                                      <p:cBhvr>
                                        <p:cTn id="7" dur="500"/>
                                        <p:tgtEl>
                                          <p:spTgt spid="3717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71719"/>
                                        </p:tgtEl>
                                        <p:attrNameLst>
                                          <p:attrName>style.visibility</p:attrName>
                                        </p:attrNameLst>
                                      </p:cBhvr>
                                      <p:to>
                                        <p:strVal val="visible"/>
                                      </p:to>
                                    </p:set>
                                    <p:animEffect transition="in" filter="wipe(up)">
                                      <p:cBhvr>
                                        <p:cTn id="12" dur="75"/>
                                        <p:tgtEl>
                                          <p:spTgt spid="3717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71725"/>
                                        </p:tgtEl>
                                        <p:attrNameLst>
                                          <p:attrName>style.visibility</p:attrName>
                                        </p:attrNameLst>
                                      </p:cBhvr>
                                      <p:to>
                                        <p:strVal val="visible"/>
                                      </p:to>
                                    </p:set>
                                    <p:animEffect transition="in" filter="dissolve">
                                      <p:cBhvr>
                                        <p:cTn id="17" dur="500"/>
                                        <p:tgtEl>
                                          <p:spTgt spid="3717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1719" grpId="0" autoUpdateAnimBg="0"/>
    </p:bldLst>
  </p:timing>
</p:sld>
</file>

<file path=ppt/slides/slide5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418"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509073BF-000D-4F24-9C3D-61322890B8EA}" type="slidenum">
              <a:rPr lang="zh-CN" altLang="en-US" b="0" smtClean="0"/>
              <a:pPr/>
              <a:t>57</a:t>
            </a:fld>
            <a:endParaRPr lang="en-US" altLang="zh-CN" b="0" smtClean="0"/>
          </a:p>
        </p:txBody>
      </p:sp>
      <p:sp>
        <p:nvSpPr>
          <p:cNvPr id="60419"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6B9DA553-A059-49CA-A671-AE430BB02587}" type="datetime1">
              <a:rPr lang="zh-CN" altLang="en-US" sz="1800" b="0" smtClean="0"/>
              <a:pPr/>
              <a:t>2024/9/23</a:t>
            </a:fld>
            <a:endParaRPr lang="en-US" altLang="zh-CN" sz="1800" b="0" smtClean="0"/>
          </a:p>
        </p:txBody>
      </p:sp>
      <p:sp>
        <p:nvSpPr>
          <p:cNvPr id="372738" name="Rectangle 2"/>
          <p:cNvSpPr>
            <a:spLocks noGrp="1" noChangeArrowheads="1"/>
          </p:cNvSpPr>
          <p:nvPr>
            <p:ph type="title"/>
          </p:nvPr>
        </p:nvSpPr>
        <p:spPr/>
        <p:txBody>
          <a:bodyPr/>
          <a:lstStyle/>
          <a:p>
            <a:pPr>
              <a:defRPr/>
            </a:pPr>
            <a:r>
              <a:rPr lang="zh-CN" altLang="en-US" smtClean="0">
                <a:sym typeface="Symbol" pitchFamily="18" charset="2"/>
              </a:rPr>
              <a:t>2.2 全主元素法</a:t>
            </a:r>
          </a:p>
        </p:txBody>
      </p:sp>
      <p:sp>
        <p:nvSpPr>
          <p:cNvPr id="372739" name="Rectangle 3"/>
          <p:cNvSpPr>
            <a:spLocks noGrp="1" noChangeArrowheads="1"/>
          </p:cNvSpPr>
          <p:nvPr>
            <p:ph type="body" idx="1"/>
          </p:nvPr>
        </p:nvSpPr>
        <p:spPr>
          <a:xfrm>
            <a:off x="600075" y="1292225"/>
            <a:ext cx="8142288" cy="917575"/>
          </a:xfrm>
        </p:spPr>
        <p:txBody>
          <a:bodyPr/>
          <a:lstStyle/>
          <a:p>
            <a:pPr>
              <a:buFont typeface="Wingdings" pitchFamily="2" charset="2"/>
              <a:buNone/>
            </a:pPr>
            <a:r>
              <a:rPr lang="zh-CN" altLang="en-US" smtClean="0"/>
              <a:t>计算</a:t>
            </a:r>
            <a:r>
              <a:rPr lang="en-US" altLang="zh-CN" i="1" smtClean="0">
                <a:sym typeface="Symbol" pitchFamily="18" charset="2"/>
              </a:rPr>
              <a:t>l</a:t>
            </a:r>
            <a:r>
              <a:rPr lang="en-US" altLang="zh-CN" i="1" baseline="-25000" smtClean="0">
                <a:sym typeface="Symbol" pitchFamily="18" charset="2"/>
              </a:rPr>
              <a:t>21</a:t>
            </a:r>
            <a:r>
              <a:rPr lang="en-US" altLang="zh-CN" smtClean="0">
                <a:sym typeface="Symbol" pitchFamily="18" charset="2"/>
              </a:rPr>
              <a:t>=-19/40</a:t>
            </a:r>
            <a:r>
              <a:rPr lang="en-US" altLang="zh-CN" smtClean="0"/>
              <a:t>=0.475</a:t>
            </a:r>
            <a:r>
              <a:rPr lang="zh-CN" altLang="en-US" smtClean="0">
                <a:sym typeface="Symbol" pitchFamily="18" charset="2"/>
              </a:rPr>
              <a:t>， </a:t>
            </a:r>
            <a:r>
              <a:rPr lang="en-US" altLang="zh-CN" i="1" smtClean="0">
                <a:sym typeface="Symbol" pitchFamily="18" charset="2"/>
              </a:rPr>
              <a:t>l</a:t>
            </a:r>
            <a:r>
              <a:rPr lang="en-US" altLang="zh-CN" i="1" baseline="-25000" smtClean="0">
                <a:sym typeface="Symbol" pitchFamily="18" charset="2"/>
              </a:rPr>
              <a:t>31</a:t>
            </a:r>
            <a:r>
              <a:rPr lang="en-US" altLang="zh-CN" smtClean="0">
                <a:sym typeface="Symbol" pitchFamily="18" charset="2"/>
              </a:rPr>
              <a:t>=4/40</a:t>
            </a:r>
            <a:r>
              <a:rPr lang="en-US" altLang="zh-CN" smtClean="0"/>
              <a:t>=0.1</a:t>
            </a:r>
            <a:endParaRPr lang="zh-CN" altLang="en-US" smtClean="0"/>
          </a:p>
          <a:p>
            <a:pPr>
              <a:buFont typeface="Wingdings" pitchFamily="2" charset="2"/>
              <a:buNone/>
            </a:pPr>
            <a:r>
              <a:rPr lang="zh-CN" altLang="en-US" smtClean="0"/>
              <a:t>(5)- </a:t>
            </a:r>
            <a:r>
              <a:rPr lang="en-US" altLang="zh-CN" i="1" smtClean="0">
                <a:sym typeface="Symbol" pitchFamily="18" charset="2"/>
              </a:rPr>
              <a:t>l</a:t>
            </a:r>
            <a:r>
              <a:rPr lang="en-US" altLang="zh-CN" i="1" baseline="-25000" smtClean="0">
                <a:sym typeface="Symbol" pitchFamily="18" charset="2"/>
              </a:rPr>
              <a:t>21</a:t>
            </a:r>
            <a:r>
              <a:rPr lang="zh-CN" altLang="en-US" smtClean="0"/>
              <a:t>(4),   (6)- </a:t>
            </a:r>
            <a:r>
              <a:rPr lang="en-US" altLang="zh-CN" i="1" smtClean="0">
                <a:sym typeface="Symbol" pitchFamily="18" charset="2"/>
              </a:rPr>
              <a:t>l</a:t>
            </a:r>
            <a:r>
              <a:rPr lang="en-US" altLang="zh-CN" i="1" baseline="-25000" smtClean="0">
                <a:sym typeface="Symbol" pitchFamily="18" charset="2"/>
              </a:rPr>
              <a:t>31</a:t>
            </a:r>
            <a:r>
              <a:rPr lang="zh-CN" altLang="en-US" smtClean="0"/>
              <a:t>(4)得</a:t>
            </a:r>
          </a:p>
        </p:txBody>
      </p:sp>
      <p:grpSp>
        <p:nvGrpSpPr>
          <p:cNvPr id="372740" name="Group 4"/>
          <p:cNvGrpSpPr>
            <a:grpSpLocks/>
          </p:cNvGrpSpPr>
          <p:nvPr/>
        </p:nvGrpSpPr>
        <p:grpSpPr bwMode="auto">
          <a:xfrm>
            <a:off x="685800" y="2286000"/>
            <a:ext cx="7772400" cy="920750"/>
            <a:chOff x="432" y="1440"/>
            <a:chExt cx="4896" cy="580"/>
          </a:xfrm>
        </p:grpSpPr>
        <p:sp>
          <p:nvSpPr>
            <p:cNvPr id="60428" name="Rectangle 5"/>
            <p:cNvSpPr>
              <a:spLocks noChangeArrowheads="1"/>
            </p:cNvSpPr>
            <p:nvPr/>
          </p:nvSpPr>
          <p:spPr bwMode="auto">
            <a:xfrm>
              <a:off x="624" y="1440"/>
              <a:ext cx="4704"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0.5x</a:t>
              </a:r>
              <a:r>
                <a:rPr lang="en-US" altLang="zh-CN" sz="2800" baseline="-25000">
                  <a:latin typeface="Times New Roman" pitchFamily="18" charset="0"/>
                </a:rPr>
                <a:t>1 </a:t>
              </a:r>
              <a:r>
                <a:rPr lang="en-US" altLang="zh-CN" sz="2800">
                  <a:latin typeface="Times New Roman" pitchFamily="18" charset="0"/>
                </a:rPr>
                <a:t>–1.525</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=4.9      (7)</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3x</a:t>
              </a:r>
              <a:r>
                <a:rPr lang="en-US" altLang="zh-CN" sz="2800" baseline="-25000">
                  <a:latin typeface="Times New Roman" pitchFamily="18" charset="0"/>
                </a:rPr>
                <a:t>1 </a:t>
              </a:r>
              <a:r>
                <a:rPr lang="en-US" altLang="zh-CN" sz="2800">
                  <a:latin typeface="Times New Roman" pitchFamily="18" charset="0"/>
                </a:rPr>
                <a:t>+    4.9</a:t>
              </a:r>
              <a:r>
                <a:rPr lang="en-US" altLang="zh-CN" sz="2800" i="1">
                  <a:latin typeface="Times New Roman" pitchFamily="18" charset="0"/>
                </a:rPr>
                <a:t>x</a:t>
              </a:r>
              <a:r>
                <a:rPr lang="en-US" altLang="zh-CN" sz="2800" baseline="-25000">
                  <a:latin typeface="Times New Roman" pitchFamily="18" charset="0"/>
                </a:rPr>
                <a:t>3</a:t>
              </a:r>
              <a:r>
                <a:rPr lang="en-US" altLang="zh-CN" sz="2800">
                  <a:latin typeface="Times New Roman" pitchFamily="18" charset="0"/>
                </a:rPr>
                <a:t>=4.6      (8)</a:t>
              </a:r>
            </a:p>
          </p:txBody>
        </p:sp>
        <p:sp>
          <p:nvSpPr>
            <p:cNvPr id="60429" name="AutoShape 6"/>
            <p:cNvSpPr>
              <a:spLocks/>
            </p:cNvSpPr>
            <p:nvPr/>
          </p:nvSpPr>
          <p:spPr bwMode="auto">
            <a:xfrm>
              <a:off x="432" y="1536"/>
              <a:ext cx="148" cy="432"/>
            </a:xfrm>
            <a:prstGeom prst="leftBrace">
              <a:avLst>
                <a:gd name="adj1" fmla="val 24324"/>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72743" name="Rectangle 7"/>
          <p:cNvSpPr>
            <a:spLocks noChangeArrowheads="1"/>
          </p:cNvSpPr>
          <p:nvPr/>
        </p:nvSpPr>
        <p:spPr bwMode="auto">
          <a:xfrm>
            <a:off x="620713" y="3349625"/>
            <a:ext cx="8142287"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黑体" pitchFamily="2" charset="-122"/>
                <a:ea typeface="黑体" pitchFamily="2" charset="-122"/>
              </a:rPr>
              <a:t>选4.9为主元素</a:t>
            </a:r>
          </a:p>
        </p:txBody>
      </p:sp>
      <p:grpSp>
        <p:nvGrpSpPr>
          <p:cNvPr id="372744" name="Group 8"/>
          <p:cNvGrpSpPr>
            <a:grpSpLocks/>
          </p:cNvGrpSpPr>
          <p:nvPr/>
        </p:nvGrpSpPr>
        <p:grpSpPr bwMode="auto">
          <a:xfrm>
            <a:off x="685800" y="3727450"/>
            <a:ext cx="7772400" cy="920750"/>
            <a:chOff x="432" y="1440"/>
            <a:chExt cx="4896" cy="580"/>
          </a:xfrm>
        </p:grpSpPr>
        <p:sp>
          <p:nvSpPr>
            <p:cNvPr id="60426" name="Rectangle 9"/>
            <p:cNvSpPr>
              <a:spLocks noChangeArrowheads="1"/>
            </p:cNvSpPr>
            <p:nvPr/>
          </p:nvSpPr>
          <p:spPr bwMode="auto">
            <a:xfrm>
              <a:off x="624" y="1440"/>
              <a:ext cx="4704" cy="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   4.9x</a:t>
              </a:r>
              <a:r>
                <a:rPr lang="en-US" altLang="zh-CN" sz="2800" baseline="-25000">
                  <a:latin typeface="Times New Roman" pitchFamily="18" charset="0"/>
                </a:rPr>
                <a:t>3 </a:t>
              </a:r>
              <a:r>
                <a:rPr lang="en-US" altLang="zh-CN" sz="2800">
                  <a:latin typeface="Times New Roman" pitchFamily="18" charset="0"/>
                </a:rPr>
                <a:t>+    3</a:t>
              </a: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=4.6      (9)</a:t>
              </a:r>
            </a:p>
            <a:p>
              <a:pPr marL="258763" indent="-258763" algn="l" defTabSz="814388">
                <a:lnSpc>
                  <a:spcPct val="90000"/>
                </a:lnSpc>
                <a:spcBef>
                  <a:spcPts val="1200"/>
                </a:spcBef>
                <a:buClr>
                  <a:srgbClr val="27305F"/>
                </a:buClr>
                <a:buSzPct val="60000"/>
                <a:buFont typeface="Wingdings" pitchFamily="2" charset="2"/>
                <a:buNone/>
              </a:pPr>
              <a:r>
                <a:rPr lang="en-US" altLang="zh-CN" sz="2800" i="1">
                  <a:latin typeface="Times New Roman" pitchFamily="18" charset="0"/>
                </a:rPr>
                <a:t>1.525x</a:t>
              </a:r>
              <a:r>
                <a:rPr lang="en-US" altLang="zh-CN" sz="2800" baseline="-25000">
                  <a:latin typeface="Times New Roman" pitchFamily="18" charset="0"/>
                </a:rPr>
                <a:t>3 </a:t>
              </a:r>
              <a:r>
                <a:rPr lang="en-US" altLang="zh-CN" sz="2800">
                  <a:latin typeface="Times New Roman" pitchFamily="18" charset="0"/>
                </a:rPr>
                <a:t>+0.5</a:t>
              </a: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=4.9      (10)</a:t>
              </a:r>
            </a:p>
          </p:txBody>
        </p:sp>
        <p:sp>
          <p:nvSpPr>
            <p:cNvPr id="60427" name="AutoShape 10"/>
            <p:cNvSpPr>
              <a:spLocks/>
            </p:cNvSpPr>
            <p:nvPr/>
          </p:nvSpPr>
          <p:spPr bwMode="auto">
            <a:xfrm>
              <a:off x="432" y="1536"/>
              <a:ext cx="148" cy="432"/>
            </a:xfrm>
            <a:prstGeom prst="leftBrace">
              <a:avLst>
                <a:gd name="adj1" fmla="val 24324"/>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72747" name="Rectangle 11"/>
          <p:cNvSpPr>
            <a:spLocks noChangeArrowheads="1"/>
          </p:cNvSpPr>
          <p:nvPr/>
        </p:nvSpPr>
        <p:spPr bwMode="auto">
          <a:xfrm>
            <a:off x="685800" y="4797425"/>
            <a:ext cx="8142288" cy="145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计算</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32</a:t>
            </a:r>
            <a:r>
              <a:rPr lang="en-US" altLang="zh-CN" sz="2800">
                <a:latin typeface="Times New Roman" pitchFamily="18" charset="0"/>
                <a:sym typeface="Symbol" pitchFamily="18" charset="2"/>
              </a:rPr>
              <a:t>=-1.525/4.9</a:t>
            </a:r>
            <a:r>
              <a:rPr lang="en-US" altLang="zh-CN" sz="2800">
                <a:latin typeface="Times New Roman" pitchFamily="18" charset="0"/>
              </a:rPr>
              <a:t>=-0.31122</a:t>
            </a:r>
            <a:r>
              <a:rPr lang="zh-CN" altLang="en-US" sz="2800">
                <a:latin typeface="Times New Roman" pitchFamily="18" charset="0"/>
                <a:sym typeface="Symbol" pitchFamily="18" charset="2"/>
              </a:rPr>
              <a:t>， </a:t>
            </a:r>
          </a:p>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(10)- </a:t>
            </a:r>
            <a:r>
              <a:rPr lang="en-US" altLang="zh-CN" sz="2800" i="1">
                <a:latin typeface="Times New Roman" pitchFamily="18" charset="0"/>
                <a:sym typeface="Symbol" pitchFamily="18" charset="2"/>
              </a:rPr>
              <a:t>l</a:t>
            </a:r>
            <a:r>
              <a:rPr lang="en-US" altLang="zh-CN" sz="2800" i="1" baseline="-25000">
                <a:latin typeface="Times New Roman" pitchFamily="18" charset="0"/>
                <a:sym typeface="Symbol" pitchFamily="18" charset="2"/>
              </a:rPr>
              <a:t>32</a:t>
            </a:r>
            <a:r>
              <a:rPr lang="zh-CN" altLang="en-US" sz="2800">
                <a:latin typeface="Times New Roman" pitchFamily="18" charset="0"/>
              </a:rPr>
              <a:t>(9) 得</a:t>
            </a:r>
          </a:p>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rPr>
              <a:t>1.43366</a:t>
            </a:r>
            <a:r>
              <a:rPr lang="en-US" altLang="zh-CN" sz="2800">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=6. 33161    (11)</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72739">
                                            <p:txEl>
                                              <p:pRg st="0" end="0"/>
                                            </p:txEl>
                                          </p:spTgt>
                                        </p:tgtEl>
                                        <p:attrNameLst>
                                          <p:attrName>style.visibility</p:attrName>
                                        </p:attrNameLst>
                                      </p:cBhvr>
                                      <p:to>
                                        <p:strVal val="visible"/>
                                      </p:to>
                                    </p:set>
                                    <p:animEffect transition="in" filter="wipe(up)">
                                      <p:cBhvr>
                                        <p:cTn id="7" dur="75"/>
                                        <p:tgtEl>
                                          <p:spTgt spid="3727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iterate type="lt">
                                    <p:tmPct val="100000"/>
                                  </p:iterate>
                                  <p:childTnLst>
                                    <p:set>
                                      <p:cBhvr>
                                        <p:cTn id="11" dur="1" fill="hold">
                                          <p:stCondLst>
                                            <p:cond delay="0"/>
                                          </p:stCondLst>
                                        </p:cTn>
                                        <p:tgtEl>
                                          <p:spTgt spid="372739">
                                            <p:txEl>
                                              <p:pRg st="1" end="1"/>
                                            </p:txEl>
                                          </p:spTgt>
                                        </p:tgtEl>
                                        <p:attrNameLst>
                                          <p:attrName>style.visibility</p:attrName>
                                        </p:attrNameLst>
                                      </p:cBhvr>
                                      <p:to>
                                        <p:strVal val="visible"/>
                                      </p:to>
                                    </p:set>
                                    <p:animEffect transition="in" filter="wipe(up)">
                                      <p:cBhvr>
                                        <p:cTn id="12" dur="75"/>
                                        <p:tgtEl>
                                          <p:spTgt spid="3727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372740"/>
                                        </p:tgtEl>
                                        <p:attrNameLst>
                                          <p:attrName>style.visibility</p:attrName>
                                        </p:attrNameLst>
                                      </p:cBhvr>
                                      <p:to>
                                        <p:strVal val="visible"/>
                                      </p:to>
                                    </p:set>
                                    <p:animEffect transition="in" filter="dissolve">
                                      <p:cBhvr>
                                        <p:cTn id="17" dur="500"/>
                                        <p:tgtEl>
                                          <p:spTgt spid="3727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iterate type="lt">
                                    <p:tmPct val="100000"/>
                                  </p:iterate>
                                  <p:childTnLst>
                                    <p:set>
                                      <p:cBhvr>
                                        <p:cTn id="21" dur="1" fill="hold">
                                          <p:stCondLst>
                                            <p:cond delay="0"/>
                                          </p:stCondLst>
                                        </p:cTn>
                                        <p:tgtEl>
                                          <p:spTgt spid="372743"/>
                                        </p:tgtEl>
                                        <p:attrNameLst>
                                          <p:attrName>style.visibility</p:attrName>
                                        </p:attrNameLst>
                                      </p:cBhvr>
                                      <p:to>
                                        <p:strVal val="visible"/>
                                      </p:to>
                                    </p:set>
                                    <p:animEffect transition="in" filter="wipe(up)">
                                      <p:cBhvr>
                                        <p:cTn id="22" dur="75"/>
                                        <p:tgtEl>
                                          <p:spTgt spid="37274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372744"/>
                                        </p:tgtEl>
                                        <p:attrNameLst>
                                          <p:attrName>style.visibility</p:attrName>
                                        </p:attrNameLst>
                                      </p:cBhvr>
                                      <p:to>
                                        <p:strVal val="visible"/>
                                      </p:to>
                                    </p:set>
                                    <p:animEffect transition="in" filter="dissolve">
                                      <p:cBhvr>
                                        <p:cTn id="27" dur="500"/>
                                        <p:tgtEl>
                                          <p:spTgt spid="37274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iterate type="lt">
                                    <p:tmPct val="100000"/>
                                  </p:iterate>
                                  <p:childTnLst>
                                    <p:set>
                                      <p:cBhvr>
                                        <p:cTn id="31" dur="1" fill="hold">
                                          <p:stCondLst>
                                            <p:cond delay="0"/>
                                          </p:stCondLst>
                                        </p:cTn>
                                        <p:tgtEl>
                                          <p:spTgt spid="372747"/>
                                        </p:tgtEl>
                                        <p:attrNameLst>
                                          <p:attrName>style.visibility</p:attrName>
                                        </p:attrNameLst>
                                      </p:cBhvr>
                                      <p:to>
                                        <p:strVal val="visible"/>
                                      </p:to>
                                    </p:set>
                                    <p:animEffect transition="in" filter="wipe(up)">
                                      <p:cBhvr>
                                        <p:cTn id="32" dur="75"/>
                                        <p:tgtEl>
                                          <p:spTgt spid="3727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2739" grpId="0" build="p" bldLvl="2" autoUpdateAnimBg="0"/>
      <p:bldP spid="372743" grpId="0" autoUpdateAnimBg="0"/>
      <p:bldP spid="372747" grpId="0"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42"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11F40DE2-297D-44B5-A45E-B10911ECD4D2}" type="slidenum">
              <a:rPr lang="zh-CN" altLang="en-US" b="0" smtClean="0"/>
              <a:pPr/>
              <a:t>58</a:t>
            </a:fld>
            <a:endParaRPr lang="en-US" altLang="zh-CN" b="0" smtClean="0"/>
          </a:p>
        </p:txBody>
      </p:sp>
      <p:sp>
        <p:nvSpPr>
          <p:cNvPr id="61443"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EBBB4CFF-9583-4FB3-8956-9823EEAFAE0E}" type="datetime1">
              <a:rPr lang="zh-CN" altLang="en-US" sz="1800" b="0" smtClean="0"/>
              <a:pPr/>
              <a:t>2024/9/23</a:t>
            </a:fld>
            <a:endParaRPr lang="en-US" altLang="zh-CN" sz="1800" b="0" smtClean="0"/>
          </a:p>
        </p:txBody>
      </p:sp>
      <p:sp>
        <p:nvSpPr>
          <p:cNvPr id="373762" name="Rectangle 2"/>
          <p:cNvSpPr>
            <a:spLocks noGrp="1" noChangeArrowheads="1"/>
          </p:cNvSpPr>
          <p:nvPr>
            <p:ph type="title"/>
          </p:nvPr>
        </p:nvSpPr>
        <p:spPr/>
        <p:txBody>
          <a:bodyPr/>
          <a:lstStyle/>
          <a:p>
            <a:pPr>
              <a:defRPr/>
            </a:pPr>
            <a:r>
              <a:rPr lang="zh-CN" altLang="en-US" smtClean="0">
                <a:sym typeface="Symbol" pitchFamily="18" charset="2"/>
              </a:rPr>
              <a:t>2.2 全主元素法</a:t>
            </a:r>
          </a:p>
        </p:txBody>
      </p:sp>
      <p:sp>
        <p:nvSpPr>
          <p:cNvPr id="373763" name="Rectangle 3"/>
          <p:cNvSpPr>
            <a:spLocks noGrp="1" noChangeArrowheads="1"/>
          </p:cNvSpPr>
          <p:nvPr>
            <p:ph type="body" idx="1"/>
          </p:nvPr>
        </p:nvSpPr>
        <p:spPr>
          <a:xfrm>
            <a:off x="600075" y="1292225"/>
            <a:ext cx="8142288" cy="384175"/>
          </a:xfrm>
        </p:spPr>
        <p:txBody>
          <a:bodyPr/>
          <a:lstStyle/>
          <a:p>
            <a:pPr>
              <a:buFont typeface="Wingdings" pitchFamily="2" charset="2"/>
              <a:buNone/>
            </a:pPr>
            <a:r>
              <a:rPr lang="zh-CN" altLang="en-US" smtClean="0"/>
              <a:t>保留有主元素的方程</a:t>
            </a:r>
          </a:p>
        </p:txBody>
      </p:sp>
      <p:grpSp>
        <p:nvGrpSpPr>
          <p:cNvPr id="373764" name="Group 4"/>
          <p:cNvGrpSpPr>
            <a:grpSpLocks/>
          </p:cNvGrpSpPr>
          <p:nvPr/>
        </p:nvGrpSpPr>
        <p:grpSpPr bwMode="auto">
          <a:xfrm>
            <a:off x="990600" y="1752600"/>
            <a:ext cx="7848600" cy="1600200"/>
            <a:chOff x="576" y="864"/>
            <a:chExt cx="4944" cy="1008"/>
          </a:xfrm>
        </p:grpSpPr>
        <p:sp>
          <p:nvSpPr>
            <p:cNvPr id="61451" name="Rectangle 5"/>
            <p:cNvSpPr>
              <a:spLocks noChangeArrowheads="1"/>
            </p:cNvSpPr>
            <p:nvPr/>
          </p:nvSpPr>
          <p:spPr bwMode="auto">
            <a:xfrm>
              <a:off x="816" y="864"/>
              <a:ext cx="4704" cy="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r>
                <a:rPr lang="en-US" altLang="zh-CN" sz="2800">
                  <a:latin typeface="Times New Roman" pitchFamily="18" charset="0"/>
                </a:rPr>
                <a:t>40</a:t>
              </a:r>
              <a:r>
                <a:rPr lang="en-US" altLang="zh-CN" sz="2800" i="1">
                  <a:latin typeface="Times New Roman" pitchFamily="18" charset="0"/>
                </a:rPr>
                <a:t>x</a:t>
              </a:r>
              <a:r>
                <a:rPr lang="en-US" altLang="zh-CN" sz="2800" baseline="-25000">
                  <a:latin typeface="Times New Roman" pitchFamily="18" charset="0"/>
                </a:rPr>
                <a:t>2</a:t>
              </a:r>
              <a:r>
                <a:rPr lang="en-US" altLang="zh-CN" sz="2800">
                  <a:latin typeface="Times New Roman" pitchFamily="18" charset="0"/>
                </a:rPr>
                <a:t> - 20</a:t>
              </a:r>
              <a:r>
                <a:rPr lang="en-US" altLang="zh-CN" sz="2800" i="1">
                  <a:latin typeface="Times New Roman" pitchFamily="18" charset="0"/>
                </a:rPr>
                <a:t>x</a:t>
              </a:r>
              <a:r>
                <a:rPr lang="en-US" altLang="zh-CN" sz="2800" baseline="-25000">
                  <a:latin typeface="Times New Roman" pitchFamily="18" charset="0"/>
                </a:rPr>
                <a:t>1 </a:t>
              </a:r>
              <a:r>
                <a:rPr lang="en-US" altLang="zh-CN" sz="2800">
                  <a:latin typeface="Times New Roman" pitchFamily="18" charset="0"/>
                </a:rPr>
                <a:t>+</a:t>
              </a:r>
              <a:r>
                <a:rPr lang="en-US" altLang="zh-CN" sz="2800" baseline="-25000">
                  <a:latin typeface="Times New Roman" pitchFamily="18" charset="0"/>
                </a:rPr>
                <a:t> </a:t>
              </a:r>
              <a:r>
                <a:rPr lang="en-US" altLang="zh-CN" sz="2800" i="1">
                  <a:latin typeface="Times New Roman" pitchFamily="18" charset="0"/>
                </a:rPr>
                <a:t>x</a:t>
              </a:r>
              <a:r>
                <a:rPr lang="en-US" altLang="zh-CN" sz="2800" baseline="-25000">
                  <a:latin typeface="Times New Roman" pitchFamily="18" charset="0"/>
                </a:rPr>
                <a:t>3 </a:t>
              </a:r>
              <a:r>
                <a:rPr lang="en-US" altLang="zh-CN" sz="2800">
                  <a:latin typeface="Times New Roman" pitchFamily="18" charset="0"/>
                </a:rPr>
                <a:t>=4      (4)</a:t>
              </a:r>
            </a:p>
            <a:p>
              <a:pPr marL="258763" indent="-258763" algn="l" defTabSz="814388"/>
              <a:r>
                <a:rPr lang="en-US" altLang="zh-CN" sz="2800">
                  <a:latin typeface="Times New Roman" pitchFamily="18" charset="0"/>
                </a:rPr>
                <a:t> </a:t>
              </a:r>
              <a:r>
                <a:rPr lang="en-US" altLang="zh-CN" sz="2800" i="1">
                  <a:latin typeface="Times New Roman" pitchFamily="18" charset="0"/>
                </a:rPr>
                <a:t>4.9x</a:t>
              </a:r>
              <a:r>
                <a:rPr lang="en-US" altLang="zh-CN" sz="2800" baseline="-25000">
                  <a:latin typeface="Times New Roman" pitchFamily="18" charset="0"/>
                </a:rPr>
                <a:t>3 </a:t>
              </a:r>
              <a:r>
                <a:rPr lang="en-US" altLang="zh-CN" sz="2800">
                  <a:latin typeface="Times New Roman" pitchFamily="18" charset="0"/>
                </a:rPr>
                <a:t>+    3</a:t>
              </a:r>
              <a:r>
                <a:rPr lang="en-US" altLang="zh-CN" sz="2800" i="1">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=4.6      (9)</a:t>
              </a:r>
            </a:p>
            <a:p>
              <a:pPr marL="258763" indent="-258763" algn="l" defTabSz="814388"/>
              <a:r>
                <a:rPr lang="en-US" altLang="zh-CN" sz="2800" i="1">
                  <a:latin typeface="Times New Roman" pitchFamily="18" charset="0"/>
                </a:rPr>
                <a:t> </a:t>
              </a:r>
              <a:r>
                <a:rPr lang="zh-CN" altLang="en-US" sz="2800">
                  <a:latin typeface="Times New Roman" pitchFamily="18" charset="0"/>
                </a:rPr>
                <a:t>1.43366</a:t>
              </a:r>
              <a:r>
                <a:rPr lang="en-US" altLang="zh-CN" sz="2800">
                  <a:latin typeface="Times New Roman" pitchFamily="18" charset="0"/>
                </a:rPr>
                <a:t>x</a:t>
              </a:r>
              <a:r>
                <a:rPr lang="en-US" altLang="zh-CN" sz="2800" baseline="-25000">
                  <a:latin typeface="Times New Roman" pitchFamily="18" charset="0"/>
                </a:rPr>
                <a:t>1</a:t>
              </a:r>
              <a:r>
                <a:rPr lang="en-US" altLang="zh-CN" sz="2800">
                  <a:latin typeface="Times New Roman" pitchFamily="18" charset="0"/>
                </a:rPr>
                <a:t>=6. 33161    (11)</a:t>
              </a:r>
            </a:p>
          </p:txBody>
        </p:sp>
        <p:sp>
          <p:nvSpPr>
            <p:cNvPr id="61452" name="AutoShape 6"/>
            <p:cNvSpPr>
              <a:spLocks/>
            </p:cNvSpPr>
            <p:nvPr/>
          </p:nvSpPr>
          <p:spPr bwMode="auto">
            <a:xfrm>
              <a:off x="576" y="960"/>
              <a:ext cx="196" cy="912"/>
            </a:xfrm>
            <a:prstGeom prst="leftBrace">
              <a:avLst>
                <a:gd name="adj1" fmla="val 38776"/>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
        <p:nvSpPr>
          <p:cNvPr id="373767" name="Rectangle 7"/>
          <p:cNvSpPr>
            <a:spLocks noChangeArrowheads="1"/>
          </p:cNvSpPr>
          <p:nvPr/>
        </p:nvSpPr>
        <p:spPr bwMode="auto">
          <a:xfrm>
            <a:off x="685800" y="3502025"/>
            <a:ext cx="8142288" cy="38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ct val="35000"/>
              </a:spcBef>
              <a:buClr>
                <a:srgbClr val="27305F"/>
              </a:buClr>
              <a:buSzPct val="60000"/>
              <a:buFont typeface="Wingdings" pitchFamily="2" charset="2"/>
              <a:buNone/>
            </a:pPr>
            <a:r>
              <a:rPr lang="zh-CN" altLang="en-US" sz="2800">
                <a:latin typeface="Times New Roman" pitchFamily="18" charset="0"/>
                <a:ea typeface="黑体" pitchFamily="2" charset="-122"/>
              </a:rPr>
              <a:t>进行回代</a:t>
            </a:r>
          </a:p>
        </p:txBody>
      </p:sp>
      <p:grpSp>
        <p:nvGrpSpPr>
          <p:cNvPr id="373768" name="Group 8"/>
          <p:cNvGrpSpPr>
            <a:grpSpLocks/>
          </p:cNvGrpSpPr>
          <p:nvPr/>
        </p:nvGrpSpPr>
        <p:grpSpPr bwMode="auto">
          <a:xfrm>
            <a:off x="914400" y="3929063"/>
            <a:ext cx="5867400" cy="1619250"/>
            <a:chOff x="912" y="1296"/>
            <a:chExt cx="3696" cy="1020"/>
          </a:xfrm>
        </p:grpSpPr>
        <p:sp>
          <p:nvSpPr>
            <p:cNvPr id="61449" name="Rectangle 9"/>
            <p:cNvSpPr>
              <a:spLocks noChangeArrowheads="1"/>
            </p:cNvSpPr>
            <p:nvPr/>
          </p:nvSpPr>
          <p:spPr bwMode="auto">
            <a:xfrm>
              <a:off x="1152" y="1296"/>
              <a:ext cx="3456" cy="1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258763" indent="-258763" algn="l" defTabSz="814388">
                <a:lnSpc>
                  <a:spcPct val="90000"/>
                </a:lnSpc>
                <a:spcBef>
                  <a:spcPts val="1200"/>
                </a:spcBef>
                <a:buClr>
                  <a:srgbClr val="27305F"/>
                </a:buClr>
                <a:buSzPct val="60000"/>
                <a:buFont typeface="Wingdings" pitchFamily="2" charset="2"/>
                <a:buNone/>
              </a:pPr>
              <a:r>
                <a:rPr lang="en-US" altLang="zh-CN" sz="3200" i="1">
                  <a:latin typeface="Times New Roman" pitchFamily="18" charset="0"/>
                </a:rPr>
                <a:t>x</a:t>
              </a:r>
              <a:r>
                <a:rPr lang="en-US" altLang="zh-CN" sz="3200" baseline="-25000">
                  <a:latin typeface="Times New Roman" pitchFamily="18" charset="0"/>
                </a:rPr>
                <a:t>1</a:t>
              </a:r>
              <a:r>
                <a:rPr lang="en-US" altLang="zh-CN" sz="3200">
                  <a:latin typeface="Times New Roman" pitchFamily="18" charset="0"/>
                </a:rPr>
                <a:t>=4.41634</a:t>
              </a:r>
              <a:r>
                <a:rPr lang="en-US" altLang="zh-CN" sz="3200" i="1">
                  <a:latin typeface="Times New Roman" pitchFamily="18" charset="0"/>
                </a:rPr>
                <a:t> </a:t>
              </a:r>
            </a:p>
            <a:p>
              <a:pPr marL="258763" indent="-258763" algn="l" defTabSz="814388">
                <a:lnSpc>
                  <a:spcPct val="90000"/>
                </a:lnSpc>
                <a:spcBef>
                  <a:spcPts val="1200"/>
                </a:spcBef>
                <a:buClr>
                  <a:srgbClr val="27305F"/>
                </a:buClr>
                <a:buSzPct val="60000"/>
                <a:buFont typeface="Wingdings" pitchFamily="2" charset="2"/>
                <a:buNone/>
              </a:pPr>
              <a:r>
                <a:rPr lang="en-US" altLang="zh-CN" sz="3200" i="1">
                  <a:latin typeface="Times New Roman" pitchFamily="18" charset="0"/>
                </a:rPr>
                <a:t>x</a:t>
              </a:r>
              <a:r>
                <a:rPr lang="en-US" altLang="zh-CN" sz="3200" baseline="-25000">
                  <a:latin typeface="Times New Roman" pitchFamily="18" charset="0"/>
                </a:rPr>
                <a:t>3 </a:t>
              </a:r>
              <a:r>
                <a:rPr lang="en-US" altLang="zh-CN" sz="3200">
                  <a:latin typeface="Times New Roman" pitchFamily="18" charset="0"/>
                </a:rPr>
                <a:t>=-1.76511</a:t>
              </a:r>
            </a:p>
            <a:p>
              <a:pPr marL="258763" indent="-258763" algn="l" defTabSz="814388">
                <a:lnSpc>
                  <a:spcPct val="90000"/>
                </a:lnSpc>
                <a:spcBef>
                  <a:spcPts val="1200"/>
                </a:spcBef>
                <a:buClr>
                  <a:srgbClr val="27305F"/>
                </a:buClr>
                <a:buSzPct val="60000"/>
                <a:buFont typeface="Wingdings" pitchFamily="2" charset="2"/>
                <a:buNone/>
              </a:pPr>
              <a:r>
                <a:rPr lang="en-US" altLang="zh-CN" sz="3200" i="1">
                  <a:latin typeface="Times New Roman" pitchFamily="18" charset="0"/>
                </a:rPr>
                <a:t>x</a:t>
              </a:r>
              <a:r>
                <a:rPr lang="en-US" altLang="zh-CN" sz="3200" baseline="-25000">
                  <a:latin typeface="Times New Roman" pitchFamily="18" charset="0"/>
                </a:rPr>
                <a:t>2</a:t>
              </a:r>
              <a:r>
                <a:rPr lang="en-US" altLang="zh-CN" sz="3200">
                  <a:latin typeface="Times New Roman" pitchFamily="18" charset="0"/>
                </a:rPr>
                <a:t>=2.35230</a:t>
              </a:r>
              <a:endParaRPr lang="en-US" altLang="zh-CN" sz="3200" baseline="-25000">
                <a:latin typeface="Times New Roman" pitchFamily="18" charset="0"/>
              </a:endParaRPr>
            </a:p>
          </p:txBody>
        </p:sp>
        <p:sp>
          <p:nvSpPr>
            <p:cNvPr id="61450" name="AutoShape 10"/>
            <p:cNvSpPr>
              <a:spLocks/>
            </p:cNvSpPr>
            <p:nvPr/>
          </p:nvSpPr>
          <p:spPr bwMode="auto">
            <a:xfrm>
              <a:off x="912" y="1392"/>
              <a:ext cx="144" cy="912"/>
            </a:xfrm>
            <a:prstGeom prst="leftBrace">
              <a:avLst>
                <a:gd name="adj1" fmla="val 52778"/>
                <a:gd name="adj2" fmla="val 49208"/>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p:spPr>
          <p:txBody>
            <a:bodyPr wrap="none" anchor="ctr"/>
            <a:lstStyle/>
            <a:p>
              <a:endParaRPr lang="zh-CN" alt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iterate type="lt">
                                    <p:tmPct val="100000"/>
                                  </p:iterate>
                                  <p:childTnLst>
                                    <p:set>
                                      <p:cBhvr>
                                        <p:cTn id="6" dur="1" fill="hold">
                                          <p:stCondLst>
                                            <p:cond delay="0"/>
                                          </p:stCondLst>
                                        </p:cTn>
                                        <p:tgtEl>
                                          <p:spTgt spid="373763">
                                            <p:txEl>
                                              <p:pRg st="0" end="0"/>
                                            </p:txEl>
                                          </p:spTgt>
                                        </p:tgtEl>
                                        <p:attrNameLst>
                                          <p:attrName>style.visibility</p:attrName>
                                        </p:attrNameLst>
                                      </p:cBhvr>
                                      <p:to>
                                        <p:strVal val="visible"/>
                                      </p:to>
                                    </p:set>
                                    <p:animEffect transition="in" filter="wipe(up)">
                                      <p:cBhvr>
                                        <p:cTn id="7" dur="75"/>
                                        <p:tgtEl>
                                          <p:spTgt spid="3737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373764"/>
                                        </p:tgtEl>
                                        <p:attrNameLst>
                                          <p:attrName>style.visibility</p:attrName>
                                        </p:attrNameLst>
                                      </p:cBhvr>
                                      <p:to>
                                        <p:strVal val="visible"/>
                                      </p:to>
                                    </p:set>
                                    <p:animEffect transition="in" filter="dissolve">
                                      <p:cBhvr>
                                        <p:cTn id="12" dur="500"/>
                                        <p:tgtEl>
                                          <p:spTgt spid="3737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iterate type="lt">
                                    <p:tmPct val="100000"/>
                                  </p:iterate>
                                  <p:childTnLst>
                                    <p:set>
                                      <p:cBhvr>
                                        <p:cTn id="16" dur="1" fill="hold">
                                          <p:stCondLst>
                                            <p:cond delay="0"/>
                                          </p:stCondLst>
                                        </p:cTn>
                                        <p:tgtEl>
                                          <p:spTgt spid="373767"/>
                                        </p:tgtEl>
                                        <p:attrNameLst>
                                          <p:attrName>style.visibility</p:attrName>
                                        </p:attrNameLst>
                                      </p:cBhvr>
                                      <p:to>
                                        <p:strVal val="visible"/>
                                      </p:to>
                                    </p:set>
                                    <p:animEffect transition="in" filter="wipe(up)">
                                      <p:cBhvr>
                                        <p:cTn id="17" dur="75"/>
                                        <p:tgtEl>
                                          <p:spTgt spid="37376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373768"/>
                                        </p:tgtEl>
                                        <p:attrNameLst>
                                          <p:attrName>style.visibility</p:attrName>
                                        </p:attrNameLst>
                                      </p:cBhvr>
                                      <p:to>
                                        <p:strVal val="visible"/>
                                      </p:to>
                                    </p:set>
                                    <p:animEffect transition="in" filter="dissolve">
                                      <p:cBhvr>
                                        <p:cTn id="22" dur="500"/>
                                        <p:tgtEl>
                                          <p:spTgt spid="373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3763" grpId="0" build="p" bldLvl="2" autoUpdateAnimBg="0"/>
      <p:bldP spid="373767"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3"/>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43777FDE-BA94-4D44-9210-FC7BB5DAC936}" type="slidenum">
              <a:rPr lang="zh-CN" altLang="en-US" b="0" smtClean="0"/>
              <a:pPr/>
              <a:t>59</a:t>
            </a:fld>
            <a:endParaRPr lang="en-US" altLang="zh-CN" b="0" smtClean="0"/>
          </a:p>
        </p:txBody>
      </p:sp>
      <p:sp>
        <p:nvSpPr>
          <p:cNvPr id="62467" name="日期占位符 4"/>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B4A499C-AAA1-4E42-B67A-6DF4B63788BA}" type="datetime1">
              <a:rPr lang="zh-CN" altLang="en-US" sz="1800" b="0" smtClean="0"/>
              <a:pPr/>
              <a:t>2024/9/23</a:t>
            </a:fld>
            <a:endParaRPr lang="en-US" altLang="zh-CN" sz="1800" b="0" smtClean="0"/>
          </a:p>
        </p:txBody>
      </p:sp>
      <p:sp>
        <p:nvSpPr>
          <p:cNvPr id="482306" name="Rectangle 2"/>
          <p:cNvSpPr>
            <a:spLocks noGrp="1" noChangeArrowheads="1"/>
          </p:cNvSpPr>
          <p:nvPr>
            <p:ph type="title"/>
          </p:nvPr>
        </p:nvSpPr>
        <p:spPr/>
        <p:txBody>
          <a:bodyPr/>
          <a:lstStyle/>
          <a:p>
            <a:pPr>
              <a:defRPr/>
            </a:pPr>
            <a:endParaRPr lang="zh-CN" altLang="en-US" smtClean="0"/>
          </a:p>
        </p:txBody>
      </p:sp>
      <p:sp>
        <p:nvSpPr>
          <p:cNvPr id="62469" name="Rectangle 3"/>
          <p:cNvSpPr>
            <a:spLocks noGrp="1" noChangeArrowheads="1"/>
          </p:cNvSpPr>
          <p:nvPr>
            <p:ph type="body" idx="1"/>
          </p:nvPr>
        </p:nvSpPr>
        <p:spPr>
          <a:xfrm>
            <a:off x="600075" y="1292225"/>
            <a:ext cx="8142288" cy="4799013"/>
          </a:xfrm>
        </p:spPr>
        <p:txBody>
          <a:bodyPr/>
          <a:lstStyle/>
          <a:p>
            <a:pPr>
              <a:lnSpc>
                <a:spcPct val="80000"/>
              </a:lnSpc>
            </a:pPr>
            <a:r>
              <a:rPr lang="zh-CN" altLang="en-US" smtClean="0">
                <a:sym typeface="Symbol" pitchFamily="18" charset="2"/>
              </a:rPr>
              <a:t>全主元素法与列主元素法比较</a:t>
            </a:r>
          </a:p>
          <a:p>
            <a:pPr lvl="1">
              <a:lnSpc>
                <a:spcPct val="80000"/>
              </a:lnSpc>
            </a:pPr>
            <a:r>
              <a:rPr lang="zh-CN" altLang="en-US" smtClean="0">
                <a:sym typeface="Symbol" pitchFamily="18" charset="2"/>
              </a:rPr>
              <a:t>全主元素法</a:t>
            </a:r>
          </a:p>
          <a:p>
            <a:pPr lvl="2">
              <a:lnSpc>
                <a:spcPct val="80000"/>
              </a:lnSpc>
            </a:pPr>
            <a:r>
              <a:rPr lang="zh-CN" altLang="en-US" sz="2800" smtClean="0">
                <a:sym typeface="Symbol" pitchFamily="18" charset="2"/>
              </a:rPr>
              <a:t>精度高：在全体元素中选择主元。对控制舍入误差十分有效</a:t>
            </a:r>
          </a:p>
          <a:p>
            <a:pPr lvl="2">
              <a:lnSpc>
                <a:spcPct val="80000"/>
              </a:lnSpc>
            </a:pPr>
            <a:r>
              <a:rPr lang="zh-CN" altLang="en-US" sz="2800" smtClean="0">
                <a:sym typeface="Symbol" pitchFamily="18" charset="2"/>
              </a:rPr>
              <a:t>计算时间长：需要同时作行列的互换，程序复杂</a:t>
            </a:r>
          </a:p>
          <a:p>
            <a:pPr lvl="1">
              <a:lnSpc>
                <a:spcPct val="80000"/>
              </a:lnSpc>
            </a:pPr>
            <a:r>
              <a:rPr lang="zh-CN" altLang="en-US" smtClean="0">
                <a:sym typeface="Symbol" pitchFamily="18" charset="2"/>
              </a:rPr>
              <a:t>列主元素法</a:t>
            </a:r>
          </a:p>
          <a:p>
            <a:pPr lvl="2">
              <a:lnSpc>
                <a:spcPct val="80000"/>
              </a:lnSpc>
            </a:pPr>
            <a:r>
              <a:rPr lang="zh-CN" altLang="en-US" sz="2800" smtClean="0">
                <a:sym typeface="Symbol" pitchFamily="18" charset="2"/>
              </a:rPr>
              <a:t>精度稍低于全主元素法</a:t>
            </a:r>
          </a:p>
          <a:p>
            <a:pPr lvl="2">
              <a:lnSpc>
                <a:spcPct val="80000"/>
              </a:lnSpc>
            </a:pPr>
            <a:r>
              <a:rPr lang="zh-CN" altLang="en-US" sz="2800" smtClean="0">
                <a:sym typeface="Symbol" pitchFamily="18" charset="2"/>
              </a:rPr>
              <a:t>计算简单，工作量大大减少</a:t>
            </a:r>
          </a:p>
          <a:p>
            <a:pPr>
              <a:lnSpc>
                <a:spcPct val="80000"/>
              </a:lnSpc>
            </a:pPr>
            <a:r>
              <a:rPr lang="zh-CN" altLang="en-US" smtClean="0">
                <a:sym typeface="Symbol" pitchFamily="18" charset="2"/>
              </a:rPr>
              <a:t>列主元素法是求解中小型稠密线性方程组的最好方法之一</a:t>
            </a:r>
          </a:p>
        </p:txBody>
      </p:sp>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2"/>
          <p:cNvSpPr>
            <a:spLocks noGrp="1"/>
          </p:cNvSpPr>
          <p:nvPr>
            <p:ph type="sldNum" sz="quarter" idx="10"/>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820D163A-90B0-46D0-A38E-84CBCE78D797}" type="slidenum">
              <a:rPr lang="zh-CN" altLang="en-US" b="0" smtClean="0"/>
              <a:pPr/>
              <a:t>60</a:t>
            </a:fld>
            <a:endParaRPr lang="en-US" altLang="zh-CN" b="0" smtClean="0"/>
          </a:p>
        </p:txBody>
      </p:sp>
      <p:sp>
        <p:nvSpPr>
          <p:cNvPr id="63491" name="日期占位符 3"/>
          <p:cNvSpPr>
            <a:spLocks noGrp="1"/>
          </p:cNvSpPr>
          <p:nvPr>
            <p:ph type="dt" sz="quarter" idx="11"/>
          </p:nvPr>
        </p:nvSpPr>
        <p:spPr>
          <a:noFill/>
        </p:spPr>
        <p:txBody>
          <a:bodyPr/>
          <a:lstStyle>
            <a:lvl1pPr defTabSz="1157288">
              <a:defRPr sz="2000" b="1">
                <a:solidFill>
                  <a:schemeClr val="tx1"/>
                </a:solidFill>
                <a:latin typeface="Arial" charset="0"/>
                <a:ea typeface="宋体" pitchFamily="2" charset="-122"/>
              </a:defRPr>
            </a:lvl1pPr>
            <a:lvl2pPr marL="742950" indent="-285750" defTabSz="1157288">
              <a:defRPr sz="2000" b="1">
                <a:solidFill>
                  <a:schemeClr val="tx1"/>
                </a:solidFill>
                <a:latin typeface="Arial" charset="0"/>
                <a:ea typeface="宋体" pitchFamily="2" charset="-122"/>
              </a:defRPr>
            </a:lvl2pPr>
            <a:lvl3pPr marL="1143000" indent="-228600" defTabSz="1157288">
              <a:defRPr sz="2000" b="1">
                <a:solidFill>
                  <a:schemeClr val="tx1"/>
                </a:solidFill>
                <a:latin typeface="Arial" charset="0"/>
                <a:ea typeface="宋体" pitchFamily="2" charset="-122"/>
              </a:defRPr>
            </a:lvl3pPr>
            <a:lvl4pPr marL="1600200" indent="-228600" defTabSz="1157288">
              <a:defRPr sz="2000" b="1">
                <a:solidFill>
                  <a:schemeClr val="tx1"/>
                </a:solidFill>
                <a:latin typeface="Arial" charset="0"/>
                <a:ea typeface="宋体" pitchFamily="2" charset="-122"/>
              </a:defRPr>
            </a:lvl4pPr>
            <a:lvl5pPr marL="2057400" indent="-228600" defTabSz="1157288">
              <a:defRPr sz="2000" b="1">
                <a:solidFill>
                  <a:schemeClr val="tx1"/>
                </a:solidFill>
                <a:latin typeface="Arial" charset="0"/>
                <a:ea typeface="宋体" pitchFamily="2" charset="-122"/>
              </a:defRPr>
            </a:lvl5pPr>
            <a:lvl6pPr marL="2514600" indent="-228600" algn="ctr" defTabSz="1157288" eaLnBrk="0" fontAlgn="base" hangingPunct="0">
              <a:spcBef>
                <a:spcPct val="0"/>
              </a:spcBef>
              <a:spcAft>
                <a:spcPct val="0"/>
              </a:spcAft>
              <a:defRPr sz="2000" b="1">
                <a:solidFill>
                  <a:schemeClr val="tx1"/>
                </a:solidFill>
                <a:latin typeface="Arial" charset="0"/>
                <a:ea typeface="宋体" pitchFamily="2" charset="-122"/>
              </a:defRPr>
            </a:lvl6pPr>
            <a:lvl7pPr marL="2971800" indent="-228600" algn="ctr" defTabSz="1157288" eaLnBrk="0" fontAlgn="base" hangingPunct="0">
              <a:spcBef>
                <a:spcPct val="0"/>
              </a:spcBef>
              <a:spcAft>
                <a:spcPct val="0"/>
              </a:spcAft>
              <a:defRPr sz="2000" b="1">
                <a:solidFill>
                  <a:schemeClr val="tx1"/>
                </a:solidFill>
                <a:latin typeface="Arial" charset="0"/>
                <a:ea typeface="宋体" pitchFamily="2" charset="-122"/>
              </a:defRPr>
            </a:lvl7pPr>
            <a:lvl8pPr marL="3429000" indent="-228600" algn="ctr" defTabSz="1157288" eaLnBrk="0" fontAlgn="base" hangingPunct="0">
              <a:spcBef>
                <a:spcPct val="0"/>
              </a:spcBef>
              <a:spcAft>
                <a:spcPct val="0"/>
              </a:spcAft>
              <a:defRPr sz="2000" b="1">
                <a:solidFill>
                  <a:schemeClr val="tx1"/>
                </a:solidFill>
                <a:latin typeface="Arial" charset="0"/>
                <a:ea typeface="宋体" pitchFamily="2" charset="-122"/>
              </a:defRPr>
            </a:lvl8pPr>
            <a:lvl9pPr marL="3886200" indent="-228600" algn="ctr" defTabSz="1157288" eaLnBrk="0" fontAlgn="base" hangingPunct="0">
              <a:spcBef>
                <a:spcPct val="0"/>
              </a:spcBef>
              <a:spcAft>
                <a:spcPct val="0"/>
              </a:spcAft>
              <a:defRPr sz="2000" b="1">
                <a:solidFill>
                  <a:schemeClr val="tx1"/>
                </a:solidFill>
                <a:latin typeface="Arial" charset="0"/>
                <a:ea typeface="宋体" pitchFamily="2" charset="-122"/>
              </a:defRPr>
            </a:lvl9pPr>
          </a:lstStyle>
          <a:p>
            <a:fld id="{CF8D8797-19AE-4833-8501-CE066EAE1F24}" type="datetime1">
              <a:rPr lang="zh-CN" altLang="en-US" sz="1800" b="0" smtClean="0"/>
              <a:pPr/>
              <a:t>2024/9/23</a:t>
            </a:fld>
            <a:endParaRPr lang="en-US" altLang="zh-CN" sz="1800" b="0" smtClean="0"/>
          </a:p>
        </p:txBody>
      </p:sp>
      <p:grpSp>
        <p:nvGrpSpPr>
          <p:cNvPr id="63492" name="Group 2"/>
          <p:cNvGrpSpPr>
            <a:grpSpLocks/>
          </p:cNvGrpSpPr>
          <p:nvPr/>
        </p:nvGrpSpPr>
        <p:grpSpPr bwMode="auto">
          <a:xfrm>
            <a:off x="555625" y="2036763"/>
            <a:ext cx="7945438" cy="2608262"/>
            <a:chOff x="350" y="1283"/>
            <a:chExt cx="5005" cy="1643"/>
          </a:xfrm>
        </p:grpSpPr>
        <p:sp>
          <p:nvSpPr>
            <p:cNvPr id="63494" name="Rectangle 3"/>
            <p:cNvSpPr>
              <a:spLocks noChangeArrowheads="1"/>
            </p:cNvSpPr>
            <p:nvPr/>
          </p:nvSpPr>
          <p:spPr bwMode="auto">
            <a:xfrm>
              <a:off x="483" y="1325"/>
              <a:ext cx="4780" cy="1564"/>
            </a:xfrm>
            <a:prstGeom prst="rect">
              <a:avLst/>
            </a:prstGeom>
            <a:solidFill>
              <a:srgbClr val="969696"/>
            </a:solidFill>
            <a:ln>
              <a:noFill/>
            </a:ln>
            <a:effectLst/>
            <a:extLs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135003" dir="2471156" algn="ctr" rotWithShape="0">
                      <a:srgbClr val="DDDDDD"/>
                    </a:outerShdw>
                  </a:effectLst>
                </a14:hiddenEffects>
              </a:ext>
            </a:extLst>
          </p:spPr>
          <p:txBody>
            <a:bodyPr anchor="ctr">
              <a:spAutoFit/>
            </a:bodyPr>
            <a:lstStyle/>
            <a:p>
              <a:endParaRPr lang="zh-CN" altLang="en-US"/>
            </a:p>
          </p:txBody>
        </p:sp>
        <p:sp>
          <p:nvSpPr>
            <p:cNvPr id="63495" name="Rectangle 4"/>
            <p:cNvSpPr>
              <a:spLocks noChangeArrowheads="1"/>
            </p:cNvSpPr>
            <p:nvPr/>
          </p:nvSpPr>
          <p:spPr bwMode="auto">
            <a:xfrm>
              <a:off x="362" y="1283"/>
              <a:ext cx="125" cy="1642"/>
            </a:xfrm>
            <a:prstGeom prst="rect">
              <a:avLst/>
            </a:prstGeom>
            <a:gradFill rotWithShape="0">
              <a:gsLst>
                <a:gs pos="0">
                  <a:srgbClr val="E2E2E2"/>
                </a:gs>
                <a:gs pos="100000">
                  <a:srgbClr val="838383"/>
                </a:gs>
              </a:gsLst>
              <a:lin ang="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6" name="Rectangle 5"/>
            <p:cNvSpPr>
              <a:spLocks noChangeArrowheads="1"/>
            </p:cNvSpPr>
            <p:nvPr/>
          </p:nvSpPr>
          <p:spPr bwMode="auto">
            <a:xfrm>
              <a:off x="5218" y="1283"/>
              <a:ext cx="133" cy="1642"/>
            </a:xfrm>
            <a:prstGeom prst="rect">
              <a:avLst/>
            </a:prstGeom>
            <a:gradFill rotWithShape="0">
              <a:gsLst>
                <a:gs pos="0">
                  <a:srgbClr val="E2E2E2"/>
                </a:gs>
                <a:gs pos="100000">
                  <a:srgbClr val="838383"/>
                </a:gs>
              </a:gsLst>
              <a:lin ang="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7" name="AutoShape 6"/>
            <p:cNvSpPr>
              <a:spLocks noChangeArrowheads="1"/>
            </p:cNvSpPr>
            <p:nvPr/>
          </p:nvSpPr>
          <p:spPr bwMode="auto">
            <a:xfrm>
              <a:off x="377" y="1283"/>
              <a:ext cx="4974" cy="98"/>
            </a:xfrm>
            <a:custGeom>
              <a:avLst/>
              <a:gdLst>
                <a:gd name="T0" fmla="*/ 1132 w 21600"/>
                <a:gd name="T1" fmla="*/ 0 h 21600"/>
                <a:gd name="T2" fmla="*/ 573 w 21600"/>
                <a:gd name="T3" fmla="*/ 0 h 21600"/>
                <a:gd name="T4" fmla="*/ 14 w 21600"/>
                <a:gd name="T5" fmla="*/ 0 h 21600"/>
                <a:gd name="T6" fmla="*/ 573 w 21600"/>
                <a:gd name="T7" fmla="*/ 0 h 21600"/>
                <a:gd name="T8" fmla="*/ 0 60000 65536"/>
                <a:gd name="T9" fmla="*/ 0 60000 65536"/>
                <a:gd name="T10" fmla="*/ 0 60000 65536"/>
                <a:gd name="T11" fmla="*/ 0 60000 65536"/>
                <a:gd name="T12" fmla="*/ 2054 w 21600"/>
                <a:gd name="T13" fmla="*/ 1984 h 21600"/>
                <a:gd name="T14" fmla="*/ 19546 w 21600"/>
                <a:gd name="T15" fmla="*/ 19616 h 21600"/>
              </a:gdLst>
              <a:ahLst/>
              <a:cxnLst>
                <a:cxn ang="T8">
                  <a:pos x="T0" y="T1"/>
                </a:cxn>
                <a:cxn ang="T9">
                  <a:pos x="T2" y="T3"/>
                </a:cxn>
                <a:cxn ang="T10">
                  <a:pos x="T4" y="T5"/>
                </a:cxn>
                <a:cxn ang="T11">
                  <a:pos x="T6" y="T7"/>
                </a:cxn>
              </a:cxnLst>
              <a:rect l="T12" t="T13" r="T14" b="T15"/>
              <a:pathLst>
                <a:path w="21600" h="21600">
                  <a:moveTo>
                    <a:pt x="0" y="0"/>
                  </a:moveTo>
                  <a:lnTo>
                    <a:pt x="512" y="21600"/>
                  </a:lnTo>
                  <a:lnTo>
                    <a:pt x="21088" y="21600"/>
                  </a:lnTo>
                  <a:lnTo>
                    <a:pt x="21600" y="0"/>
                  </a:lnTo>
                  <a:lnTo>
                    <a:pt x="0" y="0"/>
                  </a:lnTo>
                  <a:close/>
                </a:path>
              </a:pathLst>
            </a:custGeom>
            <a:gradFill rotWithShape="0">
              <a:gsLst>
                <a:gs pos="0">
                  <a:srgbClr val="E2E2E2"/>
                </a:gs>
                <a:gs pos="100000">
                  <a:srgbClr val="969696"/>
                </a:gs>
              </a:gsLst>
              <a:lin ang="540000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8" name="AutoShape 7"/>
            <p:cNvSpPr>
              <a:spLocks noChangeArrowheads="1"/>
            </p:cNvSpPr>
            <p:nvPr/>
          </p:nvSpPr>
          <p:spPr bwMode="auto">
            <a:xfrm flipV="1">
              <a:off x="350" y="2828"/>
              <a:ext cx="5005" cy="98"/>
            </a:xfrm>
            <a:custGeom>
              <a:avLst/>
              <a:gdLst>
                <a:gd name="T0" fmla="*/ 1143 w 21600"/>
                <a:gd name="T1" fmla="*/ 0 h 21600"/>
                <a:gd name="T2" fmla="*/ 580 w 21600"/>
                <a:gd name="T3" fmla="*/ 0 h 21600"/>
                <a:gd name="T4" fmla="*/ 16 w 21600"/>
                <a:gd name="T5" fmla="*/ 0 h 21600"/>
                <a:gd name="T6" fmla="*/ 580 w 21600"/>
                <a:gd name="T7" fmla="*/ 0 h 21600"/>
                <a:gd name="T8" fmla="*/ 0 60000 65536"/>
                <a:gd name="T9" fmla="*/ 0 60000 65536"/>
                <a:gd name="T10" fmla="*/ 0 60000 65536"/>
                <a:gd name="T11" fmla="*/ 0 60000 65536"/>
                <a:gd name="T12" fmla="*/ 2106 w 21600"/>
                <a:gd name="T13" fmla="*/ 2204 h 21600"/>
                <a:gd name="T14" fmla="*/ 19494 w 21600"/>
                <a:gd name="T15" fmla="*/ 19396 h 21600"/>
              </a:gdLst>
              <a:ahLst/>
              <a:cxnLst>
                <a:cxn ang="T8">
                  <a:pos x="T0" y="T1"/>
                </a:cxn>
                <a:cxn ang="T9">
                  <a:pos x="T2" y="T3"/>
                </a:cxn>
                <a:cxn ang="T10">
                  <a:pos x="T4" y="T5"/>
                </a:cxn>
                <a:cxn ang="T11">
                  <a:pos x="T6" y="T7"/>
                </a:cxn>
              </a:cxnLst>
              <a:rect l="T12" t="T13" r="T14" b="T15"/>
              <a:pathLst>
                <a:path w="21600" h="21600">
                  <a:moveTo>
                    <a:pt x="0" y="0"/>
                  </a:moveTo>
                  <a:lnTo>
                    <a:pt x="612" y="21600"/>
                  </a:lnTo>
                  <a:lnTo>
                    <a:pt x="20988" y="21600"/>
                  </a:lnTo>
                  <a:lnTo>
                    <a:pt x="21600" y="0"/>
                  </a:lnTo>
                  <a:lnTo>
                    <a:pt x="0" y="0"/>
                  </a:lnTo>
                  <a:close/>
                </a:path>
              </a:pathLst>
            </a:custGeom>
            <a:gradFill rotWithShape="0">
              <a:gsLst>
                <a:gs pos="0">
                  <a:srgbClr val="E2E2E2"/>
                </a:gs>
                <a:gs pos="100000">
                  <a:srgbClr val="969696"/>
                </a:gs>
              </a:gsLst>
              <a:lin ang="5400000" scaled="1"/>
            </a:gradFill>
            <a:ln>
              <a:noFill/>
            </a:ln>
            <a:effectLst/>
            <a:extLst>
              <a:ext uri="{91240B29-F687-4F45-9708-019B960494DF}">
                <a14:hiddenLine xmlns:a14="http://schemas.microsoft.com/office/drawing/2010/main" w="9525">
                  <a:solidFill>
                    <a:srgbClr val="006699"/>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3499" name="Rectangle 8"/>
            <p:cNvSpPr>
              <a:spLocks noChangeArrowheads="1"/>
            </p:cNvSpPr>
            <p:nvPr/>
          </p:nvSpPr>
          <p:spPr bwMode="auto">
            <a:xfrm>
              <a:off x="480" y="1380"/>
              <a:ext cx="4738" cy="1440"/>
            </a:xfrm>
            <a:prstGeom prst="rect">
              <a:avLst/>
            </a:prstGeom>
            <a:solidFill>
              <a:schemeClr val="accent1"/>
            </a:solidFill>
            <a:ln w="19050">
              <a:solidFill>
                <a:srgbClr val="354281"/>
              </a:solidFill>
              <a:miter lim="800000"/>
              <a:headEnd/>
              <a:tailEnd/>
            </a:ln>
            <a:effectLst>
              <a:prstShdw prst="shdw17" dist="17961" dir="2700000">
                <a:srgbClr val="20284D"/>
              </a:prstShdw>
            </a:effectLst>
          </p:spPr>
          <p:txBody>
            <a:bodyPr wrap="none" anchor="ctr"/>
            <a:lstStyle/>
            <a:p>
              <a:endParaRPr lang="zh-CN" altLang="en-US"/>
            </a:p>
          </p:txBody>
        </p:sp>
      </p:grpSp>
      <p:sp>
        <p:nvSpPr>
          <p:cNvPr id="323593" name="Rectangle 9"/>
          <p:cNvSpPr>
            <a:spLocks noChangeArrowheads="1"/>
          </p:cNvSpPr>
          <p:nvPr/>
        </p:nvSpPr>
        <p:spPr bwMode="auto">
          <a:xfrm>
            <a:off x="609600" y="2362200"/>
            <a:ext cx="7585075" cy="2063750"/>
          </a:xfrm>
          <a:prstGeom prst="rect">
            <a:avLst/>
          </a:prstGeom>
          <a:noFill/>
          <a:ln>
            <a:noFill/>
          </a:ln>
          <a:effectLst>
            <a:outerShdw dist="17961" dir="2700000" algn="ctr" rotWithShape="0">
              <a:srgbClr val="354281"/>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Lst>
        </p:spPr>
        <p:txBody>
          <a:bodyPr lIns="0" tIns="0" rIns="0" bIns="0">
            <a:spAutoFit/>
          </a:bodyPr>
          <a:lstStyle>
            <a:lvl1pPr marL="290513" indent="-290513" algn="l" defTabSz="915988">
              <a:defRPr sz="2400">
                <a:solidFill>
                  <a:schemeClr val="tx1"/>
                </a:solidFill>
                <a:latin typeface="Arial" charset="0"/>
                <a:ea typeface="宋体" pitchFamily="2" charset="-122"/>
              </a:defRPr>
            </a:lvl1pPr>
            <a:lvl2pPr algn="l" defTabSz="915988">
              <a:defRPr sz="2400">
                <a:solidFill>
                  <a:schemeClr val="tx1"/>
                </a:solidFill>
                <a:latin typeface="Arial" charset="0"/>
                <a:ea typeface="宋体" pitchFamily="2" charset="-122"/>
              </a:defRPr>
            </a:lvl2pPr>
            <a:lvl3pPr algn="l" defTabSz="915988">
              <a:defRPr sz="2400">
                <a:solidFill>
                  <a:schemeClr val="tx1"/>
                </a:solidFill>
                <a:latin typeface="Arial" charset="0"/>
                <a:ea typeface="宋体" pitchFamily="2" charset="-122"/>
              </a:defRPr>
            </a:lvl3pPr>
            <a:lvl4pPr algn="l" defTabSz="915988">
              <a:defRPr sz="2400">
                <a:solidFill>
                  <a:schemeClr val="tx1"/>
                </a:solidFill>
                <a:latin typeface="Arial" charset="0"/>
                <a:ea typeface="宋体" pitchFamily="2" charset="-122"/>
              </a:defRPr>
            </a:lvl4pPr>
            <a:lvl5pPr algn="l" defTabSz="915988">
              <a:defRPr sz="2400">
                <a:solidFill>
                  <a:schemeClr val="tx1"/>
                </a:solidFill>
                <a:latin typeface="Arial" charset="0"/>
                <a:ea typeface="宋体" pitchFamily="2" charset="-122"/>
              </a:defRPr>
            </a:lvl5pPr>
            <a:lvl6pPr defTabSz="915988" eaLnBrk="0" fontAlgn="base" hangingPunct="0">
              <a:spcBef>
                <a:spcPct val="0"/>
              </a:spcBef>
              <a:spcAft>
                <a:spcPct val="0"/>
              </a:spcAft>
              <a:defRPr sz="2400">
                <a:solidFill>
                  <a:schemeClr val="tx1"/>
                </a:solidFill>
                <a:latin typeface="Arial" charset="0"/>
                <a:ea typeface="宋体" pitchFamily="2" charset="-122"/>
              </a:defRPr>
            </a:lvl6pPr>
            <a:lvl7pPr defTabSz="915988" eaLnBrk="0" fontAlgn="base" hangingPunct="0">
              <a:spcBef>
                <a:spcPct val="0"/>
              </a:spcBef>
              <a:spcAft>
                <a:spcPct val="0"/>
              </a:spcAft>
              <a:defRPr sz="2400">
                <a:solidFill>
                  <a:schemeClr val="tx1"/>
                </a:solidFill>
                <a:latin typeface="Arial" charset="0"/>
                <a:ea typeface="宋体" pitchFamily="2" charset="-122"/>
              </a:defRPr>
            </a:lvl7pPr>
            <a:lvl8pPr defTabSz="915988" eaLnBrk="0" fontAlgn="base" hangingPunct="0">
              <a:spcBef>
                <a:spcPct val="0"/>
              </a:spcBef>
              <a:spcAft>
                <a:spcPct val="0"/>
              </a:spcAft>
              <a:defRPr sz="2400">
                <a:solidFill>
                  <a:schemeClr val="tx1"/>
                </a:solidFill>
                <a:latin typeface="Arial" charset="0"/>
                <a:ea typeface="宋体" pitchFamily="2" charset="-122"/>
              </a:defRPr>
            </a:lvl8pPr>
            <a:lvl9pPr defTabSz="915988" eaLnBrk="0" fontAlgn="base" hangingPunct="0">
              <a:spcBef>
                <a:spcPct val="0"/>
              </a:spcBef>
              <a:spcAft>
                <a:spcPct val="0"/>
              </a:spcAft>
              <a:defRPr sz="2400">
                <a:solidFill>
                  <a:schemeClr val="tx1"/>
                </a:solidFill>
                <a:latin typeface="Arial" charset="0"/>
                <a:ea typeface="宋体" pitchFamily="2" charset="-122"/>
              </a:defRPr>
            </a:lvl9pPr>
          </a:lstStyle>
          <a:p>
            <a:pPr algn="ctr">
              <a:lnSpc>
                <a:spcPct val="85000"/>
              </a:lnSpc>
              <a:spcBef>
                <a:spcPct val="35000"/>
              </a:spcBef>
              <a:buClr>
                <a:srgbClr val="FF0000"/>
              </a:buClr>
              <a:buSzPct val="95000"/>
              <a:defRPr/>
            </a:pPr>
            <a:r>
              <a:rPr lang="zh-CN" altLang="en-US" sz="6600" smtClean="0">
                <a:solidFill>
                  <a:schemeClr val="bg1"/>
                </a:solidFill>
                <a:effectLst>
                  <a:outerShdw blurRad="38100" dist="38100" dir="2700000" algn="tl">
                    <a:srgbClr val="C0C0C0"/>
                  </a:outerShdw>
                </a:effectLst>
              </a:rPr>
              <a:t>本章作业</a:t>
            </a:r>
          </a:p>
          <a:p>
            <a:pPr algn="ctr">
              <a:lnSpc>
                <a:spcPct val="85000"/>
              </a:lnSpc>
              <a:spcBef>
                <a:spcPct val="35000"/>
              </a:spcBef>
              <a:buClr>
                <a:srgbClr val="FF0000"/>
              </a:buClr>
              <a:buSzPct val="95000"/>
              <a:defRPr/>
            </a:pPr>
            <a:r>
              <a:rPr lang="zh-CN" altLang="en-US" sz="6600" smtClean="0">
                <a:solidFill>
                  <a:schemeClr val="bg1"/>
                </a:solidFill>
                <a:effectLst>
                  <a:outerShdw blurRad="38100" dist="38100" dir="2700000" algn="tl">
                    <a:srgbClr val="C0C0C0"/>
                  </a:outerShdw>
                </a:effectLst>
              </a:rPr>
              <a:t>3.1   3.2   3.4 </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Borland">
  <a:themeElements>
    <a:clrScheme name="">
      <a:dk1>
        <a:srgbClr val="000000"/>
      </a:dk1>
      <a:lt1>
        <a:srgbClr val="FFFFFF"/>
      </a:lt1>
      <a:dk2>
        <a:srgbClr val="000000"/>
      </a:dk2>
      <a:lt2>
        <a:srgbClr val="000000"/>
      </a:lt2>
      <a:accent1>
        <a:srgbClr val="7283CA"/>
      </a:accent1>
      <a:accent2>
        <a:srgbClr val="F3E685"/>
      </a:accent2>
      <a:accent3>
        <a:srgbClr val="FFFFFF"/>
      </a:accent3>
      <a:accent4>
        <a:srgbClr val="000000"/>
      </a:accent4>
      <a:accent5>
        <a:srgbClr val="BCC1E1"/>
      </a:accent5>
      <a:accent6>
        <a:srgbClr val="DCD078"/>
      </a:accent6>
      <a:hlink>
        <a:srgbClr val="499FBD"/>
      </a:hlink>
      <a:folHlink>
        <a:srgbClr val="B9555A"/>
      </a:folHlink>
    </a:clrScheme>
    <a:fontScheme name="Borland">
      <a:majorFont>
        <a:latin typeface="Arial"/>
        <a:ea typeface="宋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zh-CN" sz="2000" b="1" i="0" u="none" strike="noStrike" cap="none" normalizeH="0" baseline="0" smtClean="0">
            <a:ln>
              <a:noFill/>
            </a:ln>
            <a:solidFill>
              <a:schemeClr val="tx1"/>
            </a:solidFill>
            <a:effectLst/>
            <a:latin typeface="Arial" charset="0"/>
            <a:ea typeface="宋体" pitchFamily="2" charset="-122"/>
          </a:defRPr>
        </a:defPPr>
      </a:lstStyle>
    </a:spDef>
    <a:lnDef>
      <a:spPr bwMode="auto">
        <a:xfrm>
          <a:off x="0" y="0"/>
          <a:ext cx="1" cy="1"/>
        </a:xfrm>
        <a:custGeom>
          <a:avLst/>
          <a:gdLst/>
          <a:ahLst/>
          <a:cxnLst/>
          <a:rect l="0" t="0" r="0" b="0"/>
          <a:pathLst/>
        </a:custGeom>
        <a:noFill/>
        <a:ln w="381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tx1"/>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zh-CN" sz="2000" b="1" i="0" u="none" strike="noStrike" cap="none" normalizeH="0" baseline="0" smtClean="0">
            <a:ln>
              <a:noFill/>
            </a:ln>
            <a:solidFill>
              <a:schemeClr val="tx1"/>
            </a:solidFill>
            <a:effectLst/>
            <a:latin typeface="Arial" charset="0"/>
            <a:ea typeface="宋体" pitchFamily="2" charset="-122"/>
          </a:defRPr>
        </a:defPPr>
      </a:lstStyle>
    </a:lnDef>
  </a:objectDefaults>
  <a:extraClrSchemeLst>
    <a:extraClrScheme>
      <a:clrScheme name="Borland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orland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orland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orland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orland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orland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orland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Office\Templates\Borland.pot</Template>
  <TotalTime>6497</TotalTime>
  <Pages>26</Pages>
  <Words>3126</Words>
  <Application>Microsoft Office PowerPoint</Application>
  <PresentationFormat>信纸(8.5x11 英寸)</PresentationFormat>
  <Paragraphs>563</Paragraphs>
  <Slides>60</Slides>
  <Notes>39</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60</vt:i4>
      </vt:variant>
    </vt:vector>
  </HeadingPairs>
  <TitlesOfParts>
    <vt:vector size="70" baseType="lpstr">
      <vt:lpstr>黑体</vt:lpstr>
      <vt:lpstr>楷体_GB2312</vt:lpstr>
      <vt:lpstr>宋体</vt:lpstr>
      <vt:lpstr>Arial</vt:lpstr>
      <vt:lpstr>Symbol</vt:lpstr>
      <vt:lpstr>Times New Roman</vt:lpstr>
      <vt:lpstr>Wingdings</vt:lpstr>
      <vt:lpstr>Borland</vt:lpstr>
      <vt:lpstr>Equation</vt:lpstr>
      <vt:lpstr>公式</vt:lpstr>
      <vt:lpstr>第三章  解线性方程组的直接法</vt:lpstr>
      <vt:lpstr>PowerPoint 演示文稿</vt:lpstr>
      <vt:lpstr>PowerPoint 演示文稿</vt:lpstr>
      <vt:lpstr>PowerPoint 演示文稿</vt:lpstr>
      <vt:lpstr>1  消元法</vt:lpstr>
      <vt:lpstr>1.1 方法描述 </vt:lpstr>
      <vt:lpstr>1.1 方法描述</vt:lpstr>
      <vt:lpstr>消元法综述</vt:lpstr>
      <vt:lpstr>消元法综述</vt:lpstr>
      <vt:lpstr>消元法综述</vt:lpstr>
      <vt:lpstr>1.1 方法描述</vt:lpstr>
      <vt:lpstr>1.1 方法描述</vt:lpstr>
      <vt:lpstr>1.1 方法描述</vt:lpstr>
      <vt:lpstr>1.1 方法描述</vt:lpstr>
      <vt:lpstr>消元法计算公式</vt:lpstr>
      <vt:lpstr>1.1 方法描述</vt:lpstr>
      <vt:lpstr>1.2 高斯消元法</vt:lpstr>
      <vt:lpstr>1.2 高斯消元法</vt:lpstr>
      <vt:lpstr>1.2 高斯消元法</vt:lpstr>
      <vt:lpstr>1.3 克劳特消元法</vt:lpstr>
      <vt:lpstr>1.3 克劳特消元法</vt:lpstr>
      <vt:lpstr>1.3 克劳特消元法</vt:lpstr>
      <vt:lpstr>1.3 克劳特消元法</vt:lpstr>
      <vt:lpstr>1.4 平方根法</vt:lpstr>
      <vt:lpstr>1.4 平方根法</vt:lpstr>
      <vt:lpstr>1.4 平方根法</vt:lpstr>
      <vt:lpstr>1.4 平方根法</vt:lpstr>
      <vt:lpstr>1.5 追赶法</vt:lpstr>
      <vt:lpstr>1.5 追赶法</vt:lpstr>
      <vt:lpstr>1.5 追赶法</vt:lpstr>
      <vt:lpstr>1.5 追赶法</vt:lpstr>
      <vt:lpstr>1.5 追赶法</vt:lpstr>
      <vt:lpstr>1.5 追赶法</vt:lpstr>
      <vt:lpstr>1.5 追赶法</vt:lpstr>
      <vt:lpstr>1.5 追赶法</vt:lpstr>
      <vt:lpstr>1.6 消元法的应用条件</vt:lpstr>
      <vt:lpstr>1.6 消元法的应用条件</vt:lpstr>
      <vt:lpstr>1.6 消元法的应用条件</vt:lpstr>
      <vt:lpstr>1.6 消元法的应用条件</vt:lpstr>
      <vt:lpstr>1.6 消元法的应用条件</vt:lpstr>
      <vt:lpstr>1.6 消元法的应用条件</vt:lpstr>
      <vt:lpstr>线性代数基础</vt:lpstr>
      <vt:lpstr>线性代数基础</vt:lpstr>
      <vt:lpstr>1.6 消元法的应用条件</vt:lpstr>
      <vt:lpstr>1.6 消元法的应用条件</vt:lpstr>
      <vt:lpstr>1.6 消元法的应用条件</vt:lpstr>
      <vt:lpstr>PowerPoint 演示文稿</vt:lpstr>
      <vt:lpstr>消元法缺点</vt:lpstr>
      <vt:lpstr>§2   主元素法</vt:lpstr>
      <vt:lpstr>§2   主元素法</vt:lpstr>
      <vt:lpstr>§2   主元素法</vt:lpstr>
      <vt:lpstr>§2   主元素法</vt:lpstr>
      <vt:lpstr>2.1 列主元素法</vt:lpstr>
      <vt:lpstr>2.1 列主元素法</vt:lpstr>
      <vt:lpstr>2.1 列主元素法</vt:lpstr>
      <vt:lpstr>2.2 全主元素法</vt:lpstr>
      <vt:lpstr>2.2 全主元素法</vt:lpstr>
      <vt:lpstr>2.2 全主元素法</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解线性方程组的直接法</dc:title>
  <dc:creator>sunxin</dc:creator>
  <cp:lastModifiedBy>apple</cp:lastModifiedBy>
  <cp:revision>953</cp:revision>
  <cp:lastPrinted>1998-03-12T04:44:47Z</cp:lastPrinted>
  <dcterms:created xsi:type="dcterms:W3CDTF">2001-07-02T15:09:48Z</dcterms:created>
  <dcterms:modified xsi:type="dcterms:W3CDTF">2024-09-23T14:40:21Z</dcterms:modified>
</cp:coreProperties>
</file>